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Mulish" panose="020B0604020202020204" charset="0"/>
      <p:regular r:id="rId21"/>
      <p:bold r:id="rId22"/>
      <p:italic r:id="rId23"/>
      <p:boldItalic r:id="rId24"/>
    </p:embeddedFont>
    <p:embeddedFont>
      <p:font typeface="Nunito Black" pitchFamily="2" charset="0"/>
      <p:bold r:id="rId25"/>
      <p:boldItalic r:id="rId26"/>
    </p:embeddedFont>
    <p:embeddedFont>
      <p:font typeface="Poppins" panose="00000500000000000000" pitchFamily="2" charset="0"/>
      <p:regular r:id="rId27"/>
      <p:bold r:id="rId28"/>
      <p:italic r:id="rId29"/>
      <p:boldItalic r:id="rId30"/>
    </p:embeddedFont>
    <p:embeddedFont>
      <p:font typeface="Poppins Medium" panose="00000600000000000000" pitchFamily="2" charset="0"/>
      <p:regular r:id="rId31"/>
      <p:bold r:id="rId32"/>
      <p:italic r:id="rId33"/>
      <p:boldItalic r:id="rId34"/>
    </p:embeddedFont>
    <p:embeddedFont>
      <p:font typeface="Poppins SemiBold" panose="000007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lvpb8voub3AC0VtptqAbbRlUX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0E4A34-F742-4137-9DDC-EAE546517A9C}">
  <a:tblStyle styleId="{200E4A34-F742-4137-9DDC-EAE546517A9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d9e04c8cef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d9e04c8ce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d9e04c8ce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1b1770775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31b1770775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31b1770775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611f89431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611f89431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611f89431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d05b5d3cd4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d05b5d3cd4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d05b5d3cd4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d05b5d3cd4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d05b5d3cd4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d05b5d3cd4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6bb1487b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6bb1487b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6bb1487b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d05b5d3cd4_0_1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d05b5d3cd4_0_1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d05b5d3cd4_0_1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d05b5d3cd4_0_1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d05b5d3cd4_0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d05b5d3cd4_0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d05b5d3cd4_0_1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d05b5d3cd4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d05b5d3cd4_0_1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d05b5d3cd4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d05b5d3cd4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d05b5d3cd4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d05b5d3cd4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d05b5d3cd4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d05b5d3cd4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527150" y="1032245"/>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527150" y="1889660"/>
            <a:ext cx="4694400" cy="10845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8" name="Google Shape;8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9" name="Google Shape;89;g26b641b03cd_1_92"/>
          <p:cNvGrpSpPr/>
          <p:nvPr/>
        </p:nvGrpSpPr>
        <p:grpSpPr>
          <a:xfrm>
            <a:off x="-36800" y="-52000"/>
            <a:ext cx="9236100" cy="543750"/>
            <a:chOff x="-36800" y="-52000"/>
            <a:chExt cx="9236100" cy="543750"/>
          </a:xfrm>
        </p:grpSpPr>
        <p:sp>
          <p:nvSpPr>
            <p:cNvPr id="90" name="Google Shape;90;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 name="Google Shape;91;g26b641b03cd_1_92"/>
            <p:cNvGrpSpPr/>
            <p:nvPr/>
          </p:nvGrpSpPr>
          <p:grpSpPr>
            <a:xfrm>
              <a:off x="565600" y="88250"/>
              <a:ext cx="1337400" cy="403500"/>
              <a:chOff x="565600" y="88250"/>
              <a:chExt cx="1337400" cy="403500"/>
            </a:xfrm>
          </p:grpSpPr>
          <p:grpSp>
            <p:nvGrpSpPr>
              <p:cNvPr id="92" name="Google Shape;92;g26b641b03cd_1_92"/>
              <p:cNvGrpSpPr/>
              <p:nvPr/>
            </p:nvGrpSpPr>
            <p:grpSpPr>
              <a:xfrm>
                <a:off x="565600" y="88250"/>
                <a:ext cx="1337400" cy="403500"/>
                <a:chOff x="565600" y="88250"/>
                <a:chExt cx="1337400" cy="403500"/>
              </a:xfrm>
            </p:grpSpPr>
            <p:sp>
              <p:nvSpPr>
                <p:cNvPr id="93" name="Google Shape;93;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 name="Google Shape;95;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6" name="Google Shape;9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3" name="Google Shape;103;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5" name="Google Shape;105;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6"/>
        <p:cNvGrpSpPr/>
        <p:nvPr/>
      </p:nvGrpSpPr>
      <p:grpSpPr>
        <a:xfrm>
          <a:off x="0" y="0"/>
          <a:ext cx="0" cy="0"/>
          <a:chOff x="0" y="0"/>
          <a:chExt cx="0" cy="0"/>
        </a:xfrm>
      </p:grpSpPr>
      <p:sp>
        <p:nvSpPr>
          <p:cNvPr id="107" name="Google Shape;107;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Review Phase 2</a:t>
            </a:r>
            <a:endParaRPr sz="1800" i="0" u="none" strike="noStrike" cap="none">
              <a:solidFill>
                <a:srgbClr val="FFFFFF"/>
              </a:solidFill>
              <a:latin typeface="Poppins SemiBold"/>
              <a:ea typeface="Poppins SemiBold"/>
              <a:cs typeface="Poppins SemiBold"/>
              <a:sym typeface="Poppins SemiBold"/>
            </a:endParaRPr>
          </a:p>
        </p:txBody>
      </p:sp>
      <p:sp>
        <p:nvSpPr>
          <p:cNvPr id="122" name="Google Shape;12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6 - Friday </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30</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2 - Letter Sounds</a:t>
            </a:r>
            <a:endParaRPr sz="1800" i="0" u="none" strike="noStrike" cap="none">
              <a:solidFill>
                <a:srgbClr val="FFFFFF"/>
              </a:solidFill>
              <a:latin typeface="Poppins SemiBold"/>
              <a:ea typeface="Poppins SemiBold"/>
              <a:cs typeface="Poppins SemiBold"/>
              <a:sym typeface="Poppins SemiBold"/>
            </a:endParaRPr>
          </a:p>
        </p:txBody>
      </p:sp>
      <p:sp>
        <p:nvSpPr>
          <p:cNvPr id="125" name="Google Shape;12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6" name="Google Shape;12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7" name="Google Shape;12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8" name="Google Shape;12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1"/>
        <p:cNvGrpSpPr/>
        <p:nvPr/>
      </p:nvGrpSpPr>
      <p:grpSpPr>
        <a:xfrm>
          <a:off x="0" y="0"/>
          <a:ext cx="0" cy="0"/>
          <a:chOff x="0" y="0"/>
          <a:chExt cx="0" cy="0"/>
        </a:xfrm>
      </p:grpSpPr>
      <p:sp>
        <p:nvSpPr>
          <p:cNvPr id="192" name="Google Shape;19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3" name="Google Shape;19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94" name="Google Shape;19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5" name="Google Shape;19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6" name="Google Shape;196;g26b641b03cd_0_260"/>
          <p:cNvPicPr preferRelativeResize="0"/>
          <p:nvPr/>
        </p:nvPicPr>
        <p:blipFill rotWithShape="1">
          <a:blip r:embed="rId2">
            <a:alphaModFix/>
          </a:blip>
          <a:srcRect/>
          <a:stretch/>
        </p:blipFill>
        <p:spPr>
          <a:xfrm>
            <a:off x="485725" y="5274400"/>
            <a:ext cx="2884177" cy="1390200"/>
          </a:xfrm>
          <a:prstGeom prst="rect">
            <a:avLst/>
          </a:prstGeom>
          <a:noFill/>
          <a:ln>
            <a:noFill/>
          </a:ln>
          <a:effectLst>
            <a:outerShdw blurRad="57150" dist="19050" dir="5400000" algn="bl" rotWithShape="0">
              <a:srgbClr val="000000">
                <a:alpha val="47058"/>
              </a:srgbClr>
            </a:outerShdw>
          </a:effectLst>
        </p:spPr>
      </p:pic>
      <p:grpSp>
        <p:nvGrpSpPr>
          <p:cNvPr id="197" name="Google Shape;197;g26b641b03cd_0_260"/>
          <p:cNvGrpSpPr/>
          <p:nvPr/>
        </p:nvGrpSpPr>
        <p:grpSpPr>
          <a:xfrm>
            <a:off x="8199150" y="5983875"/>
            <a:ext cx="586800" cy="571500"/>
            <a:chOff x="7894350" y="6212475"/>
            <a:chExt cx="586800" cy="571500"/>
          </a:xfrm>
        </p:grpSpPr>
        <p:sp>
          <p:nvSpPr>
            <p:cNvPr id="198" name="Google Shape;19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1" name="Google Shape;20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2" name="Google Shape;202;g26b641b03cd_0_260"/>
          <p:cNvGrpSpPr/>
          <p:nvPr/>
        </p:nvGrpSpPr>
        <p:grpSpPr>
          <a:xfrm>
            <a:off x="-36800" y="-52000"/>
            <a:ext cx="9236100" cy="543750"/>
            <a:chOff x="-36800" y="-52000"/>
            <a:chExt cx="9236100" cy="543750"/>
          </a:xfrm>
        </p:grpSpPr>
        <p:sp>
          <p:nvSpPr>
            <p:cNvPr id="203" name="Google Shape;20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4" name="Google Shape;204;g26b641b03cd_0_260"/>
            <p:cNvGrpSpPr/>
            <p:nvPr/>
          </p:nvGrpSpPr>
          <p:grpSpPr>
            <a:xfrm>
              <a:off x="565600" y="88250"/>
              <a:ext cx="1337400" cy="403500"/>
              <a:chOff x="565600" y="88250"/>
              <a:chExt cx="1337400" cy="403500"/>
            </a:xfrm>
          </p:grpSpPr>
          <p:grpSp>
            <p:nvGrpSpPr>
              <p:cNvPr id="205" name="Google Shape;205;g26b641b03cd_0_260"/>
              <p:cNvGrpSpPr/>
              <p:nvPr/>
            </p:nvGrpSpPr>
            <p:grpSpPr>
              <a:xfrm>
                <a:off x="565600" y="88250"/>
                <a:ext cx="1337400" cy="403500"/>
                <a:chOff x="565600" y="88250"/>
                <a:chExt cx="1337400" cy="403500"/>
              </a:xfrm>
            </p:grpSpPr>
            <p:sp>
              <p:nvSpPr>
                <p:cNvPr id="206" name="Google Shape;206;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09" name="Google Shape;209;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6" name="Google Shape;21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8" name="Google Shape;21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9"/>
        <p:cNvGrpSpPr/>
        <p:nvPr/>
      </p:nvGrpSpPr>
      <p:grpSpPr>
        <a:xfrm>
          <a:off x="0" y="0"/>
          <a:ext cx="0" cy="0"/>
          <a:chOff x="0" y="0"/>
          <a:chExt cx="0" cy="0"/>
        </a:xfrm>
      </p:grpSpPr>
      <p:sp>
        <p:nvSpPr>
          <p:cNvPr id="220" name="Google Shape;220;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1" name="Google Shape;221;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7" name="Google Shape;227;g2c235dd0dad_1_87"/>
          <p:cNvGrpSpPr/>
          <p:nvPr/>
        </p:nvGrpSpPr>
        <p:grpSpPr>
          <a:xfrm>
            <a:off x="662575" y="6212475"/>
            <a:ext cx="586800" cy="571500"/>
            <a:chOff x="662575" y="6212475"/>
            <a:chExt cx="586800" cy="571500"/>
          </a:xfrm>
        </p:grpSpPr>
        <p:sp>
          <p:nvSpPr>
            <p:cNvPr id="228" name="Google Shape;22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1" name="Google Shape;231;g2c235dd0dad_1_87"/>
          <p:cNvGrpSpPr/>
          <p:nvPr/>
        </p:nvGrpSpPr>
        <p:grpSpPr>
          <a:xfrm>
            <a:off x="7894350" y="6212475"/>
            <a:ext cx="586800" cy="571500"/>
            <a:chOff x="7894350" y="6212475"/>
            <a:chExt cx="586800" cy="571500"/>
          </a:xfrm>
        </p:grpSpPr>
        <p:sp>
          <p:nvSpPr>
            <p:cNvPr id="232" name="Google Shape;23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5" name="Google Shape;235;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7" name="Google Shape;23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38" name="Google Shape;23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9" name="Google Shape;23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0" name="Google Shape;24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1" name="Google Shape;24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2" name="Google Shape;24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3" name="Google Shape;24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4" name="Google Shape;24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5" name="Google Shape;24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6" name="Google Shape;24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7" name="Google Shape;24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9" name="Google Shape;24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0" name="Google Shape;25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1"/>
        <p:cNvGrpSpPr/>
        <p:nvPr/>
      </p:nvGrpSpPr>
      <p:grpSpPr>
        <a:xfrm>
          <a:off x="0" y="0"/>
          <a:ext cx="0" cy="0"/>
          <a:chOff x="0" y="0"/>
          <a:chExt cx="0" cy="0"/>
        </a:xfrm>
      </p:grpSpPr>
      <p:sp>
        <p:nvSpPr>
          <p:cNvPr id="252" name="Google Shape;252;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8" name="Google Shape;258;g1f3daf8a844_0_32"/>
          <p:cNvGrpSpPr/>
          <p:nvPr/>
        </p:nvGrpSpPr>
        <p:grpSpPr>
          <a:xfrm>
            <a:off x="662575" y="6212475"/>
            <a:ext cx="586800" cy="571500"/>
            <a:chOff x="662575" y="6212475"/>
            <a:chExt cx="586800" cy="571500"/>
          </a:xfrm>
        </p:grpSpPr>
        <p:sp>
          <p:nvSpPr>
            <p:cNvPr id="259" name="Google Shape;25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1f3daf8a844_0_32"/>
          <p:cNvGrpSpPr/>
          <p:nvPr/>
        </p:nvGrpSpPr>
        <p:grpSpPr>
          <a:xfrm>
            <a:off x="7894350" y="6212475"/>
            <a:ext cx="586800" cy="571500"/>
            <a:chOff x="7894350" y="6212475"/>
            <a:chExt cx="586800" cy="571500"/>
          </a:xfrm>
        </p:grpSpPr>
        <p:sp>
          <p:nvSpPr>
            <p:cNvPr id="263" name="Google Shape;26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67" name="Google Shape;26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8" name="Google Shape;26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69" name="Google Shape;26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0" name="Google Shape;27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2" name="Google Shape;27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73" name="Google Shape;27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4" name="Google Shape;27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5" name="Google Shape;27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6" name="Google Shape;27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7" name="Google Shape;27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8" name="Google Shape;27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79" name="Google Shape;27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0" name="Google Shape;28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1"/>
        <p:cNvGrpSpPr/>
        <p:nvPr/>
      </p:nvGrpSpPr>
      <p:grpSpPr>
        <a:xfrm>
          <a:off x="0" y="0"/>
          <a:ext cx="0" cy="0"/>
          <a:chOff x="0" y="0"/>
          <a:chExt cx="0" cy="0"/>
        </a:xfrm>
      </p:grpSpPr>
      <p:sp>
        <p:nvSpPr>
          <p:cNvPr id="282" name="Google Shape;282;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5" name="Google Shape;285;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6" name="Google Shape;296;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97" name="Google Shape;29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8" name="Google Shape;298;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99" name="Google Shape;29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0" name="Google Shape;30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2" name="Google Shape;30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03" name="Google Shape;30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4" name="Google Shape;30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5" name="Google Shape;30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6" name="Google Shape;30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 name="Google Shape;30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 name="Google Shape;30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2" name="Google Shape;312;g2c157a2fb06_0_53"/>
          <p:cNvGrpSpPr/>
          <p:nvPr/>
        </p:nvGrpSpPr>
        <p:grpSpPr>
          <a:xfrm>
            <a:off x="1403031" y="6958923"/>
            <a:ext cx="6774848" cy="1291477"/>
            <a:chOff x="717231" y="7263723"/>
            <a:chExt cx="6774848" cy="1291477"/>
          </a:xfrm>
        </p:grpSpPr>
        <p:sp>
          <p:nvSpPr>
            <p:cNvPr id="313" name="Google Shape;31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4" name="Google Shape;31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5" name="Google Shape;31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19" name="Google Shape;31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0" name="Google Shape;32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21" name="Google Shape;32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4" name="Google Shape;32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5" name="Google Shape;32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6"/>
        <p:cNvGrpSpPr/>
        <p:nvPr/>
      </p:nvGrpSpPr>
      <p:grpSpPr>
        <a:xfrm>
          <a:off x="0" y="0"/>
          <a:ext cx="0" cy="0"/>
          <a:chOff x="0" y="0"/>
          <a:chExt cx="0" cy="0"/>
        </a:xfrm>
      </p:grpSpPr>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4" name="Google Shape;334;g2c157a2fb06_0_158"/>
          <p:cNvGrpSpPr/>
          <p:nvPr/>
        </p:nvGrpSpPr>
        <p:grpSpPr>
          <a:xfrm>
            <a:off x="662575" y="6212475"/>
            <a:ext cx="586800" cy="571500"/>
            <a:chOff x="662575" y="6212475"/>
            <a:chExt cx="586800" cy="571500"/>
          </a:xfrm>
        </p:grpSpPr>
        <p:sp>
          <p:nvSpPr>
            <p:cNvPr id="335" name="Google Shape;33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8" name="Google Shape;338;g2c157a2fb06_0_158"/>
          <p:cNvGrpSpPr/>
          <p:nvPr/>
        </p:nvGrpSpPr>
        <p:grpSpPr>
          <a:xfrm>
            <a:off x="7894350" y="6212475"/>
            <a:ext cx="586800" cy="571500"/>
            <a:chOff x="7894350" y="6212475"/>
            <a:chExt cx="586800" cy="571500"/>
          </a:xfrm>
        </p:grpSpPr>
        <p:sp>
          <p:nvSpPr>
            <p:cNvPr id="339" name="Google Shape;33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2" name="Google Shape;342;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43" name="Google Shape;34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4" name="Google Shape;344;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48" name="Google Shape;34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49" name="Google Shape;34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4" name="Google Shape;35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5"/>
        <p:cNvGrpSpPr/>
        <p:nvPr/>
      </p:nvGrpSpPr>
      <p:grpSpPr>
        <a:xfrm>
          <a:off x="0" y="0"/>
          <a:ext cx="0" cy="0"/>
          <a:chOff x="0" y="0"/>
          <a:chExt cx="0" cy="0"/>
        </a:xfrm>
      </p:grpSpPr>
      <p:sp>
        <p:nvSpPr>
          <p:cNvPr id="356" name="Google Shape;356;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9" name="Google Shape;359;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2" name="Google Shape;362;g2c157a2fb06_0_263"/>
          <p:cNvGrpSpPr/>
          <p:nvPr/>
        </p:nvGrpSpPr>
        <p:grpSpPr>
          <a:xfrm>
            <a:off x="662575" y="6212475"/>
            <a:ext cx="586800" cy="571500"/>
            <a:chOff x="662575" y="6212475"/>
            <a:chExt cx="586800" cy="571500"/>
          </a:xfrm>
        </p:grpSpPr>
        <p:sp>
          <p:nvSpPr>
            <p:cNvPr id="363" name="Google Shape;36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6" name="Google Shape;366;g2c157a2fb06_0_263"/>
          <p:cNvGrpSpPr/>
          <p:nvPr/>
        </p:nvGrpSpPr>
        <p:grpSpPr>
          <a:xfrm>
            <a:off x="7894350" y="6212475"/>
            <a:ext cx="586800" cy="571500"/>
            <a:chOff x="7894350" y="6212475"/>
            <a:chExt cx="586800" cy="571500"/>
          </a:xfrm>
        </p:grpSpPr>
        <p:sp>
          <p:nvSpPr>
            <p:cNvPr id="367" name="Google Shape;36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0" name="Google Shape;370;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71" name="Google Shape;37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2" name="Google Shape;372;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73" name="Google Shape;37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4" name="Google Shape;37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76" name="Google Shape;37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77" name="Google Shape;37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8" name="Google Shape;37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9" name="Google Shape;37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263"/>
          <p:cNvSpPr>
            <a:spLocks noGrp="1"/>
          </p:cNvSpPr>
          <p:nvPr>
            <p:ph type="pic" idx="8"/>
          </p:nvPr>
        </p:nvSpPr>
        <p:spPr>
          <a:xfrm>
            <a:off x="5086375" y="4412425"/>
            <a:ext cx="2668800" cy="1291500"/>
          </a:xfrm>
          <a:prstGeom prst="rect">
            <a:avLst/>
          </a:prstGeom>
          <a:noFill/>
          <a:ln>
            <a:noFill/>
          </a:ln>
        </p:spPr>
      </p:sp>
      <p:sp>
        <p:nvSpPr>
          <p:cNvPr id="382" name="Google Shape;382;g2c157a2fb06_0_263"/>
          <p:cNvSpPr>
            <a:spLocks noGrp="1"/>
          </p:cNvSpPr>
          <p:nvPr>
            <p:ph type="pic" idx="9"/>
          </p:nvPr>
        </p:nvSpPr>
        <p:spPr>
          <a:xfrm>
            <a:off x="5086375" y="797675"/>
            <a:ext cx="2668800" cy="1291500"/>
          </a:xfrm>
          <a:prstGeom prst="rect">
            <a:avLst/>
          </a:prstGeom>
          <a:noFill/>
          <a:ln>
            <a:noFill/>
          </a:ln>
        </p:spPr>
      </p:sp>
      <p:sp>
        <p:nvSpPr>
          <p:cNvPr id="383" name="Google Shape;383;g2c157a2fb06_0_263"/>
          <p:cNvSpPr>
            <a:spLocks noGrp="1"/>
          </p:cNvSpPr>
          <p:nvPr>
            <p:ph type="pic" idx="13"/>
          </p:nvPr>
        </p:nvSpPr>
        <p:spPr>
          <a:xfrm>
            <a:off x="5086375" y="2002592"/>
            <a:ext cx="2668800" cy="1291500"/>
          </a:xfrm>
          <a:prstGeom prst="rect">
            <a:avLst/>
          </a:prstGeom>
          <a:noFill/>
          <a:ln>
            <a:noFill/>
          </a:ln>
        </p:spPr>
      </p:sp>
      <p:sp>
        <p:nvSpPr>
          <p:cNvPr id="384" name="Google Shape;384;g2c157a2fb06_0_263"/>
          <p:cNvSpPr>
            <a:spLocks noGrp="1"/>
          </p:cNvSpPr>
          <p:nvPr>
            <p:ph type="pic" idx="14"/>
          </p:nvPr>
        </p:nvSpPr>
        <p:spPr>
          <a:xfrm>
            <a:off x="5086375" y="3207508"/>
            <a:ext cx="2668800" cy="1291500"/>
          </a:xfrm>
          <a:prstGeom prst="rect">
            <a:avLst/>
          </a:prstGeom>
          <a:noFill/>
          <a:ln>
            <a:noFill/>
          </a:ln>
        </p:spPr>
      </p:sp>
      <p:sp>
        <p:nvSpPr>
          <p:cNvPr id="385" name="Google Shape;38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7"/>
        <p:cNvGrpSpPr/>
        <p:nvPr/>
      </p:nvGrpSpPr>
      <p:grpSpPr>
        <a:xfrm>
          <a:off x="0" y="0"/>
          <a:ext cx="0" cy="0"/>
          <a:chOff x="0" y="0"/>
          <a:chExt cx="0" cy="0"/>
        </a:xfrm>
      </p:grpSpPr>
      <p:cxnSp>
        <p:nvCxnSpPr>
          <p:cNvPr id="388" name="Google Shape;38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4" name="Google Shape;394;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7" name="Google Shape;397;g2c157a2fb06_0_467"/>
          <p:cNvGrpSpPr/>
          <p:nvPr/>
        </p:nvGrpSpPr>
        <p:grpSpPr>
          <a:xfrm>
            <a:off x="662575" y="6212475"/>
            <a:ext cx="586800" cy="571500"/>
            <a:chOff x="662575" y="6212475"/>
            <a:chExt cx="586800" cy="571500"/>
          </a:xfrm>
        </p:grpSpPr>
        <p:sp>
          <p:nvSpPr>
            <p:cNvPr id="398" name="Google Shape;39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1" name="Google Shape;401;g2c157a2fb06_0_467"/>
          <p:cNvGrpSpPr/>
          <p:nvPr/>
        </p:nvGrpSpPr>
        <p:grpSpPr>
          <a:xfrm>
            <a:off x="7894350" y="6212475"/>
            <a:ext cx="586800" cy="571500"/>
            <a:chOff x="7894350" y="6212475"/>
            <a:chExt cx="586800" cy="571500"/>
          </a:xfrm>
        </p:grpSpPr>
        <p:sp>
          <p:nvSpPr>
            <p:cNvPr id="402" name="Google Shape;40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5" name="Google Shape;405;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06" name="Google Shape;40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7" name="Google Shape;407;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08" name="Google Shape;40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0" name="Google Shape;41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1" name="Google Shape;41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12" name="Google Shape;41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4"/>
        <p:cNvGrpSpPr/>
        <p:nvPr/>
      </p:nvGrpSpPr>
      <p:grpSpPr>
        <a:xfrm>
          <a:off x="0" y="0"/>
          <a:ext cx="0" cy="0"/>
          <a:chOff x="0" y="0"/>
          <a:chExt cx="0" cy="0"/>
        </a:xfrm>
      </p:grpSpPr>
      <p:cxnSp>
        <p:nvCxnSpPr>
          <p:cNvPr id="415" name="Google Shape;415;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3" name="Google Shape;423;g2c157a2fb06_0_629"/>
          <p:cNvGrpSpPr/>
          <p:nvPr/>
        </p:nvGrpSpPr>
        <p:grpSpPr>
          <a:xfrm>
            <a:off x="662575" y="6212475"/>
            <a:ext cx="586800" cy="571500"/>
            <a:chOff x="662575" y="6212475"/>
            <a:chExt cx="586800" cy="571500"/>
          </a:xfrm>
        </p:grpSpPr>
        <p:sp>
          <p:nvSpPr>
            <p:cNvPr id="424" name="Google Shape;42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629"/>
          <p:cNvGrpSpPr/>
          <p:nvPr/>
        </p:nvGrpSpPr>
        <p:grpSpPr>
          <a:xfrm>
            <a:off x="7894350" y="6212475"/>
            <a:ext cx="586800" cy="571500"/>
            <a:chOff x="7894350" y="6212475"/>
            <a:chExt cx="586800" cy="571500"/>
          </a:xfrm>
        </p:grpSpPr>
        <p:sp>
          <p:nvSpPr>
            <p:cNvPr id="428" name="Google Shape;42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32" name="Google Shape;43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3" name="Google Shape;433;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5" name="Google Shape;43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7" name="Google Shape;43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38" name="Google Shape;43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0" name="Google Shape;44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1"/>
        <p:cNvGrpSpPr/>
        <p:nvPr/>
      </p:nvGrpSpPr>
      <p:grpSpPr>
        <a:xfrm>
          <a:off x="0" y="0"/>
          <a:ext cx="0" cy="0"/>
          <a:chOff x="0" y="0"/>
          <a:chExt cx="0" cy="0"/>
        </a:xfrm>
      </p:grpSpPr>
      <p:cxnSp>
        <p:nvCxnSpPr>
          <p:cNvPr id="442" name="Google Shape;44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3" name="Google Shape;44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4" name="Google Shape;44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798"/>
          <p:cNvGrpSpPr/>
          <p:nvPr/>
        </p:nvGrpSpPr>
        <p:grpSpPr>
          <a:xfrm>
            <a:off x="662575" y="6212475"/>
            <a:ext cx="586800" cy="571500"/>
            <a:chOff x="662575" y="6212475"/>
            <a:chExt cx="586800" cy="571500"/>
          </a:xfrm>
        </p:grpSpPr>
        <p:sp>
          <p:nvSpPr>
            <p:cNvPr id="453" name="Google Shape;45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798"/>
          <p:cNvGrpSpPr/>
          <p:nvPr/>
        </p:nvGrpSpPr>
        <p:grpSpPr>
          <a:xfrm>
            <a:off x="7894350" y="6212475"/>
            <a:ext cx="586800" cy="571500"/>
            <a:chOff x="7894350" y="6212475"/>
            <a:chExt cx="586800" cy="571500"/>
          </a:xfrm>
        </p:grpSpPr>
        <p:sp>
          <p:nvSpPr>
            <p:cNvPr id="457" name="Google Shape;45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8" name="Google Shape;46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9"/>
        <p:cNvGrpSpPr/>
        <p:nvPr/>
      </p:nvGrpSpPr>
      <p:grpSpPr>
        <a:xfrm>
          <a:off x="0" y="0"/>
          <a:ext cx="0" cy="0"/>
          <a:chOff x="0" y="0"/>
          <a:chExt cx="0" cy="0"/>
        </a:xfrm>
      </p:grpSpPr>
      <p:cxnSp>
        <p:nvCxnSpPr>
          <p:cNvPr id="470" name="Google Shape;470;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1" name="Google Shape;471;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2" name="Google Shape;472;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3" name="Google Shape;473;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4" name="Google Shape;474;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825"/>
          <p:cNvGrpSpPr/>
          <p:nvPr/>
        </p:nvGrpSpPr>
        <p:grpSpPr>
          <a:xfrm>
            <a:off x="662575" y="6212475"/>
            <a:ext cx="586800" cy="571500"/>
            <a:chOff x="662575" y="6212475"/>
            <a:chExt cx="586800" cy="571500"/>
          </a:xfrm>
        </p:grpSpPr>
        <p:sp>
          <p:nvSpPr>
            <p:cNvPr id="481" name="Google Shape;481;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825"/>
          <p:cNvGrpSpPr/>
          <p:nvPr/>
        </p:nvGrpSpPr>
        <p:grpSpPr>
          <a:xfrm>
            <a:off x="7894350" y="6212475"/>
            <a:ext cx="586800" cy="571500"/>
            <a:chOff x="7894350" y="6212475"/>
            <a:chExt cx="586800" cy="571500"/>
          </a:xfrm>
        </p:grpSpPr>
        <p:sp>
          <p:nvSpPr>
            <p:cNvPr id="485" name="Google Shape;485;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4" name="Google Shape;49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95" name="Google Shape;49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6" name="Google Shape;49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7"/>
        <p:cNvGrpSpPr/>
        <p:nvPr/>
      </p:nvGrpSpPr>
      <p:grpSpPr>
        <a:xfrm>
          <a:off x="0" y="0"/>
          <a:ext cx="0" cy="0"/>
          <a:chOff x="0" y="0"/>
          <a:chExt cx="0" cy="0"/>
        </a:xfrm>
      </p:grpSpPr>
      <p:sp>
        <p:nvSpPr>
          <p:cNvPr id="498" name="Google Shape;49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7" name="Google Shape;507;g2c157a2fb06_0_700"/>
          <p:cNvGrpSpPr/>
          <p:nvPr/>
        </p:nvGrpSpPr>
        <p:grpSpPr>
          <a:xfrm>
            <a:off x="662575" y="6212475"/>
            <a:ext cx="586800" cy="571500"/>
            <a:chOff x="662575" y="6212475"/>
            <a:chExt cx="586800" cy="571500"/>
          </a:xfrm>
        </p:grpSpPr>
        <p:sp>
          <p:nvSpPr>
            <p:cNvPr id="508" name="Google Shape;50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1" name="Google Shape;511;g2c157a2fb06_0_700"/>
          <p:cNvGrpSpPr/>
          <p:nvPr/>
        </p:nvGrpSpPr>
        <p:grpSpPr>
          <a:xfrm>
            <a:off x="7894350" y="6212475"/>
            <a:ext cx="586800" cy="571500"/>
            <a:chOff x="7894350" y="6212475"/>
            <a:chExt cx="586800" cy="571500"/>
          </a:xfrm>
        </p:grpSpPr>
        <p:sp>
          <p:nvSpPr>
            <p:cNvPr id="512" name="Google Shape;51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5" name="Google Shape;515;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0" name="Google Shape;52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21" name="Google Shape;52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2" name="Google Shape;52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7" name="Google Shape;52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9" name="Google Shape;52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1" name="Google Shape;53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3" name="Google Shape;53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5" name="Google Shape;53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7"/>
        <p:cNvGrpSpPr/>
        <p:nvPr/>
      </p:nvGrpSpPr>
      <p:grpSpPr>
        <a:xfrm>
          <a:off x="0" y="0"/>
          <a:ext cx="0" cy="0"/>
          <a:chOff x="0" y="0"/>
          <a:chExt cx="0" cy="0"/>
        </a:xfrm>
      </p:grpSpPr>
      <p:sp>
        <p:nvSpPr>
          <p:cNvPr id="538" name="Google Shape;538;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44" name="Google Shape;544;g2c157a2fb06_0_932"/>
          <p:cNvGrpSpPr/>
          <p:nvPr/>
        </p:nvGrpSpPr>
        <p:grpSpPr>
          <a:xfrm>
            <a:off x="662575" y="6212475"/>
            <a:ext cx="586800" cy="571500"/>
            <a:chOff x="662575" y="6212475"/>
            <a:chExt cx="586800" cy="571500"/>
          </a:xfrm>
        </p:grpSpPr>
        <p:sp>
          <p:nvSpPr>
            <p:cNvPr id="545" name="Google Shape;54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8" name="Google Shape;548;g2c157a2fb06_0_932"/>
          <p:cNvGrpSpPr/>
          <p:nvPr/>
        </p:nvGrpSpPr>
        <p:grpSpPr>
          <a:xfrm>
            <a:off x="7894350" y="6212475"/>
            <a:ext cx="586800" cy="571500"/>
            <a:chOff x="7894350" y="6212475"/>
            <a:chExt cx="586800" cy="571500"/>
          </a:xfrm>
        </p:grpSpPr>
        <p:sp>
          <p:nvSpPr>
            <p:cNvPr id="549" name="Google Shape;54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2" name="Google Shape;552;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53" name="Google Shape;55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7" name="Google Shape;55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58" name="Google Shape;55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9" name="Google Shape;55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0" name="Google Shape;56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6" name="Google Shape;56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68" name="Google Shape;56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9" name="Google Shape;56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0" name="Google Shape;57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7"/>
        <p:cNvGrpSpPr/>
        <p:nvPr/>
      </p:nvGrpSpPr>
      <p:grpSpPr>
        <a:xfrm>
          <a:off x="0" y="0"/>
          <a:ext cx="0" cy="0"/>
          <a:chOff x="0" y="0"/>
          <a:chExt cx="0" cy="0"/>
        </a:xfrm>
      </p:grpSpPr>
      <p:cxnSp>
        <p:nvCxnSpPr>
          <p:cNvPr id="578" name="Google Shape;57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9" name="Google Shape;57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0" name="Google Shape;58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5" name="Google Shape;595;g2c157a2fb06_0_1045"/>
          <p:cNvGrpSpPr/>
          <p:nvPr/>
        </p:nvGrpSpPr>
        <p:grpSpPr>
          <a:xfrm>
            <a:off x="662575" y="6212475"/>
            <a:ext cx="586800" cy="571500"/>
            <a:chOff x="662575" y="6212475"/>
            <a:chExt cx="586800" cy="571500"/>
          </a:xfrm>
        </p:grpSpPr>
        <p:sp>
          <p:nvSpPr>
            <p:cNvPr id="596" name="Google Shape;59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9" name="Google Shape;599;g2c157a2fb06_0_1045"/>
          <p:cNvGrpSpPr/>
          <p:nvPr/>
        </p:nvGrpSpPr>
        <p:grpSpPr>
          <a:xfrm>
            <a:off x="7894350" y="6212475"/>
            <a:ext cx="586800" cy="571500"/>
            <a:chOff x="7894350" y="6212475"/>
            <a:chExt cx="586800" cy="571500"/>
          </a:xfrm>
        </p:grpSpPr>
        <p:sp>
          <p:nvSpPr>
            <p:cNvPr id="600" name="Google Shape;60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3" name="Google Shape;603;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5" name="Google Shape;605;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09" name="Google Shape;60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10" name="Google Shape;61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1" name="Google Shape;61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2" name="Google Shape;61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3" name="Google Shape;61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4"/>
        <p:cNvGrpSpPr/>
        <p:nvPr/>
      </p:nvGrpSpPr>
      <p:grpSpPr>
        <a:xfrm>
          <a:off x="0" y="0"/>
          <a:ext cx="0" cy="0"/>
          <a:chOff x="0" y="0"/>
          <a:chExt cx="0" cy="0"/>
        </a:xfrm>
      </p:grpSpPr>
      <p:sp>
        <p:nvSpPr>
          <p:cNvPr id="615" name="Google Shape;615;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1" name="Google Shape;621;g2c157a2fb06_0_1110"/>
          <p:cNvGrpSpPr/>
          <p:nvPr/>
        </p:nvGrpSpPr>
        <p:grpSpPr>
          <a:xfrm>
            <a:off x="662575" y="6212475"/>
            <a:ext cx="586800" cy="571500"/>
            <a:chOff x="662575" y="6212475"/>
            <a:chExt cx="586800" cy="571500"/>
          </a:xfrm>
        </p:grpSpPr>
        <p:sp>
          <p:nvSpPr>
            <p:cNvPr id="622" name="Google Shape;62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7894350" y="6212475"/>
            <a:ext cx="586800" cy="571500"/>
            <a:chOff x="7894350" y="6212475"/>
            <a:chExt cx="586800" cy="571500"/>
          </a:xfrm>
        </p:grpSpPr>
        <p:sp>
          <p:nvSpPr>
            <p:cNvPr id="626" name="Google Shape;62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3" name="Google Shape;63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5" name="Google Shape;63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36" name="Google Shape;63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7" name="Google Shape;63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8" name="Google Shape;63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9" name="Google Shape;63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40" name="Google Shape;640;g2c157a2fb06_0_1110"/>
          <p:cNvGrpSpPr/>
          <p:nvPr/>
        </p:nvGrpSpPr>
        <p:grpSpPr>
          <a:xfrm>
            <a:off x="5806200" y="180746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4" name="Google Shape;64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5" name="Google Shape;64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6" name="Google Shape;646;g2c157a2fb06_0_1110"/>
          <p:cNvGrpSpPr/>
          <p:nvPr/>
        </p:nvGrpSpPr>
        <p:grpSpPr>
          <a:xfrm>
            <a:off x="5806200" y="2842438"/>
            <a:ext cx="756300" cy="146700"/>
            <a:chOff x="5806200" y="1807463"/>
            <a:chExt cx="756300" cy="146700"/>
          </a:xfrm>
        </p:grpSpPr>
        <p:sp>
          <p:nvSpPr>
            <p:cNvPr id="647" name="Google Shape;647;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0" name="Google Shape;650;g2c157a2fb06_0_1110"/>
          <p:cNvGrpSpPr/>
          <p:nvPr/>
        </p:nvGrpSpPr>
        <p:grpSpPr>
          <a:xfrm>
            <a:off x="5806200" y="3877413"/>
            <a:ext cx="756300" cy="146700"/>
            <a:chOff x="5806200" y="1807463"/>
            <a:chExt cx="756300" cy="146700"/>
          </a:xfrm>
        </p:grpSpPr>
        <p:sp>
          <p:nvSpPr>
            <p:cNvPr id="651" name="Google Shape;651;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4"/>
        <p:cNvGrpSpPr/>
        <p:nvPr/>
      </p:nvGrpSpPr>
      <p:grpSpPr>
        <a:xfrm>
          <a:off x="0" y="0"/>
          <a:ext cx="0" cy="0"/>
          <a:chOff x="0" y="0"/>
          <a:chExt cx="0" cy="0"/>
        </a:xfrm>
      </p:grpSpPr>
      <p:sp>
        <p:nvSpPr>
          <p:cNvPr id="655" name="Google Shape;65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9" name="Google Shape;65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8" name="Google Shape;668;p30"/>
          <p:cNvGrpSpPr/>
          <p:nvPr/>
        </p:nvGrpSpPr>
        <p:grpSpPr>
          <a:xfrm>
            <a:off x="6022940" y="5341706"/>
            <a:ext cx="594501" cy="305904"/>
            <a:chOff x="5672081" y="1914352"/>
            <a:chExt cx="792668" cy="305904"/>
          </a:xfrm>
        </p:grpSpPr>
        <p:sp>
          <p:nvSpPr>
            <p:cNvPr id="669" name="Google Shape;66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1" name="Google Shape;67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2" name="Google Shape;67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0" name="Google Shape;68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1" name="Google Shape;68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5" name="Google Shape;69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8" name="Google Shape;69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9" name="Google Shape;69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0"/>
        <p:cNvGrpSpPr/>
        <p:nvPr/>
      </p:nvGrpSpPr>
      <p:grpSpPr>
        <a:xfrm>
          <a:off x="0" y="0"/>
          <a:ext cx="0" cy="0"/>
          <a:chOff x="0" y="0"/>
          <a:chExt cx="0" cy="0"/>
        </a:xfrm>
      </p:grpSpPr>
      <p:sp>
        <p:nvSpPr>
          <p:cNvPr id="701" name="Google Shape;70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2" name="Google Shape;70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3" name="Google Shape;70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4"/>
        <p:cNvGrpSpPr/>
        <p:nvPr/>
      </p:nvGrpSpPr>
      <p:grpSpPr>
        <a:xfrm>
          <a:off x="0" y="0"/>
          <a:ext cx="0" cy="0"/>
          <a:chOff x="0" y="0"/>
          <a:chExt cx="0" cy="0"/>
        </a:xfrm>
      </p:grpSpPr>
      <p:sp>
        <p:nvSpPr>
          <p:cNvPr id="705" name="Google Shape;70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6" name="Google Shape;70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7" name="Google Shape;70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708"/>
        <p:cNvGrpSpPr/>
        <p:nvPr/>
      </p:nvGrpSpPr>
      <p:grpSpPr>
        <a:xfrm>
          <a:off x="0" y="0"/>
          <a:ext cx="0" cy="0"/>
          <a:chOff x="0" y="0"/>
          <a:chExt cx="0" cy="0"/>
        </a:xfrm>
      </p:grpSpPr>
      <p:sp>
        <p:nvSpPr>
          <p:cNvPr id="709" name="Google Shape;709;g31b1770775e_0_72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10" name="Google Shape;710;g31b1770775e_0_724"/>
          <p:cNvGrpSpPr/>
          <p:nvPr/>
        </p:nvGrpSpPr>
        <p:grpSpPr>
          <a:xfrm>
            <a:off x="357775" y="5983875"/>
            <a:ext cx="586800" cy="571500"/>
            <a:chOff x="662575" y="6212475"/>
            <a:chExt cx="586800" cy="571500"/>
          </a:xfrm>
        </p:grpSpPr>
        <p:sp>
          <p:nvSpPr>
            <p:cNvPr id="711" name="Google Shape;711;g31b1770775e_0_72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31b1770775e_0_72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31b1770775e_0_72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14" name="Google Shape;714;g31b1770775e_0_724"/>
          <p:cNvGrpSpPr/>
          <p:nvPr/>
        </p:nvGrpSpPr>
        <p:grpSpPr>
          <a:xfrm>
            <a:off x="8199150" y="5983875"/>
            <a:ext cx="586800" cy="571500"/>
            <a:chOff x="7894350" y="6212475"/>
            <a:chExt cx="586800" cy="571500"/>
          </a:xfrm>
        </p:grpSpPr>
        <p:sp>
          <p:nvSpPr>
            <p:cNvPr id="715" name="Google Shape;715;g31b1770775e_0_72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31b1770775e_0_72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31b1770775e_0_72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18" name="Google Shape;718;g31b1770775e_0_72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719" name="Google Shape;719;g31b1770775e_0_724"/>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720" name="Google Shape;720;g31b1770775e_0_724"/>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21" name="Google Shape;721;g31b1770775e_0_724"/>
          <p:cNvGrpSpPr/>
          <p:nvPr/>
        </p:nvGrpSpPr>
        <p:grpSpPr>
          <a:xfrm>
            <a:off x="-36800" y="-52000"/>
            <a:ext cx="9236100" cy="543750"/>
            <a:chOff x="-36800" y="-52000"/>
            <a:chExt cx="9236100" cy="543750"/>
          </a:xfrm>
        </p:grpSpPr>
        <p:sp>
          <p:nvSpPr>
            <p:cNvPr id="722" name="Google Shape;722;g31b1770775e_0_72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23" name="Google Shape;723;g31b1770775e_0_724"/>
            <p:cNvGrpSpPr/>
            <p:nvPr/>
          </p:nvGrpSpPr>
          <p:grpSpPr>
            <a:xfrm>
              <a:off x="565600" y="88250"/>
              <a:ext cx="1337400" cy="403500"/>
              <a:chOff x="565600" y="88250"/>
              <a:chExt cx="1337400" cy="403500"/>
            </a:xfrm>
          </p:grpSpPr>
          <p:grpSp>
            <p:nvGrpSpPr>
              <p:cNvPr id="724" name="Google Shape;724;g31b1770775e_0_724"/>
              <p:cNvGrpSpPr/>
              <p:nvPr/>
            </p:nvGrpSpPr>
            <p:grpSpPr>
              <a:xfrm>
                <a:off x="565600" y="88250"/>
                <a:ext cx="1337400" cy="403500"/>
                <a:chOff x="565600" y="88250"/>
                <a:chExt cx="1337400" cy="403500"/>
              </a:xfrm>
            </p:grpSpPr>
            <p:sp>
              <p:nvSpPr>
                <p:cNvPr id="725" name="Google Shape;725;g31b1770775e_0_72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g31b1770775e_0_72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27" name="Google Shape;727;g31b1770775e_0_72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28" name="Google Shape;728;g31b1770775e_0_72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9" name="Google Shape;729;g31b1770775e_0_72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31b1770775e_0_72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31" name="Google Shape;731;g31b1770775e_0_72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31b1770775e_0_72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33" name="Google Shape;733;g31b1770775e_0_72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31b1770775e_0_72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35" name="Google Shape;735;g31b1770775e_0_72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6" name="Google Shape;736;g31b1770775e_0_72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37" name="Google Shape;737;g31b1770775e_0_72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6.png"/><Relationship Id="rId7"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6.png"/><Relationship Id="rId21" Type="http://schemas.openxmlformats.org/officeDocument/2006/relationships/image" Target="../media/image23.png"/><Relationship Id="rId7" Type="http://schemas.openxmlformats.org/officeDocument/2006/relationships/image" Target="../media/image10.png"/><Relationship Id="rId12" Type="http://schemas.openxmlformats.org/officeDocument/2006/relationships/image" Target="../media/image17.png"/><Relationship Id="rId17" Type="http://schemas.openxmlformats.org/officeDocument/2006/relationships/image" Target="../media/image19.png"/><Relationship Id="rId25"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7.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2.png"/><Relationship Id="rId19" Type="http://schemas.openxmlformats.org/officeDocument/2006/relationships/image" Target="../media/image22.png"/><Relationship Id="rId4" Type="http://schemas.openxmlformats.org/officeDocument/2006/relationships/image" Target="../media/image9.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1.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5.xml"/><Relationship Id="rId16" Type="http://schemas.openxmlformats.org/officeDocument/2006/relationships/image" Target="../media/image47.png"/><Relationship Id="rId1" Type="http://schemas.openxmlformats.org/officeDocument/2006/relationships/slideLayout" Target="../slideLayouts/slideLayout2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32.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notesSlide" Target="../notesSlides/notesSlide6.xml"/><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slideLayout" Target="../slideLayouts/slideLayout3.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pn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Phase 2</a:t>
            </a:r>
            <a:endParaRPr/>
          </a:p>
        </p:txBody>
      </p:sp>
      <p:sp>
        <p:nvSpPr>
          <p:cNvPr id="743" name="Google Shape;743;p1"/>
          <p:cNvSpPr txBox="1">
            <a:spLocks noGrp="1"/>
          </p:cNvSpPr>
          <p:nvPr>
            <p:ph type="subTitle" idx="2"/>
          </p:nvPr>
        </p:nvSpPr>
        <p:spPr>
          <a:xfrm>
            <a:off x="884100" y="3261977"/>
            <a:ext cx="5142900" cy="845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000"/>
              </a:spcBef>
              <a:spcAft>
                <a:spcPts val="1000"/>
              </a:spcAft>
              <a:buSzPts val="2200"/>
              <a:buNone/>
            </a:pPr>
            <a:r>
              <a:rPr lang="en-US"/>
              <a:t>Lesson 30 </a:t>
            </a:r>
            <a:br>
              <a:rPr lang="en-US" sz="1200"/>
            </a:br>
            <a:r>
              <a:rPr lang="en-US" sz="1200"/>
              <a:t>(Note: due to the amount of content in Phase 2, </a:t>
            </a:r>
            <a:br>
              <a:rPr lang="en-US" sz="1200"/>
            </a:br>
            <a:r>
              <a:rPr lang="en-US" sz="1200"/>
              <a:t>an additional lesson can be used for consolidating learning)</a:t>
            </a:r>
            <a:endParaRPr sz="1200"/>
          </a:p>
        </p:txBody>
      </p:sp>
      <p:graphicFrame>
        <p:nvGraphicFramePr>
          <p:cNvPr id="744" name="Google Shape;744;p1"/>
          <p:cNvGraphicFramePr/>
          <p:nvPr/>
        </p:nvGraphicFramePr>
        <p:xfrm>
          <a:off x="4844200" y="1891197"/>
          <a:ext cx="3785000" cy="1678950"/>
        </p:xfrm>
        <a:graphic>
          <a:graphicData uri="http://schemas.openxmlformats.org/drawingml/2006/table">
            <a:tbl>
              <a:tblPr firstRow="1" bandRow="1">
                <a:noFill/>
                <a:tableStyleId>{200E4A34-F742-4137-9DDC-EAE546517A9C}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l</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ll</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ss</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745" name="Google Shape;745;p1"/>
          <p:cNvGrpSpPr/>
          <p:nvPr/>
        </p:nvGrpSpPr>
        <p:grpSpPr>
          <a:xfrm>
            <a:off x="884103" y="4263468"/>
            <a:ext cx="7745100" cy="805434"/>
            <a:chOff x="884103" y="4263468"/>
            <a:chExt cx="7745100" cy="805434"/>
          </a:xfrm>
        </p:grpSpPr>
        <p:pic>
          <p:nvPicPr>
            <p:cNvPr id="746" name="Google Shape;746;p1"/>
            <p:cNvPicPr preferRelativeResize="0"/>
            <p:nvPr/>
          </p:nvPicPr>
          <p:blipFill rotWithShape="1">
            <a:blip r:embed="rId3">
              <a:alphaModFix/>
            </a:blip>
            <a:srcRect l="79" r="79"/>
            <a:stretch/>
          </p:blipFill>
          <p:spPr>
            <a:xfrm>
              <a:off x="884103" y="4263470"/>
              <a:ext cx="569021" cy="805426"/>
            </a:xfrm>
            <a:prstGeom prst="rect">
              <a:avLst/>
            </a:prstGeom>
            <a:noFill/>
            <a:ln>
              <a:noFill/>
            </a:ln>
          </p:spPr>
        </p:pic>
        <p:pic>
          <p:nvPicPr>
            <p:cNvPr id="747" name="Google Shape;747;p1"/>
            <p:cNvPicPr preferRelativeResize="0"/>
            <p:nvPr/>
          </p:nvPicPr>
          <p:blipFill rotWithShape="1">
            <a:blip r:embed="rId4">
              <a:alphaModFix/>
            </a:blip>
            <a:srcRect l="19" r="29"/>
            <a:stretch/>
          </p:blipFill>
          <p:spPr>
            <a:xfrm>
              <a:off x="1210289" y="4263470"/>
              <a:ext cx="569021" cy="805427"/>
            </a:xfrm>
            <a:prstGeom prst="rect">
              <a:avLst/>
            </a:prstGeom>
            <a:noFill/>
            <a:ln>
              <a:noFill/>
            </a:ln>
          </p:spPr>
        </p:pic>
        <p:pic>
          <p:nvPicPr>
            <p:cNvPr id="748" name="Google Shape;748;p1"/>
            <p:cNvPicPr preferRelativeResize="0"/>
            <p:nvPr/>
          </p:nvPicPr>
          <p:blipFill rotWithShape="1">
            <a:blip r:embed="rId5">
              <a:alphaModFix/>
            </a:blip>
            <a:srcRect l="19" r="29"/>
            <a:stretch/>
          </p:blipFill>
          <p:spPr>
            <a:xfrm>
              <a:off x="1536475" y="4263470"/>
              <a:ext cx="569021" cy="805427"/>
            </a:xfrm>
            <a:prstGeom prst="rect">
              <a:avLst/>
            </a:prstGeom>
            <a:noFill/>
            <a:ln>
              <a:noFill/>
            </a:ln>
          </p:spPr>
        </p:pic>
        <p:pic>
          <p:nvPicPr>
            <p:cNvPr id="749" name="Google Shape;749;p1"/>
            <p:cNvPicPr preferRelativeResize="0"/>
            <p:nvPr/>
          </p:nvPicPr>
          <p:blipFill rotWithShape="1">
            <a:blip r:embed="rId6">
              <a:alphaModFix/>
            </a:blip>
            <a:srcRect l="19" r="29"/>
            <a:stretch/>
          </p:blipFill>
          <p:spPr>
            <a:xfrm>
              <a:off x="1862660" y="4263470"/>
              <a:ext cx="569021" cy="805427"/>
            </a:xfrm>
            <a:prstGeom prst="rect">
              <a:avLst/>
            </a:prstGeom>
            <a:noFill/>
            <a:ln>
              <a:noFill/>
            </a:ln>
          </p:spPr>
        </p:pic>
        <p:pic>
          <p:nvPicPr>
            <p:cNvPr id="750" name="Google Shape;750;p1"/>
            <p:cNvPicPr preferRelativeResize="0"/>
            <p:nvPr/>
          </p:nvPicPr>
          <p:blipFill rotWithShape="1">
            <a:blip r:embed="rId7">
              <a:alphaModFix/>
            </a:blip>
            <a:srcRect l="79" r="79"/>
            <a:stretch/>
          </p:blipFill>
          <p:spPr>
            <a:xfrm>
              <a:off x="2188845" y="4263470"/>
              <a:ext cx="569021" cy="805426"/>
            </a:xfrm>
            <a:prstGeom prst="rect">
              <a:avLst/>
            </a:prstGeom>
            <a:noFill/>
            <a:ln>
              <a:noFill/>
            </a:ln>
          </p:spPr>
        </p:pic>
        <p:pic>
          <p:nvPicPr>
            <p:cNvPr id="751" name="Google Shape;751;p1"/>
            <p:cNvPicPr preferRelativeResize="0"/>
            <p:nvPr/>
          </p:nvPicPr>
          <p:blipFill rotWithShape="1">
            <a:blip r:embed="rId8">
              <a:alphaModFix/>
            </a:blip>
            <a:srcRect l="79" r="79"/>
            <a:stretch/>
          </p:blipFill>
          <p:spPr>
            <a:xfrm>
              <a:off x="2515030" y="4263470"/>
              <a:ext cx="569021" cy="805426"/>
            </a:xfrm>
            <a:prstGeom prst="rect">
              <a:avLst/>
            </a:prstGeom>
            <a:noFill/>
            <a:ln>
              <a:noFill/>
            </a:ln>
          </p:spPr>
        </p:pic>
        <p:pic>
          <p:nvPicPr>
            <p:cNvPr id="752" name="Google Shape;752;p1"/>
            <p:cNvPicPr preferRelativeResize="0"/>
            <p:nvPr/>
          </p:nvPicPr>
          <p:blipFill rotWithShape="1">
            <a:blip r:embed="rId9">
              <a:alphaModFix/>
            </a:blip>
            <a:srcRect l="19" r="29"/>
            <a:stretch/>
          </p:blipFill>
          <p:spPr>
            <a:xfrm>
              <a:off x="2841216" y="4263470"/>
              <a:ext cx="569021" cy="805427"/>
            </a:xfrm>
            <a:prstGeom prst="rect">
              <a:avLst/>
            </a:prstGeom>
            <a:noFill/>
            <a:ln>
              <a:noFill/>
            </a:ln>
          </p:spPr>
        </p:pic>
        <p:pic>
          <p:nvPicPr>
            <p:cNvPr id="753" name="Google Shape;753;p1"/>
            <p:cNvPicPr preferRelativeResize="0"/>
            <p:nvPr/>
          </p:nvPicPr>
          <p:blipFill rotWithShape="1">
            <a:blip r:embed="rId10">
              <a:alphaModFix/>
            </a:blip>
            <a:srcRect l="79" r="79"/>
            <a:stretch/>
          </p:blipFill>
          <p:spPr>
            <a:xfrm>
              <a:off x="3167401" y="4263470"/>
              <a:ext cx="569021" cy="805426"/>
            </a:xfrm>
            <a:prstGeom prst="rect">
              <a:avLst/>
            </a:prstGeom>
            <a:noFill/>
            <a:ln>
              <a:noFill/>
            </a:ln>
          </p:spPr>
        </p:pic>
        <p:pic>
          <p:nvPicPr>
            <p:cNvPr id="754" name="Google Shape;754;p1"/>
            <p:cNvPicPr preferRelativeResize="0"/>
            <p:nvPr/>
          </p:nvPicPr>
          <p:blipFill rotWithShape="1">
            <a:blip r:embed="rId11">
              <a:alphaModFix/>
            </a:blip>
            <a:srcRect l="79" r="79"/>
            <a:stretch/>
          </p:blipFill>
          <p:spPr>
            <a:xfrm>
              <a:off x="3493586" y="4263475"/>
              <a:ext cx="569021" cy="805426"/>
            </a:xfrm>
            <a:prstGeom prst="rect">
              <a:avLst/>
            </a:prstGeom>
            <a:noFill/>
            <a:ln>
              <a:noFill/>
            </a:ln>
          </p:spPr>
        </p:pic>
        <p:pic>
          <p:nvPicPr>
            <p:cNvPr id="755" name="Google Shape;755;p1"/>
            <p:cNvPicPr preferRelativeResize="0"/>
            <p:nvPr/>
          </p:nvPicPr>
          <p:blipFill rotWithShape="1">
            <a:blip r:embed="rId12">
              <a:alphaModFix/>
            </a:blip>
            <a:srcRect l="19" r="29"/>
            <a:stretch/>
          </p:blipFill>
          <p:spPr>
            <a:xfrm>
              <a:off x="3819772" y="4263475"/>
              <a:ext cx="569021" cy="805427"/>
            </a:xfrm>
            <a:prstGeom prst="rect">
              <a:avLst/>
            </a:prstGeom>
            <a:noFill/>
            <a:ln>
              <a:noFill/>
            </a:ln>
          </p:spPr>
        </p:pic>
        <p:pic>
          <p:nvPicPr>
            <p:cNvPr id="756" name="Google Shape;756;p1"/>
            <p:cNvPicPr preferRelativeResize="0"/>
            <p:nvPr/>
          </p:nvPicPr>
          <p:blipFill rotWithShape="1">
            <a:blip r:embed="rId13">
              <a:alphaModFix/>
            </a:blip>
            <a:srcRect l="19" r="29"/>
            <a:stretch/>
          </p:blipFill>
          <p:spPr>
            <a:xfrm>
              <a:off x="4145958" y="4263475"/>
              <a:ext cx="569021" cy="805427"/>
            </a:xfrm>
            <a:prstGeom prst="rect">
              <a:avLst/>
            </a:prstGeom>
            <a:noFill/>
            <a:ln>
              <a:noFill/>
            </a:ln>
          </p:spPr>
        </p:pic>
        <p:pic>
          <p:nvPicPr>
            <p:cNvPr id="757" name="Google Shape;757;p1"/>
            <p:cNvPicPr preferRelativeResize="0"/>
            <p:nvPr/>
          </p:nvPicPr>
          <p:blipFill rotWithShape="1">
            <a:blip r:embed="rId14">
              <a:alphaModFix/>
            </a:blip>
            <a:srcRect l="19" r="29"/>
            <a:stretch/>
          </p:blipFill>
          <p:spPr>
            <a:xfrm>
              <a:off x="4472143" y="4263475"/>
              <a:ext cx="569021" cy="805427"/>
            </a:xfrm>
            <a:prstGeom prst="rect">
              <a:avLst/>
            </a:prstGeom>
            <a:noFill/>
            <a:ln>
              <a:noFill/>
            </a:ln>
          </p:spPr>
        </p:pic>
        <p:pic>
          <p:nvPicPr>
            <p:cNvPr id="758" name="Google Shape;758;p1"/>
            <p:cNvPicPr preferRelativeResize="0"/>
            <p:nvPr/>
          </p:nvPicPr>
          <p:blipFill rotWithShape="1">
            <a:blip r:embed="rId15">
              <a:alphaModFix/>
            </a:blip>
            <a:srcRect l="79" r="79"/>
            <a:stretch/>
          </p:blipFill>
          <p:spPr>
            <a:xfrm>
              <a:off x="4798328" y="4263475"/>
              <a:ext cx="569021" cy="805426"/>
            </a:xfrm>
            <a:prstGeom prst="rect">
              <a:avLst/>
            </a:prstGeom>
            <a:noFill/>
            <a:ln>
              <a:noFill/>
            </a:ln>
          </p:spPr>
        </p:pic>
        <p:pic>
          <p:nvPicPr>
            <p:cNvPr id="759" name="Google Shape;759;p1"/>
            <p:cNvPicPr preferRelativeResize="0"/>
            <p:nvPr/>
          </p:nvPicPr>
          <p:blipFill rotWithShape="1">
            <a:blip r:embed="rId16">
              <a:alphaModFix/>
            </a:blip>
            <a:srcRect l="79" r="79"/>
            <a:stretch/>
          </p:blipFill>
          <p:spPr>
            <a:xfrm>
              <a:off x="5124514" y="4263475"/>
              <a:ext cx="569021" cy="805426"/>
            </a:xfrm>
            <a:prstGeom prst="rect">
              <a:avLst/>
            </a:prstGeom>
            <a:noFill/>
            <a:ln>
              <a:noFill/>
            </a:ln>
          </p:spPr>
        </p:pic>
        <p:pic>
          <p:nvPicPr>
            <p:cNvPr id="760" name="Google Shape;760;p1"/>
            <p:cNvPicPr preferRelativeResize="0"/>
            <p:nvPr/>
          </p:nvPicPr>
          <p:blipFill rotWithShape="1">
            <a:blip r:embed="rId17">
              <a:alphaModFix/>
            </a:blip>
            <a:srcRect l="19" r="29"/>
            <a:stretch/>
          </p:blipFill>
          <p:spPr>
            <a:xfrm>
              <a:off x="5450699" y="4263475"/>
              <a:ext cx="569021" cy="805427"/>
            </a:xfrm>
            <a:prstGeom prst="rect">
              <a:avLst/>
            </a:prstGeom>
            <a:noFill/>
            <a:ln>
              <a:noFill/>
            </a:ln>
          </p:spPr>
        </p:pic>
        <p:pic>
          <p:nvPicPr>
            <p:cNvPr id="761" name="Google Shape;761;p1"/>
            <p:cNvPicPr preferRelativeResize="0"/>
            <p:nvPr/>
          </p:nvPicPr>
          <p:blipFill rotWithShape="1">
            <a:blip r:embed="rId18">
              <a:alphaModFix/>
            </a:blip>
            <a:srcRect l="79" r="79"/>
            <a:stretch/>
          </p:blipFill>
          <p:spPr>
            <a:xfrm>
              <a:off x="5776884" y="4263475"/>
              <a:ext cx="569021" cy="805426"/>
            </a:xfrm>
            <a:prstGeom prst="rect">
              <a:avLst/>
            </a:prstGeom>
            <a:noFill/>
            <a:ln>
              <a:noFill/>
            </a:ln>
          </p:spPr>
        </p:pic>
        <p:pic>
          <p:nvPicPr>
            <p:cNvPr id="762" name="Google Shape;762;p1"/>
            <p:cNvPicPr preferRelativeResize="0"/>
            <p:nvPr/>
          </p:nvPicPr>
          <p:blipFill rotWithShape="1">
            <a:blip r:embed="rId19">
              <a:alphaModFix/>
            </a:blip>
            <a:srcRect l="79" r="79"/>
            <a:stretch/>
          </p:blipFill>
          <p:spPr>
            <a:xfrm>
              <a:off x="6103070" y="4263468"/>
              <a:ext cx="569021" cy="805426"/>
            </a:xfrm>
            <a:prstGeom prst="rect">
              <a:avLst/>
            </a:prstGeom>
            <a:noFill/>
            <a:ln>
              <a:noFill/>
            </a:ln>
          </p:spPr>
        </p:pic>
        <p:pic>
          <p:nvPicPr>
            <p:cNvPr id="763" name="Google Shape;763;p1"/>
            <p:cNvPicPr preferRelativeResize="0"/>
            <p:nvPr/>
          </p:nvPicPr>
          <p:blipFill rotWithShape="1">
            <a:blip r:embed="rId20">
              <a:alphaModFix/>
            </a:blip>
            <a:srcRect l="19" r="29"/>
            <a:stretch/>
          </p:blipFill>
          <p:spPr>
            <a:xfrm>
              <a:off x="6429256" y="4263468"/>
              <a:ext cx="569021" cy="805427"/>
            </a:xfrm>
            <a:prstGeom prst="rect">
              <a:avLst/>
            </a:prstGeom>
            <a:noFill/>
            <a:ln>
              <a:noFill/>
            </a:ln>
          </p:spPr>
        </p:pic>
        <p:pic>
          <p:nvPicPr>
            <p:cNvPr id="764" name="Google Shape;764;p1"/>
            <p:cNvPicPr preferRelativeResize="0"/>
            <p:nvPr/>
          </p:nvPicPr>
          <p:blipFill rotWithShape="1">
            <a:blip r:embed="rId21">
              <a:alphaModFix/>
            </a:blip>
            <a:srcRect l="19" r="29"/>
            <a:stretch/>
          </p:blipFill>
          <p:spPr>
            <a:xfrm>
              <a:off x="6755441" y="4263468"/>
              <a:ext cx="569021" cy="805427"/>
            </a:xfrm>
            <a:prstGeom prst="rect">
              <a:avLst/>
            </a:prstGeom>
            <a:noFill/>
            <a:ln>
              <a:noFill/>
            </a:ln>
          </p:spPr>
        </p:pic>
        <p:pic>
          <p:nvPicPr>
            <p:cNvPr id="765" name="Google Shape;765;p1"/>
            <p:cNvPicPr preferRelativeResize="0"/>
            <p:nvPr/>
          </p:nvPicPr>
          <p:blipFill rotWithShape="1">
            <a:blip r:embed="rId22">
              <a:alphaModFix/>
            </a:blip>
            <a:srcRect l="19" r="29"/>
            <a:stretch/>
          </p:blipFill>
          <p:spPr>
            <a:xfrm>
              <a:off x="7081626" y="4263468"/>
              <a:ext cx="569021" cy="805427"/>
            </a:xfrm>
            <a:prstGeom prst="rect">
              <a:avLst/>
            </a:prstGeom>
            <a:noFill/>
            <a:ln>
              <a:noFill/>
            </a:ln>
          </p:spPr>
        </p:pic>
        <p:pic>
          <p:nvPicPr>
            <p:cNvPr id="766" name="Google Shape;766;p1"/>
            <p:cNvPicPr preferRelativeResize="0"/>
            <p:nvPr/>
          </p:nvPicPr>
          <p:blipFill rotWithShape="1">
            <a:blip r:embed="rId23">
              <a:alphaModFix/>
            </a:blip>
            <a:srcRect l="79" r="79"/>
            <a:stretch/>
          </p:blipFill>
          <p:spPr>
            <a:xfrm>
              <a:off x="7407812" y="4263468"/>
              <a:ext cx="569021" cy="805426"/>
            </a:xfrm>
            <a:prstGeom prst="rect">
              <a:avLst/>
            </a:prstGeom>
            <a:noFill/>
            <a:ln>
              <a:noFill/>
            </a:ln>
          </p:spPr>
        </p:pic>
        <p:pic>
          <p:nvPicPr>
            <p:cNvPr id="767" name="Google Shape;767;p1"/>
            <p:cNvPicPr preferRelativeResize="0"/>
            <p:nvPr/>
          </p:nvPicPr>
          <p:blipFill rotWithShape="1">
            <a:blip r:embed="rId24">
              <a:alphaModFix/>
            </a:blip>
            <a:srcRect l="79" r="79"/>
            <a:stretch/>
          </p:blipFill>
          <p:spPr>
            <a:xfrm>
              <a:off x="7733997" y="4263468"/>
              <a:ext cx="569021" cy="805426"/>
            </a:xfrm>
            <a:prstGeom prst="rect">
              <a:avLst/>
            </a:prstGeom>
            <a:noFill/>
            <a:ln>
              <a:noFill/>
            </a:ln>
          </p:spPr>
        </p:pic>
        <p:pic>
          <p:nvPicPr>
            <p:cNvPr id="768" name="Google Shape;768;p1"/>
            <p:cNvPicPr preferRelativeResize="0"/>
            <p:nvPr/>
          </p:nvPicPr>
          <p:blipFill rotWithShape="1">
            <a:blip r:embed="rId25">
              <a:alphaModFix/>
            </a:blip>
            <a:srcRect l="19" r="29"/>
            <a:stretch/>
          </p:blipFill>
          <p:spPr>
            <a:xfrm>
              <a:off x="8060182" y="4263468"/>
              <a:ext cx="569021" cy="805427"/>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bee4f4af4b_0_204"/>
          <p:cNvSpPr txBox="1">
            <a:spLocks noGrp="1"/>
          </p:cNvSpPr>
          <p:nvPr>
            <p:ph type="body" idx="1"/>
          </p:nvPr>
        </p:nvSpPr>
        <p:spPr>
          <a:xfrm>
            <a:off x="3527150" y="1032245"/>
            <a:ext cx="46944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Phase 2 letter sounds.</a:t>
            </a:r>
            <a:endParaRPr/>
          </a:p>
        </p:txBody>
      </p:sp>
      <p:sp>
        <p:nvSpPr>
          <p:cNvPr id="775" name="Google Shape;775;g2bee4f4af4b_0_204"/>
          <p:cNvSpPr txBox="1">
            <a:spLocks noGrp="1"/>
          </p:cNvSpPr>
          <p:nvPr>
            <p:ph type="body" idx="2"/>
          </p:nvPr>
        </p:nvSpPr>
        <p:spPr>
          <a:xfrm>
            <a:off x="3527150" y="1889660"/>
            <a:ext cx="4694400" cy="10845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t>
            </a:r>
            <a:r>
              <a:rPr lang="en-US">
                <a:solidFill>
                  <a:srgbClr val="8DC63F"/>
                </a:solidFill>
              </a:rPr>
              <a:t>s a t p i n m d g o c k ck e u r h b f ff l ll ss</a:t>
            </a:r>
            <a:r>
              <a:rPr lang="en-US"/>
              <a:t> using flashcards.</a:t>
            </a:r>
            <a:endParaRPr/>
          </a:p>
          <a:p>
            <a:pPr marL="457200" lvl="0" indent="-330200" algn="l" rtl="0">
              <a:lnSpc>
                <a:spcPct val="100000"/>
              </a:lnSpc>
              <a:spcBef>
                <a:spcPts val="0"/>
              </a:spcBef>
              <a:spcAft>
                <a:spcPts val="0"/>
              </a:spcAft>
              <a:buSzPts val="1600"/>
              <a:buChar char="•"/>
            </a:pPr>
            <a:r>
              <a:rPr lang="en-US"/>
              <a:t>Recall Common Exception Words </a:t>
            </a:r>
            <a:r>
              <a:rPr lang="en-US">
                <a:solidFill>
                  <a:srgbClr val="2356AF"/>
                </a:solidFill>
              </a:rPr>
              <a:t>as I is no go to into the put his of pull full</a:t>
            </a:r>
            <a:r>
              <a:rPr lang="en-US"/>
              <a:t>.</a:t>
            </a:r>
            <a:endParaRPr/>
          </a:p>
        </p:txBody>
      </p:sp>
      <p:sp>
        <p:nvSpPr>
          <p:cNvPr id="776" name="Google Shape;776;g2bee4f4af4b_0_204"/>
          <p:cNvSpPr txBox="1">
            <a:spLocks noGrp="1"/>
          </p:cNvSpPr>
          <p:nvPr>
            <p:ph type="body" idx="3"/>
          </p:nvPr>
        </p:nvSpPr>
        <p:spPr>
          <a:xfrm>
            <a:off x="856325" y="3761525"/>
            <a:ext cx="7215900" cy="338700"/>
          </a:xfrm>
          <a:prstGeom prst="rect">
            <a:avLst/>
          </a:prstGeom>
          <a:noFill/>
          <a:ln>
            <a:noFill/>
          </a:ln>
        </p:spPr>
        <p:txBody>
          <a:bodyPr spcFirstLastPara="1" wrap="square" lIns="0" tIns="45700" rIns="91425" bIns="45700" anchor="t" anchorCtr="0">
            <a:normAutofit/>
          </a:bodyPr>
          <a:lstStyle/>
          <a:p>
            <a:pPr marL="0" lvl="0" indent="0" algn="l" rtl="0">
              <a:lnSpc>
                <a:spcPct val="80000"/>
              </a:lnSpc>
              <a:spcBef>
                <a:spcPts val="1000"/>
              </a:spcBef>
              <a:spcAft>
                <a:spcPts val="0"/>
              </a:spcAft>
              <a:buSzPts val="1600"/>
              <a:buNone/>
            </a:pPr>
            <a:r>
              <a:rPr lang="en-US" sz="1200" i="1"/>
              <a:t>All Phase 2 Supplementary Resources can be used as part of Review.</a:t>
            </a:r>
            <a:endParaRPr sz="1200" i="1"/>
          </a:p>
        </p:txBody>
      </p:sp>
      <p:sp>
        <p:nvSpPr>
          <p:cNvPr id="777" name="Google Shape;77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78" name="Google Shape;77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79" name="Google Shape;779;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80" name="Google Shape;78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81" name="Google Shape;78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82" name="Google Shape;782;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83" name="Google Shape;78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84" name="Google Shape;78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85" name="Google Shape;785;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86" name="Google Shape;786;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87" name="Google Shape;787;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88" name="Google Shape;788;g2bee4f4af4b_0_204"/>
          <p:cNvPicPr preferRelativeResize="0"/>
          <p:nvPr/>
        </p:nvPicPr>
        <p:blipFill rotWithShape="1">
          <a:blip r:embed="rId6">
            <a:alphaModFix/>
          </a:blip>
          <a:srcRect t="59" b="59"/>
          <a:stretch/>
        </p:blipFill>
        <p:spPr>
          <a:xfrm>
            <a:off x="6102429" y="4326104"/>
            <a:ext cx="931973" cy="665200"/>
          </a:xfrm>
          <a:prstGeom prst="rect">
            <a:avLst/>
          </a:prstGeom>
          <a:noFill/>
          <a:ln>
            <a:noFill/>
          </a:ln>
          <a:effectLst>
            <a:outerShdw blurRad="71438" dist="19050" dir="5220000" algn="bl" rotWithShape="0">
              <a:srgbClr val="D8D8D8"/>
            </a:outerShdw>
          </a:effectLst>
        </p:spPr>
      </p:pic>
      <p:sp>
        <p:nvSpPr>
          <p:cNvPr id="789" name="Google Shape;789;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90" name="Google Shape;790;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91" name="Google Shape;791;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92" name="Google Shape;79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93" name="Google Shape;79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94" name="Google Shape;794;g2bee4f4af4b_0_204"/>
          <p:cNvPicPr preferRelativeResize="0"/>
          <p:nvPr/>
        </p:nvPicPr>
        <p:blipFill rotWithShape="1">
          <a:blip r:embed="rId8">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6b641b03cd_0_165"/>
          <p:cNvSpPr txBox="1">
            <a:spLocks noGrp="1"/>
          </p:cNvSpPr>
          <p:nvPr>
            <p:ph type="title"/>
          </p:nvPr>
        </p:nvSpPr>
        <p:spPr>
          <a:xfrm>
            <a:off x="1182925" y="582900"/>
            <a:ext cx="67782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1000"/>
              </a:spcBef>
              <a:spcAft>
                <a:spcPts val="0"/>
              </a:spcAft>
              <a:buSzPts val="2400"/>
              <a:buNone/>
            </a:pPr>
            <a:r>
              <a:rPr lang="en-US"/>
              <a:t>Recall </a:t>
            </a:r>
            <a:r>
              <a:rPr lang="en-US">
                <a:solidFill>
                  <a:srgbClr val="8DC63F"/>
                </a:solidFill>
              </a:rPr>
              <a:t>s a t p i n m d g o c k ck e u r h b f ff l ll ss</a:t>
            </a:r>
            <a:r>
              <a:rPr lang="en-US"/>
              <a:t> using flashcards.</a:t>
            </a:r>
            <a:endParaRPr/>
          </a:p>
        </p:txBody>
      </p:sp>
      <p:grpSp>
        <p:nvGrpSpPr>
          <p:cNvPr id="801" name="Google Shape;801;g26b641b03cd_0_165"/>
          <p:cNvGrpSpPr/>
          <p:nvPr/>
        </p:nvGrpSpPr>
        <p:grpSpPr>
          <a:xfrm>
            <a:off x="930400" y="2129444"/>
            <a:ext cx="7283200" cy="3724851"/>
            <a:chOff x="930400" y="2129444"/>
            <a:chExt cx="7283200" cy="3724851"/>
          </a:xfrm>
        </p:grpSpPr>
        <p:pic>
          <p:nvPicPr>
            <p:cNvPr id="802" name="Google Shape;80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4"/>
                </a:srgbClr>
              </a:outerShdw>
            </a:effectLst>
          </p:spPr>
        </p:pic>
        <p:pic>
          <p:nvPicPr>
            <p:cNvPr id="803" name="Google Shape;80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4"/>
                </a:srgbClr>
              </a:outerShdw>
            </a:effectLst>
          </p:spPr>
        </p:pic>
        <p:pic>
          <p:nvPicPr>
            <p:cNvPr id="804" name="Google Shape;80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4"/>
                </a:srgbClr>
              </a:outerShdw>
            </a:effectLst>
          </p:spPr>
        </p:pic>
        <p:pic>
          <p:nvPicPr>
            <p:cNvPr id="805" name="Google Shape;80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4"/>
                </a:srgbClr>
              </a:outerShdw>
            </a:effectLst>
          </p:spPr>
        </p:pic>
        <p:pic>
          <p:nvPicPr>
            <p:cNvPr id="806" name="Google Shape;80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4"/>
                </a:srgbClr>
              </a:outerShdw>
            </a:effectLst>
          </p:spPr>
        </p:pic>
        <p:pic>
          <p:nvPicPr>
            <p:cNvPr id="807" name="Google Shape;80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4"/>
                </a:srgbClr>
              </a:outerShdw>
            </a:effectLst>
          </p:spPr>
        </p:pic>
        <p:pic>
          <p:nvPicPr>
            <p:cNvPr id="808" name="Google Shape;80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4"/>
                </a:srgbClr>
              </a:outerShdw>
            </a:effectLst>
          </p:spPr>
        </p:pic>
        <p:pic>
          <p:nvPicPr>
            <p:cNvPr id="809" name="Google Shape;80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4"/>
                </a:srgbClr>
              </a:outerShdw>
            </a:effectLst>
          </p:spPr>
        </p:pic>
        <p:pic>
          <p:nvPicPr>
            <p:cNvPr id="810" name="Google Shape;81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4"/>
                </a:srgbClr>
              </a:outerShdw>
            </a:effectLst>
          </p:spPr>
        </p:pic>
        <p:pic>
          <p:nvPicPr>
            <p:cNvPr id="811" name="Google Shape;81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4"/>
                </a:srgbClr>
              </a:outerShdw>
            </a:effectLst>
          </p:spPr>
        </p:pic>
        <p:pic>
          <p:nvPicPr>
            <p:cNvPr id="812" name="Google Shape;81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4"/>
                </a:srgbClr>
              </a:outerShdw>
            </a:effectLst>
          </p:spPr>
        </p:pic>
        <p:pic>
          <p:nvPicPr>
            <p:cNvPr id="813" name="Google Shape;81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4"/>
                </a:srgbClr>
              </a:outerShdw>
            </a:effectLst>
          </p:spPr>
        </p:pic>
        <p:pic>
          <p:nvPicPr>
            <p:cNvPr id="814" name="Google Shape;81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4"/>
                </a:srgbClr>
              </a:outerShdw>
            </a:effectLst>
          </p:spPr>
        </p:pic>
        <p:pic>
          <p:nvPicPr>
            <p:cNvPr id="815" name="Google Shape;81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4"/>
                </a:srgbClr>
              </a:outerShdw>
            </a:effectLst>
          </p:spPr>
        </p:pic>
        <p:pic>
          <p:nvPicPr>
            <p:cNvPr id="816" name="Google Shape;81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4"/>
                </a:srgbClr>
              </a:outerShdw>
            </a:effectLst>
          </p:spPr>
        </p:pic>
        <p:pic>
          <p:nvPicPr>
            <p:cNvPr id="817" name="Google Shape;81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4"/>
                </a:srgbClr>
              </a:outerShdw>
            </a:effectLst>
          </p:spPr>
        </p:pic>
        <p:pic>
          <p:nvPicPr>
            <p:cNvPr id="818" name="Google Shape;81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4"/>
                </a:srgbClr>
              </a:outerShdw>
            </a:effectLst>
          </p:spPr>
        </p:pic>
        <p:pic>
          <p:nvPicPr>
            <p:cNvPr id="819" name="Google Shape;81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4"/>
                </a:srgbClr>
              </a:outerShdw>
            </a:effectLst>
          </p:spPr>
        </p:pic>
        <p:pic>
          <p:nvPicPr>
            <p:cNvPr id="820" name="Google Shape;82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4"/>
                </a:srgbClr>
              </a:outerShdw>
            </a:effectLst>
          </p:spPr>
        </p:pic>
        <p:pic>
          <p:nvPicPr>
            <p:cNvPr id="821" name="Google Shape;82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4"/>
                </a:srgbClr>
              </a:outerShdw>
            </a:effectLst>
          </p:spPr>
        </p:pic>
        <p:pic>
          <p:nvPicPr>
            <p:cNvPr id="822" name="Google Shape;82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4"/>
                </a:srgbClr>
              </a:outerShdw>
            </a:effectLst>
          </p:spPr>
        </p:pic>
        <p:pic>
          <p:nvPicPr>
            <p:cNvPr id="823" name="Google Shape;82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4"/>
                </a:srgbClr>
              </a:outerShdw>
            </a:effectLst>
          </p:spPr>
        </p:pic>
        <p:pic>
          <p:nvPicPr>
            <p:cNvPr id="824" name="Google Shape;82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4"/>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d9e04c8cef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31" name="Google Shape;831;g2d9e04c8cef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32" name="Google Shape;832;g2d9e04c8cef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33" name="Google Shape;833;g2d9e04c8cef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31b1770775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40" name="Google Shape;840;g31b1770775e_0_0"/>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r>
              <a:rPr lang="en-US">
                <a:solidFill>
                  <a:schemeClr val="dk1"/>
                </a:solidFill>
              </a:rPr>
              <a:t>.</a:t>
            </a:r>
            <a:endParaRPr/>
          </a:p>
        </p:txBody>
      </p:sp>
      <p:cxnSp>
        <p:nvCxnSpPr>
          <p:cNvPr id="841" name="Google Shape;841;g31b1770775e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42" name="Google Shape;842;g31b1770775e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3" name="Google Shape;843;g31b1770775e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31b1770775e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31b1770775e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31b1770775e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31b1770775e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31b1770775e_0_0"/>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31b1770775e_0_0"/>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850" name="Google Shape;850;g31b1770775e_0_0"/>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31b1770775e_0_0"/>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31b1770775e_0_0"/>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31b1770775e_0_0"/>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854" name="Google Shape;854;g31b1770775e_0_0"/>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855" name="Google Shape;855;g31b1770775e_0_0"/>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c611f89431_0_43"/>
          <p:cNvSpPr txBox="1"/>
          <p:nvPr/>
        </p:nvSpPr>
        <p:spPr>
          <a:xfrm>
            <a:off x="667500" y="582900"/>
            <a:ext cx="78090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Decodable </a:t>
            </a:r>
            <a:r>
              <a:rPr lang="en-US" sz="2400">
                <a:latin typeface="Poppins"/>
                <a:ea typeface="Poppins"/>
                <a:cs typeface="Poppins"/>
                <a:sym typeface="Poppins"/>
              </a:rPr>
              <a:t>High Frequency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a at it in an am dad did and got on not can get mum up had him big back but if off let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862" name="Google Shape;862;g2c611f89431_0_43"/>
          <p:cNvPicPr preferRelativeResize="0"/>
          <p:nvPr/>
        </p:nvPicPr>
        <p:blipFill rotWithShape="1">
          <a:blip r:embed="rId3">
            <a:alphaModFix/>
          </a:blip>
          <a:srcRect/>
          <a:stretch/>
        </p:blipFill>
        <p:spPr>
          <a:xfrm>
            <a:off x="868300" y="2129450"/>
            <a:ext cx="1139629" cy="855112"/>
          </a:xfrm>
          <a:prstGeom prst="rect">
            <a:avLst/>
          </a:prstGeom>
          <a:noFill/>
          <a:ln>
            <a:noFill/>
          </a:ln>
          <a:effectLst>
            <a:outerShdw blurRad="42863" dist="19050" dir="5400000" algn="bl" rotWithShape="0">
              <a:srgbClr val="000000">
                <a:alpha val="20000"/>
              </a:srgbClr>
            </a:outerShdw>
          </a:effectLst>
        </p:spPr>
      </p:pic>
      <p:pic>
        <p:nvPicPr>
          <p:cNvPr id="863" name="Google Shape;863;g2c611f89431_0_43"/>
          <p:cNvPicPr preferRelativeResize="0"/>
          <p:nvPr/>
        </p:nvPicPr>
        <p:blipFill rotWithShape="1">
          <a:blip r:embed="rId4">
            <a:alphaModFix/>
          </a:blip>
          <a:srcRect t="89" b="99"/>
          <a:stretch/>
        </p:blipFill>
        <p:spPr>
          <a:xfrm>
            <a:off x="2096742" y="2129450"/>
            <a:ext cx="1139634" cy="855129"/>
          </a:xfrm>
          <a:prstGeom prst="rect">
            <a:avLst/>
          </a:prstGeom>
          <a:noFill/>
          <a:ln>
            <a:noFill/>
          </a:ln>
          <a:effectLst>
            <a:outerShdw blurRad="42863" dist="19050" dir="5400000" algn="bl" rotWithShape="0">
              <a:srgbClr val="000000">
                <a:alpha val="20000"/>
              </a:srgbClr>
            </a:outerShdw>
          </a:effectLst>
        </p:spPr>
      </p:pic>
      <p:pic>
        <p:nvPicPr>
          <p:cNvPr id="864" name="Google Shape;864;g2c611f89431_0_43"/>
          <p:cNvPicPr preferRelativeResize="0"/>
          <p:nvPr/>
        </p:nvPicPr>
        <p:blipFill rotWithShape="1">
          <a:blip r:embed="rId5">
            <a:alphaModFix/>
          </a:blip>
          <a:srcRect l="89" r="99"/>
          <a:stretch/>
        </p:blipFill>
        <p:spPr>
          <a:xfrm>
            <a:off x="3325189" y="2129450"/>
            <a:ext cx="1139634" cy="856737"/>
          </a:xfrm>
          <a:prstGeom prst="rect">
            <a:avLst/>
          </a:prstGeom>
          <a:noFill/>
          <a:ln>
            <a:noFill/>
          </a:ln>
          <a:effectLst>
            <a:outerShdw blurRad="42863" dist="19050" dir="5400000" algn="bl" rotWithShape="0">
              <a:srgbClr val="000000">
                <a:alpha val="20000"/>
              </a:srgbClr>
            </a:outerShdw>
          </a:effectLst>
        </p:spPr>
      </p:pic>
      <p:pic>
        <p:nvPicPr>
          <p:cNvPr id="865" name="Google Shape;865;g2c611f89431_0_43"/>
          <p:cNvPicPr preferRelativeResize="0"/>
          <p:nvPr/>
        </p:nvPicPr>
        <p:blipFill rotWithShape="1">
          <a:blip r:embed="rId6">
            <a:alphaModFix/>
          </a:blip>
          <a:srcRect/>
          <a:stretch/>
        </p:blipFill>
        <p:spPr>
          <a:xfrm>
            <a:off x="4553636" y="2129450"/>
            <a:ext cx="1139634" cy="855129"/>
          </a:xfrm>
          <a:prstGeom prst="rect">
            <a:avLst/>
          </a:prstGeom>
          <a:noFill/>
          <a:ln>
            <a:noFill/>
          </a:ln>
          <a:effectLst>
            <a:outerShdw blurRad="42863" dist="19050" dir="5400000" algn="bl" rotWithShape="0">
              <a:srgbClr val="000000">
                <a:alpha val="20000"/>
              </a:srgbClr>
            </a:outerShdw>
          </a:effectLst>
        </p:spPr>
      </p:pic>
      <p:pic>
        <p:nvPicPr>
          <p:cNvPr id="866" name="Google Shape;866;g2c611f89431_0_43"/>
          <p:cNvPicPr preferRelativeResize="0"/>
          <p:nvPr/>
        </p:nvPicPr>
        <p:blipFill rotWithShape="1">
          <a:blip r:embed="rId7">
            <a:alphaModFix/>
          </a:blip>
          <a:srcRect/>
          <a:stretch/>
        </p:blipFill>
        <p:spPr>
          <a:xfrm>
            <a:off x="5782083" y="2129450"/>
            <a:ext cx="1139634" cy="856736"/>
          </a:xfrm>
          <a:prstGeom prst="rect">
            <a:avLst/>
          </a:prstGeom>
          <a:noFill/>
          <a:ln>
            <a:noFill/>
          </a:ln>
          <a:effectLst>
            <a:outerShdw blurRad="42863" dist="19050" dir="5400000" algn="bl" rotWithShape="0">
              <a:srgbClr val="000000">
                <a:alpha val="20000"/>
              </a:srgbClr>
            </a:outerShdw>
          </a:effectLst>
        </p:spPr>
      </p:pic>
      <p:pic>
        <p:nvPicPr>
          <p:cNvPr id="867" name="Google Shape;867;g2c611f89431_0_43"/>
          <p:cNvPicPr preferRelativeResize="0"/>
          <p:nvPr/>
        </p:nvPicPr>
        <p:blipFill rotWithShape="1">
          <a:blip r:embed="rId8">
            <a:alphaModFix/>
          </a:blip>
          <a:srcRect l="159" r="169"/>
          <a:stretch/>
        </p:blipFill>
        <p:spPr>
          <a:xfrm>
            <a:off x="7010530" y="2129450"/>
            <a:ext cx="1139633" cy="856737"/>
          </a:xfrm>
          <a:prstGeom prst="rect">
            <a:avLst/>
          </a:prstGeom>
          <a:noFill/>
          <a:ln>
            <a:noFill/>
          </a:ln>
          <a:effectLst>
            <a:outerShdw blurRad="42863" dist="19050" dir="5400000" algn="bl" rotWithShape="0">
              <a:srgbClr val="000000">
                <a:alpha val="20000"/>
              </a:srgbClr>
            </a:outerShdw>
          </a:effectLst>
        </p:spPr>
      </p:pic>
      <p:pic>
        <p:nvPicPr>
          <p:cNvPr id="868" name="Google Shape;868;g2c611f89431_0_43"/>
          <p:cNvPicPr preferRelativeResize="0"/>
          <p:nvPr/>
        </p:nvPicPr>
        <p:blipFill rotWithShape="1">
          <a:blip r:embed="rId9">
            <a:alphaModFix/>
          </a:blip>
          <a:srcRect t="19" b="29"/>
          <a:stretch/>
        </p:blipFill>
        <p:spPr>
          <a:xfrm>
            <a:off x="868293" y="3060500"/>
            <a:ext cx="1139633" cy="855129"/>
          </a:xfrm>
          <a:prstGeom prst="rect">
            <a:avLst/>
          </a:prstGeom>
          <a:noFill/>
          <a:ln>
            <a:noFill/>
          </a:ln>
          <a:effectLst>
            <a:outerShdw blurRad="42863" dist="19050" dir="5400000" algn="bl" rotWithShape="0">
              <a:srgbClr val="000000">
                <a:alpha val="20000"/>
              </a:srgbClr>
            </a:outerShdw>
          </a:effectLst>
        </p:spPr>
      </p:pic>
      <p:pic>
        <p:nvPicPr>
          <p:cNvPr id="869" name="Google Shape;869;g2c611f89431_0_43"/>
          <p:cNvPicPr preferRelativeResize="0"/>
          <p:nvPr/>
        </p:nvPicPr>
        <p:blipFill rotWithShape="1">
          <a:blip r:embed="rId10">
            <a:alphaModFix/>
          </a:blip>
          <a:srcRect l="69" r="69"/>
          <a:stretch/>
        </p:blipFill>
        <p:spPr>
          <a:xfrm>
            <a:off x="2096740" y="3059700"/>
            <a:ext cx="1139633" cy="856736"/>
          </a:xfrm>
          <a:prstGeom prst="rect">
            <a:avLst/>
          </a:prstGeom>
          <a:noFill/>
          <a:ln>
            <a:noFill/>
          </a:ln>
          <a:effectLst>
            <a:outerShdw blurRad="42863" dist="19050" dir="5400000" algn="bl" rotWithShape="0">
              <a:srgbClr val="000000">
                <a:alpha val="20000"/>
              </a:srgbClr>
            </a:outerShdw>
          </a:effectLst>
        </p:spPr>
      </p:pic>
      <p:pic>
        <p:nvPicPr>
          <p:cNvPr id="870" name="Google Shape;870;g2c611f89431_0_43"/>
          <p:cNvPicPr preferRelativeResize="0"/>
          <p:nvPr/>
        </p:nvPicPr>
        <p:blipFill rotWithShape="1">
          <a:blip r:embed="rId11">
            <a:alphaModFix/>
          </a:blip>
          <a:srcRect l="69" r="69"/>
          <a:stretch/>
        </p:blipFill>
        <p:spPr>
          <a:xfrm>
            <a:off x="3325188" y="3060507"/>
            <a:ext cx="1139633" cy="855129"/>
          </a:xfrm>
          <a:prstGeom prst="rect">
            <a:avLst/>
          </a:prstGeom>
          <a:noFill/>
          <a:ln>
            <a:noFill/>
          </a:ln>
          <a:effectLst>
            <a:outerShdw blurRad="42863" dist="19050" dir="5400000" algn="bl" rotWithShape="0">
              <a:srgbClr val="000000">
                <a:alpha val="20000"/>
              </a:srgbClr>
            </a:outerShdw>
          </a:effectLst>
        </p:spPr>
      </p:pic>
      <p:pic>
        <p:nvPicPr>
          <p:cNvPr id="871" name="Google Shape;871;g2c611f89431_0_43"/>
          <p:cNvPicPr preferRelativeResize="0"/>
          <p:nvPr/>
        </p:nvPicPr>
        <p:blipFill rotWithShape="1">
          <a:blip r:embed="rId12">
            <a:alphaModFix/>
          </a:blip>
          <a:srcRect l="69" r="69"/>
          <a:stretch/>
        </p:blipFill>
        <p:spPr>
          <a:xfrm>
            <a:off x="5782083" y="3058900"/>
            <a:ext cx="1139633" cy="856736"/>
          </a:xfrm>
          <a:prstGeom prst="rect">
            <a:avLst/>
          </a:prstGeom>
          <a:noFill/>
          <a:ln>
            <a:noFill/>
          </a:ln>
          <a:effectLst>
            <a:outerShdw blurRad="42863" dist="19050" dir="5400000" algn="bl" rotWithShape="0">
              <a:srgbClr val="000000">
                <a:alpha val="20000"/>
              </a:srgbClr>
            </a:outerShdw>
          </a:effectLst>
        </p:spPr>
      </p:pic>
      <p:pic>
        <p:nvPicPr>
          <p:cNvPr id="872" name="Google Shape;872;g2c611f89431_0_43"/>
          <p:cNvPicPr preferRelativeResize="0"/>
          <p:nvPr/>
        </p:nvPicPr>
        <p:blipFill rotWithShape="1">
          <a:blip r:embed="rId13">
            <a:alphaModFix/>
          </a:blip>
          <a:srcRect l="69" r="69"/>
          <a:stretch/>
        </p:blipFill>
        <p:spPr>
          <a:xfrm>
            <a:off x="4553635" y="3060507"/>
            <a:ext cx="1139633" cy="855129"/>
          </a:xfrm>
          <a:prstGeom prst="rect">
            <a:avLst/>
          </a:prstGeom>
          <a:noFill/>
          <a:ln>
            <a:noFill/>
          </a:ln>
          <a:effectLst>
            <a:outerShdw blurRad="42863" dist="19050" dir="5400000" algn="bl" rotWithShape="0">
              <a:srgbClr val="000000">
                <a:alpha val="20000"/>
              </a:srgbClr>
            </a:outerShdw>
          </a:effectLst>
        </p:spPr>
      </p:pic>
      <p:pic>
        <p:nvPicPr>
          <p:cNvPr id="873" name="Google Shape;873;g2c611f89431_0_43"/>
          <p:cNvPicPr preferRelativeResize="0"/>
          <p:nvPr/>
        </p:nvPicPr>
        <p:blipFill rotWithShape="1">
          <a:blip r:embed="rId14">
            <a:alphaModFix/>
          </a:blip>
          <a:srcRect/>
          <a:stretch/>
        </p:blipFill>
        <p:spPr>
          <a:xfrm>
            <a:off x="7010530" y="3060507"/>
            <a:ext cx="1139634" cy="855129"/>
          </a:xfrm>
          <a:prstGeom prst="rect">
            <a:avLst/>
          </a:prstGeom>
          <a:noFill/>
          <a:ln>
            <a:noFill/>
          </a:ln>
          <a:effectLst>
            <a:outerShdw blurRad="42863" dist="19050" dir="5400000" algn="bl" rotWithShape="0">
              <a:srgbClr val="000000">
                <a:alpha val="20000"/>
              </a:srgbClr>
            </a:outerShdw>
          </a:effectLst>
        </p:spPr>
      </p:pic>
      <p:pic>
        <p:nvPicPr>
          <p:cNvPr id="874" name="Google Shape;874;g2c611f89431_0_43"/>
          <p:cNvPicPr preferRelativeResize="0"/>
          <p:nvPr/>
        </p:nvPicPr>
        <p:blipFill rotWithShape="1">
          <a:blip r:embed="rId15">
            <a:alphaModFix/>
          </a:blip>
          <a:srcRect/>
          <a:stretch/>
        </p:blipFill>
        <p:spPr>
          <a:xfrm>
            <a:off x="3325187" y="3990750"/>
            <a:ext cx="1139634" cy="855129"/>
          </a:xfrm>
          <a:prstGeom prst="rect">
            <a:avLst/>
          </a:prstGeom>
          <a:noFill/>
          <a:ln>
            <a:noFill/>
          </a:ln>
          <a:effectLst>
            <a:outerShdw blurRad="42863" dist="19050" dir="5400000" algn="bl" rotWithShape="0">
              <a:srgbClr val="000000">
                <a:alpha val="20000"/>
              </a:srgbClr>
            </a:outerShdw>
          </a:effectLst>
        </p:spPr>
      </p:pic>
      <p:pic>
        <p:nvPicPr>
          <p:cNvPr id="875" name="Google Shape;875;g2c611f89431_0_43"/>
          <p:cNvPicPr preferRelativeResize="0"/>
          <p:nvPr/>
        </p:nvPicPr>
        <p:blipFill rotWithShape="1">
          <a:blip r:embed="rId16">
            <a:alphaModFix/>
          </a:blip>
          <a:srcRect/>
          <a:stretch/>
        </p:blipFill>
        <p:spPr>
          <a:xfrm>
            <a:off x="868293" y="3989950"/>
            <a:ext cx="1139634" cy="856736"/>
          </a:xfrm>
          <a:prstGeom prst="rect">
            <a:avLst/>
          </a:prstGeom>
          <a:noFill/>
          <a:ln>
            <a:noFill/>
          </a:ln>
          <a:effectLst>
            <a:outerShdw blurRad="42863" dist="19050" dir="5400000" algn="bl" rotWithShape="0">
              <a:srgbClr val="000000">
                <a:alpha val="20000"/>
              </a:srgbClr>
            </a:outerShdw>
          </a:effectLst>
        </p:spPr>
      </p:pic>
      <p:pic>
        <p:nvPicPr>
          <p:cNvPr id="876" name="Google Shape;876;g2c611f89431_0_43"/>
          <p:cNvPicPr preferRelativeResize="0"/>
          <p:nvPr/>
        </p:nvPicPr>
        <p:blipFill rotWithShape="1">
          <a:blip r:embed="rId17">
            <a:alphaModFix/>
          </a:blip>
          <a:srcRect t="89" b="99"/>
          <a:stretch/>
        </p:blipFill>
        <p:spPr>
          <a:xfrm>
            <a:off x="2096740" y="3990757"/>
            <a:ext cx="1139634" cy="855129"/>
          </a:xfrm>
          <a:prstGeom prst="rect">
            <a:avLst/>
          </a:prstGeom>
          <a:noFill/>
          <a:ln>
            <a:noFill/>
          </a:ln>
          <a:effectLst>
            <a:outerShdw blurRad="42863" dist="19050" dir="5400000" algn="bl" rotWithShape="0">
              <a:srgbClr val="000000">
                <a:alpha val="20000"/>
              </a:srgbClr>
            </a:outerShdw>
          </a:effectLst>
        </p:spPr>
      </p:pic>
      <p:pic>
        <p:nvPicPr>
          <p:cNvPr id="877" name="Google Shape;877;g2c611f89431_0_43"/>
          <p:cNvPicPr preferRelativeResize="0"/>
          <p:nvPr/>
        </p:nvPicPr>
        <p:blipFill rotWithShape="1">
          <a:blip r:embed="rId18">
            <a:alphaModFix/>
          </a:blip>
          <a:srcRect l="89" r="99"/>
          <a:stretch/>
        </p:blipFill>
        <p:spPr>
          <a:xfrm>
            <a:off x="5782083" y="3989150"/>
            <a:ext cx="1139634" cy="856737"/>
          </a:xfrm>
          <a:prstGeom prst="rect">
            <a:avLst/>
          </a:prstGeom>
          <a:noFill/>
          <a:ln>
            <a:noFill/>
          </a:ln>
          <a:effectLst>
            <a:outerShdw blurRad="42863" dist="19050" dir="5400000" algn="bl" rotWithShape="0">
              <a:srgbClr val="000000">
                <a:alpha val="20000"/>
              </a:srgbClr>
            </a:outerShdw>
          </a:effectLst>
        </p:spPr>
      </p:pic>
      <p:pic>
        <p:nvPicPr>
          <p:cNvPr id="878" name="Google Shape;878;g2c611f89431_0_43"/>
          <p:cNvPicPr preferRelativeResize="0"/>
          <p:nvPr/>
        </p:nvPicPr>
        <p:blipFill rotWithShape="1">
          <a:blip r:embed="rId19">
            <a:alphaModFix/>
          </a:blip>
          <a:srcRect t="89" b="99"/>
          <a:stretch/>
        </p:blipFill>
        <p:spPr>
          <a:xfrm>
            <a:off x="4553635" y="3990757"/>
            <a:ext cx="1139634" cy="855129"/>
          </a:xfrm>
          <a:prstGeom prst="rect">
            <a:avLst/>
          </a:prstGeom>
          <a:noFill/>
          <a:ln>
            <a:noFill/>
          </a:ln>
          <a:effectLst>
            <a:outerShdw blurRad="42863" dist="19050" dir="5400000" algn="bl" rotWithShape="0">
              <a:srgbClr val="000000">
                <a:alpha val="20000"/>
              </a:srgbClr>
            </a:outerShdw>
          </a:effectLst>
        </p:spPr>
      </p:pic>
      <p:pic>
        <p:nvPicPr>
          <p:cNvPr id="879" name="Google Shape;879;g2c611f89431_0_43"/>
          <p:cNvPicPr preferRelativeResize="0"/>
          <p:nvPr/>
        </p:nvPicPr>
        <p:blipFill rotWithShape="1">
          <a:blip r:embed="rId20">
            <a:alphaModFix/>
          </a:blip>
          <a:srcRect t="89" b="99"/>
          <a:stretch/>
        </p:blipFill>
        <p:spPr>
          <a:xfrm>
            <a:off x="7010530" y="3990757"/>
            <a:ext cx="1139634" cy="855129"/>
          </a:xfrm>
          <a:prstGeom prst="rect">
            <a:avLst/>
          </a:prstGeom>
          <a:noFill/>
          <a:ln>
            <a:noFill/>
          </a:ln>
          <a:effectLst>
            <a:outerShdw blurRad="42863" dist="19050" dir="5400000" algn="bl" rotWithShape="0">
              <a:srgbClr val="000000">
                <a:alpha val="20000"/>
              </a:srgbClr>
            </a:outerShdw>
          </a:effectLst>
        </p:spPr>
      </p:pic>
      <p:pic>
        <p:nvPicPr>
          <p:cNvPr id="880" name="Google Shape;880;g2c611f89431_0_43"/>
          <p:cNvPicPr preferRelativeResize="0"/>
          <p:nvPr/>
        </p:nvPicPr>
        <p:blipFill rotWithShape="1">
          <a:blip r:embed="rId21">
            <a:alphaModFix/>
          </a:blip>
          <a:srcRect/>
          <a:stretch/>
        </p:blipFill>
        <p:spPr>
          <a:xfrm>
            <a:off x="868293" y="4921000"/>
            <a:ext cx="1139634" cy="855129"/>
          </a:xfrm>
          <a:prstGeom prst="rect">
            <a:avLst/>
          </a:prstGeom>
          <a:noFill/>
          <a:ln>
            <a:noFill/>
          </a:ln>
          <a:effectLst>
            <a:outerShdw blurRad="42863" dist="19050" dir="5400000" algn="bl" rotWithShape="0">
              <a:srgbClr val="000000">
                <a:alpha val="20000"/>
              </a:srgbClr>
            </a:outerShdw>
          </a:effectLst>
        </p:spPr>
      </p:pic>
      <p:pic>
        <p:nvPicPr>
          <p:cNvPr id="881" name="Google Shape;881;g2c611f89431_0_43"/>
          <p:cNvPicPr preferRelativeResize="0"/>
          <p:nvPr/>
        </p:nvPicPr>
        <p:blipFill rotWithShape="1">
          <a:blip r:embed="rId22">
            <a:alphaModFix/>
          </a:blip>
          <a:srcRect l="89" r="99"/>
          <a:stretch/>
        </p:blipFill>
        <p:spPr>
          <a:xfrm>
            <a:off x="2096740" y="4920200"/>
            <a:ext cx="1139634" cy="856737"/>
          </a:xfrm>
          <a:prstGeom prst="rect">
            <a:avLst/>
          </a:prstGeom>
          <a:noFill/>
          <a:ln>
            <a:noFill/>
          </a:ln>
          <a:effectLst>
            <a:outerShdw blurRad="42863" dist="19050" dir="5400000" algn="bl" rotWithShape="0">
              <a:srgbClr val="000000">
                <a:alpha val="20000"/>
              </a:srgbClr>
            </a:outerShdw>
          </a:effectLst>
        </p:spPr>
      </p:pic>
      <p:pic>
        <p:nvPicPr>
          <p:cNvPr id="882" name="Google Shape;882;g2c611f89431_0_43"/>
          <p:cNvPicPr preferRelativeResize="0"/>
          <p:nvPr/>
        </p:nvPicPr>
        <p:blipFill rotWithShape="1">
          <a:blip r:embed="rId23">
            <a:alphaModFix/>
          </a:blip>
          <a:srcRect t="89" b="99"/>
          <a:stretch/>
        </p:blipFill>
        <p:spPr>
          <a:xfrm>
            <a:off x="3325188" y="4921007"/>
            <a:ext cx="1139634" cy="855129"/>
          </a:xfrm>
          <a:prstGeom prst="rect">
            <a:avLst/>
          </a:prstGeom>
          <a:noFill/>
          <a:ln>
            <a:noFill/>
          </a:ln>
          <a:effectLst>
            <a:outerShdw blurRad="42863" dist="19050" dir="5400000" algn="bl" rotWithShape="0">
              <a:srgbClr val="000000">
                <a:alpha val="20000"/>
              </a:srgbClr>
            </a:outerShdw>
          </a:effectLst>
        </p:spPr>
      </p:pic>
      <p:pic>
        <p:nvPicPr>
          <p:cNvPr id="883" name="Google Shape;883;g2c611f89431_0_43"/>
          <p:cNvPicPr preferRelativeResize="0"/>
          <p:nvPr/>
        </p:nvPicPr>
        <p:blipFill rotWithShape="1">
          <a:blip r:embed="rId24">
            <a:alphaModFix/>
          </a:blip>
          <a:srcRect/>
          <a:stretch/>
        </p:blipFill>
        <p:spPr>
          <a:xfrm>
            <a:off x="5782083" y="4919400"/>
            <a:ext cx="1139634" cy="856736"/>
          </a:xfrm>
          <a:prstGeom prst="rect">
            <a:avLst/>
          </a:prstGeom>
          <a:noFill/>
          <a:ln>
            <a:noFill/>
          </a:ln>
          <a:effectLst>
            <a:outerShdw blurRad="42863" dist="19050" dir="5400000" algn="bl" rotWithShape="0">
              <a:srgbClr val="000000">
                <a:alpha val="20000"/>
              </a:srgbClr>
            </a:outerShdw>
          </a:effectLst>
        </p:spPr>
      </p:pic>
      <p:pic>
        <p:nvPicPr>
          <p:cNvPr id="884" name="Google Shape;884;g2c611f89431_0_43"/>
          <p:cNvPicPr preferRelativeResize="0"/>
          <p:nvPr/>
        </p:nvPicPr>
        <p:blipFill rotWithShape="1">
          <a:blip r:embed="rId25">
            <a:alphaModFix/>
          </a:blip>
          <a:srcRect/>
          <a:stretch/>
        </p:blipFill>
        <p:spPr>
          <a:xfrm>
            <a:off x="4553635" y="4921007"/>
            <a:ext cx="1139634" cy="855129"/>
          </a:xfrm>
          <a:prstGeom prst="rect">
            <a:avLst/>
          </a:prstGeom>
          <a:noFill/>
          <a:ln>
            <a:noFill/>
          </a:ln>
          <a:effectLst>
            <a:outerShdw blurRad="42863" dist="19050" dir="5400000" algn="bl" rotWithShape="0">
              <a:srgbClr val="000000">
                <a:alpha val="20000"/>
              </a:srgbClr>
            </a:outerShdw>
          </a:effectLst>
        </p:spPr>
      </p:pic>
      <p:pic>
        <p:nvPicPr>
          <p:cNvPr id="885" name="Google Shape;885;g2c611f89431_0_43"/>
          <p:cNvPicPr preferRelativeResize="0"/>
          <p:nvPr/>
        </p:nvPicPr>
        <p:blipFill rotWithShape="1">
          <a:blip r:embed="rId26">
            <a:alphaModFix/>
          </a:blip>
          <a:srcRect t="89" b="99"/>
          <a:stretch/>
        </p:blipFill>
        <p:spPr>
          <a:xfrm>
            <a:off x="7010530" y="4921007"/>
            <a:ext cx="1139634" cy="855129"/>
          </a:xfrm>
          <a:prstGeom prst="rect">
            <a:avLst/>
          </a:prstGeom>
          <a:noFill/>
          <a:ln>
            <a:noFill/>
          </a:ln>
          <a:effectLst>
            <a:outerShdw blurRad="42863"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d05b5d3cd4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WHEN GIVEN A LETTER SOUND</a:t>
            </a:r>
            <a:endParaRPr/>
          </a:p>
        </p:txBody>
      </p:sp>
      <p:sp>
        <p:nvSpPr>
          <p:cNvPr id="892" name="Google Shape;892;g2d05b5d3cd4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Find a Letter</a:t>
            </a:r>
            <a:endParaRPr/>
          </a:p>
        </p:txBody>
      </p:sp>
      <p:graphicFrame>
        <p:nvGraphicFramePr>
          <p:cNvPr id="893" name="Google Shape;893;g2d05b5d3cd4_0_6"/>
          <p:cNvGraphicFramePr/>
          <p:nvPr/>
        </p:nvGraphicFramePr>
        <p:xfrm>
          <a:off x="925000" y="1633422"/>
          <a:ext cx="7294000" cy="2849775"/>
        </p:xfrm>
        <a:graphic>
          <a:graphicData uri="http://schemas.openxmlformats.org/drawingml/2006/table">
            <a:tbl>
              <a:tblPr firstRow="1" bandRow="1">
                <a:noFill/>
                <a:tableStyleId>{200E4A34-F742-4137-9DDC-EAE546517A9C}</a:tableStyleId>
              </a:tblPr>
              <a:tblGrid>
                <a:gridCol w="911750">
                  <a:extLst>
                    <a:ext uri="{9D8B030D-6E8A-4147-A177-3AD203B41FA5}">
                      <a16:colId xmlns:a16="http://schemas.microsoft.com/office/drawing/2014/main" val="20000"/>
                    </a:ext>
                  </a:extLst>
                </a:gridCol>
                <a:gridCol w="911750">
                  <a:extLst>
                    <a:ext uri="{9D8B030D-6E8A-4147-A177-3AD203B41FA5}">
                      <a16:colId xmlns:a16="http://schemas.microsoft.com/office/drawing/2014/main" val="20001"/>
                    </a:ext>
                  </a:extLst>
                </a:gridCol>
                <a:gridCol w="911750">
                  <a:extLst>
                    <a:ext uri="{9D8B030D-6E8A-4147-A177-3AD203B41FA5}">
                      <a16:colId xmlns:a16="http://schemas.microsoft.com/office/drawing/2014/main" val="20002"/>
                    </a:ext>
                  </a:extLst>
                </a:gridCol>
                <a:gridCol w="911750">
                  <a:extLst>
                    <a:ext uri="{9D8B030D-6E8A-4147-A177-3AD203B41FA5}">
                      <a16:colId xmlns:a16="http://schemas.microsoft.com/office/drawing/2014/main" val="20003"/>
                    </a:ext>
                  </a:extLst>
                </a:gridCol>
                <a:gridCol w="911750">
                  <a:extLst>
                    <a:ext uri="{9D8B030D-6E8A-4147-A177-3AD203B41FA5}">
                      <a16:colId xmlns:a16="http://schemas.microsoft.com/office/drawing/2014/main" val="20004"/>
                    </a:ext>
                  </a:extLst>
                </a:gridCol>
                <a:gridCol w="911750">
                  <a:extLst>
                    <a:ext uri="{9D8B030D-6E8A-4147-A177-3AD203B41FA5}">
                      <a16:colId xmlns:a16="http://schemas.microsoft.com/office/drawing/2014/main" val="20005"/>
                    </a:ext>
                  </a:extLst>
                </a:gridCol>
                <a:gridCol w="911750">
                  <a:extLst>
                    <a:ext uri="{9D8B030D-6E8A-4147-A177-3AD203B41FA5}">
                      <a16:colId xmlns:a16="http://schemas.microsoft.com/office/drawing/2014/main" val="20006"/>
                    </a:ext>
                  </a:extLst>
                </a:gridCol>
                <a:gridCol w="911750">
                  <a:extLst>
                    <a:ext uri="{9D8B030D-6E8A-4147-A177-3AD203B41FA5}">
                      <a16:colId xmlns:a16="http://schemas.microsoft.com/office/drawing/2014/main" val="20007"/>
                    </a:ext>
                  </a:extLst>
                </a:gridCol>
              </a:tblGrid>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s</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600" u="none" strike="noStrike" cap="none">
                          <a:solidFill>
                            <a:srgbClr val="E11E26"/>
                          </a:solidFill>
                          <a:latin typeface="Poppins"/>
                          <a:ea typeface="Poppins"/>
                          <a:cs typeface="Poppins"/>
                          <a:sym typeface="Poppins"/>
                        </a:rPr>
                        <a:t>a</a:t>
                      </a:r>
                      <a:endParaRPr sz="2600" u="none" strike="noStrike" cap="none">
                        <a:solidFill>
                          <a:srgbClr val="E11E26"/>
                        </a:solidFill>
                        <a:latin typeface="Poppins"/>
                        <a:ea typeface="Poppins"/>
                        <a:cs typeface="Poppins"/>
                        <a:sym typeface="Poppins"/>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t</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p</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i</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n</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m</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d</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g</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o</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c</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k</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ck</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e</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u</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r</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h</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b</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i="0" u="none" strike="noStrike" cap="none">
                          <a:solidFill>
                            <a:srgbClr val="2356AF"/>
                          </a:solidFill>
                          <a:latin typeface="Jost"/>
                          <a:ea typeface="Jost"/>
                          <a:cs typeface="Jost"/>
                          <a:sym typeface="Jost"/>
                        </a:rPr>
                        <a:t>f</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i="0" u="none" strike="noStrike" cap="none">
                          <a:solidFill>
                            <a:srgbClr val="FFD400"/>
                          </a:solidFill>
                          <a:latin typeface="Jost"/>
                          <a:ea typeface="Jost"/>
                          <a:cs typeface="Jost"/>
                          <a:sym typeface="Jost"/>
                        </a:rPr>
                        <a:t>ff</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l</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ll</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ss</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d05b5d3cd4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WHEN GIVEN A LETTER NAME</a:t>
            </a:r>
            <a:endParaRPr/>
          </a:p>
        </p:txBody>
      </p:sp>
      <p:sp>
        <p:nvSpPr>
          <p:cNvPr id="900" name="Google Shape;900;g2d05b5d3cd4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Find a Letter</a:t>
            </a:r>
            <a:endParaRPr/>
          </a:p>
        </p:txBody>
      </p:sp>
      <p:graphicFrame>
        <p:nvGraphicFramePr>
          <p:cNvPr id="901" name="Google Shape;901;g2d05b5d3cd4_0_42"/>
          <p:cNvGraphicFramePr/>
          <p:nvPr/>
        </p:nvGraphicFramePr>
        <p:xfrm>
          <a:off x="925000" y="1633422"/>
          <a:ext cx="7294000" cy="2849775"/>
        </p:xfrm>
        <a:graphic>
          <a:graphicData uri="http://schemas.openxmlformats.org/drawingml/2006/table">
            <a:tbl>
              <a:tblPr firstRow="1" bandRow="1">
                <a:noFill/>
                <a:tableStyleId>{200E4A34-F742-4137-9DDC-EAE546517A9C}</a:tableStyleId>
              </a:tblPr>
              <a:tblGrid>
                <a:gridCol w="911750">
                  <a:extLst>
                    <a:ext uri="{9D8B030D-6E8A-4147-A177-3AD203B41FA5}">
                      <a16:colId xmlns:a16="http://schemas.microsoft.com/office/drawing/2014/main" val="20000"/>
                    </a:ext>
                  </a:extLst>
                </a:gridCol>
                <a:gridCol w="911750">
                  <a:extLst>
                    <a:ext uri="{9D8B030D-6E8A-4147-A177-3AD203B41FA5}">
                      <a16:colId xmlns:a16="http://schemas.microsoft.com/office/drawing/2014/main" val="20001"/>
                    </a:ext>
                  </a:extLst>
                </a:gridCol>
                <a:gridCol w="911750">
                  <a:extLst>
                    <a:ext uri="{9D8B030D-6E8A-4147-A177-3AD203B41FA5}">
                      <a16:colId xmlns:a16="http://schemas.microsoft.com/office/drawing/2014/main" val="20002"/>
                    </a:ext>
                  </a:extLst>
                </a:gridCol>
                <a:gridCol w="911750">
                  <a:extLst>
                    <a:ext uri="{9D8B030D-6E8A-4147-A177-3AD203B41FA5}">
                      <a16:colId xmlns:a16="http://schemas.microsoft.com/office/drawing/2014/main" val="20003"/>
                    </a:ext>
                  </a:extLst>
                </a:gridCol>
                <a:gridCol w="911750">
                  <a:extLst>
                    <a:ext uri="{9D8B030D-6E8A-4147-A177-3AD203B41FA5}">
                      <a16:colId xmlns:a16="http://schemas.microsoft.com/office/drawing/2014/main" val="20004"/>
                    </a:ext>
                  </a:extLst>
                </a:gridCol>
                <a:gridCol w="911750">
                  <a:extLst>
                    <a:ext uri="{9D8B030D-6E8A-4147-A177-3AD203B41FA5}">
                      <a16:colId xmlns:a16="http://schemas.microsoft.com/office/drawing/2014/main" val="20005"/>
                    </a:ext>
                  </a:extLst>
                </a:gridCol>
                <a:gridCol w="911750">
                  <a:extLst>
                    <a:ext uri="{9D8B030D-6E8A-4147-A177-3AD203B41FA5}">
                      <a16:colId xmlns:a16="http://schemas.microsoft.com/office/drawing/2014/main" val="20006"/>
                    </a:ext>
                  </a:extLst>
                </a:gridCol>
                <a:gridCol w="911750">
                  <a:extLst>
                    <a:ext uri="{9D8B030D-6E8A-4147-A177-3AD203B41FA5}">
                      <a16:colId xmlns:a16="http://schemas.microsoft.com/office/drawing/2014/main" val="20007"/>
                    </a:ext>
                  </a:extLst>
                </a:gridCol>
              </a:tblGrid>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s</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600" u="none" strike="noStrike" cap="none">
                          <a:solidFill>
                            <a:srgbClr val="E11E26"/>
                          </a:solidFill>
                          <a:latin typeface="Poppins"/>
                          <a:ea typeface="Poppins"/>
                          <a:cs typeface="Poppins"/>
                          <a:sym typeface="Poppins"/>
                        </a:rPr>
                        <a:t>a</a:t>
                      </a:r>
                      <a:endParaRPr sz="2600" u="none" strike="noStrike" cap="none">
                        <a:solidFill>
                          <a:srgbClr val="E11E26"/>
                        </a:solidFill>
                        <a:latin typeface="Poppins"/>
                        <a:ea typeface="Poppins"/>
                        <a:cs typeface="Poppins"/>
                        <a:sym typeface="Poppins"/>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t</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p</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i</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n</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m</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d</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g</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o</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c</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k</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ck</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e</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E11E26"/>
                          </a:solidFill>
                          <a:latin typeface="Jost"/>
                          <a:ea typeface="Jost"/>
                          <a:cs typeface="Jost"/>
                          <a:sym typeface="Jost"/>
                        </a:rPr>
                        <a:t>u</a:t>
                      </a:r>
                      <a:endParaRPr sz="3000" u="none" strike="noStrike" cap="none">
                        <a:solidFill>
                          <a:srgbClr val="E11E26"/>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r</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h</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b</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i="0" u="none" strike="noStrike" cap="none">
                          <a:solidFill>
                            <a:srgbClr val="2356AF"/>
                          </a:solidFill>
                          <a:latin typeface="Jost"/>
                          <a:ea typeface="Jost"/>
                          <a:cs typeface="Jost"/>
                          <a:sym typeface="Jost"/>
                        </a:rPr>
                        <a:t>f</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i="0" u="none" strike="noStrike" cap="none">
                          <a:solidFill>
                            <a:srgbClr val="FFD400"/>
                          </a:solidFill>
                          <a:latin typeface="Jost"/>
                          <a:ea typeface="Jost"/>
                          <a:cs typeface="Jost"/>
                          <a:sym typeface="Jost"/>
                        </a:rPr>
                        <a:t>ff</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l</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ll</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ss</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6bb1487bf3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8" name="Google Shape;908;g26bb1487bf3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9" name="Google Shape;909;g26bb1487bf3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6bb1487bf3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6bb1487bf3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6bb1487bf3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6bb1487bf3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4" name="Google Shape;914;g26bb1487bf3_0_0"/>
          <p:cNvGrpSpPr/>
          <p:nvPr/>
        </p:nvGrpSpPr>
        <p:grpSpPr>
          <a:xfrm>
            <a:off x="304250" y="6984600"/>
            <a:ext cx="8330829" cy="808600"/>
            <a:chOff x="-152950" y="7365600"/>
            <a:chExt cx="8330829" cy="808600"/>
          </a:xfrm>
        </p:grpSpPr>
        <p:sp>
          <p:nvSpPr>
            <p:cNvPr id="915" name="Google Shape;915;g26bb1487bf3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6" name="Google Shape;916;g26bb1487bf3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7" name="Google Shape;917;g26bb1487bf3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8" name="Google Shape;918;g26bb1487bf3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9" name="Google Shape;919;g26bb1487bf3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0" name="Google Shape;920;g26bb1487bf3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1" name="Google Shape;921;g26bb1487bf3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2" name="Google Shape;922;g26bb1487bf3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3" name="Google Shape;923;g26bb1487bf3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6bb1487bf3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6bb1487bf3_0_0"/>
          <p:cNvSpPr/>
          <p:nvPr/>
        </p:nvSpPr>
        <p:spPr>
          <a:xfrm>
            <a:off x="39083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6bb1487bf3_0_0"/>
          <p:cNvSpPr/>
          <p:nvPr/>
        </p:nvSpPr>
        <p:spPr>
          <a:xfrm>
            <a:off x="48455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7" name="Google Shape;927;g26bb1487bf3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8" name="Google Shape;928;g26bb1487bf3_0_0"/>
          <p:cNvSpPr txBox="1">
            <a:spLocks noGrp="1"/>
          </p:cNvSpPr>
          <p:nvPr>
            <p:ph type="subTitle" idx="4294967295"/>
          </p:nvPr>
        </p:nvSpPr>
        <p:spPr>
          <a:xfrm>
            <a:off x="4275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29" name="Google Shape;929;g26bb1487bf3_0_0"/>
          <p:cNvSpPr txBox="1">
            <a:spLocks noGrp="1"/>
          </p:cNvSpPr>
          <p:nvPr>
            <p:ph type="subTitle" idx="4294967295"/>
          </p:nvPr>
        </p:nvSpPr>
        <p:spPr>
          <a:xfrm>
            <a:off x="3338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d05b5d3cd4_0_1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6" name="Google Shape;936;g2d05b5d3cd4_0_1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7" name="Google Shape;937;g2d05b5d3cd4_0_16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5b5d3cd4_0_16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5b5d3cd4_0_16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5b5d3cd4_0_1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5b5d3cd4_0_1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2" name="Google Shape;942;g2d05b5d3cd4_0_164"/>
          <p:cNvGrpSpPr/>
          <p:nvPr/>
        </p:nvGrpSpPr>
        <p:grpSpPr>
          <a:xfrm>
            <a:off x="304250" y="6984600"/>
            <a:ext cx="8330829" cy="808600"/>
            <a:chOff x="-152950" y="7365600"/>
            <a:chExt cx="8330829" cy="808600"/>
          </a:xfrm>
        </p:grpSpPr>
        <p:sp>
          <p:nvSpPr>
            <p:cNvPr id="943" name="Google Shape;943;g2d05b5d3cd4_0_16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4" name="Google Shape;944;g2d05b5d3cd4_0_16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5" name="Google Shape;945;g2d05b5d3cd4_0_16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6" name="Google Shape;946;g2d05b5d3cd4_0_16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7" name="Google Shape;947;g2d05b5d3cd4_0_16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8" name="Google Shape;948;g2d05b5d3cd4_0_16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9" name="Google Shape;949;g2d05b5d3cd4_0_16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0" name="Google Shape;950;g2d05b5d3cd4_0_16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1" name="Google Shape;951;g2d05b5d3cd4_0_16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5b5d3cd4_0_16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d05b5d3cd4_0_164"/>
          <p:cNvSpPr/>
          <p:nvPr/>
        </p:nvSpPr>
        <p:spPr>
          <a:xfrm>
            <a:off x="36416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5b5d3cd4_0_164"/>
          <p:cNvSpPr/>
          <p:nvPr/>
        </p:nvSpPr>
        <p:spPr>
          <a:xfrm>
            <a:off x="51122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5" name="Google Shape;955;g2d05b5d3cd4_0_16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6" name="Google Shape;956;g2d05b5d3cd4_0_164"/>
          <p:cNvSpPr txBox="1">
            <a:spLocks noGrp="1"/>
          </p:cNvSpPr>
          <p:nvPr>
            <p:ph type="subTitle" idx="4294967295"/>
          </p:nvPr>
        </p:nvSpPr>
        <p:spPr>
          <a:xfrm>
            <a:off x="45426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57" name="Google Shape;957;g2d05b5d3cd4_0_164"/>
          <p:cNvSpPr txBox="1">
            <a:spLocks noGrp="1"/>
          </p:cNvSpPr>
          <p:nvPr>
            <p:ph type="subTitle" idx="4294967295"/>
          </p:nvPr>
        </p:nvSpPr>
        <p:spPr>
          <a:xfrm>
            <a:off x="3071988" y="13842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100"/>
              <a:buFont typeface="Arial"/>
              <a:buNone/>
            </a:pPr>
            <a:r>
              <a:rPr lang="en-US" sz="13000" b="0" i="0" u="none" strike="noStrike" cap="none">
                <a:solidFill>
                  <a:srgbClr val="ED1C24"/>
                </a:solidFill>
                <a:latin typeface="Poppins"/>
                <a:ea typeface="Poppins"/>
                <a:cs typeface="Poppins"/>
                <a:sym typeface="Poppins"/>
              </a:rPr>
              <a:t>a</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d05b5d3cd4_0_1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4" name="Google Shape;964;g2d05b5d3cd4_0_10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5" name="Google Shape;965;g2d05b5d3cd4_0_10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d05b5d3cd4_0_10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5b5d3cd4_0_10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5b5d3cd4_0_10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5b5d3cd4_0_10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0" name="Google Shape;970;g2d05b5d3cd4_0_108"/>
          <p:cNvGrpSpPr/>
          <p:nvPr/>
        </p:nvGrpSpPr>
        <p:grpSpPr>
          <a:xfrm>
            <a:off x="304250" y="6984600"/>
            <a:ext cx="8330829" cy="808600"/>
            <a:chOff x="-152950" y="7365600"/>
            <a:chExt cx="8330829" cy="808600"/>
          </a:xfrm>
        </p:grpSpPr>
        <p:sp>
          <p:nvSpPr>
            <p:cNvPr id="971" name="Google Shape;971;g2d05b5d3cd4_0_10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2" name="Google Shape;972;g2d05b5d3cd4_0_10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3" name="Google Shape;973;g2d05b5d3cd4_0_10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4" name="Google Shape;974;g2d05b5d3cd4_0_10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5" name="Google Shape;975;g2d05b5d3cd4_0_10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6" name="Google Shape;976;g2d05b5d3cd4_0_10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7" name="Google Shape;977;g2d05b5d3cd4_0_10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8" name="Google Shape;978;g2d05b5d3cd4_0_10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9" name="Google Shape;979;g2d05b5d3cd4_0_10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d05b5d3cd4_0_10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5b5d3cd4_0_108"/>
          <p:cNvSpPr/>
          <p:nvPr/>
        </p:nvSpPr>
        <p:spPr>
          <a:xfrm>
            <a:off x="37559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5b5d3cd4_0_108"/>
          <p:cNvSpPr/>
          <p:nvPr/>
        </p:nvSpPr>
        <p:spPr>
          <a:xfrm>
            <a:off x="49979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3" name="Google Shape;983;g2d05b5d3cd4_0_10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4" name="Google Shape;984;g2d05b5d3cd4_0_108"/>
          <p:cNvSpPr txBox="1">
            <a:spLocks noGrp="1"/>
          </p:cNvSpPr>
          <p:nvPr>
            <p:ph type="subTitle" idx="4294967295"/>
          </p:nvPr>
        </p:nvSpPr>
        <p:spPr>
          <a:xfrm>
            <a:off x="4428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85" name="Google Shape;985;g2d05b5d3cd4_0_108"/>
          <p:cNvSpPr txBox="1">
            <a:spLocks noGrp="1"/>
          </p:cNvSpPr>
          <p:nvPr>
            <p:ph type="subTitle" idx="4294967295"/>
          </p:nvPr>
        </p:nvSpPr>
        <p:spPr>
          <a:xfrm>
            <a:off x="3186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d05b5d3cd4_0_1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2" name="Google Shape;992;g2d05b5d3cd4_0_1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3" name="Google Shape;993;g2d05b5d3cd4_0_13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5b5d3cd4_0_13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b5d3cd4_0_13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5b5d3cd4_0_13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d05b5d3cd4_0_13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8" name="Google Shape;998;g2d05b5d3cd4_0_137"/>
          <p:cNvGrpSpPr/>
          <p:nvPr/>
        </p:nvGrpSpPr>
        <p:grpSpPr>
          <a:xfrm>
            <a:off x="304250" y="6984600"/>
            <a:ext cx="8330829" cy="808600"/>
            <a:chOff x="-152950" y="7365600"/>
            <a:chExt cx="8330829" cy="808600"/>
          </a:xfrm>
        </p:grpSpPr>
        <p:sp>
          <p:nvSpPr>
            <p:cNvPr id="999" name="Google Shape;999;g2d05b5d3cd4_0_13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0" name="Google Shape;1000;g2d05b5d3cd4_0_13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1" name="Google Shape;1001;g2d05b5d3cd4_0_13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2" name="Google Shape;1002;g2d05b5d3cd4_0_13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3" name="Google Shape;1003;g2d05b5d3cd4_0_13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4" name="Google Shape;1004;g2d05b5d3cd4_0_13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5" name="Google Shape;1005;g2d05b5d3cd4_0_13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6" name="Google Shape;1006;g2d05b5d3cd4_0_13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07" name="Google Shape;1007;g2d05b5d3cd4_0_13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d05b5d3cd4_0_13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5b5d3cd4_0_137"/>
          <p:cNvSpPr/>
          <p:nvPr/>
        </p:nvSpPr>
        <p:spPr>
          <a:xfrm>
            <a:off x="37940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d05b5d3cd4_0_137"/>
          <p:cNvSpPr/>
          <p:nvPr/>
        </p:nvSpPr>
        <p:spPr>
          <a:xfrm>
            <a:off x="49598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1" name="Google Shape;1011;g2d05b5d3cd4_0_13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2" name="Google Shape;1012;g2d05b5d3cd4_0_137"/>
          <p:cNvSpPr txBox="1">
            <a:spLocks noGrp="1"/>
          </p:cNvSpPr>
          <p:nvPr>
            <p:ph type="subTitle" idx="4294967295"/>
          </p:nvPr>
        </p:nvSpPr>
        <p:spPr>
          <a:xfrm>
            <a:off x="43902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13" name="Google Shape;1013;g2d05b5d3cd4_0_137"/>
          <p:cNvSpPr txBox="1">
            <a:spLocks noGrp="1"/>
          </p:cNvSpPr>
          <p:nvPr>
            <p:ph type="subTitle" idx="4294967295"/>
          </p:nvPr>
        </p:nvSpPr>
        <p:spPr>
          <a:xfrm>
            <a:off x="3224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d05b5d3cd4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0" name="Google Shape;1020;g2d05b5d3cd4_0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1" name="Google Shape;1021;g2d05b5d3cd4_0_7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d05b5d3cd4_0_7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d05b5d3cd4_0_7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d05b5d3cd4_0_7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d05b5d3cd4_0_7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6" name="Google Shape;1026;g2d05b5d3cd4_0_79"/>
          <p:cNvGrpSpPr/>
          <p:nvPr/>
        </p:nvGrpSpPr>
        <p:grpSpPr>
          <a:xfrm>
            <a:off x="304250" y="6984600"/>
            <a:ext cx="8330829" cy="808600"/>
            <a:chOff x="-152950" y="7365600"/>
            <a:chExt cx="8330829" cy="808600"/>
          </a:xfrm>
        </p:grpSpPr>
        <p:sp>
          <p:nvSpPr>
            <p:cNvPr id="1027" name="Google Shape;1027;g2d05b5d3cd4_0_7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8" name="Google Shape;1028;g2d05b5d3cd4_0_7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9" name="Google Shape;1029;g2d05b5d3cd4_0_7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0" name="Google Shape;1030;g2d05b5d3cd4_0_7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1" name="Google Shape;1031;g2d05b5d3cd4_0_7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2" name="Google Shape;1032;g2d05b5d3cd4_0_7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3" name="Google Shape;1033;g2d05b5d3cd4_0_7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4" name="Google Shape;1034;g2d05b5d3cd4_0_7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35" name="Google Shape;1035;g2d05b5d3cd4_0_7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d05b5d3cd4_0_7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2d05b5d3cd4_0_79"/>
          <p:cNvSpPr/>
          <p:nvPr/>
        </p:nvSpPr>
        <p:spPr>
          <a:xfrm>
            <a:off x="37940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d05b5d3cd4_0_79"/>
          <p:cNvSpPr/>
          <p:nvPr/>
        </p:nvSpPr>
        <p:spPr>
          <a:xfrm>
            <a:off x="49598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9" name="Google Shape;1039;g2d05b5d3cd4_0_7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0" name="Google Shape;1040;g2d05b5d3cd4_0_79"/>
          <p:cNvSpPr txBox="1">
            <a:spLocks noGrp="1"/>
          </p:cNvSpPr>
          <p:nvPr>
            <p:ph type="subTitle" idx="4294967295"/>
          </p:nvPr>
        </p:nvSpPr>
        <p:spPr>
          <a:xfrm>
            <a:off x="43902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41" name="Google Shape;1041;g2d05b5d3cd4_0_79"/>
          <p:cNvSpPr txBox="1">
            <a:spLocks noGrp="1"/>
          </p:cNvSpPr>
          <p:nvPr>
            <p:ph type="subTitle" idx="4294967295"/>
          </p:nvPr>
        </p:nvSpPr>
        <p:spPr>
          <a:xfrm>
            <a:off x="3224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d05b5d3cd4_0_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48" name="Google Shape;1048;g2d05b5d3cd4_0_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49" name="Google Shape;1049;g2d05b5d3cd4_0_4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2d05b5d3cd4_0_4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d05b5d3cd4_0_4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d05b5d3cd4_0_4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3" name="Google Shape;1053;g2d05b5d3cd4_0_4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4" name="Google Shape;1054;g2d05b5d3cd4_0_49"/>
          <p:cNvGrpSpPr/>
          <p:nvPr/>
        </p:nvGrpSpPr>
        <p:grpSpPr>
          <a:xfrm>
            <a:off x="304250" y="6984600"/>
            <a:ext cx="8330829" cy="808600"/>
            <a:chOff x="-152950" y="7365600"/>
            <a:chExt cx="8330829" cy="808600"/>
          </a:xfrm>
        </p:grpSpPr>
        <p:sp>
          <p:nvSpPr>
            <p:cNvPr id="1055" name="Google Shape;1055;g2d05b5d3cd4_0_4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6" name="Google Shape;1056;g2d05b5d3cd4_0_4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7" name="Google Shape;1057;g2d05b5d3cd4_0_4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8" name="Google Shape;1058;g2d05b5d3cd4_0_4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9" name="Google Shape;1059;g2d05b5d3cd4_0_4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60" name="Google Shape;1060;g2d05b5d3cd4_0_4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61" name="Google Shape;1061;g2d05b5d3cd4_0_4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2" name="Google Shape;1062;g2d05b5d3cd4_0_4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63" name="Google Shape;1063;g2d05b5d3cd4_0_4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d05b5d3cd4_0_4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5" name="Google Shape;1065;g2d05b5d3cd4_0_49"/>
          <p:cNvSpPr/>
          <p:nvPr/>
        </p:nvSpPr>
        <p:spPr>
          <a:xfrm>
            <a:off x="346243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66" name="Google Shape;1066;g2d05b5d3cd4_0_4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67" name="Google Shape;1067;g2d05b5d3cd4_0_49"/>
          <p:cNvSpPr txBox="1">
            <a:spLocks noGrp="1"/>
          </p:cNvSpPr>
          <p:nvPr>
            <p:ph type="subTitle" idx="4294967295"/>
          </p:nvPr>
        </p:nvSpPr>
        <p:spPr>
          <a:xfrm>
            <a:off x="4157238" y="1308025"/>
            <a:ext cx="2094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1068" name="Google Shape;1068;g2d05b5d3cd4_0_49"/>
          <p:cNvSpPr txBox="1">
            <a:spLocks noGrp="1"/>
          </p:cNvSpPr>
          <p:nvPr>
            <p:ph type="subTitle" idx="4294967295"/>
          </p:nvPr>
        </p:nvSpPr>
        <p:spPr>
          <a:xfrm>
            <a:off x="28927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69" name="Google Shape;1069;g2d05b5d3cd4_0_49"/>
          <p:cNvSpPr/>
          <p:nvPr/>
        </p:nvSpPr>
        <p:spPr>
          <a:xfrm>
            <a:off x="4356827" y="4056375"/>
            <a:ext cx="1695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531</Words>
  <Application>Microsoft Office PowerPoint</Application>
  <PresentationFormat>On-screen Show (4:3)</PresentationFormat>
  <Paragraphs>185</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Calibri</vt:lpstr>
      <vt:lpstr>Poppins SemiBold</vt:lpstr>
      <vt:lpstr>Poppins</vt:lpstr>
      <vt:lpstr>Poppins Medium</vt:lpstr>
      <vt:lpstr>Mulish</vt:lpstr>
      <vt:lpstr>Jost</vt:lpstr>
      <vt:lpstr>Nunito Black</vt:lpstr>
      <vt:lpstr>Arial</vt:lpstr>
      <vt:lpstr>Office Theme</vt:lpstr>
      <vt:lpstr>PowerPoint Presentation</vt:lpstr>
      <vt:lpstr>PowerPoint Presentation</vt:lpstr>
      <vt:lpstr>Recall s a t p i n m d g o c k ck e u r h b f ff l ll ss using flashcards.</vt:lpstr>
      <vt:lpstr>PowerPoint Presentation</vt:lpstr>
      <vt:lpstr>PowerPoint Presentation</vt:lpstr>
      <vt:lpstr>PowerPoint Presentation</vt:lpstr>
      <vt:lpstr>Find a Letter</vt:lpstr>
      <vt:lpstr>Find a Letter</vt:lpstr>
      <vt:lpstr>Model Blending Phonemes</vt:lpstr>
      <vt:lpstr>Model Blending Phonemes</vt:lpstr>
      <vt:lpstr>Model Blending Phonemes</vt:lpstr>
      <vt:lpstr>Model Blending Phonemes</vt:lpstr>
      <vt:lpstr>Model Blending Phonemes</vt:lpstr>
      <vt:lpstr>Model Blending Phonemes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2026-04-28T02:43:15Z</dcterms:modified>
</cp:coreProperties>
</file>