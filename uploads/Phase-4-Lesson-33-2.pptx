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hXnAT1hJJDeOzB1qaBQkK7ipC6r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1FBF56F-834D-4B94-BD89-8E86F98827A8}">
  <a:tblStyle styleId="{01FBF56F-834D-4B94-BD89-8E86F98827A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49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1" name="Google Shape;781;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1" name="Google Shape;871;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2" name="Google Shape;872;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8" name="Google Shape;89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9" name="Google Shape;89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8" name="Google Shape;90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d0c7d50d9e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d0c7d50d9e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d0c7d50d9e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d0c7d50d9e_0_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2d0c7d50d9e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2d0c7d50d9e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CCCVC CVCCC ('thr' 'spr')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7 - Wednesday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33</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4 - Blends</a:t>
            </a:r>
            <a:endParaRPr sz="1800" b="1"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8.png"/><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slide" Target="slide16.xml"/><Relationship Id="rId4" Type="http://schemas.openxmlformats.org/officeDocument/2006/relationships/image" Target="../media/image5.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6.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5" Type="http://schemas.openxmlformats.org/officeDocument/2006/relationships/image" Target="../media/image11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s>
</file>

<file path=ppt/slides/_rels/slide8.xml.rels><?xml version="1.0" encoding="UTF-8" standalone="yes"?>
<Relationships xmlns="http://schemas.openxmlformats.org/package/2006/relationships"><Relationship Id="rId3" Type="http://schemas.openxmlformats.org/officeDocument/2006/relationships/image" Target="../media/image11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645552"/>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CCCVC CVCCC ('thr' 'spr')</a:t>
            </a:r>
            <a:endParaRPr sz="3000"/>
          </a:p>
        </p:txBody>
      </p:sp>
      <p:sp>
        <p:nvSpPr>
          <p:cNvPr id="716" name="Google Shape;716;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7" name="Google Shape;717;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8" name="Google Shape;718;p1"/>
          <p:cNvSpPr txBox="1">
            <a:spLocks noGrp="1"/>
          </p:cNvSpPr>
          <p:nvPr>
            <p:ph type="subTitle" idx="2"/>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33</a:t>
            </a:r>
            <a:endParaRPr/>
          </a:p>
        </p:txBody>
      </p:sp>
      <p:sp>
        <p:nvSpPr>
          <p:cNvPr id="719" name="Google Shape;719;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20" name="Google Shape;720;p1"/>
          <p:cNvPicPr preferRelativeResize="0"/>
          <p:nvPr/>
        </p:nvPicPr>
        <p:blipFill rotWithShape="1">
          <a:blip r:embed="rId3">
            <a:alphaModFix/>
          </a:blip>
          <a:srcRect t="99" b="109"/>
          <a:stretch/>
        </p:blipFill>
        <p:spPr>
          <a:xfrm rot="146936">
            <a:off x="4140891" y="4418173"/>
            <a:ext cx="2493520" cy="997851"/>
          </a:xfrm>
          <a:prstGeom prst="rect">
            <a:avLst/>
          </a:prstGeom>
          <a:noFill/>
          <a:ln>
            <a:noFill/>
          </a:ln>
          <a:effectLst>
            <a:outerShdw blurRad="71438" dist="38100" dir="5220000" algn="bl" rotWithShape="0">
              <a:srgbClr val="000000">
                <a:alpha val="20392"/>
              </a:srgbClr>
            </a:outerShdw>
          </a:effectLst>
        </p:spPr>
      </p:pic>
      <p:pic>
        <p:nvPicPr>
          <p:cNvPr id="721" name="Google Shape;721;p1"/>
          <p:cNvPicPr preferRelativeResize="0"/>
          <p:nvPr/>
        </p:nvPicPr>
        <p:blipFill rotWithShape="1">
          <a:blip r:embed="rId4">
            <a:alphaModFix/>
          </a:blip>
          <a:srcRect l="79" r="89"/>
          <a:stretch/>
        </p:blipFill>
        <p:spPr>
          <a:xfrm rot="-221313">
            <a:off x="5906462" y="4272840"/>
            <a:ext cx="1800024" cy="1288523"/>
          </a:xfrm>
          <a:prstGeom prst="rect">
            <a:avLst/>
          </a:prstGeom>
          <a:noFill/>
          <a:ln>
            <a:noFill/>
          </a:ln>
          <a:effectLst>
            <a:outerShdw blurRad="57150" dist="38100" dir="5400000" algn="bl" rotWithShape="0">
              <a:srgbClr val="000000">
                <a:alpha val="20000"/>
              </a:srgbClr>
            </a:outerShdw>
          </a:effectLst>
        </p:spPr>
      </p:pic>
      <p:pic>
        <p:nvPicPr>
          <p:cNvPr id="722" name="Google Shape;722;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aphicFrame>
        <p:nvGraphicFramePr>
          <p:cNvPr id="723" name="Google Shape;723;p1"/>
          <p:cNvGraphicFramePr/>
          <p:nvPr/>
        </p:nvGraphicFramePr>
        <p:xfrm>
          <a:off x="4844200" y="1891197"/>
          <a:ext cx="3785000" cy="1678950"/>
        </p:xfrm>
        <a:graphic>
          <a:graphicData uri="http://schemas.openxmlformats.org/drawingml/2006/table">
            <a:tbl>
              <a:tblPr firstRow="1" bandRow="1">
                <a:noFill/>
                <a:tableStyleId>{01FBF56F-834D-4B94-BD89-8E86F98827A8}</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CCVCC (short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CCVC CCVCC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(long vowel)</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CCCVC CVCCC</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3 letter adjacent consonants.</a:t>
            </a:r>
            <a:endParaRPr/>
          </a:p>
        </p:txBody>
      </p:sp>
      <p:sp>
        <p:nvSpPr>
          <p:cNvPr id="730" name="Google Shape;730;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31" name="Google Shape;731;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sp>
        <p:nvSpPr>
          <p:cNvPr id="732" name="Google Shape;732;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3">
            <a:alphaModFix/>
          </a:blip>
          <a:srcRect l="159" r="149"/>
          <a:stretch/>
        </p:blipFill>
        <p:spPr>
          <a:xfrm>
            <a:off x="2719706" y="4169988"/>
            <a:ext cx="813600" cy="977433"/>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6" name="Google Shape;736;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7" name="Google Shape;737;g2bee4f4af4b_0_204"/>
          <p:cNvPicPr preferRelativeResize="0"/>
          <p:nvPr/>
        </p:nvPicPr>
        <p:blipFill rotWithShape="1">
          <a:blip r:embed="rId4">
            <a:alphaModFix/>
          </a:blip>
          <a:srcRect t="109" b="9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38" name="Google Shape;738;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9" name="Google Shape;739;g2bee4f4af4b_0_204"/>
          <p:cNvSpPr txBox="1"/>
          <p:nvPr/>
        </p:nvSpPr>
        <p:spPr>
          <a:xfrm>
            <a:off x="47633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0" name="Google Shape;740;g2bee4f4af4b_0_204"/>
          <p:cNvPicPr preferRelativeResize="0"/>
          <p:nvPr/>
        </p:nvPicPr>
        <p:blipFill rotWithShape="1">
          <a:blip r:embed="rId5">
            <a:alphaModFix/>
          </a:blip>
          <a:srcRect t="59" b="59"/>
          <a:stretch/>
        </p:blipFill>
        <p:spPr>
          <a:xfrm>
            <a:off x="5035629" y="4326104"/>
            <a:ext cx="931973" cy="665200"/>
          </a:xfrm>
          <a:prstGeom prst="rect">
            <a:avLst/>
          </a:prstGeom>
          <a:noFill/>
          <a:ln>
            <a:noFill/>
          </a:ln>
          <a:effectLst>
            <a:outerShdw blurRad="71438" dist="19050" dir="5220000" algn="bl" rotWithShape="0">
              <a:srgbClr val="D8D8D8"/>
            </a:outerShdw>
          </a:effectLst>
        </p:spPr>
      </p:pic>
      <p:sp>
        <p:nvSpPr>
          <p:cNvPr id="741" name="Google Shape;741;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2" name="Google Shape;742;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3" name="Google Shape;743;g2bee4f4af4b_0_204"/>
          <p:cNvPicPr preferRelativeResize="0"/>
          <p:nvPr/>
        </p:nvPicPr>
        <p:blipFill rotWithShape="1">
          <a:blip r:embed="rId6">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44" name="Google Shape;744;g2bee4f4af4b_0_204">
            <a:hlinkClick r:id="rId7" action="ppaction://hlinksldjump"/>
          </p:cNvPr>
          <p:cNvSpPr/>
          <p:nvPr/>
        </p:nvSpPr>
        <p:spPr>
          <a:xfrm>
            <a:off x="961677" y="3895603"/>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5" name="Google Shape;745;g2bee4f4af4b_0_204">
            <a:hlinkClick r:id="rId8" action="ppaction://hlinksldjump"/>
          </p:cNvPr>
          <p:cNvSpPr/>
          <p:nvPr/>
        </p:nvSpPr>
        <p:spPr>
          <a:xfrm>
            <a:off x="3807119" y="374334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6" name="Google Shape;746;g2bee4f4af4b_0_204">
            <a:hlinkClick r:id="rId9" action="ppaction://hlinksldjump"/>
          </p:cNvPr>
          <p:cNvSpPr/>
          <p:nvPr/>
        </p:nvSpPr>
        <p:spPr>
          <a:xfrm>
            <a:off x="4901974" y="382953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7" name="Google Shape;747;g2bee4f4af4b_0_204">
            <a:hlinkClick r:id="rId10" action="ppaction://hlinksldjump"/>
          </p:cNvPr>
          <p:cNvSpPr/>
          <p:nvPr/>
        </p:nvSpPr>
        <p:spPr>
          <a:xfrm>
            <a:off x="2512404" y="381742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4" name="Google Shape;754;g26b641b03cd_0_165"/>
          <p:cNvGrpSpPr/>
          <p:nvPr/>
        </p:nvGrpSpPr>
        <p:grpSpPr>
          <a:xfrm>
            <a:off x="930400" y="2129444"/>
            <a:ext cx="7283200" cy="3724851"/>
            <a:chOff x="930400" y="2129444"/>
            <a:chExt cx="7283200" cy="3724851"/>
          </a:xfrm>
        </p:grpSpPr>
        <p:pic>
          <p:nvPicPr>
            <p:cNvPr id="755" name="Google Shape;755;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5" name="Google Shape;775;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6" name="Google Shape;776;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7" name="Google Shape;777;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4" name="Google Shape;784;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4" name="Google Shape;794;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8" name="Google Shape;798;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9" name="Google Shape;799;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00" name="Google Shape;800;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10" name="Google Shape;810;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11" name="Google Shape;811;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12" name="Google Shape;812;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9" name="Google Shape;819;g26b7edf6e71_0_109"/>
          <p:cNvGrpSpPr/>
          <p:nvPr/>
        </p:nvGrpSpPr>
        <p:grpSpPr>
          <a:xfrm>
            <a:off x="865957" y="2135925"/>
            <a:ext cx="7282807" cy="2686611"/>
            <a:chOff x="867357" y="2129450"/>
            <a:chExt cx="7282807" cy="2686611"/>
          </a:xfrm>
        </p:grpSpPr>
        <p:pic>
          <p:nvPicPr>
            <p:cNvPr id="820" name="Google Shape;82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31" name="Google Shape;831;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32" name="Google Shape;832;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3" name="Google Shape;833;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40" name="Google Shape;840;g2c298d33e0c_0_6"/>
          <p:cNvGrpSpPr/>
          <p:nvPr/>
        </p:nvGrpSpPr>
        <p:grpSpPr>
          <a:xfrm>
            <a:off x="866900" y="2155300"/>
            <a:ext cx="7281864" cy="2684601"/>
            <a:chOff x="868300" y="2129450"/>
            <a:chExt cx="7281864" cy="2684601"/>
          </a:xfrm>
        </p:grpSpPr>
        <p:pic>
          <p:nvPicPr>
            <p:cNvPr id="841" name="Google Shape;841;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5" name="Google Shape;845;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 what was so old do little one</a:t>
            </a:r>
            <a:r>
              <a:rPr lang="en-US">
                <a:solidFill>
                  <a:schemeClr val="dk1"/>
                </a:solidFill>
              </a:rPr>
              <a:t>.</a:t>
            </a:r>
            <a:endParaRPr/>
          </a:p>
        </p:txBody>
      </p:sp>
      <p:pic>
        <p:nvPicPr>
          <p:cNvPr id="875" name="Google Shape;875;g26b94af6077_0_0"/>
          <p:cNvPicPr preferRelativeResize="0"/>
          <p:nvPr/>
        </p:nvPicPr>
        <p:blipFill rotWithShape="1">
          <a:blip r:embed="rId3">
            <a:alphaModFix/>
          </a:blip>
          <a:srcRect l="189" r="179"/>
          <a:stretch/>
        </p:blipFill>
        <p:spPr>
          <a:xfrm>
            <a:off x="868300" y="3991095"/>
            <a:ext cx="1147320" cy="822956"/>
          </a:xfrm>
          <a:prstGeom prst="rect">
            <a:avLst/>
          </a:prstGeom>
          <a:noFill/>
          <a:ln>
            <a:noFill/>
          </a:ln>
          <a:effectLst>
            <a:outerShdw blurRad="71438" dist="19050" dir="5400000" algn="bl" rotWithShape="0">
              <a:srgbClr val="000000">
                <a:alpha val="17650"/>
              </a:srgbClr>
            </a:outerShdw>
          </a:effectLst>
        </p:spPr>
      </p:pic>
      <p:pic>
        <p:nvPicPr>
          <p:cNvPr id="876" name="Google Shape;876;g26b94af6077_0_0"/>
          <p:cNvPicPr preferRelativeResize="0"/>
          <p:nvPr/>
        </p:nvPicPr>
        <p:blipFill rotWithShape="1">
          <a:blip r:embed="rId4">
            <a:alphaModFix/>
          </a:blip>
          <a:srcRect l="39" r="3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77" name="Google Shape;877;g26b94af6077_0_0"/>
          <p:cNvPicPr preferRelativeResize="0"/>
          <p:nvPr/>
        </p:nvPicPr>
        <p:blipFill rotWithShape="1">
          <a:blip r:embed="rId5">
            <a:alphaModFix/>
          </a:blip>
          <a:srcRect l="39" r="3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78" name="Google Shape;878;g26b94af6077_0_0"/>
          <p:cNvPicPr preferRelativeResize="0"/>
          <p:nvPr/>
        </p:nvPicPr>
        <p:blipFill rotWithShape="1">
          <a:blip r:embed="rId6">
            <a:alphaModFix/>
          </a:blip>
          <a:srcRect l="39" r="3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79" name="Google Shape;879;g26b94af6077_0_0"/>
          <p:cNvPicPr preferRelativeResize="0"/>
          <p:nvPr/>
        </p:nvPicPr>
        <p:blipFill rotWithShape="1">
          <a:blip r:embed="rId7">
            <a:alphaModFix/>
          </a:blip>
          <a:srcRect l="39" r="39"/>
          <a:stretch/>
        </p:blipFill>
        <p:spPr>
          <a:xfrm>
            <a:off x="4547639" y="3060270"/>
            <a:ext cx="1148707" cy="822955"/>
          </a:xfrm>
          <a:prstGeom prst="rect">
            <a:avLst/>
          </a:prstGeom>
          <a:noFill/>
          <a:ln>
            <a:noFill/>
          </a:ln>
          <a:effectLst>
            <a:outerShdw blurRad="71438" dist="19050" dir="5400000" algn="bl" rotWithShape="0">
              <a:srgbClr val="000000">
                <a:alpha val="17650"/>
              </a:srgbClr>
            </a:outerShdw>
          </a:effectLst>
        </p:spPr>
      </p:pic>
      <p:pic>
        <p:nvPicPr>
          <p:cNvPr id="880" name="Google Shape;880;g26b94af6077_0_0"/>
          <p:cNvPicPr preferRelativeResize="0"/>
          <p:nvPr/>
        </p:nvPicPr>
        <p:blipFill rotWithShape="1">
          <a:blip r:embed="rId8">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81" name="Google Shape;881;g26b94af6077_0_0"/>
          <p:cNvPicPr preferRelativeResize="0"/>
          <p:nvPr/>
        </p:nvPicPr>
        <p:blipFill rotWithShape="1">
          <a:blip r:embed="rId9">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82" name="Google Shape;882;g26b94af6077_0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83" name="Google Shape;883;g26b94af6077_0_0"/>
          <p:cNvPicPr preferRelativeResize="0"/>
          <p:nvPr/>
        </p:nvPicPr>
        <p:blipFill rotWithShape="1">
          <a:blip r:embed="rId11">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84" name="Google Shape;884;g26b94af6077_0_0"/>
          <p:cNvPicPr preferRelativeResize="0"/>
          <p:nvPr/>
        </p:nvPicPr>
        <p:blipFill rotWithShape="1">
          <a:blip r:embed="rId12">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85" name="Google Shape;885;g26b94af6077_0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86" name="Google Shape;886;g26b94af6077_0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87" name="Google Shape;887;g26b94af6077_0_0"/>
          <p:cNvPicPr preferRelativeResize="0"/>
          <p:nvPr/>
        </p:nvPicPr>
        <p:blipFill rotWithShape="1">
          <a:blip r:embed="rId15">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94" name="Google Shape;894;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95" name="Google Shape;895;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2" name="Google Shape;90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3" name="Google Shape;903;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4" name="Google Shape;90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11" name="Google Shape;91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12" name="Google Shape;912;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13" name="Google Shape;91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20" name="Google Shape;92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1" name="Google Shape;92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8" name="Google Shape;928;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9" name="Google Shape;929;g2c4feb0fda9_1_0"/>
          <p:cNvSpPr/>
          <p:nvPr/>
        </p:nvSpPr>
        <p:spPr>
          <a:xfrm>
            <a:off x="37699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2c4feb0fda9_1_0"/>
          <p:cNvSpPr/>
          <p:nvPr/>
        </p:nvSpPr>
        <p:spPr>
          <a:xfrm>
            <a:off x="655243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1" name="Google Shape;93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2" name="Google Shape;932;g2c4feb0fda9_1_0"/>
          <p:cNvSpPr txBox="1">
            <a:spLocks noGrp="1"/>
          </p:cNvSpPr>
          <p:nvPr>
            <p:ph type="subTitle" idx="4294967295"/>
          </p:nvPr>
        </p:nvSpPr>
        <p:spPr>
          <a:xfrm>
            <a:off x="598278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33" name="Google Shape;933;g2c4feb0fda9_1_0"/>
          <p:cNvSpPr txBox="1">
            <a:spLocks noGrp="1"/>
          </p:cNvSpPr>
          <p:nvPr>
            <p:ph type="subTitle" idx="4294967295"/>
          </p:nvPr>
        </p:nvSpPr>
        <p:spPr>
          <a:xfrm>
            <a:off x="3200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34" name="Google Shape;934;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0" name="Google Shape;940;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1" name="Google Shape;941;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2" name="Google Shape;942;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3" name="Google Shape;943;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4" name="Google Shape;944;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5" name="Google Shape;945;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6" name="Google Shape;946;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7" name="Google Shape;947;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8" name="Google Shape;948;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0" name="Google Shape;950;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1" name="Google Shape;951;g2c4feb0fda9_1_0"/>
          <p:cNvSpPr txBox="1">
            <a:spLocks noGrp="1"/>
          </p:cNvSpPr>
          <p:nvPr>
            <p:ph type="subTitle" idx="4294967295"/>
          </p:nvPr>
        </p:nvSpPr>
        <p:spPr>
          <a:xfrm>
            <a:off x="1756953" y="1308025"/>
            <a:ext cx="24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952" name="Google Shape;952;g2c4feb0fda9_1_0"/>
          <p:cNvSpPr/>
          <p:nvPr/>
        </p:nvSpPr>
        <p:spPr>
          <a:xfrm>
            <a:off x="2387853" y="4011900"/>
            <a:ext cx="1156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c4feb0fda9_1_0"/>
          <p:cNvSpPr/>
          <p:nvPr/>
        </p:nvSpPr>
        <p:spPr>
          <a:xfrm>
            <a:off x="4394925" y="4011900"/>
            <a:ext cx="1931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c4feb0fda9_1_0"/>
          <p:cNvSpPr txBox="1"/>
          <p:nvPr/>
        </p:nvSpPr>
        <p:spPr>
          <a:xfrm>
            <a:off x="4144447" y="1391225"/>
            <a:ext cx="2476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00904C"/>
                </a:solidFill>
                <a:latin typeface="Poppins"/>
                <a:ea typeface="Poppins"/>
                <a:cs typeface="Poppins"/>
                <a:sym typeface="Poppins"/>
              </a:rPr>
              <a:t>oa</a:t>
            </a:r>
            <a:endParaRPr sz="14000" b="0" i="0" u="none" strike="noStrike" cap="none">
              <a:solidFill>
                <a:srgbClr val="00904C"/>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d0c7d50d9e_0_1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1" name="Google Shape;961;g2d0c7d50d9e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2" name="Google Shape;962;g2d0c7d50d9e_0_12"/>
          <p:cNvSpPr/>
          <p:nvPr/>
        </p:nvSpPr>
        <p:spPr>
          <a:xfrm>
            <a:off x="415918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3" name="Google Shape;963;g2d0c7d50d9e_0_1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4" name="Google Shape;964;g2d0c7d50d9e_0_12"/>
          <p:cNvSpPr txBox="1">
            <a:spLocks noGrp="1"/>
          </p:cNvSpPr>
          <p:nvPr>
            <p:ph type="subTitle" idx="4294967295"/>
          </p:nvPr>
        </p:nvSpPr>
        <p:spPr>
          <a:xfrm>
            <a:off x="358948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65" name="Google Shape;965;g2d0c7d50d9e_0_12"/>
          <p:cNvSpPr txBox="1">
            <a:spLocks noGrp="1"/>
          </p:cNvSpPr>
          <p:nvPr>
            <p:ph type="subTitle" idx="4294967295"/>
          </p:nvPr>
        </p:nvSpPr>
        <p:spPr>
          <a:xfrm>
            <a:off x="4298113" y="1308025"/>
            <a:ext cx="2678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00904C"/>
                </a:solidFill>
                <a:latin typeface="Jost"/>
                <a:ea typeface="Jost"/>
                <a:cs typeface="Jost"/>
                <a:sym typeface="Jost"/>
              </a:rPr>
              <a:t>ee</a:t>
            </a:r>
            <a:endParaRPr sz="15000" b="0" i="0" u="none" strike="noStrike" cap="none">
              <a:solidFill>
                <a:srgbClr val="00904C"/>
              </a:solidFill>
              <a:latin typeface="Jost"/>
              <a:ea typeface="Jost"/>
              <a:cs typeface="Jost"/>
              <a:sym typeface="Jost"/>
            </a:endParaRPr>
          </a:p>
        </p:txBody>
      </p:sp>
      <p:sp>
        <p:nvSpPr>
          <p:cNvPr id="966" name="Google Shape;966;g2d0c7d50d9e_0_1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7" name="Google Shape;967;g2d0c7d50d9e_0_1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c7d50d9e_0_1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d0c7d50d9e_0_1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0c7d50d9e_0_1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d0c7d50d9e_0_1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2" name="Google Shape;972;g2d0c7d50d9e_0_1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3" name="Google Shape;973;g2d0c7d50d9e_0_1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4" name="Google Shape;974;g2d0c7d50d9e_0_1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5" name="Google Shape;975;g2d0c7d50d9e_0_1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6" name="Google Shape;976;g2d0c7d50d9e_0_1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7" name="Google Shape;977;g2d0c7d50d9e_0_1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8" name="Google Shape;978;g2d0c7d50d9e_0_1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9" name="Google Shape;979;g2d0c7d50d9e_0_1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d0c7d50d9e_0_1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c7d50d9e_0_1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d0c7d50d9e_0_1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3" name="Google Shape;983;g2d0c7d50d9e_0_12"/>
          <p:cNvSpPr txBox="1">
            <a:spLocks noGrp="1"/>
          </p:cNvSpPr>
          <p:nvPr>
            <p:ph type="subTitle" idx="4294967295"/>
          </p:nvPr>
        </p:nvSpPr>
        <p:spPr>
          <a:xfrm>
            <a:off x="2167188" y="1308025"/>
            <a:ext cx="2418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th</a:t>
            </a:r>
            <a:endParaRPr sz="15000" b="0" i="0" u="none" strike="noStrike" cap="none">
              <a:solidFill>
                <a:srgbClr val="FFD400"/>
              </a:solidFill>
              <a:latin typeface="Jost"/>
              <a:ea typeface="Jost"/>
              <a:cs typeface="Jost"/>
              <a:sym typeface="Jost"/>
            </a:endParaRPr>
          </a:p>
        </p:txBody>
      </p:sp>
      <p:sp>
        <p:nvSpPr>
          <p:cNvPr id="984" name="Google Shape;984;g2d0c7d50d9e_0_12"/>
          <p:cNvSpPr/>
          <p:nvPr/>
        </p:nvSpPr>
        <p:spPr>
          <a:xfrm>
            <a:off x="2798088" y="4011900"/>
            <a:ext cx="11568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5" name="Google Shape;985;g2d0c7d50d9e_0_12"/>
          <p:cNvSpPr/>
          <p:nvPr/>
        </p:nvSpPr>
        <p:spPr>
          <a:xfrm>
            <a:off x="4831363" y="4011900"/>
            <a:ext cx="16122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2" name="Google Shape;992;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3" name="Google Shape;993;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JL689</a:t>
            </a:r>
            <a:endParaRPr/>
          </a:p>
        </p:txBody>
      </p:sp>
      <p:sp>
        <p:nvSpPr>
          <p:cNvPr id="1000" name="Google Shape;1000;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1" name="Google Shape;1001;g26b641b03cd_0_204"/>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02" name="Google Shape;1002;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JL689</a:t>
            </a:r>
            <a:endParaRPr/>
          </a:p>
        </p:txBody>
      </p:sp>
      <p:sp>
        <p:nvSpPr>
          <p:cNvPr id="1009" name="Google Shape;1009;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0" name="Google Shape;1010;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11" name="Google Shape;1011;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1018" name="Google Shape;1018;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19" name="Google Shape;1019;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0" name="Google Shape;1020;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1027" name="Google Shape;1027;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8" name="Google Shape;1028;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9" name="Google Shape;1029;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6b641b03cd_0_301"/>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36" name="Google Shape;1036;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pic>
        <p:nvPicPr>
          <p:cNvPr id="1037" name="Google Shape;1037;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38" name="Google Shape;1038;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6b641b03cd_0_308"/>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5" name="Google Shape;104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JL687</a:t>
            </a:r>
            <a:endParaRPr/>
          </a:p>
        </p:txBody>
      </p:sp>
      <p:pic>
        <p:nvPicPr>
          <p:cNvPr id="1046" name="Google Shape;1046;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7" name="Google Shape;104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54" name="Google Shape;105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55" name="Google Shape;1055;g1f3daf8a844_0_64"/>
          <p:cNvGrpSpPr/>
          <p:nvPr/>
        </p:nvGrpSpPr>
        <p:grpSpPr>
          <a:xfrm>
            <a:off x="3024000" y="209875"/>
            <a:ext cx="3096000" cy="454800"/>
            <a:chOff x="3024000" y="209875"/>
            <a:chExt cx="3096000" cy="454800"/>
          </a:xfrm>
        </p:grpSpPr>
        <p:sp>
          <p:nvSpPr>
            <p:cNvPr id="1056" name="Google Shape;105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7" name="Google Shape;105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58" name="Google Shape;105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59" name="Google Shape;105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0" name="Google Shape;106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1" name="Google Shape;106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2" name="Google Shape;106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63" name="Google Shape;1063;g1f3daf8a844_0_64"/>
          <p:cNvSpPr txBox="1"/>
          <p:nvPr/>
        </p:nvSpPr>
        <p:spPr>
          <a:xfrm>
            <a:off x="200456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64" name="Google Shape;1064;g1f3daf8a844_0_64"/>
          <p:cNvSpPr txBox="1"/>
          <p:nvPr/>
        </p:nvSpPr>
        <p:spPr>
          <a:xfrm>
            <a:off x="529842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065" name="Google Shape;1065;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066" name="Google Shape;1066;g1f3daf8a844_0_64"/>
          <p:cNvSpPr txBox="1"/>
          <p:nvPr/>
        </p:nvSpPr>
        <p:spPr>
          <a:xfrm>
            <a:off x="282803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067" name="Google Shape;1067;g1f3daf8a844_0_64"/>
          <p:cNvSpPr txBox="1"/>
          <p:nvPr/>
        </p:nvSpPr>
        <p:spPr>
          <a:xfrm>
            <a:off x="365149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068" name="Google Shape;1068;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69" name="Google Shape;1069;g1f3daf8a844_0_64"/>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070" name="Google Shape;1070;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71" name="Google Shape;1071;g1f3daf8a844_0_64"/>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72" name="Google Shape;1072;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00904D"/>
              </a:solidFill>
              <a:latin typeface="Jost"/>
              <a:ea typeface="Jost"/>
              <a:cs typeface="Jost"/>
              <a:sym typeface="Jost"/>
            </a:endParaRPr>
          </a:p>
        </p:txBody>
      </p:sp>
      <p:sp>
        <p:nvSpPr>
          <p:cNvPr id="1073" name="Google Shape;1073;g1f3daf8a844_0_64"/>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00904D"/>
              </a:solidFill>
              <a:latin typeface="Jost"/>
              <a:ea typeface="Jost"/>
              <a:cs typeface="Jost"/>
              <a:sym typeface="Jost"/>
            </a:endParaRPr>
          </a:p>
        </p:txBody>
      </p:sp>
      <p:sp>
        <p:nvSpPr>
          <p:cNvPr id="1074" name="Google Shape;1074;g1f3daf8a844_0_64"/>
          <p:cNvSpPr txBox="1"/>
          <p:nvPr/>
        </p:nvSpPr>
        <p:spPr>
          <a:xfrm>
            <a:off x="447496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75" name="Google Shape;1075;g1f3daf8a844_0_64"/>
          <p:cNvSpPr txBox="1"/>
          <p:nvPr/>
        </p:nvSpPr>
        <p:spPr>
          <a:xfrm>
            <a:off x="612189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076" name="Google Shape;1076;g1f3daf8a844_0_64"/>
          <p:cNvCxnSpPr/>
          <p:nvPr/>
        </p:nvCxnSpPr>
        <p:spPr>
          <a:xfrm>
            <a:off x="1181088"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77" name="Google Shape;1077;g1f3daf8a844_0_64"/>
          <p:cNvSpPr txBox="1"/>
          <p:nvPr/>
        </p:nvSpPr>
        <p:spPr>
          <a:xfrm>
            <a:off x="4030829" y="21960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4700" b="0" i="0" u="none" strike="noStrike" cap="none">
              <a:solidFill>
                <a:srgbClr val="ED1C24"/>
              </a:solidFill>
              <a:latin typeface="Jost"/>
              <a:ea typeface="Jost"/>
              <a:cs typeface="Jost"/>
              <a:sym typeface="Jost"/>
            </a:endParaRPr>
          </a:p>
        </p:txBody>
      </p:sp>
      <p:sp>
        <p:nvSpPr>
          <p:cNvPr id="1078" name="Google Shape;1078;g1f3daf8a844_0_64"/>
          <p:cNvSpPr txBox="1"/>
          <p:nvPr/>
        </p:nvSpPr>
        <p:spPr>
          <a:xfrm>
            <a:off x="5121399" y="216112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i</a:t>
            </a:r>
            <a:endParaRPr sz="4700" b="0" i="0" u="none" strike="noStrike" cap="none">
              <a:solidFill>
                <a:srgbClr val="00904C"/>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2d0c7d50d9e_0_7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5" name="Google Shape;1085;g2d0c7d50d9e_0_7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6" name="Google Shape;1086;g2d0c7d50d9e_0_74"/>
          <p:cNvGrpSpPr/>
          <p:nvPr/>
        </p:nvGrpSpPr>
        <p:grpSpPr>
          <a:xfrm>
            <a:off x="3024000" y="209875"/>
            <a:ext cx="3096000" cy="454800"/>
            <a:chOff x="3024000" y="209875"/>
            <a:chExt cx="3096000" cy="454800"/>
          </a:xfrm>
        </p:grpSpPr>
        <p:sp>
          <p:nvSpPr>
            <p:cNvPr id="1087" name="Google Shape;1087;g2d0c7d50d9e_0_7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8" name="Google Shape;1088;g2d0c7d50d9e_0_7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9" name="Google Shape;1089;g2d0c7d50d9e_0_7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90" name="Google Shape;1090;g2d0c7d50d9e_0_74"/>
          <p:cNvSpPr txBox="1">
            <a:spLocks noGrp="1"/>
          </p:cNvSpPr>
          <p:nvPr>
            <p:ph type="subTitle" idx="4294967295"/>
          </p:nvPr>
        </p:nvSpPr>
        <p:spPr>
          <a:xfrm>
            <a:off x="11810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three throb thr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sh spring sprig spree sprint spr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in</a:t>
            </a:r>
            <a:endParaRPr sz="1800" b="0" i="0" u="none" strike="noStrike" cap="none">
              <a:solidFill>
                <a:srgbClr val="B7B7B7"/>
              </a:solidFill>
              <a:latin typeface="Jost"/>
              <a:ea typeface="Jost"/>
              <a:cs typeface="Jost"/>
              <a:sym typeface="Jost"/>
            </a:endParaRPr>
          </a:p>
        </p:txBody>
      </p:sp>
      <p:cxnSp>
        <p:nvCxnSpPr>
          <p:cNvPr id="1091" name="Google Shape;1091;g2d0c7d50d9e_0_7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2" name="Google Shape;1092;g2d0c7d50d9e_0_7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3" name="Google Shape;1093;g2d0c7d50d9e_0_7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4" name="Google Shape;1094;g2d0c7d50d9e_0_7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5" name="Google Shape;1095;g2d0c7d50d9e_0_7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6" name="Google Shape;1096;g2d0c7d50d9e_0_74"/>
          <p:cNvCxnSpPr/>
          <p:nvPr/>
        </p:nvCxnSpPr>
        <p:spPr>
          <a:xfrm>
            <a:off x="1181088"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7" name="Google Shape;1097;g2d0c7d50d9e_0_74"/>
          <p:cNvSpPr txBox="1"/>
          <p:nvPr/>
        </p:nvSpPr>
        <p:spPr>
          <a:xfrm>
            <a:off x="200456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8" name="Google Shape;1098;g2d0c7d50d9e_0_74"/>
          <p:cNvSpPr txBox="1"/>
          <p:nvPr/>
        </p:nvSpPr>
        <p:spPr>
          <a:xfrm>
            <a:off x="529842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099" name="Google Shape;1099;g2d0c7d50d9e_0_7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th</a:t>
            </a:r>
            <a:endParaRPr sz="5500" b="0" i="0" u="none" strike="noStrike" cap="none">
              <a:solidFill>
                <a:srgbClr val="FFD400"/>
              </a:solidFill>
              <a:latin typeface="Jost"/>
              <a:ea typeface="Jost"/>
              <a:cs typeface="Jost"/>
              <a:sym typeface="Jost"/>
            </a:endParaRPr>
          </a:p>
        </p:txBody>
      </p:sp>
      <p:sp>
        <p:nvSpPr>
          <p:cNvPr id="1100" name="Google Shape;1100;g2d0c7d50d9e_0_74"/>
          <p:cNvSpPr txBox="1"/>
          <p:nvPr/>
        </p:nvSpPr>
        <p:spPr>
          <a:xfrm>
            <a:off x="282803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01" name="Google Shape;1101;g2d0c7d50d9e_0_74"/>
          <p:cNvSpPr txBox="1"/>
          <p:nvPr/>
        </p:nvSpPr>
        <p:spPr>
          <a:xfrm>
            <a:off x="365149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02" name="Google Shape;1102;g2d0c7d50d9e_0_7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03" name="Google Shape;1103;g2d0c7d50d9e_0_74"/>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04" name="Google Shape;1104;g2d0c7d50d9e_0_7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05" name="Google Shape;1105;g2d0c7d50d9e_0_74"/>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06" name="Google Shape;1106;g2d0c7d50d9e_0_7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00904D"/>
              </a:solidFill>
              <a:latin typeface="Jost"/>
              <a:ea typeface="Jost"/>
              <a:cs typeface="Jost"/>
              <a:sym typeface="Jost"/>
            </a:endParaRPr>
          </a:p>
        </p:txBody>
      </p:sp>
      <p:sp>
        <p:nvSpPr>
          <p:cNvPr id="1107" name="Google Shape;1107;g2d0c7d50d9e_0_74"/>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00904D"/>
              </a:solidFill>
              <a:latin typeface="Jost"/>
              <a:ea typeface="Jost"/>
              <a:cs typeface="Jost"/>
              <a:sym typeface="Jost"/>
            </a:endParaRPr>
          </a:p>
        </p:txBody>
      </p:sp>
      <p:sp>
        <p:nvSpPr>
          <p:cNvPr id="1108" name="Google Shape;1108;g2d0c7d50d9e_0_74"/>
          <p:cNvSpPr txBox="1"/>
          <p:nvPr/>
        </p:nvSpPr>
        <p:spPr>
          <a:xfrm>
            <a:off x="447496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09" name="Google Shape;1109;g2d0c7d50d9e_0_74"/>
          <p:cNvSpPr txBox="1"/>
          <p:nvPr/>
        </p:nvSpPr>
        <p:spPr>
          <a:xfrm>
            <a:off x="612189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10" name="Google Shape;1110;g2d0c7d50d9e_0_74"/>
          <p:cNvSpPr txBox="1"/>
          <p:nvPr/>
        </p:nvSpPr>
        <p:spPr>
          <a:xfrm>
            <a:off x="4030829" y="21960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ED1C24"/>
                </a:solidFill>
                <a:latin typeface="Poppins"/>
                <a:ea typeface="Poppins"/>
                <a:cs typeface="Poppins"/>
                <a:sym typeface="Poppins"/>
              </a:rPr>
              <a:t>a</a:t>
            </a:r>
            <a:endParaRPr sz="4700" b="0" i="0" u="none" strike="noStrike" cap="none">
              <a:solidFill>
                <a:srgbClr val="ED1C24"/>
              </a:solidFill>
              <a:latin typeface="Jost"/>
              <a:ea typeface="Jost"/>
              <a:cs typeface="Jost"/>
              <a:sym typeface="Jost"/>
            </a:endParaRPr>
          </a:p>
        </p:txBody>
      </p:sp>
      <p:sp>
        <p:nvSpPr>
          <p:cNvPr id="1111" name="Google Shape;1111;g2d0c7d50d9e_0_74"/>
          <p:cNvSpPr txBox="1"/>
          <p:nvPr/>
        </p:nvSpPr>
        <p:spPr>
          <a:xfrm>
            <a:off x="5121399" y="216112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700" b="0" i="0" u="none" strike="noStrike" cap="none">
                <a:solidFill>
                  <a:srgbClr val="00904C"/>
                </a:solidFill>
                <a:latin typeface="Poppins"/>
                <a:ea typeface="Poppins"/>
                <a:cs typeface="Poppins"/>
                <a:sym typeface="Poppins"/>
              </a:rPr>
              <a:t>a</a:t>
            </a:r>
            <a:r>
              <a:rPr lang="en-US" sz="5500" b="0" i="0" u="none" strike="noStrike" cap="none">
                <a:solidFill>
                  <a:srgbClr val="00904C"/>
                </a:solidFill>
                <a:latin typeface="Jost"/>
                <a:ea typeface="Jost"/>
                <a:cs typeface="Jost"/>
                <a:sym typeface="Jost"/>
              </a:rPr>
              <a:t>i</a:t>
            </a:r>
            <a:endParaRPr sz="4700" b="0" i="0" u="none" strike="noStrike" cap="none">
              <a:solidFill>
                <a:srgbClr val="00904C"/>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469</Words>
  <Application>Microsoft Office PowerPoint</Application>
  <PresentationFormat>On-screen Show (4:3)</PresentationFormat>
  <Paragraphs>146</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Poppins Medium</vt:lpstr>
      <vt:lpstr>Jost</vt:lpstr>
      <vt:lpstr>Poppins SemiBold</vt:lpstr>
      <vt:lpstr>Poppins</vt:lpstr>
      <vt:lpstr>Nunito Black</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Alphabet Song</vt:lpstr>
      <vt:lpstr>Hear Phonemes</vt:lpstr>
      <vt:lpstr>Hear Phonemes</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2026-05-20T02:23:57Z</dcterms:modified>
</cp:coreProperties>
</file>