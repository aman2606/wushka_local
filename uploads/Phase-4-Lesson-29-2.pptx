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e6MWWjtyIFV+IWcWe3GhYD/Zn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865785D-12F8-46A6-AC99-A2517AAFF7A7}">
  <a:tblStyle styleId="{7865785D-12F8-46A6-AC99-A2517AAFF7A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4" name="Google Shape;77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d0c4fcac99_0_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d0c4fcac99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d0c4fcac99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d0c4fcac99_0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d0c4fcac99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d0c4fcac99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d0c4fcac99_0_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2d0c4fcac99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2d0c4fcac99_0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1" name="Google Shape;106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2d0c4fcac99_0_10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g2d0c4fcac99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g2d0c4fcac99_0_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4"/>
            <a:ext cx="4850100" cy="16740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5664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6" name="Google Shape;46;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7" name="Google Shape;47;p15"/>
          <p:cNvCxnSpPr/>
          <p:nvPr/>
        </p:nvCxnSpPr>
        <p:spPr>
          <a:xfrm>
            <a:off x="865586" y="3459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8" name="Google Shape;48;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9" name="Google Shape;49;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323576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3" name="Google Shape;63;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323576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1" name="Google Shape;91;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Two Syllable Words</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6 - Thursday</a:t>
            </a:r>
            <a:endParaRPr sz="1800" b="0" i="0" u="none" strike="noStrike" cap="none">
              <a:solidFill>
                <a:srgbClr val="8DC63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29</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8" name="Google Shape;25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59" name="Google Shape;259;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0" name="Google Shape;260;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3" name="Google Shape;263;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8" name="Google Shape;268;g2c157a2fb06_0_53"/>
          <p:cNvGrpSpPr/>
          <p:nvPr/>
        </p:nvGrpSpPr>
        <p:grpSpPr>
          <a:xfrm>
            <a:off x="1403031" y="6958923"/>
            <a:ext cx="6774848" cy="1291477"/>
            <a:chOff x="717231" y="7263723"/>
            <a:chExt cx="6774848" cy="1291477"/>
          </a:xfrm>
        </p:grpSpPr>
        <p:sp>
          <p:nvSpPr>
            <p:cNvPr id="269" name="Google Shape;269;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7" name="Google Shape;277;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0" name="Google Shape;28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1" name="Google Shape;28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2" name="Google Shape;282;g2c157a2fb06_0_53"/>
          <p:cNvGrpSpPr/>
          <p:nvPr/>
        </p:nvGrpSpPr>
        <p:grpSpPr>
          <a:xfrm>
            <a:off x="662575" y="6212475"/>
            <a:ext cx="586800" cy="571500"/>
            <a:chOff x="662575" y="6212475"/>
            <a:chExt cx="586800" cy="571500"/>
          </a:xfrm>
        </p:grpSpPr>
        <p:sp>
          <p:nvSpPr>
            <p:cNvPr id="283" name="Google Shape;28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6" name="Google Shape;286;g2c157a2fb06_0_53"/>
          <p:cNvGrpSpPr/>
          <p:nvPr/>
        </p:nvGrpSpPr>
        <p:grpSpPr>
          <a:xfrm>
            <a:off x="7894350" y="6212475"/>
            <a:ext cx="586800" cy="571500"/>
            <a:chOff x="7894350" y="6212475"/>
            <a:chExt cx="586800" cy="571500"/>
          </a:xfrm>
        </p:grpSpPr>
        <p:sp>
          <p:nvSpPr>
            <p:cNvPr id="287" name="Google Shape;28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7" name="Google Shape;32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8" name="Google Shape;328;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9" name="Google Shape;329;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a:spLocks noGrp="1"/>
          </p:cNvSpPr>
          <p:nvPr>
            <p:ph type="pic" idx="7"/>
          </p:nvPr>
        </p:nvSpPr>
        <p:spPr>
          <a:xfrm>
            <a:off x="5086375" y="4412425"/>
            <a:ext cx="2668800" cy="1291500"/>
          </a:xfrm>
          <a:prstGeom prst="rect">
            <a:avLst/>
          </a:prstGeom>
          <a:noFill/>
          <a:ln>
            <a:noFill/>
          </a:ln>
        </p:spPr>
      </p:sp>
      <p:sp>
        <p:nvSpPr>
          <p:cNvPr id="335" name="Google Shape;335;g2c157a2fb06_0_263"/>
          <p:cNvSpPr>
            <a:spLocks noGrp="1"/>
          </p:cNvSpPr>
          <p:nvPr>
            <p:ph type="pic" idx="8"/>
          </p:nvPr>
        </p:nvSpPr>
        <p:spPr>
          <a:xfrm>
            <a:off x="5086375" y="797675"/>
            <a:ext cx="2668800" cy="1291500"/>
          </a:xfrm>
          <a:prstGeom prst="rect">
            <a:avLst/>
          </a:prstGeom>
          <a:noFill/>
          <a:ln>
            <a:noFill/>
          </a:ln>
        </p:spPr>
      </p:sp>
      <p:sp>
        <p:nvSpPr>
          <p:cNvPr id="336" name="Google Shape;336;g2c157a2fb06_0_263"/>
          <p:cNvSpPr>
            <a:spLocks noGrp="1"/>
          </p:cNvSpPr>
          <p:nvPr>
            <p:ph type="pic" idx="9"/>
          </p:nvPr>
        </p:nvSpPr>
        <p:spPr>
          <a:xfrm>
            <a:off x="5086375" y="2002592"/>
            <a:ext cx="2668800" cy="1291500"/>
          </a:xfrm>
          <a:prstGeom prst="rect">
            <a:avLst/>
          </a:prstGeom>
          <a:noFill/>
          <a:ln>
            <a:noFill/>
          </a:ln>
        </p:spPr>
      </p:sp>
      <p:sp>
        <p:nvSpPr>
          <p:cNvPr id="337" name="Google Shape;337;g2c157a2fb06_0_263"/>
          <p:cNvSpPr>
            <a:spLocks noGrp="1"/>
          </p:cNvSpPr>
          <p:nvPr>
            <p:ph type="pic" idx="13"/>
          </p:nvPr>
        </p:nvSpPr>
        <p:spPr>
          <a:xfrm>
            <a:off x="5086375" y="3207508"/>
            <a:ext cx="2668800" cy="1291500"/>
          </a:xfrm>
          <a:prstGeom prst="rect">
            <a:avLst/>
          </a:prstGeom>
          <a:noFill/>
          <a:ln>
            <a:noFill/>
          </a:ln>
        </p:spPr>
      </p:sp>
      <p:sp>
        <p:nvSpPr>
          <p:cNvPr id="338" name="Google Shape;338;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2" name="Google Shape;44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5" name="Google Shape;44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825"/>
          <p:cNvGrpSpPr/>
          <p:nvPr/>
        </p:nvGrpSpPr>
        <p:grpSpPr>
          <a:xfrm>
            <a:off x="662575" y="6212475"/>
            <a:ext cx="586800" cy="571500"/>
            <a:chOff x="662575" y="6212475"/>
            <a:chExt cx="586800" cy="571500"/>
          </a:xfrm>
        </p:grpSpPr>
        <p:sp>
          <p:nvSpPr>
            <p:cNvPr id="448" name="Google Shape;44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825"/>
          <p:cNvGrpSpPr/>
          <p:nvPr/>
        </p:nvGrpSpPr>
        <p:grpSpPr>
          <a:xfrm>
            <a:off x="7894350" y="6212475"/>
            <a:ext cx="586800" cy="571500"/>
            <a:chOff x="7894350" y="6212475"/>
            <a:chExt cx="586800" cy="571500"/>
          </a:xfrm>
        </p:grpSpPr>
        <p:sp>
          <p:nvSpPr>
            <p:cNvPr id="452" name="Google Shape;45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5"/>
        <p:cNvGrpSpPr/>
        <p:nvPr/>
      </p:nvGrpSpPr>
      <p:grpSpPr>
        <a:xfrm>
          <a:off x="0" y="0"/>
          <a:ext cx="0" cy="0"/>
          <a:chOff x="0" y="0"/>
          <a:chExt cx="0" cy="0"/>
        </a:xfrm>
      </p:grpSpPr>
      <p:sp>
        <p:nvSpPr>
          <p:cNvPr id="456" name="Google Shape;456;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7" name="Google Shape;46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0" name="Google Shape;47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1" name="Google Shape;47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2" name="Google Shape;47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700"/>
          <p:cNvGrpSpPr/>
          <p:nvPr/>
        </p:nvGrpSpPr>
        <p:grpSpPr>
          <a:xfrm>
            <a:off x="662575" y="6212475"/>
            <a:ext cx="586800" cy="571500"/>
            <a:chOff x="662575" y="6212475"/>
            <a:chExt cx="586800" cy="571500"/>
          </a:xfrm>
        </p:grpSpPr>
        <p:sp>
          <p:nvSpPr>
            <p:cNvPr id="487" name="Google Shape;48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700"/>
          <p:cNvGrpSpPr/>
          <p:nvPr/>
        </p:nvGrpSpPr>
        <p:grpSpPr>
          <a:xfrm>
            <a:off x="7894350" y="6212475"/>
            <a:ext cx="586800" cy="571500"/>
            <a:chOff x="7894350" y="6212475"/>
            <a:chExt cx="586800" cy="571500"/>
          </a:xfrm>
        </p:grpSpPr>
        <p:sp>
          <p:nvSpPr>
            <p:cNvPr id="491" name="Google Shape;49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4"/>
        <p:cNvGrpSpPr/>
        <p:nvPr/>
      </p:nvGrpSpPr>
      <p:grpSpPr>
        <a:xfrm>
          <a:off x="0" y="0"/>
          <a:ext cx="0" cy="0"/>
          <a:chOff x="0" y="0"/>
          <a:chExt cx="0" cy="0"/>
        </a:xfrm>
      </p:grpSpPr>
      <p:sp>
        <p:nvSpPr>
          <p:cNvPr id="495" name="Google Shape;495;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7" name="Google Shape;49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2" name="Google Shape;50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3" name="Google Shape;50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4" name="Google Shape;51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5" name="Google Shape;51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6" name="Google Shape;51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7" name="Google Shape;51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5" name="Google Shape;525;g2c157a2fb06_0_932"/>
          <p:cNvGrpSpPr/>
          <p:nvPr/>
        </p:nvGrpSpPr>
        <p:grpSpPr>
          <a:xfrm>
            <a:off x="662575" y="6212475"/>
            <a:ext cx="586800" cy="571500"/>
            <a:chOff x="662575" y="6212475"/>
            <a:chExt cx="586800" cy="571500"/>
          </a:xfrm>
        </p:grpSpPr>
        <p:sp>
          <p:nvSpPr>
            <p:cNvPr id="526" name="Google Shape;52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9" name="Google Shape;529;g2c157a2fb06_0_932"/>
          <p:cNvGrpSpPr/>
          <p:nvPr/>
        </p:nvGrpSpPr>
        <p:grpSpPr>
          <a:xfrm>
            <a:off x="7894350" y="6212475"/>
            <a:ext cx="586800" cy="571500"/>
            <a:chOff x="7894350" y="6212475"/>
            <a:chExt cx="586800" cy="571500"/>
          </a:xfrm>
        </p:grpSpPr>
        <p:sp>
          <p:nvSpPr>
            <p:cNvPr id="530" name="Google Shape;53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3"/>
        <p:cNvGrpSpPr/>
        <p:nvPr/>
      </p:nvGrpSpPr>
      <p:grpSpPr>
        <a:xfrm>
          <a:off x="0" y="0"/>
          <a:ext cx="0" cy="0"/>
          <a:chOff x="0" y="0"/>
          <a:chExt cx="0" cy="0"/>
        </a:xfrm>
      </p:grpSpPr>
      <p:sp>
        <p:nvSpPr>
          <p:cNvPr id="534" name="Google Shape;534;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6" name="Google Shape;53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7" name="Google Shape;537;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1" name="Google Shape;54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2" name="Google Shape;54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3" name="Google Shape;54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6" name="Google Shape;55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7" name="Google Shape;55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59" name="Google Shape;55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0" name="Google Shape;56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1" name="Google Shape;561;g2c157a2fb06_0_1045"/>
          <p:cNvGrpSpPr/>
          <p:nvPr/>
        </p:nvGrpSpPr>
        <p:grpSpPr>
          <a:xfrm>
            <a:off x="662575" y="6212475"/>
            <a:ext cx="586800" cy="571500"/>
            <a:chOff x="662575" y="6212475"/>
            <a:chExt cx="586800" cy="571500"/>
          </a:xfrm>
        </p:grpSpPr>
        <p:sp>
          <p:nvSpPr>
            <p:cNvPr id="562" name="Google Shape;56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5" name="Google Shape;565;g2c157a2fb06_0_1045"/>
          <p:cNvGrpSpPr/>
          <p:nvPr/>
        </p:nvGrpSpPr>
        <p:grpSpPr>
          <a:xfrm>
            <a:off x="7894350" y="6212475"/>
            <a:ext cx="586800" cy="571500"/>
            <a:chOff x="7894350" y="6212475"/>
            <a:chExt cx="586800" cy="571500"/>
          </a:xfrm>
        </p:grpSpPr>
        <p:sp>
          <p:nvSpPr>
            <p:cNvPr id="566" name="Google Shape;56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69"/>
        <p:cNvGrpSpPr/>
        <p:nvPr/>
      </p:nvGrpSpPr>
      <p:grpSpPr>
        <a:xfrm>
          <a:off x="0" y="0"/>
          <a:ext cx="0" cy="0"/>
          <a:chOff x="0" y="0"/>
          <a:chExt cx="0" cy="0"/>
        </a:xfrm>
      </p:grpSpPr>
      <p:sp>
        <p:nvSpPr>
          <p:cNvPr id="570" name="Google Shape;570;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2" name="Google Shape;57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3" name="Google Shape;573;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6" name="Google Shape;57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0" name="Google Shape;580;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1" name="Google Shape;581;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2" name="Google Shape;582;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6" name="Google Shape;586;g2c157a2fb06_0_1110"/>
          <p:cNvGrpSpPr/>
          <p:nvPr/>
        </p:nvGrpSpPr>
        <p:grpSpPr>
          <a:xfrm>
            <a:off x="5806200" y="1807463"/>
            <a:ext cx="756300" cy="146700"/>
            <a:chOff x="5806200" y="1807463"/>
            <a:chExt cx="756300" cy="146700"/>
          </a:xfrm>
        </p:grpSpPr>
        <p:sp>
          <p:nvSpPr>
            <p:cNvPr id="587" name="Google Shape;58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0" name="Google Shape;59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1" name="Google Shape;59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2" name="Google Shape;592;g2c157a2fb06_0_1110"/>
          <p:cNvGrpSpPr/>
          <p:nvPr/>
        </p:nvGrpSpPr>
        <p:grpSpPr>
          <a:xfrm>
            <a:off x="5806200" y="2842438"/>
            <a:ext cx="756300" cy="146700"/>
            <a:chOff x="5806200" y="1807463"/>
            <a:chExt cx="756300" cy="146700"/>
          </a:xfrm>
        </p:grpSpPr>
        <p:sp>
          <p:nvSpPr>
            <p:cNvPr id="593" name="Google Shape;593;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5806200" y="387741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0" name="Google Shape;600;g2c157a2fb06_0_1110"/>
          <p:cNvGrpSpPr/>
          <p:nvPr/>
        </p:nvGrpSpPr>
        <p:grpSpPr>
          <a:xfrm>
            <a:off x="662575" y="6212475"/>
            <a:ext cx="586800" cy="571500"/>
            <a:chOff x="662575" y="6212475"/>
            <a:chExt cx="586800" cy="571500"/>
          </a:xfrm>
        </p:grpSpPr>
        <p:sp>
          <p:nvSpPr>
            <p:cNvPr id="601" name="Google Shape;60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4" name="Google Shape;604;g2c157a2fb06_0_1110"/>
          <p:cNvGrpSpPr/>
          <p:nvPr/>
        </p:nvGrpSpPr>
        <p:grpSpPr>
          <a:xfrm>
            <a:off x="7894350" y="6212475"/>
            <a:ext cx="586800" cy="571500"/>
            <a:chOff x="7894350" y="6212475"/>
            <a:chExt cx="586800" cy="571500"/>
          </a:xfrm>
        </p:grpSpPr>
        <p:sp>
          <p:nvSpPr>
            <p:cNvPr id="605" name="Google Shape;60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8"/>
        <p:cNvGrpSpPr/>
        <p:nvPr/>
      </p:nvGrpSpPr>
      <p:grpSpPr>
        <a:xfrm>
          <a:off x="0" y="0"/>
          <a:ext cx="0" cy="0"/>
          <a:chOff x="0" y="0"/>
          <a:chExt cx="0" cy="0"/>
        </a:xfrm>
      </p:grpSpPr>
      <p:sp>
        <p:nvSpPr>
          <p:cNvPr id="609" name="Google Shape;609;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1" name="Google Shape;611;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2" name="Google Shape;612;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6" name="Google Shape;616;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f1f75ecdd_0_56"/>
          <p:cNvGrpSpPr/>
          <p:nvPr/>
        </p:nvGrpSpPr>
        <p:grpSpPr>
          <a:xfrm>
            <a:off x="662575" y="6212475"/>
            <a:ext cx="586800" cy="571500"/>
            <a:chOff x="662575" y="6212475"/>
            <a:chExt cx="586800" cy="571500"/>
          </a:xfrm>
        </p:grpSpPr>
        <p:sp>
          <p:nvSpPr>
            <p:cNvPr id="622" name="Google Shape;622;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f1f75ecdd_0_56"/>
          <p:cNvGrpSpPr/>
          <p:nvPr/>
        </p:nvGrpSpPr>
        <p:grpSpPr>
          <a:xfrm>
            <a:off x="7894350" y="6212475"/>
            <a:ext cx="586800" cy="571500"/>
            <a:chOff x="7894350" y="6212475"/>
            <a:chExt cx="586800" cy="571500"/>
          </a:xfrm>
        </p:grpSpPr>
        <p:sp>
          <p:nvSpPr>
            <p:cNvPr id="626" name="Google Shape;626;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0" name="Google Shape;630;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1" name="Google Shape;631;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2" name="Google Shape;632;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3" name="Google Shape;633;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4" name="Google Shape;634;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6" name="Google Shape;636;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7" name="Google Shape;637;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8" name="Google Shape;638;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2" name="Google Shape;642;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3" name="Google Shape;643;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4" name="Google Shape;644;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6" name="Google Shape;646;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7" name="Google Shape;647;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0" name="Google Shape;650;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1" name="Google Shape;651;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2" name="Google Shape;652;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3" name="Google Shape;653;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7.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5.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8.xml.rels><?xml version="1.0" encoding="UTF-8" standalone="yes"?>
<Relationships xmlns="http://schemas.openxmlformats.org/package/2006/relationships"><Relationship Id="rId3" Type="http://schemas.openxmlformats.org/officeDocument/2006/relationships/image" Target="../media/image11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Two Syllable Words</a:t>
            </a:r>
            <a:endParaRPr sz="3000"/>
          </a:p>
        </p:txBody>
      </p:sp>
      <p:sp>
        <p:nvSpPr>
          <p:cNvPr id="715" name="Google Shape;715;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29</a:t>
            </a:r>
            <a:endParaRPr/>
          </a:p>
        </p:txBody>
      </p:sp>
      <p:sp>
        <p:nvSpPr>
          <p:cNvPr id="718" name="Google Shape;718;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9" name="Google Shape;719;p1"/>
          <p:cNvPicPr preferRelativeResize="0"/>
          <p:nvPr/>
        </p:nvPicPr>
        <p:blipFill rotWithShape="1">
          <a:blip r:embed="rId3">
            <a:alphaModFix/>
          </a:blip>
          <a:srcRect/>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0" name="Google Shape;720;p1"/>
          <p:cNvPicPr preferRelativeResize="0"/>
          <p:nvPr/>
        </p:nvPicPr>
        <p:blipFill rotWithShape="1">
          <a:blip r:embed="rId4">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1" name="Google Shape;721;p1"/>
          <p:cNvGraphicFramePr/>
          <p:nvPr/>
        </p:nvGraphicFramePr>
        <p:xfrm>
          <a:off x="4844200" y="1891197"/>
          <a:ext cx="3785000" cy="1678950"/>
        </p:xfrm>
        <a:graphic>
          <a:graphicData uri="http://schemas.openxmlformats.org/drawingml/2006/table">
            <a:tbl>
              <a:tblPr firstRow="1" bandRow="1">
                <a:noFill/>
                <a:tableStyleId>{7865785D-12F8-46A6-AC99-A2517AAFF7A7}</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28" name="Google Shape;728;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29" name="Google Shape;729;g2bee4f4af4b_0_204"/>
          <p:cNvPicPr preferRelativeResize="0"/>
          <p:nvPr/>
        </p:nvPicPr>
        <p:blipFill rotWithShape="1">
          <a:blip r:embed="rId3">
            <a:alphaModFix/>
          </a:blip>
          <a:srcRect l="89" r="79"/>
          <a:stretch/>
        </p:blipFill>
        <p:spPr>
          <a:xfrm>
            <a:off x="1155831" y="4169988"/>
            <a:ext cx="813600" cy="977432"/>
          </a:xfrm>
          <a:prstGeom prst="rect">
            <a:avLst/>
          </a:prstGeom>
          <a:noFill/>
          <a:ln>
            <a:noFill/>
          </a:ln>
          <a:effectLst>
            <a:outerShdw blurRad="71438" dist="19050" dir="5220000" algn="bl" rotWithShape="0">
              <a:srgbClr val="D8D8D8"/>
            </a:outerShdw>
          </a:effectLst>
        </p:spPr>
      </p:pic>
      <p:sp>
        <p:nvSpPr>
          <p:cNvPr id="730" name="Google Shape;730;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3176349" y="5256525"/>
            <a:ext cx="152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5">
            <a:alphaModFix/>
          </a:blip>
          <a:srcRect/>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36" name="Google Shape;73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two syllable words containing adjacent consonants.</a:t>
            </a:r>
            <a:endParaRPr/>
          </a:p>
        </p:txBody>
      </p:sp>
      <p:sp>
        <p:nvSpPr>
          <p:cNvPr id="737" name="Google Shape;737;g2bee4f4af4b_0_204"/>
          <p:cNvSpPr txBox="1">
            <a:spLocks noGrp="1"/>
          </p:cNvSpPr>
          <p:nvPr>
            <p:ph type="body" idx="2"/>
          </p:nvPr>
        </p:nvSpPr>
        <p:spPr>
          <a:xfrm>
            <a:off x="3298550" y="1785454"/>
            <a:ext cx="4850100" cy="16740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3 Common Exception Words </a:t>
            </a:r>
            <a:r>
              <a:rPr lang="en-US">
                <a:solidFill>
                  <a:srgbClr val="2356AF"/>
                </a:solidFill>
              </a:rPr>
              <a:t>push they me we be he she my by looked you are there here were all sure.</a:t>
            </a:r>
            <a:endParaRPr>
              <a:solidFill>
                <a:srgbClr val="2356AF"/>
              </a:solidFill>
            </a:endParaRPr>
          </a:p>
        </p:txBody>
      </p:sp>
      <p:sp>
        <p:nvSpPr>
          <p:cNvPr id="738" name="Google Shape;738;g2bee4f4af4b_0_204">
            <a:hlinkClick r:id="rId6" action="ppaction://hlinksldjump"/>
          </p:cNvPr>
          <p:cNvSpPr/>
          <p:nvPr/>
        </p:nvSpPr>
        <p:spPr>
          <a:xfrm>
            <a:off x="2264893" y="376892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bee4f4af4b_0_204">
            <a:hlinkClick r:id="rId7" action="ppaction://hlinksldjump"/>
          </p:cNvPr>
          <p:cNvSpPr/>
          <p:nvPr/>
        </p:nvSpPr>
        <p:spPr>
          <a:xfrm>
            <a:off x="3343800" y="382883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g2bee4f4af4b_0_204">
            <a:hlinkClick r:id="rId8" action="ppaction://hlinksldjump"/>
          </p:cNvPr>
          <p:cNvSpPr/>
          <p:nvPr/>
        </p:nvSpPr>
        <p:spPr>
          <a:xfrm>
            <a:off x="1008118"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7" name="Google Shape;747;g26b641b03cd_0_165"/>
          <p:cNvGrpSpPr/>
          <p:nvPr/>
        </p:nvGrpSpPr>
        <p:grpSpPr>
          <a:xfrm>
            <a:off x="930400" y="2129444"/>
            <a:ext cx="7283200" cy="3724851"/>
            <a:chOff x="930400" y="2129444"/>
            <a:chExt cx="7283200" cy="3724851"/>
          </a:xfrm>
        </p:grpSpPr>
        <p:pic>
          <p:nvPicPr>
            <p:cNvPr id="748" name="Google Shape;74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7" name="Google Shape;77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7" name="Google Shape;78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12" name="Google Shape;812;g26b7edf6e71_0_109"/>
          <p:cNvGrpSpPr/>
          <p:nvPr/>
        </p:nvGrpSpPr>
        <p:grpSpPr>
          <a:xfrm>
            <a:off x="865957" y="2135925"/>
            <a:ext cx="7282807" cy="2686611"/>
            <a:chOff x="867357" y="2129450"/>
            <a:chExt cx="7282807" cy="2686611"/>
          </a:xfrm>
        </p:grpSpPr>
        <p:pic>
          <p:nvPicPr>
            <p:cNvPr id="813" name="Google Shape;81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3" name="Google Shape;833;g2c298d33e0c_0_6"/>
          <p:cNvGrpSpPr/>
          <p:nvPr/>
        </p:nvGrpSpPr>
        <p:grpSpPr>
          <a:xfrm>
            <a:off x="866900" y="2155300"/>
            <a:ext cx="7281864" cy="2684601"/>
            <a:chOff x="868300" y="2129450"/>
            <a:chExt cx="7281864" cy="2684601"/>
          </a:xfrm>
        </p:grpSpPr>
        <p:pic>
          <p:nvPicPr>
            <p:cNvPr id="834" name="Google Shape;83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8" name="Google Shape;83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6b94af6077_0_0"/>
          <p:cNvSpPr txBox="1">
            <a:spLocks noGrp="1"/>
          </p:cNvSpPr>
          <p:nvPr>
            <p:ph type="title"/>
          </p:nvPr>
        </p:nvSpPr>
        <p:spPr>
          <a:xfrm>
            <a:off x="993875" y="582900"/>
            <a:ext cx="71562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 do little</a:t>
            </a:r>
            <a:r>
              <a:rPr lang="en-US">
                <a:solidFill>
                  <a:schemeClr val="dk1"/>
                </a:solidFill>
              </a:rPr>
              <a:t>.</a:t>
            </a:r>
            <a:endParaRPr/>
          </a:p>
        </p:txBody>
      </p:sp>
      <p:pic>
        <p:nvPicPr>
          <p:cNvPr id="868" name="Google Shape;868;g26b94af6077_0_0"/>
          <p:cNvPicPr preferRelativeResize="0"/>
          <p:nvPr/>
        </p:nvPicPr>
        <p:blipFill rotWithShape="1">
          <a:blip r:embed="rId3">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6b94af6077_0_0"/>
          <p:cNvPicPr preferRelativeResize="0"/>
          <p:nvPr/>
        </p:nvPicPr>
        <p:blipFill rotWithShape="1">
          <a:blip r:embed="rId4">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0" name="Google Shape;870;g26b94af6077_0_0"/>
          <p:cNvPicPr preferRelativeResize="0"/>
          <p:nvPr/>
        </p:nvPicPr>
        <p:blipFill rotWithShape="1">
          <a:blip r:embed="rId5">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6b94af6077_0_0"/>
          <p:cNvPicPr preferRelativeResize="0"/>
          <p:nvPr/>
        </p:nvPicPr>
        <p:blipFill rotWithShape="1">
          <a:blip r:embed="rId6">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6b94af6077_0_0"/>
          <p:cNvPicPr preferRelativeResize="0"/>
          <p:nvPr/>
        </p:nvPicPr>
        <p:blipFill rotWithShape="1">
          <a:blip r:embed="rId7">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6b94af6077_0_0"/>
          <p:cNvPicPr preferRelativeResize="0"/>
          <p:nvPr/>
        </p:nvPicPr>
        <p:blipFill rotWithShape="1">
          <a:blip r:embed="rId8">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74" name="Google Shape;874;g26b94af6077_0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1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6" name="Google Shape;876;g26b94af6077_0_0"/>
          <p:cNvPicPr preferRelativeResize="0"/>
          <p:nvPr/>
        </p:nvPicPr>
        <p:blipFill rotWithShape="1">
          <a:blip r:embed="rId1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6b94af6077_0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6b94af6077_0_0"/>
          <p:cNvPicPr preferRelativeResize="0"/>
          <p:nvPr/>
        </p:nvPicPr>
        <p:blipFill rotWithShape="1">
          <a:blip r:embed="rId14">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6" name="Google Shape;886;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7" name="Google Shape;887;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4" name="Google Shape;89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5" name="Google Shape;89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2" name="Google Shape;902;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3" name="Google Shape;903;g2c4feb0fda9_1_0"/>
          <p:cNvSpPr/>
          <p:nvPr/>
        </p:nvSpPr>
        <p:spPr>
          <a:xfrm>
            <a:off x="217904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4feb0fda9_1_0"/>
          <p:cNvSpPr/>
          <p:nvPr/>
        </p:nvSpPr>
        <p:spPr>
          <a:xfrm>
            <a:off x="265904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5" name="Google Shape;905;g2c4feb0fda9_1_0"/>
          <p:cNvSpPr/>
          <p:nvPr/>
        </p:nvSpPr>
        <p:spPr>
          <a:xfrm>
            <a:off x="313904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6" name="Google Shape;906;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7" name="Google Shape;907;g2c4feb0fda9_1_0"/>
          <p:cNvSpPr txBox="1">
            <a:spLocks noGrp="1"/>
          </p:cNvSpPr>
          <p:nvPr>
            <p:ph type="subTitle" idx="4294967295"/>
          </p:nvPr>
        </p:nvSpPr>
        <p:spPr>
          <a:xfrm>
            <a:off x="256939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f</a:t>
            </a:r>
            <a:endParaRPr sz="12500" b="0" i="0" u="none" strike="noStrike" cap="none">
              <a:solidFill>
                <a:srgbClr val="2356AF"/>
              </a:solidFill>
              <a:latin typeface="Jost"/>
              <a:ea typeface="Jost"/>
              <a:cs typeface="Jost"/>
              <a:sym typeface="Jost"/>
            </a:endParaRPr>
          </a:p>
        </p:txBody>
      </p:sp>
      <p:sp>
        <p:nvSpPr>
          <p:cNvPr id="908" name="Google Shape;908;g2c4feb0fda9_1_0"/>
          <p:cNvSpPr txBox="1">
            <a:spLocks noGrp="1"/>
          </p:cNvSpPr>
          <p:nvPr>
            <p:ph type="subTitle" idx="4294967295"/>
          </p:nvPr>
        </p:nvSpPr>
        <p:spPr>
          <a:xfrm>
            <a:off x="160934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r</a:t>
            </a:r>
            <a:endParaRPr sz="12500" b="0" i="0" u="none" strike="noStrike" cap="none">
              <a:solidFill>
                <a:srgbClr val="2356AF"/>
              </a:solidFill>
              <a:latin typeface="Jost"/>
              <a:ea typeface="Jost"/>
              <a:cs typeface="Jost"/>
              <a:sym typeface="Jost"/>
            </a:endParaRPr>
          </a:p>
        </p:txBody>
      </p:sp>
      <p:sp>
        <p:nvSpPr>
          <p:cNvPr id="909" name="Google Shape;909;g2c4feb0fda9_1_0"/>
          <p:cNvSpPr txBox="1">
            <a:spLocks noGrp="1"/>
          </p:cNvSpPr>
          <p:nvPr>
            <p:ph type="subTitle" idx="4294967295"/>
          </p:nvPr>
        </p:nvSpPr>
        <p:spPr>
          <a:xfrm>
            <a:off x="208937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ED1C24"/>
                </a:solidFill>
                <a:latin typeface="Jost"/>
                <a:ea typeface="Jost"/>
                <a:cs typeface="Jost"/>
                <a:sym typeface="Jost"/>
              </a:rPr>
              <a:t>i</a:t>
            </a:r>
            <a:endParaRPr sz="12500" b="0" i="0" u="none" strike="noStrike" cap="none">
              <a:solidFill>
                <a:srgbClr val="ED1C24"/>
              </a:solidFill>
              <a:latin typeface="Jost"/>
              <a:ea typeface="Jost"/>
              <a:cs typeface="Jost"/>
              <a:sym typeface="Jost"/>
            </a:endParaRPr>
          </a:p>
        </p:txBody>
      </p:sp>
      <p:sp>
        <p:nvSpPr>
          <p:cNvPr id="910" name="Google Shape;910;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6" name="Google Shape;916;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7" name="Google Shape;917;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8" name="Google Shape;918;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9" name="Google Shape;919;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0" name="Google Shape;920;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1" name="Google Shape;921;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2" name="Google Shape;922;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3" name="Google Shape;923;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7" name="Google Shape;927;g2c4feb0fda9_1_0"/>
          <p:cNvSpPr/>
          <p:nvPr/>
        </p:nvSpPr>
        <p:spPr>
          <a:xfrm>
            <a:off x="149324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eb0fda9_1_0"/>
          <p:cNvSpPr txBox="1">
            <a:spLocks noGrp="1"/>
          </p:cNvSpPr>
          <p:nvPr>
            <p:ph type="subTitle" idx="4294967295"/>
          </p:nvPr>
        </p:nvSpPr>
        <p:spPr>
          <a:xfrm>
            <a:off x="92354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d</a:t>
            </a:r>
            <a:endParaRPr sz="12500" b="0" i="0" u="none" strike="noStrike" cap="none">
              <a:solidFill>
                <a:srgbClr val="2356AF"/>
              </a:solidFill>
              <a:latin typeface="Jost"/>
              <a:ea typeface="Jost"/>
              <a:cs typeface="Jost"/>
              <a:sym typeface="Jost"/>
            </a:endParaRPr>
          </a:p>
        </p:txBody>
      </p:sp>
      <p:sp>
        <p:nvSpPr>
          <p:cNvPr id="929" name="Google Shape;929;g2c4feb0fda9_1_0"/>
          <p:cNvSpPr/>
          <p:nvPr/>
        </p:nvSpPr>
        <p:spPr>
          <a:xfrm>
            <a:off x="36618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4feb0fda9_1_0"/>
          <p:cNvSpPr txBox="1">
            <a:spLocks noGrp="1"/>
          </p:cNvSpPr>
          <p:nvPr>
            <p:ph type="subTitle" idx="4294967295"/>
          </p:nvPr>
        </p:nvSpPr>
        <p:spPr>
          <a:xfrm>
            <a:off x="3417800" y="1308025"/>
            <a:ext cx="87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t</a:t>
            </a:r>
            <a:endParaRPr sz="12500" b="0" i="0" u="none" strike="noStrike" cap="none">
              <a:solidFill>
                <a:srgbClr val="2356AF"/>
              </a:solidFill>
              <a:latin typeface="Jost"/>
              <a:ea typeface="Jost"/>
              <a:cs typeface="Jost"/>
              <a:sym typeface="Jost"/>
            </a:endParaRPr>
          </a:p>
        </p:txBody>
      </p:sp>
      <p:sp>
        <p:nvSpPr>
          <p:cNvPr id="931" name="Google Shape;931;g2c4feb0fda9_1_0"/>
          <p:cNvSpPr txBox="1">
            <a:spLocks noGrp="1"/>
          </p:cNvSpPr>
          <p:nvPr>
            <p:ph type="subTitle" idx="4294967295"/>
          </p:nvPr>
        </p:nvSpPr>
        <p:spPr>
          <a:xfrm>
            <a:off x="4938451" y="1308025"/>
            <a:ext cx="2398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815137"/>
                </a:solidFill>
                <a:latin typeface="Jost"/>
                <a:ea typeface="Jost"/>
                <a:cs typeface="Jost"/>
                <a:sym typeface="Jost"/>
              </a:rPr>
              <a:t>oo</a:t>
            </a:r>
            <a:endParaRPr sz="12500" b="0" i="0" u="none" strike="noStrike" cap="none">
              <a:solidFill>
                <a:srgbClr val="815137"/>
              </a:solidFill>
              <a:latin typeface="Jost"/>
              <a:ea typeface="Jost"/>
              <a:cs typeface="Jost"/>
              <a:sym typeface="Jost"/>
            </a:endParaRPr>
          </a:p>
        </p:txBody>
      </p:sp>
      <p:sp>
        <p:nvSpPr>
          <p:cNvPr id="932" name="Google Shape;932;g2c4feb0fda9_1_0"/>
          <p:cNvSpPr/>
          <p:nvPr/>
        </p:nvSpPr>
        <p:spPr>
          <a:xfrm>
            <a:off x="726075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c4feb0fda9_1_0"/>
          <p:cNvSpPr txBox="1">
            <a:spLocks noGrp="1"/>
          </p:cNvSpPr>
          <p:nvPr>
            <p:ph type="subTitle" idx="4294967295"/>
          </p:nvPr>
        </p:nvSpPr>
        <p:spPr>
          <a:xfrm>
            <a:off x="669105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d</a:t>
            </a:r>
            <a:endParaRPr sz="12500" b="0" i="0" u="none" strike="noStrike" cap="none">
              <a:solidFill>
                <a:srgbClr val="2356AF"/>
              </a:solidFill>
              <a:latin typeface="Jost"/>
              <a:ea typeface="Jost"/>
              <a:cs typeface="Jost"/>
              <a:sym typeface="Jost"/>
            </a:endParaRPr>
          </a:p>
        </p:txBody>
      </p:sp>
      <p:sp>
        <p:nvSpPr>
          <p:cNvPr id="934" name="Google Shape;934;g2c4feb0fda9_1_0"/>
          <p:cNvSpPr/>
          <p:nvPr/>
        </p:nvSpPr>
        <p:spPr>
          <a:xfrm>
            <a:off x="451755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c4feb0fda9_1_0"/>
          <p:cNvSpPr txBox="1">
            <a:spLocks noGrp="1"/>
          </p:cNvSpPr>
          <p:nvPr>
            <p:ph type="subTitle" idx="4294967295"/>
          </p:nvPr>
        </p:nvSpPr>
        <p:spPr>
          <a:xfrm>
            <a:off x="394785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w</a:t>
            </a:r>
            <a:endParaRPr sz="12500" b="0" i="0" u="none" strike="noStrike" cap="none">
              <a:solidFill>
                <a:srgbClr val="2356AF"/>
              </a:solidFill>
              <a:latin typeface="Jost"/>
              <a:ea typeface="Jost"/>
              <a:cs typeface="Jost"/>
              <a:sym typeface="Jost"/>
            </a:endParaRPr>
          </a:p>
        </p:txBody>
      </p:sp>
      <p:sp>
        <p:nvSpPr>
          <p:cNvPr id="936" name="Google Shape;936;g2c4feb0fda9_1_0"/>
          <p:cNvSpPr/>
          <p:nvPr/>
        </p:nvSpPr>
        <p:spPr>
          <a:xfrm>
            <a:off x="5309101" y="4011888"/>
            <a:ext cx="16572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eb0fda9_1_0"/>
          <p:cNvSpPr/>
          <p:nvPr/>
        </p:nvSpPr>
        <p:spPr>
          <a:xfrm>
            <a:off x="4222290" y="3870300"/>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d0c4fcac99_0_1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4" name="Google Shape;944;g2d0c4fcac99_0_1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5" name="Google Shape;945;g2d0c4fcac99_0_19"/>
          <p:cNvSpPr/>
          <p:nvPr/>
        </p:nvSpPr>
        <p:spPr>
          <a:xfrm>
            <a:off x="134832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d0c4fcac99_0_19"/>
          <p:cNvSpPr/>
          <p:nvPr/>
        </p:nvSpPr>
        <p:spPr>
          <a:xfrm>
            <a:off x="222682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d0c4fcac99_0_19"/>
          <p:cNvSpPr/>
          <p:nvPr/>
        </p:nvSpPr>
        <p:spPr>
          <a:xfrm>
            <a:off x="302912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8" name="Google Shape;948;g2d0c4fcac99_0_1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9" name="Google Shape;949;g2d0c4fcac99_0_19"/>
          <p:cNvSpPr txBox="1">
            <a:spLocks noGrp="1"/>
          </p:cNvSpPr>
          <p:nvPr>
            <p:ph type="subTitle" idx="4294967295"/>
          </p:nvPr>
        </p:nvSpPr>
        <p:spPr>
          <a:xfrm>
            <a:off x="245947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n</a:t>
            </a:r>
            <a:endParaRPr sz="12500" b="0" i="0" u="none" strike="noStrike" cap="none">
              <a:solidFill>
                <a:srgbClr val="2356AF"/>
              </a:solidFill>
              <a:latin typeface="Jost"/>
              <a:ea typeface="Jost"/>
              <a:cs typeface="Jost"/>
              <a:sym typeface="Jost"/>
            </a:endParaRPr>
          </a:p>
        </p:txBody>
      </p:sp>
      <p:sp>
        <p:nvSpPr>
          <p:cNvPr id="950" name="Google Shape;950;g2d0c4fcac99_0_19"/>
          <p:cNvSpPr txBox="1">
            <a:spLocks noGrp="1"/>
          </p:cNvSpPr>
          <p:nvPr>
            <p:ph type="subTitle" idx="4294967295"/>
          </p:nvPr>
        </p:nvSpPr>
        <p:spPr>
          <a:xfrm>
            <a:off x="77862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p</a:t>
            </a:r>
            <a:endParaRPr sz="12500" b="0" i="0" u="none" strike="noStrike" cap="none">
              <a:solidFill>
                <a:srgbClr val="2356AF"/>
              </a:solidFill>
              <a:latin typeface="Jost"/>
              <a:ea typeface="Jost"/>
              <a:cs typeface="Jost"/>
              <a:sym typeface="Jost"/>
            </a:endParaRPr>
          </a:p>
        </p:txBody>
      </p:sp>
      <p:sp>
        <p:nvSpPr>
          <p:cNvPr id="951" name="Google Shape;951;g2d0c4fcac99_0_19"/>
          <p:cNvSpPr txBox="1">
            <a:spLocks noGrp="1"/>
          </p:cNvSpPr>
          <p:nvPr>
            <p:ph type="subTitle" idx="4294967295"/>
          </p:nvPr>
        </p:nvSpPr>
        <p:spPr>
          <a:xfrm>
            <a:off x="165714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ED1C24"/>
                </a:solidFill>
                <a:latin typeface="Jost"/>
                <a:ea typeface="Jost"/>
                <a:cs typeface="Jost"/>
                <a:sym typeface="Jost"/>
              </a:rPr>
              <a:t>o</a:t>
            </a:r>
            <a:endParaRPr sz="12500" b="0" i="0" u="none" strike="noStrike" cap="none">
              <a:solidFill>
                <a:srgbClr val="ED1C24"/>
              </a:solidFill>
              <a:latin typeface="Jost"/>
              <a:ea typeface="Jost"/>
              <a:cs typeface="Jost"/>
              <a:sym typeface="Jost"/>
            </a:endParaRPr>
          </a:p>
        </p:txBody>
      </p:sp>
      <p:sp>
        <p:nvSpPr>
          <p:cNvPr id="952" name="Google Shape;952;g2d0c4fcac99_0_1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d0c4fcac99_0_1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d0c4fcac99_0_1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d0c4fcac99_0_1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d0c4fcac99_0_1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d0c4fcac99_0_1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8" name="Google Shape;958;g2d0c4fcac99_0_1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9" name="Google Shape;959;g2d0c4fcac99_0_1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0" name="Google Shape;960;g2d0c4fcac99_0_1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1" name="Google Shape;961;g2d0c4fcac99_0_1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2" name="Google Shape;962;g2d0c4fcac99_0_19"/>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3" name="Google Shape;963;g2d0c4fcac99_0_1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4" name="Google Shape;964;g2d0c4fcac99_0_1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5" name="Google Shape;965;g2d0c4fcac99_0_1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d0c4fcac99_0_19"/>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d0c4fcac99_0_1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c4fcac99_0_1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69" name="Google Shape;969;g2d0c4fcac99_0_19"/>
          <p:cNvSpPr/>
          <p:nvPr/>
        </p:nvSpPr>
        <p:spPr>
          <a:xfrm>
            <a:off x="3847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d0c4fcac99_0_19"/>
          <p:cNvSpPr txBox="1">
            <a:spLocks noGrp="1"/>
          </p:cNvSpPr>
          <p:nvPr>
            <p:ph type="subTitle" idx="4294967295"/>
          </p:nvPr>
        </p:nvSpPr>
        <p:spPr>
          <a:xfrm>
            <a:off x="3278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d</a:t>
            </a:r>
            <a:endParaRPr sz="12500" b="0" i="0" u="none" strike="noStrike" cap="none">
              <a:solidFill>
                <a:srgbClr val="2356AF"/>
              </a:solidFill>
              <a:latin typeface="Jost"/>
              <a:ea typeface="Jost"/>
              <a:cs typeface="Jost"/>
              <a:sym typeface="Jost"/>
            </a:endParaRPr>
          </a:p>
        </p:txBody>
      </p:sp>
      <p:sp>
        <p:nvSpPr>
          <p:cNvPr id="971" name="Google Shape;971;g2d0c4fcac99_0_19"/>
          <p:cNvSpPr txBox="1">
            <a:spLocks noGrp="1"/>
          </p:cNvSpPr>
          <p:nvPr>
            <p:ph type="subTitle" idx="4294967295"/>
          </p:nvPr>
        </p:nvSpPr>
        <p:spPr>
          <a:xfrm>
            <a:off x="5142076" y="1308025"/>
            <a:ext cx="2398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00904C"/>
                </a:solidFill>
                <a:latin typeface="Jost"/>
                <a:ea typeface="Jost"/>
                <a:cs typeface="Jost"/>
                <a:sym typeface="Jost"/>
              </a:rPr>
              <a:t>ee</a:t>
            </a:r>
            <a:endParaRPr sz="12500" b="0" i="0" u="none" strike="noStrike" cap="none">
              <a:solidFill>
                <a:srgbClr val="00904C"/>
              </a:solidFill>
              <a:latin typeface="Jost"/>
              <a:ea typeface="Jost"/>
              <a:cs typeface="Jost"/>
              <a:sym typeface="Jost"/>
            </a:endParaRPr>
          </a:p>
        </p:txBody>
      </p:sp>
      <p:sp>
        <p:nvSpPr>
          <p:cNvPr id="972" name="Google Shape;972;g2d0c4fcac99_0_19"/>
          <p:cNvSpPr/>
          <p:nvPr/>
        </p:nvSpPr>
        <p:spPr>
          <a:xfrm>
            <a:off x="740567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d0c4fcac99_0_19"/>
          <p:cNvSpPr txBox="1">
            <a:spLocks noGrp="1"/>
          </p:cNvSpPr>
          <p:nvPr>
            <p:ph type="subTitle" idx="4294967295"/>
          </p:nvPr>
        </p:nvSpPr>
        <p:spPr>
          <a:xfrm>
            <a:off x="683597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d</a:t>
            </a:r>
            <a:endParaRPr sz="12500" b="0" i="0" u="none" strike="noStrike" cap="none">
              <a:solidFill>
                <a:srgbClr val="2356AF"/>
              </a:solidFill>
              <a:latin typeface="Jost"/>
              <a:ea typeface="Jost"/>
              <a:cs typeface="Jost"/>
              <a:sym typeface="Jost"/>
            </a:endParaRPr>
          </a:p>
        </p:txBody>
      </p:sp>
      <p:sp>
        <p:nvSpPr>
          <p:cNvPr id="974" name="Google Shape;974;g2d0c4fcac99_0_19"/>
          <p:cNvSpPr/>
          <p:nvPr/>
        </p:nvSpPr>
        <p:spPr>
          <a:xfrm>
            <a:off x="485607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d0c4fcac99_0_19"/>
          <p:cNvSpPr txBox="1">
            <a:spLocks noGrp="1"/>
          </p:cNvSpPr>
          <p:nvPr>
            <p:ph type="subTitle" idx="4294967295"/>
          </p:nvPr>
        </p:nvSpPr>
        <p:spPr>
          <a:xfrm>
            <a:off x="428637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2356AF"/>
                </a:solidFill>
                <a:latin typeface="Jost"/>
                <a:ea typeface="Jost"/>
                <a:cs typeface="Jost"/>
                <a:sym typeface="Jost"/>
              </a:rPr>
              <a:t>w</a:t>
            </a:r>
            <a:endParaRPr sz="12500" b="0" i="0" u="none" strike="noStrike" cap="none">
              <a:solidFill>
                <a:srgbClr val="2356AF"/>
              </a:solidFill>
              <a:latin typeface="Jost"/>
              <a:ea typeface="Jost"/>
              <a:cs typeface="Jost"/>
              <a:sym typeface="Jost"/>
            </a:endParaRPr>
          </a:p>
        </p:txBody>
      </p:sp>
      <p:sp>
        <p:nvSpPr>
          <p:cNvPr id="976" name="Google Shape;976;g2d0c4fcac99_0_19"/>
          <p:cNvSpPr/>
          <p:nvPr/>
        </p:nvSpPr>
        <p:spPr>
          <a:xfrm>
            <a:off x="5512726" y="4011888"/>
            <a:ext cx="16572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d0c4fcac99_0_19"/>
          <p:cNvSpPr/>
          <p:nvPr/>
        </p:nvSpPr>
        <p:spPr>
          <a:xfrm>
            <a:off x="4484625" y="3870300"/>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84" name="Google Shape;98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5" name="Google Shape;98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92" name="Google Shape;99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93" name="Google Shape;993;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94" name="Google Shape;99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1" name="Google Shape;100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2" name="Google Shape;1002;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03" name="Google Shape;100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10" name="Google Shape;101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1" name="Google Shape;101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12" name="Google Shape;101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1019" name="Google Shape;101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0" name="Google Shape;102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1" name="Google Shape;102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6b641b03cd_0_301"/>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28" name="Google Shape;102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29" name="Google Shape;1029;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0" name="Google Shape;103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d0c4fcac99_0_67"/>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37" name="Google Shape;1037;g2d0c4fcac99_0_6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38" name="Google Shape;1038;g2d0c4fcac99_0_67"/>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9" name="Google Shape;1039;g2d0c4fcac99_0_6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2d0c4fcac99_0_59"/>
          <p:cNvSpPr txBox="1">
            <a:spLocks noGrp="1"/>
          </p:cNvSpPr>
          <p:nvPr>
            <p:ph type="title"/>
          </p:nvPr>
        </p:nvSpPr>
        <p:spPr>
          <a:xfrm>
            <a:off x="915625" y="5568500"/>
            <a:ext cx="7312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6" name="Google Shape;1046;g2d0c4fcac99_0_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7" name="Google Shape;1047;g2d0c4fcac99_0_59"/>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8" name="Google Shape;1048;g2d0c4fcac99_0_5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6b641b03cd_0_308"/>
          <p:cNvSpPr txBox="1">
            <a:spLocks noGrp="1"/>
          </p:cNvSpPr>
          <p:nvPr>
            <p:ph type="title"/>
          </p:nvPr>
        </p:nvSpPr>
        <p:spPr>
          <a:xfrm>
            <a:off x="928550" y="5568500"/>
            <a:ext cx="7286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5" name="Google Shape;105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6" name="Google Shape;1056;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7" name="Google Shape;105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4" name="Google Shape;106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cxnSp>
        <p:nvCxnSpPr>
          <p:cNvPr id="1065" name="Google Shape;1065;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6" name="Google Shape;1066;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7" name="Google Shape;1067;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8" name="Google Shape;1068;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9" name="Google Shape;1069;g1f3daf8a844_0_64"/>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70" name="Google Shape;1070;g1f3daf8a844_0_64"/>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72" name="Google Shape;1072;g1f3daf8a844_0_64"/>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73" name="Google Shape;1073;g1f3daf8a844_0_64"/>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74" name="Google Shape;1074;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75" name="Google Shape;1075;g1f3daf8a844_0_64"/>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76" name="Google Shape;1076;g1f3daf8a844_0_64"/>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077" name="Google Shape;1077;g1f3daf8a844_0_6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078" name="Google Shape;1078;g1f3daf8a844_0_64"/>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79" name="Google Shape;1079;g1f3daf8a844_0_64"/>
          <p:cNvSpPr txBox="1"/>
          <p:nvPr/>
        </p:nvSpPr>
        <p:spPr>
          <a:xfrm>
            <a:off x="4639654" y="179753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a:t>
            </a:r>
            <a:r>
              <a:rPr lang="en-US" sz="4600" b="0" i="0" u="none" strike="noStrike" cap="none">
                <a:solidFill>
                  <a:srgbClr val="00904C"/>
                </a:solidFill>
                <a:latin typeface="Poppins"/>
                <a:ea typeface="Poppins"/>
                <a:cs typeface="Poppins"/>
                <a:sym typeface="Poppins"/>
              </a:rPr>
              <a:t>a</a:t>
            </a:r>
            <a:endParaRPr sz="4600" b="0" i="0" u="none" strike="noStrike" cap="none">
              <a:solidFill>
                <a:srgbClr val="00904C"/>
              </a:solidFill>
              <a:latin typeface="Poppins"/>
              <a:ea typeface="Poppins"/>
              <a:cs typeface="Poppins"/>
              <a:sym typeface="Poppins"/>
            </a:endParaRPr>
          </a:p>
        </p:txBody>
      </p:sp>
      <p:sp>
        <p:nvSpPr>
          <p:cNvPr id="1080" name="Google Shape;1080;g1f3daf8a844_0_6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00904D"/>
              </a:solidFill>
              <a:latin typeface="Jost"/>
              <a:ea typeface="Jost"/>
              <a:cs typeface="Jost"/>
              <a:sym typeface="Jost"/>
            </a:endParaRPr>
          </a:p>
        </p:txBody>
      </p:sp>
      <p:sp>
        <p:nvSpPr>
          <p:cNvPr id="1081" name="Google Shape;1081;g1f3daf8a844_0_64"/>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82" name="Google Shape;1082;g1f3daf8a844_0_64"/>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083" name="Google Shape;1083;g1f3daf8a844_0_64"/>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84" name="Google Shape;1084;g1f3daf8a844_0_64"/>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085" name="Google Shape;1085;g1f3daf8a844_0_64"/>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86" name="Google Shape;1086;g1f3daf8a844_0_64"/>
          <p:cNvSpPr txBox="1"/>
          <p:nvPr/>
        </p:nvSpPr>
        <p:spPr>
          <a:xfrm>
            <a:off x="6945355" y="274020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cxnSp>
        <p:nvCxnSpPr>
          <p:cNvPr id="1087" name="Google Shape;1087;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2d0c4fcac99_0_10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4" name="Google Shape;1094;g2d0c4fcac99_0_10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sp>
        <p:nvSpPr>
          <p:cNvPr id="1095" name="Google Shape;1095;g2d0c4fcac99_0_103"/>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driftwood flo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ting helper pondweed printer</a:t>
            </a:r>
            <a:endParaRPr sz="1800" b="0" i="0" u="none" strike="noStrike" cap="none">
              <a:solidFill>
                <a:srgbClr val="B7B7B7"/>
              </a:solidFill>
              <a:latin typeface="Jost"/>
              <a:ea typeface="Jost"/>
              <a:cs typeface="Jost"/>
              <a:sym typeface="Jost"/>
            </a:endParaRPr>
          </a:p>
        </p:txBody>
      </p:sp>
      <p:cxnSp>
        <p:nvCxnSpPr>
          <p:cNvPr id="1096" name="Google Shape;1096;g2d0c4fcac99_0_103"/>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7" name="Google Shape;1097;g2d0c4fcac99_0_103"/>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8" name="Google Shape;1098;g2d0c4fcac99_0_103"/>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9" name="Google Shape;1099;g2d0c4fcac99_0_103"/>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0" name="Google Shape;1100;g2d0c4fcac99_0_103"/>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1" name="Google Shape;1101;g2d0c4fcac99_0_103"/>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2" name="Google Shape;1102;g2d0c4fcac99_0_103"/>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3" name="Google Shape;1103;g2d0c4fcac99_0_103"/>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4" name="Google Shape;1104;g2d0c4fcac99_0_103"/>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5" name="Google Shape;1105;g2d0c4fcac99_0_103"/>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cxnSp>
        <p:nvCxnSpPr>
          <p:cNvPr id="1106" name="Google Shape;1106;g2d0c4fcac99_0_103"/>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7" name="Google Shape;1107;g2d0c4fcac99_0_103"/>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08" name="Google Shape;1108;g2d0c4fcac99_0_103"/>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9" name="Google Shape;1109;g2d0c4fcac99_0_103"/>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10" name="Google Shape;1110;g2d0c4fcac99_0_103"/>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11" name="Google Shape;1111;g2d0c4fcac99_0_103"/>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2" name="Google Shape;1112;g2d0c4fcac99_0_103"/>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00904D"/>
              </a:solidFill>
              <a:latin typeface="Jost"/>
              <a:ea typeface="Jost"/>
              <a:cs typeface="Jost"/>
              <a:sym typeface="Jost"/>
            </a:endParaRPr>
          </a:p>
        </p:txBody>
      </p:sp>
      <p:sp>
        <p:nvSpPr>
          <p:cNvPr id="1113" name="Google Shape;1113;g2d0c4fcac99_0_103"/>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4" name="Google Shape;1114;g2d0c4fcac99_0_103"/>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15" name="Google Shape;1115;g2d0c4fcac99_0_103"/>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6" name="Google Shape;1116;g2d0c4fcac99_0_103"/>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17" name="Google Shape;1117;g2d0c4fcac99_0_103"/>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8" name="Google Shape;1118;g2d0c4fcac99_0_103"/>
          <p:cNvSpPr txBox="1"/>
          <p:nvPr/>
        </p:nvSpPr>
        <p:spPr>
          <a:xfrm>
            <a:off x="6945355" y="274020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19" name="Google Shape;1119;g2d0c4fcac99_0_103"/>
          <p:cNvSpPr txBox="1"/>
          <p:nvPr/>
        </p:nvSpPr>
        <p:spPr>
          <a:xfrm>
            <a:off x="4639654" y="179753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a:t>
            </a:r>
            <a:r>
              <a:rPr lang="en-US" sz="4600" b="0" i="0" u="none" strike="noStrike" cap="none">
                <a:solidFill>
                  <a:srgbClr val="00904C"/>
                </a:solidFill>
                <a:latin typeface="Poppins"/>
                <a:ea typeface="Poppins"/>
                <a:cs typeface="Poppins"/>
                <a:sym typeface="Poppins"/>
              </a:rPr>
              <a:t>a</a:t>
            </a:r>
            <a:endParaRPr sz="4600" b="0" i="0" u="none" strike="noStrike" cap="none">
              <a:solidFill>
                <a:srgbClr val="00904C"/>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491</Words>
  <Application>Microsoft Office PowerPoint</Application>
  <PresentationFormat>On-screen Show (4:3)</PresentationFormat>
  <Paragraphs>155</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Arial</vt:lpstr>
      <vt:lpstr>Poppins</vt:lpstr>
      <vt:lpstr>Poppins SemiBold</vt:lpstr>
      <vt:lpstr>Poppins Medium</vt:lpstr>
      <vt:lpstr>Nunito Black</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vt:lpstr>
      <vt:lpstr>Review Alphabet Song</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2026-05-20T02:14:17Z</dcterms:modified>
</cp:coreProperties>
</file>