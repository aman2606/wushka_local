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embeddedFontLst>
    <p:embeddedFont>
      <p:font typeface="Jost" panose="020B0604020202020204" charset="0"/>
      <p:regular r:id="rId15"/>
      <p:bold r:id="rId16"/>
      <p:italic r:id="rId17"/>
      <p:boldItalic r:id="rId18"/>
    </p:embeddedFont>
    <p:embeddedFont>
      <p:font typeface="Jost SemiBold" panose="020B0604020202020204" charset="0"/>
      <p:regular r:id="rId19"/>
      <p:bold r:id="rId20"/>
      <p:italic r:id="rId21"/>
      <p:boldItalic r:id="rId22"/>
    </p:embeddedFont>
    <p:embeddedFont>
      <p:font typeface="Lexend Light" panose="020B0604020202020204" charset="0"/>
      <p:regular r:id="rId23"/>
      <p:bold r:id="rId24"/>
    </p:embeddedFont>
    <p:embeddedFont>
      <p:font typeface="Mulish" panose="020B0604020202020204" charset="0"/>
      <p:regular r:id="rId25"/>
      <p:bold r:id="rId26"/>
      <p:italic r:id="rId27"/>
      <p:boldItalic r:id="rId28"/>
    </p:embeddedFont>
    <p:embeddedFont>
      <p:font typeface="Nunito Black" pitchFamily="2" charset="0"/>
      <p:bold r:id="rId29"/>
      <p:boldItalic r:id="rId30"/>
    </p:embeddedFont>
    <p:embeddedFont>
      <p:font typeface="Poppins" panose="00000500000000000000" pitchFamily="2" charset="0"/>
      <p:regular r:id="rId31"/>
      <p:bold r:id="rId32"/>
      <p:italic r:id="rId33"/>
      <p:boldItalic r:id="rId34"/>
    </p:embeddedFont>
    <p:embeddedFont>
      <p:font typeface="Poppins Medium" panose="00000600000000000000" pitchFamily="2" charset="0"/>
      <p:regular r:id="rId35"/>
      <p:bold r:id="rId36"/>
      <p:italic r:id="rId37"/>
      <p:boldItalic r:id="rId38"/>
    </p:embeddedFont>
    <p:embeddedFont>
      <p:font typeface="Poppins SemiBold" panose="000007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iIRThzOm0clpkV8+d6Bf4jDloPn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FDB4B15-C338-4F1E-BE81-C648336FF9C6}">
  <a:tblStyle styleId="{7FDB4B15-C338-4F1E-BE81-C648336FF9C6}"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39" Type="http://schemas.openxmlformats.org/officeDocument/2006/relationships/font" Target="fonts/font25.fntdata"/><Relationship Id="rId21" Type="http://schemas.openxmlformats.org/officeDocument/2006/relationships/font" Target="fonts/font7.fntdata"/><Relationship Id="rId34" Type="http://schemas.openxmlformats.org/officeDocument/2006/relationships/font" Target="fonts/font20.fntdata"/><Relationship Id="rId42" Type="http://schemas.openxmlformats.org/officeDocument/2006/relationships/font" Target="fonts/font2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2.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font" Target="fonts/font23.fntdata"/><Relationship Id="rId40" Type="http://schemas.openxmlformats.org/officeDocument/2006/relationships/font" Target="fonts/font26.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font" Target="fonts/font22.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font" Target="fonts/font2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font" Target="fonts/font24.fntdata"/><Relationship Id="rId20" Type="http://schemas.openxmlformats.org/officeDocument/2006/relationships/font" Target="fonts/font6.fntdata"/><Relationship Id="rId41" Type="http://schemas.openxmlformats.org/officeDocument/2006/relationships/font" Target="fonts/font2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6c91cd4287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26c91cd4287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g26c91cd4287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4" name="Google Shape;73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5" name="Google Shape;73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4" name="Google Shape;76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c67fd742a0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c67fd742a0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c67fd742a0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26c91cd4287_0_7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8" name="Google Shape;798;g26c91cd4287_0_7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9" name="Google Shape;799;g26c91cd4287_0_7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6" name="Google Shape;806;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3"/>
        <p:cNvGrpSpPr/>
        <p:nvPr/>
      </p:nvGrpSpPr>
      <p:grpSpPr>
        <a:xfrm>
          <a:off x="0" y="0"/>
          <a:ext cx="0" cy="0"/>
          <a:chOff x="0" y="0"/>
          <a:chExt cx="0" cy="0"/>
        </a:xfrm>
      </p:grpSpPr>
      <p:sp>
        <p:nvSpPr>
          <p:cNvPr id="814" name="Google Shape;814;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5" name="Google Shape;815;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g26c91cd4287_0_148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4" name="Google Shape;824;g26c91cd4287_0_14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g26c91cd4287_0_14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6c91cd4287_0_149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6c91cd4287_0_14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6c91cd4287_0_14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26c91cd4287_0_15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2" name="Google Shape;842;g26c91cd4287_0_15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g26c91cd4287_0_15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26c91cd4287_0_153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6" name="Google Shape;856;g26c91cd4287_0_15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g26c91cd4287_0_15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1800"/>
              <a:buNone/>
              <a:defRPr sz="1800"/>
            </a:lvl2pPr>
            <a:lvl3pPr lvl="2" algn="ctr">
              <a:lnSpc>
                <a:spcPct val="100000"/>
              </a:lnSpc>
              <a:spcBef>
                <a:spcPts val="500"/>
              </a:spcBef>
              <a:spcAft>
                <a:spcPts val="0"/>
              </a:spcAft>
              <a:buClr>
                <a:schemeClr val="dk1"/>
              </a:buClr>
              <a:buSzPts val="1600"/>
              <a:buNone/>
              <a:defRPr sz="1600"/>
            </a:lvl3pPr>
            <a:lvl4pPr lvl="3" algn="ctr">
              <a:lnSpc>
                <a:spcPct val="100000"/>
              </a:lnSpc>
              <a:spcBef>
                <a:spcPts val="500"/>
              </a:spcBef>
              <a:spcAft>
                <a:spcPts val="0"/>
              </a:spcAft>
              <a:buClr>
                <a:schemeClr val="dk1"/>
              </a:buClr>
              <a:buSzPts val="1400"/>
              <a:buNone/>
              <a:defRPr sz="1400"/>
            </a:lvl4pPr>
            <a:lvl5pPr lvl="4" algn="ctr">
              <a:lnSpc>
                <a:spcPct val="100000"/>
              </a:lnSpc>
              <a:spcBef>
                <a:spcPts val="500"/>
              </a:spcBef>
              <a:spcAft>
                <a:spcPts val="0"/>
              </a:spcAft>
              <a:buClr>
                <a:schemeClr val="dk1"/>
              </a:buClr>
              <a:buSzPts val="1400"/>
              <a:buNone/>
              <a:defRPr sz="1400"/>
            </a:lvl5pPr>
            <a:lvl6pPr lvl="5" algn="ctr">
              <a:lnSpc>
                <a:spcPct val="100000"/>
              </a:lnSpc>
              <a:spcBef>
                <a:spcPts val="500"/>
              </a:spcBef>
              <a:spcAft>
                <a:spcPts val="0"/>
              </a:spcAft>
              <a:buClr>
                <a:schemeClr val="dk1"/>
              </a:buClr>
              <a:buSzPts val="1400"/>
              <a:buNone/>
              <a:defRPr sz="1400"/>
            </a:lvl6pPr>
            <a:lvl7pPr lvl="6" algn="ctr">
              <a:lnSpc>
                <a:spcPct val="100000"/>
              </a:lnSpc>
              <a:spcBef>
                <a:spcPts val="500"/>
              </a:spcBef>
              <a:spcAft>
                <a:spcPts val="0"/>
              </a:spcAft>
              <a:buClr>
                <a:schemeClr val="dk1"/>
              </a:buClr>
              <a:buSzPts val="1400"/>
              <a:buNone/>
              <a:defRPr sz="1400"/>
            </a:lvl7pPr>
            <a:lvl8pPr lvl="7" algn="ctr">
              <a:lnSpc>
                <a:spcPct val="100000"/>
              </a:lnSpc>
              <a:spcBef>
                <a:spcPts val="500"/>
              </a:spcBef>
              <a:spcAft>
                <a:spcPts val="0"/>
              </a:spcAft>
              <a:buClr>
                <a:schemeClr val="dk1"/>
              </a:buClr>
              <a:buSzPts val="1400"/>
              <a:buNone/>
              <a:defRPr sz="1400"/>
            </a:lvl8pPr>
            <a:lvl9pPr lvl="8" algn="ctr">
              <a:lnSpc>
                <a:spcPct val="100000"/>
              </a:lnSpc>
              <a:spcBef>
                <a:spcPts val="500"/>
              </a:spcBef>
              <a:spcAft>
                <a:spcPts val="0"/>
              </a:spcAft>
              <a:buClr>
                <a:schemeClr val="dk1"/>
              </a:buClr>
              <a:buSzPts val="1400"/>
              <a:buNone/>
              <a:defRPr sz="14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785450"/>
            <a:ext cx="4850100" cy="14454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3378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139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2307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view Content 1">
  <p:cSld name="Alien Word of the Day_2_1_1_2">
    <p:spTree>
      <p:nvGrpSpPr>
        <p:cNvPr id="1" name="Shape 103"/>
        <p:cNvGrpSpPr/>
        <p:nvPr/>
      </p:nvGrpSpPr>
      <p:grpSpPr>
        <a:xfrm>
          <a:off x="0" y="0"/>
          <a:ext cx="0" cy="0"/>
          <a:chOff x="0" y="0"/>
          <a:chExt cx="0" cy="0"/>
        </a:xfrm>
      </p:grpSpPr>
      <p:sp>
        <p:nvSpPr>
          <p:cNvPr id="104" name="Google Shape;104;g2c67fd742a0_0_737"/>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g2c67fd742a0_0_73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106" name="Google Shape;106;g2c67fd742a0_0_737"/>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07" name="Google Shape;107;g2c67fd742a0_0_737"/>
          <p:cNvGrpSpPr/>
          <p:nvPr/>
        </p:nvGrpSpPr>
        <p:grpSpPr>
          <a:xfrm>
            <a:off x="357775" y="5983875"/>
            <a:ext cx="586800" cy="571500"/>
            <a:chOff x="662575" y="6212475"/>
            <a:chExt cx="586800" cy="571500"/>
          </a:xfrm>
        </p:grpSpPr>
        <p:sp>
          <p:nvSpPr>
            <p:cNvPr id="108" name="Google Shape;108;g2c67fd742a0_0_73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c67fd742a0_0_73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c67fd742a0_0_73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1" name="Google Shape;111;g2c67fd742a0_0_737"/>
          <p:cNvGrpSpPr/>
          <p:nvPr/>
        </p:nvGrpSpPr>
        <p:grpSpPr>
          <a:xfrm>
            <a:off x="8199150" y="5983875"/>
            <a:ext cx="586800" cy="571500"/>
            <a:chOff x="7894350" y="6212475"/>
            <a:chExt cx="586800" cy="571500"/>
          </a:xfrm>
        </p:grpSpPr>
        <p:sp>
          <p:nvSpPr>
            <p:cNvPr id="112" name="Google Shape;112;g2c67fd742a0_0_73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 name="Google Shape;113;g2c67fd742a0_0_73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4" name="Google Shape;114;g2c67fd742a0_0_73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5" name="Google Shape;115;g2c67fd742a0_0_737"/>
          <p:cNvGrpSpPr/>
          <p:nvPr/>
        </p:nvGrpSpPr>
        <p:grpSpPr>
          <a:xfrm>
            <a:off x="-36800" y="-52000"/>
            <a:ext cx="9236100" cy="543750"/>
            <a:chOff x="-36800" y="-52000"/>
            <a:chExt cx="9236100" cy="543750"/>
          </a:xfrm>
        </p:grpSpPr>
        <p:sp>
          <p:nvSpPr>
            <p:cNvPr id="116" name="Google Shape;116;g2c67fd742a0_0_737"/>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17" name="Google Shape;117;g2c67fd742a0_0_737"/>
            <p:cNvGrpSpPr/>
            <p:nvPr/>
          </p:nvGrpSpPr>
          <p:grpSpPr>
            <a:xfrm>
              <a:off x="1900680" y="88250"/>
              <a:ext cx="1337400" cy="403500"/>
              <a:chOff x="565600" y="88250"/>
              <a:chExt cx="1337400" cy="403500"/>
            </a:xfrm>
          </p:grpSpPr>
          <p:sp>
            <p:nvSpPr>
              <p:cNvPr id="118" name="Google Shape;118;g2c67fd742a0_0_737"/>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19" name="Google Shape;119;g2c67fd742a0_0_737"/>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20" name="Google Shape;120;g2c67fd742a0_0_737"/>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21" name="Google Shape;121;g2c67fd742a0_0_737"/>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22" name="Google Shape;122;g2c67fd742a0_0_737"/>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3" name="Google Shape;123;g2c67fd742a0_0_737"/>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4" name="Google Shape;124;g2c67fd742a0_0_737"/>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c67fd742a0_0_737"/>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6" name="Google Shape;126;g2c67fd742a0_0_737"/>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7" name="Google Shape;127;g2c67fd742a0_0_737"/>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28" name="Google Shape;128;g2c67fd742a0_0_737"/>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c67fd742a0_0_737"/>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30" name="Google Shape;130;g2c67fd742a0_0_737"/>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31"/>
        <p:cNvGrpSpPr/>
        <p:nvPr/>
      </p:nvGrpSpPr>
      <p:grpSpPr>
        <a:xfrm>
          <a:off x="0" y="0"/>
          <a:ext cx="0" cy="0"/>
          <a:chOff x="0" y="0"/>
          <a:chExt cx="0" cy="0"/>
        </a:xfrm>
      </p:grpSpPr>
      <p:sp>
        <p:nvSpPr>
          <p:cNvPr id="132" name="Google Shape;132;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3" name="Google Shape;133;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5" name="Google Shape;135;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38" name="Google Shape;138;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Uppercase Letters - U J</a:t>
            </a:r>
            <a:endParaRPr sz="1800" b="0" i="0" u="none" strike="noStrike" cap="none">
              <a:solidFill>
                <a:srgbClr val="FFFFFF"/>
              </a:solidFill>
              <a:latin typeface="Poppins SemiBold"/>
              <a:ea typeface="Poppins SemiBold"/>
              <a:cs typeface="Poppins SemiBold"/>
              <a:sym typeface="Poppins SemiBold"/>
            </a:endParaRPr>
          </a:p>
        </p:txBody>
      </p:sp>
      <p:sp>
        <p:nvSpPr>
          <p:cNvPr id="139" name="Google Shape;139;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4 - Monday</a:t>
            </a:r>
            <a:endParaRPr sz="1800" b="0" i="0" u="none" strike="noStrike" cap="none">
              <a:solidFill>
                <a:srgbClr val="2F286F"/>
              </a:solidFill>
              <a:latin typeface="Poppins Medium"/>
              <a:ea typeface="Poppins Medium"/>
              <a:cs typeface="Poppins Medium"/>
              <a:sym typeface="Poppins Medium"/>
            </a:endParaRPr>
          </a:p>
        </p:txBody>
      </p:sp>
      <p:sp>
        <p:nvSpPr>
          <p:cNvPr id="140" name="Google Shape;140;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16</a:t>
            </a:r>
            <a:endParaRPr sz="1800" b="0" i="0" u="none" strike="noStrike" cap="none">
              <a:solidFill>
                <a:srgbClr val="2F286F"/>
              </a:solidFill>
              <a:latin typeface="Poppins Medium"/>
              <a:ea typeface="Poppins Medium"/>
              <a:cs typeface="Poppins Medium"/>
              <a:sym typeface="Poppins Medium"/>
            </a:endParaRPr>
          </a:p>
        </p:txBody>
      </p:sp>
      <p:sp>
        <p:nvSpPr>
          <p:cNvPr id="141" name="Google Shape;141;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42" name="Google Shape;142;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43" name="Google Shape;143;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44" name="Google Shape;144;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45" name="Google Shape;145;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46" name="Google Shape;146;g26b641b03cd_0_33"/>
          <p:cNvGrpSpPr/>
          <p:nvPr/>
        </p:nvGrpSpPr>
        <p:grpSpPr>
          <a:xfrm>
            <a:off x="662575" y="6212475"/>
            <a:ext cx="586800" cy="571500"/>
            <a:chOff x="662575" y="6212475"/>
            <a:chExt cx="586800" cy="571500"/>
          </a:xfrm>
        </p:grpSpPr>
        <p:sp>
          <p:nvSpPr>
            <p:cNvPr id="147" name="Google Shape;147;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50" name="Google Shape;150;g26b641b03cd_0_33"/>
          <p:cNvGrpSpPr/>
          <p:nvPr/>
        </p:nvGrpSpPr>
        <p:grpSpPr>
          <a:xfrm>
            <a:off x="7894350" y="6212475"/>
            <a:ext cx="586800" cy="571500"/>
            <a:chOff x="7894350" y="6212475"/>
            <a:chExt cx="586800" cy="571500"/>
          </a:xfrm>
        </p:grpSpPr>
        <p:sp>
          <p:nvSpPr>
            <p:cNvPr id="151" name="Google Shape;151;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2" name="Google Shape;152;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54"/>
        <p:cNvGrpSpPr/>
        <p:nvPr/>
      </p:nvGrpSpPr>
      <p:grpSpPr>
        <a:xfrm>
          <a:off x="0" y="0"/>
          <a:ext cx="0" cy="0"/>
          <a:chOff x="0" y="0"/>
          <a:chExt cx="0" cy="0"/>
        </a:xfrm>
      </p:grpSpPr>
      <p:sp>
        <p:nvSpPr>
          <p:cNvPr id="155" name="Google Shape;155;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56" name="Google Shape;156;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57" name="Google Shape;157;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58" name="Google Shape;158;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0" name="Google Shape;160;g26b641b03cd_0_260"/>
          <p:cNvGrpSpPr/>
          <p:nvPr/>
        </p:nvGrpSpPr>
        <p:grpSpPr>
          <a:xfrm>
            <a:off x="8199150" y="5983875"/>
            <a:ext cx="586800" cy="571500"/>
            <a:chOff x="7894350" y="6212475"/>
            <a:chExt cx="586800" cy="571500"/>
          </a:xfrm>
        </p:grpSpPr>
        <p:sp>
          <p:nvSpPr>
            <p:cNvPr id="161" name="Google Shape;161;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2" name="Google Shape;162;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3" name="Google Shape;163;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65" name="Google Shape;165;g26b641b03cd_0_260"/>
          <p:cNvGrpSpPr/>
          <p:nvPr/>
        </p:nvGrpSpPr>
        <p:grpSpPr>
          <a:xfrm>
            <a:off x="-36800" y="-52000"/>
            <a:ext cx="9236100" cy="543750"/>
            <a:chOff x="-36800" y="-52000"/>
            <a:chExt cx="9236100" cy="543750"/>
          </a:xfrm>
        </p:grpSpPr>
        <p:sp>
          <p:nvSpPr>
            <p:cNvPr id="166" name="Google Shape;166;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67" name="Google Shape;167;g26b641b03cd_0_260"/>
            <p:cNvGrpSpPr/>
            <p:nvPr/>
          </p:nvGrpSpPr>
          <p:grpSpPr>
            <a:xfrm>
              <a:off x="1900680" y="88250"/>
              <a:ext cx="1337400" cy="403500"/>
              <a:chOff x="565600" y="88250"/>
              <a:chExt cx="1337400" cy="403500"/>
            </a:xfrm>
          </p:grpSpPr>
          <p:sp>
            <p:nvSpPr>
              <p:cNvPr id="168" name="Google Shape;168;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69" name="Google Shape;169;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70" name="Google Shape;170;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71" name="Google Shape;171;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72" name="Google Shape;172;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3" name="Google Shape;173;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4" name="Google Shape;174;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5" name="Google Shape;175;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6" name="Google Shape;176;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7" name="Google Shape;177;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78" name="Google Shape;178;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9" name="Google Shape;179;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0" name="Google Shape;180;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5"/>
        <p:cNvGrpSpPr/>
        <p:nvPr/>
      </p:nvGrpSpPr>
      <p:grpSpPr>
        <a:xfrm>
          <a:off x="0" y="0"/>
          <a:ext cx="0" cy="0"/>
          <a:chOff x="0" y="0"/>
          <a:chExt cx="0" cy="0"/>
        </a:xfrm>
      </p:grpSpPr>
      <p:sp>
        <p:nvSpPr>
          <p:cNvPr id="216" name="Google Shape;216;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9" name="Google Shape;219;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0" name="Google Shape;220;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1" name="Google Shape;221;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4" name="Google Shape;224;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5" name="Google Shape;225;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7" name="Google Shape;227;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29" name="Google Shape;229;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30" name="Google Shape;230;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31" name="Google Shape;231;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2c235dd0dad_1_87"/>
          <p:cNvGrpSpPr/>
          <p:nvPr/>
        </p:nvGrpSpPr>
        <p:grpSpPr>
          <a:xfrm>
            <a:off x="662575" y="6212475"/>
            <a:ext cx="586800" cy="571500"/>
            <a:chOff x="662575" y="6212475"/>
            <a:chExt cx="586800" cy="571500"/>
          </a:xfrm>
        </p:grpSpPr>
        <p:sp>
          <p:nvSpPr>
            <p:cNvPr id="240" name="Google Shape;240;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2c235dd0dad_1_87"/>
          <p:cNvGrpSpPr/>
          <p:nvPr/>
        </p:nvGrpSpPr>
        <p:grpSpPr>
          <a:xfrm>
            <a:off x="7894350" y="6212475"/>
            <a:ext cx="586800" cy="571500"/>
            <a:chOff x="7894350" y="6212475"/>
            <a:chExt cx="586800" cy="571500"/>
          </a:xfrm>
        </p:grpSpPr>
        <p:sp>
          <p:nvSpPr>
            <p:cNvPr id="244" name="Google Shape;244;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7"/>
        <p:cNvGrpSpPr/>
        <p:nvPr/>
      </p:nvGrpSpPr>
      <p:grpSpPr>
        <a:xfrm>
          <a:off x="0" y="0"/>
          <a:ext cx="0" cy="0"/>
          <a:chOff x="0" y="0"/>
          <a:chExt cx="0" cy="0"/>
        </a:xfrm>
      </p:grpSpPr>
      <p:sp>
        <p:nvSpPr>
          <p:cNvPr id="248" name="Google Shape;248;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2" name="Google Shape;252;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7" name="Google Shape;257;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58" name="Google Shape;258;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59" name="Google Shape;25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0" name="Google Shape;26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1" name="Google Shape;26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62" name="Google Shape;26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63" name="Google Shape;26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64" name="Google Shape;26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65" name="Google Shape;26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66" name="Google Shape;26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7" name="Google Shape;26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68" name="Google Shape;26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9" name="Google Shape;26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70" name="Google Shape;27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71" name="Google Shape;271;g1f3daf8a844_0_32"/>
          <p:cNvGrpSpPr/>
          <p:nvPr/>
        </p:nvGrpSpPr>
        <p:grpSpPr>
          <a:xfrm>
            <a:off x="662575" y="6212475"/>
            <a:ext cx="586800" cy="571500"/>
            <a:chOff x="662575" y="6212475"/>
            <a:chExt cx="586800" cy="571500"/>
          </a:xfrm>
        </p:grpSpPr>
        <p:sp>
          <p:nvSpPr>
            <p:cNvPr id="272" name="Google Shape;27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5" name="Google Shape;275;g1f3daf8a844_0_32"/>
          <p:cNvGrpSpPr/>
          <p:nvPr/>
        </p:nvGrpSpPr>
        <p:grpSpPr>
          <a:xfrm>
            <a:off x="7894350" y="6212475"/>
            <a:ext cx="586800" cy="571500"/>
            <a:chOff x="7894350" y="6212475"/>
            <a:chExt cx="586800" cy="571500"/>
          </a:xfrm>
        </p:grpSpPr>
        <p:sp>
          <p:nvSpPr>
            <p:cNvPr id="276" name="Google Shape;27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7" name="Google Shape;277;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8" name="Google Shape;278;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9"/>
        <p:cNvGrpSpPr/>
        <p:nvPr/>
      </p:nvGrpSpPr>
      <p:grpSpPr>
        <a:xfrm>
          <a:off x="0" y="0"/>
          <a:ext cx="0" cy="0"/>
          <a:chOff x="0" y="0"/>
          <a:chExt cx="0" cy="0"/>
        </a:xfrm>
      </p:grpSpPr>
      <p:sp>
        <p:nvSpPr>
          <p:cNvPr id="280" name="Google Shape;280;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1" name="Google Shape;281;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2" name="Google Shape;28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3" name="Google Shape;283;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84" name="Google Shape;284;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9" name="Google Shape;289;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0" name="Google Shape;290;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91" name="Google Shape;291;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92" name="Google Shape;292;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93" name="Google Shape;293;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4" name="Google Shape;294;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5" name="Google Shape;295;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96" name="Google Shape;296;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97" name="Google Shape;297;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8" name="Google Shape;298;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99" name="Google Shape;299;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0" name="Google Shape;300;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01" name="Google Shape;301;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02" name="Google Shape;302;g2c157a2fb06_0_53"/>
          <p:cNvGrpSpPr/>
          <p:nvPr/>
        </p:nvGrpSpPr>
        <p:grpSpPr>
          <a:xfrm>
            <a:off x="1403031" y="6958923"/>
            <a:ext cx="6774848" cy="1291477"/>
            <a:chOff x="717231" y="7263723"/>
            <a:chExt cx="6774848" cy="1291477"/>
          </a:xfrm>
        </p:grpSpPr>
        <p:sp>
          <p:nvSpPr>
            <p:cNvPr id="303" name="Google Shape;303;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04" name="Google Shape;304;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05" name="Google Shape;305;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06" name="Google Shape;306;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07" name="Google Shape;307;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08" name="Google Shape;308;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09" name="Google Shape;309;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10" name="Google Shape;310;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11" name="Google Shape;311;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2" name="Google Shape;312;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4" name="Google Shape;314;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15" name="Google Shape;315;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16" name="Google Shape;316;g2c157a2fb06_0_53"/>
          <p:cNvGrpSpPr/>
          <p:nvPr/>
        </p:nvGrpSpPr>
        <p:grpSpPr>
          <a:xfrm>
            <a:off x="662575" y="6212475"/>
            <a:ext cx="586800" cy="571500"/>
            <a:chOff x="662575" y="6212475"/>
            <a:chExt cx="586800" cy="571500"/>
          </a:xfrm>
        </p:grpSpPr>
        <p:sp>
          <p:nvSpPr>
            <p:cNvPr id="317" name="Google Shape;317;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53"/>
          <p:cNvGrpSpPr/>
          <p:nvPr/>
        </p:nvGrpSpPr>
        <p:grpSpPr>
          <a:xfrm>
            <a:off x="7894350" y="6212475"/>
            <a:ext cx="586800" cy="571500"/>
            <a:chOff x="7894350" y="6212475"/>
            <a:chExt cx="586800" cy="571500"/>
          </a:xfrm>
        </p:grpSpPr>
        <p:sp>
          <p:nvSpPr>
            <p:cNvPr id="321" name="Google Shape;321;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24"/>
        <p:cNvGrpSpPr/>
        <p:nvPr/>
      </p:nvGrpSpPr>
      <p:grpSpPr>
        <a:xfrm>
          <a:off x="0" y="0"/>
          <a:ext cx="0" cy="0"/>
          <a:chOff x="0" y="0"/>
          <a:chExt cx="0" cy="0"/>
        </a:xfrm>
      </p:grpSpPr>
      <p:sp>
        <p:nvSpPr>
          <p:cNvPr id="325" name="Google Shape;325;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29" name="Google Shape;329;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2" name="Google Shape;332;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33" name="Google Shape;33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34" name="Google Shape;334;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38" name="Google Shape;33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4" name="Google Shape;34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45" name="Google Shape;345;g2c157a2fb06_0_158"/>
          <p:cNvGrpSpPr/>
          <p:nvPr/>
        </p:nvGrpSpPr>
        <p:grpSpPr>
          <a:xfrm>
            <a:off x="662575" y="6212475"/>
            <a:ext cx="586800" cy="571500"/>
            <a:chOff x="662575" y="6212475"/>
            <a:chExt cx="586800" cy="571500"/>
          </a:xfrm>
        </p:grpSpPr>
        <p:sp>
          <p:nvSpPr>
            <p:cNvPr id="346" name="Google Shape;34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9" name="Google Shape;349;g2c157a2fb06_0_158"/>
          <p:cNvGrpSpPr/>
          <p:nvPr/>
        </p:nvGrpSpPr>
        <p:grpSpPr>
          <a:xfrm>
            <a:off x="7894350" y="6212475"/>
            <a:ext cx="586800" cy="571500"/>
            <a:chOff x="7894350" y="6212475"/>
            <a:chExt cx="586800" cy="571500"/>
          </a:xfrm>
        </p:grpSpPr>
        <p:sp>
          <p:nvSpPr>
            <p:cNvPr id="350" name="Google Shape;35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53"/>
        <p:cNvGrpSpPr/>
        <p:nvPr/>
      </p:nvGrpSpPr>
      <p:grpSpPr>
        <a:xfrm>
          <a:off x="0" y="0"/>
          <a:ext cx="0" cy="0"/>
          <a:chOff x="0" y="0"/>
          <a:chExt cx="0" cy="0"/>
        </a:xfrm>
      </p:grpSpPr>
      <p:sp>
        <p:nvSpPr>
          <p:cNvPr id="354" name="Google Shape;354;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2" name="Google Shape;362;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3" name="Google Shape;363;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5" name="Google Shape;36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66" name="Google Shape;36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67" name="Google Shape;367;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8" name="Google Shape;368;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9" name="Google Shape;369;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0" name="Google Shape;370;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71" name="Google Shape;371;g2c157a2fb06_0_263"/>
          <p:cNvSpPr>
            <a:spLocks noGrp="1"/>
          </p:cNvSpPr>
          <p:nvPr>
            <p:ph type="pic" idx="8"/>
          </p:nvPr>
        </p:nvSpPr>
        <p:spPr>
          <a:xfrm>
            <a:off x="5086375" y="4412425"/>
            <a:ext cx="2668800" cy="1291500"/>
          </a:xfrm>
          <a:prstGeom prst="rect">
            <a:avLst/>
          </a:prstGeom>
          <a:noFill/>
          <a:ln>
            <a:noFill/>
          </a:ln>
        </p:spPr>
      </p:sp>
      <p:sp>
        <p:nvSpPr>
          <p:cNvPr id="372" name="Google Shape;372;g2c157a2fb06_0_263"/>
          <p:cNvSpPr>
            <a:spLocks noGrp="1"/>
          </p:cNvSpPr>
          <p:nvPr>
            <p:ph type="pic" idx="9"/>
          </p:nvPr>
        </p:nvSpPr>
        <p:spPr>
          <a:xfrm>
            <a:off x="5086375" y="797675"/>
            <a:ext cx="2668800" cy="1291500"/>
          </a:xfrm>
          <a:prstGeom prst="rect">
            <a:avLst/>
          </a:prstGeom>
          <a:noFill/>
          <a:ln>
            <a:noFill/>
          </a:ln>
        </p:spPr>
      </p:sp>
      <p:sp>
        <p:nvSpPr>
          <p:cNvPr id="373" name="Google Shape;373;g2c157a2fb06_0_263"/>
          <p:cNvSpPr>
            <a:spLocks noGrp="1"/>
          </p:cNvSpPr>
          <p:nvPr>
            <p:ph type="pic" idx="13"/>
          </p:nvPr>
        </p:nvSpPr>
        <p:spPr>
          <a:xfrm>
            <a:off x="5086375" y="2002592"/>
            <a:ext cx="2668800" cy="1291500"/>
          </a:xfrm>
          <a:prstGeom prst="rect">
            <a:avLst/>
          </a:prstGeom>
          <a:noFill/>
          <a:ln>
            <a:noFill/>
          </a:ln>
        </p:spPr>
      </p:sp>
      <p:sp>
        <p:nvSpPr>
          <p:cNvPr id="374" name="Google Shape;374;g2c157a2fb06_0_263"/>
          <p:cNvSpPr>
            <a:spLocks noGrp="1"/>
          </p:cNvSpPr>
          <p:nvPr>
            <p:ph type="pic" idx="14"/>
          </p:nvPr>
        </p:nvSpPr>
        <p:spPr>
          <a:xfrm>
            <a:off x="5086375" y="3207508"/>
            <a:ext cx="2668800" cy="1291500"/>
          </a:xfrm>
          <a:prstGeom prst="rect">
            <a:avLst/>
          </a:prstGeom>
          <a:noFill/>
          <a:ln>
            <a:noFill/>
          </a:ln>
        </p:spPr>
      </p:sp>
      <p:sp>
        <p:nvSpPr>
          <p:cNvPr id="375" name="Google Shape;37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6" name="Google Shape;37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7" name="Google Shape;377;g2c157a2fb06_0_263"/>
          <p:cNvGrpSpPr/>
          <p:nvPr/>
        </p:nvGrpSpPr>
        <p:grpSpPr>
          <a:xfrm>
            <a:off x="662575" y="6212475"/>
            <a:ext cx="586800" cy="571500"/>
            <a:chOff x="662575" y="6212475"/>
            <a:chExt cx="586800" cy="571500"/>
          </a:xfrm>
        </p:grpSpPr>
        <p:sp>
          <p:nvSpPr>
            <p:cNvPr id="378" name="Google Shape;37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1" name="Google Shape;381;g2c157a2fb06_0_263"/>
          <p:cNvGrpSpPr/>
          <p:nvPr/>
        </p:nvGrpSpPr>
        <p:grpSpPr>
          <a:xfrm>
            <a:off x="7894350" y="6212475"/>
            <a:ext cx="586800" cy="571500"/>
            <a:chOff x="7894350" y="6212475"/>
            <a:chExt cx="586800" cy="571500"/>
          </a:xfrm>
        </p:grpSpPr>
        <p:sp>
          <p:nvSpPr>
            <p:cNvPr id="382" name="Google Shape;38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85"/>
        <p:cNvGrpSpPr/>
        <p:nvPr/>
      </p:nvGrpSpPr>
      <p:grpSpPr>
        <a:xfrm>
          <a:off x="0" y="0"/>
          <a:ext cx="0" cy="0"/>
          <a:chOff x="0" y="0"/>
          <a:chExt cx="0" cy="0"/>
        </a:xfrm>
      </p:grpSpPr>
      <p:sp>
        <p:nvSpPr>
          <p:cNvPr id="386" name="Google Shape;386;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8" name="Google Shape;388;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9" name="Google Shape;38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90" name="Google Shape;390;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2" name="Google Shape;392;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3" name="Google Shape;393;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4" name="Google Shape;394;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5" name="Google Shape;395;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6" name="Google Shape;396;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97" name="Google Shape;397;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8" name="Google Shape;398;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9" name="Google Shape;399;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00" name="Google Shape;400;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01" name="Google Shape;401;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402" name="Google Shape;402;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3" name="Google Shape;403;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4" name="Google Shape;404;g2c157a2fb06_0_467"/>
          <p:cNvGrpSpPr/>
          <p:nvPr/>
        </p:nvGrpSpPr>
        <p:grpSpPr>
          <a:xfrm>
            <a:off x="662575" y="6212475"/>
            <a:ext cx="586800" cy="571500"/>
            <a:chOff x="662575" y="6212475"/>
            <a:chExt cx="586800" cy="571500"/>
          </a:xfrm>
        </p:grpSpPr>
        <p:sp>
          <p:nvSpPr>
            <p:cNvPr id="405" name="Google Shape;405;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8" name="Google Shape;408;g2c157a2fb06_0_467"/>
          <p:cNvGrpSpPr/>
          <p:nvPr/>
        </p:nvGrpSpPr>
        <p:grpSpPr>
          <a:xfrm>
            <a:off x="7894350" y="6212475"/>
            <a:ext cx="586800" cy="571500"/>
            <a:chOff x="7894350" y="6212475"/>
            <a:chExt cx="586800" cy="571500"/>
          </a:xfrm>
        </p:grpSpPr>
        <p:sp>
          <p:nvSpPr>
            <p:cNvPr id="409" name="Google Shape;409;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12"/>
        <p:cNvGrpSpPr/>
        <p:nvPr/>
      </p:nvGrpSpPr>
      <p:grpSpPr>
        <a:xfrm>
          <a:off x="0" y="0"/>
          <a:ext cx="0" cy="0"/>
          <a:chOff x="0" y="0"/>
          <a:chExt cx="0" cy="0"/>
        </a:xfrm>
      </p:grpSpPr>
      <p:sp>
        <p:nvSpPr>
          <p:cNvPr id="413" name="Google Shape;413;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5" name="Google Shape;415;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6" name="Google Shape;416;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7" name="Google Shape;417;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9" name="Google Shape;419;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0" name="Google Shape;42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1" name="Google Shape;42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23" name="Google Shape;423;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4" name="Google Shape;424;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5" name="Google Shape;425;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7" name="Google Shape;427;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28" name="Google Shape;428;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9" name="Google Shape;429;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629"/>
          <p:cNvGrpSpPr/>
          <p:nvPr/>
        </p:nvGrpSpPr>
        <p:grpSpPr>
          <a:xfrm>
            <a:off x="662575" y="6212475"/>
            <a:ext cx="586800" cy="571500"/>
            <a:chOff x="662575" y="6212475"/>
            <a:chExt cx="586800" cy="571500"/>
          </a:xfrm>
        </p:grpSpPr>
        <p:sp>
          <p:nvSpPr>
            <p:cNvPr id="432" name="Google Shape;432;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629"/>
          <p:cNvGrpSpPr/>
          <p:nvPr/>
        </p:nvGrpSpPr>
        <p:grpSpPr>
          <a:xfrm>
            <a:off x="7894350" y="6212475"/>
            <a:ext cx="586800" cy="571500"/>
            <a:chOff x="7894350" y="6212475"/>
            <a:chExt cx="586800" cy="571500"/>
          </a:xfrm>
        </p:grpSpPr>
        <p:sp>
          <p:nvSpPr>
            <p:cNvPr id="436" name="Google Shape;436;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39"/>
        <p:cNvGrpSpPr/>
        <p:nvPr/>
      </p:nvGrpSpPr>
      <p:grpSpPr>
        <a:xfrm>
          <a:off x="0" y="0"/>
          <a:ext cx="0" cy="0"/>
          <a:chOff x="0" y="0"/>
          <a:chExt cx="0" cy="0"/>
        </a:xfrm>
      </p:grpSpPr>
      <p:sp>
        <p:nvSpPr>
          <p:cNvPr id="440" name="Google Shape;440;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4" name="Google Shape;454;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798"/>
          <p:cNvGrpSpPr/>
          <p:nvPr/>
        </p:nvGrpSpPr>
        <p:grpSpPr>
          <a:xfrm>
            <a:off x="662575" y="6212475"/>
            <a:ext cx="586800" cy="571500"/>
            <a:chOff x="662575" y="6212475"/>
            <a:chExt cx="586800" cy="571500"/>
          </a:xfrm>
        </p:grpSpPr>
        <p:sp>
          <p:nvSpPr>
            <p:cNvPr id="460" name="Google Shape;460;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798"/>
          <p:cNvGrpSpPr/>
          <p:nvPr/>
        </p:nvGrpSpPr>
        <p:grpSpPr>
          <a:xfrm>
            <a:off x="7894350" y="6212475"/>
            <a:ext cx="586800" cy="571500"/>
            <a:chOff x="7894350" y="6212475"/>
            <a:chExt cx="586800" cy="571500"/>
          </a:xfrm>
        </p:grpSpPr>
        <p:sp>
          <p:nvSpPr>
            <p:cNvPr id="464" name="Google Shape;464;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67"/>
        <p:cNvGrpSpPr/>
        <p:nvPr/>
      </p:nvGrpSpPr>
      <p:grpSpPr>
        <a:xfrm>
          <a:off x="0" y="0"/>
          <a:ext cx="0" cy="0"/>
          <a:chOff x="0" y="0"/>
          <a:chExt cx="0" cy="0"/>
        </a:xfrm>
      </p:grpSpPr>
      <p:sp>
        <p:nvSpPr>
          <p:cNvPr id="468" name="Google Shape;468;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76" name="Google Shape;476;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77" name="Google Shape;477;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78" name="Google Shape;478;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79" name="Google Shape;479;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80" name="Google Shape;480;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1" name="Google Shape;481;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82" name="Google Shape;482;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3" name="Google Shape;483;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85" name="Google Shape;485;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825"/>
          <p:cNvGrpSpPr/>
          <p:nvPr/>
        </p:nvGrpSpPr>
        <p:grpSpPr>
          <a:xfrm>
            <a:off x="662575" y="6212475"/>
            <a:ext cx="586800" cy="571500"/>
            <a:chOff x="662575" y="6212475"/>
            <a:chExt cx="586800" cy="571500"/>
          </a:xfrm>
        </p:grpSpPr>
        <p:sp>
          <p:nvSpPr>
            <p:cNvPr id="488" name="Google Shape;488;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825"/>
          <p:cNvGrpSpPr/>
          <p:nvPr/>
        </p:nvGrpSpPr>
        <p:grpSpPr>
          <a:xfrm>
            <a:off x="7894350" y="6212475"/>
            <a:ext cx="586800" cy="571500"/>
            <a:chOff x="7894350" y="6212475"/>
            <a:chExt cx="586800" cy="571500"/>
          </a:xfrm>
        </p:grpSpPr>
        <p:sp>
          <p:nvSpPr>
            <p:cNvPr id="492" name="Google Shape;492;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95"/>
        <p:cNvGrpSpPr/>
        <p:nvPr/>
      </p:nvGrpSpPr>
      <p:grpSpPr>
        <a:xfrm>
          <a:off x="0" y="0"/>
          <a:ext cx="0" cy="0"/>
          <a:chOff x="0" y="0"/>
          <a:chExt cx="0" cy="0"/>
        </a:xfrm>
      </p:grpSpPr>
      <p:sp>
        <p:nvSpPr>
          <p:cNvPr id="496" name="Google Shape;496;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8" name="Google Shape;498;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00" name="Google Shape;500;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4" name="Google Shape;50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8" name="Google Shape;50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9" name="Google Shape;50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0" name="Google Shape;51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511" name="Google Shape;51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12" name="Google Shape;51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3" name="Google Shape;51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4" name="Google Shape;51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5" name="Google Shape;51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7" name="Google Shape;51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19" name="Google Shape;51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0" name="Google Shape;52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1" name="Google Shape;52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2" name="Google Shape;52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3" name="Google Shape;52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4" name="Google Shape;52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6" name="Google Shape;52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27" name="Google Shape;527;g2c157a2fb06_0_700"/>
          <p:cNvGrpSpPr/>
          <p:nvPr/>
        </p:nvGrpSpPr>
        <p:grpSpPr>
          <a:xfrm>
            <a:off x="662575" y="6212475"/>
            <a:ext cx="586800" cy="571500"/>
            <a:chOff x="662575" y="6212475"/>
            <a:chExt cx="586800" cy="571500"/>
          </a:xfrm>
        </p:grpSpPr>
        <p:sp>
          <p:nvSpPr>
            <p:cNvPr id="528" name="Google Shape;52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1" name="Google Shape;531;g2c157a2fb06_0_700"/>
          <p:cNvGrpSpPr/>
          <p:nvPr/>
        </p:nvGrpSpPr>
        <p:grpSpPr>
          <a:xfrm>
            <a:off x="7894350" y="6212475"/>
            <a:ext cx="586800" cy="571500"/>
            <a:chOff x="7894350" y="6212475"/>
            <a:chExt cx="586800" cy="571500"/>
          </a:xfrm>
        </p:grpSpPr>
        <p:sp>
          <p:nvSpPr>
            <p:cNvPr id="532" name="Google Shape;53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35"/>
        <p:cNvGrpSpPr/>
        <p:nvPr/>
      </p:nvGrpSpPr>
      <p:grpSpPr>
        <a:xfrm>
          <a:off x="0" y="0"/>
          <a:ext cx="0" cy="0"/>
          <a:chOff x="0" y="0"/>
          <a:chExt cx="0" cy="0"/>
        </a:xfrm>
      </p:grpSpPr>
      <p:sp>
        <p:nvSpPr>
          <p:cNvPr id="536" name="Google Shape;536;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40" name="Google Shape;540;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3" name="Google Shape;54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4" name="Google Shape;544;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6" name="Google Shape;546;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47" name="Google Shape;54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48" name="Google Shape;54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49" name="Google Shape;54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0" name="Google Shape;55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1" name="Google Shape;55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52" name="Google Shape;55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3" name="Google Shape;55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4" name="Google Shape;55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55" name="Google Shape;55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56" name="Google Shape;55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57" name="Google Shape;55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58" name="Google Shape;558;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59" name="Google Shape;559;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0" name="Google Shape;560;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1" name="Google Shape;561;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2" name="Google Shape;562;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3" name="Google Shape;563;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4" name="Google Shape;564;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5" name="Google Shape;565;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66" name="Google Shape;566;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67" name="Google Shape;567;g2c157a2fb06_0_932"/>
          <p:cNvGrpSpPr/>
          <p:nvPr/>
        </p:nvGrpSpPr>
        <p:grpSpPr>
          <a:xfrm>
            <a:off x="662575" y="6212475"/>
            <a:ext cx="586800" cy="571500"/>
            <a:chOff x="662575" y="6212475"/>
            <a:chExt cx="586800" cy="571500"/>
          </a:xfrm>
        </p:grpSpPr>
        <p:sp>
          <p:nvSpPr>
            <p:cNvPr id="568" name="Google Shape;56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932"/>
          <p:cNvGrpSpPr/>
          <p:nvPr/>
        </p:nvGrpSpPr>
        <p:grpSpPr>
          <a:xfrm>
            <a:off x="7894350" y="6212475"/>
            <a:ext cx="586800" cy="571500"/>
            <a:chOff x="7894350" y="6212475"/>
            <a:chExt cx="586800" cy="571500"/>
          </a:xfrm>
        </p:grpSpPr>
        <p:sp>
          <p:nvSpPr>
            <p:cNvPr id="572" name="Google Shape;57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75"/>
        <p:cNvGrpSpPr/>
        <p:nvPr/>
      </p:nvGrpSpPr>
      <p:grpSpPr>
        <a:xfrm>
          <a:off x="0" y="0"/>
          <a:ext cx="0" cy="0"/>
          <a:chOff x="0" y="0"/>
          <a:chExt cx="0" cy="0"/>
        </a:xfrm>
      </p:grpSpPr>
      <p:sp>
        <p:nvSpPr>
          <p:cNvPr id="576" name="Google Shape;576;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9" name="Google Shape;579;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0" name="Google Shape;580;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3" name="Google Shape;583;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84" name="Google Shape;58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85" name="Google Shape;58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86" name="Google Shape;58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7" name="Google Shape;58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8" name="Google Shape;58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89" name="Google Shape;58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0" name="Google Shape;59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1" name="Google Shape;59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2" name="Google Shape;59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3" name="Google Shape;59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5" name="Google Shape;59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6" name="Google Shape;59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8" name="Google Shape;59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99" name="Google Shape;59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600" name="Google Shape;60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02" name="Google Shape;60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3" name="Google Shape;60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04" name="Google Shape;604;g2c157a2fb06_0_1045"/>
          <p:cNvGrpSpPr/>
          <p:nvPr/>
        </p:nvGrpSpPr>
        <p:grpSpPr>
          <a:xfrm>
            <a:off x="662575" y="6212475"/>
            <a:ext cx="586800" cy="571500"/>
            <a:chOff x="662575" y="6212475"/>
            <a:chExt cx="586800" cy="571500"/>
          </a:xfrm>
        </p:grpSpPr>
        <p:sp>
          <p:nvSpPr>
            <p:cNvPr id="605" name="Google Shape;60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8" name="Google Shape;608;g2c157a2fb06_0_1045"/>
          <p:cNvGrpSpPr/>
          <p:nvPr/>
        </p:nvGrpSpPr>
        <p:grpSpPr>
          <a:xfrm>
            <a:off x="7894350" y="6212475"/>
            <a:ext cx="586800" cy="571500"/>
            <a:chOff x="7894350" y="6212475"/>
            <a:chExt cx="586800" cy="571500"/>
          </a:xfrm>
        </p:grpSpPr>
        <p:sp>
          <p:nvSpPr>
            <p:cNvPr id="609" name="Google Shape;60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12"/>
        <p:cNvGrpSpPr/>
        <p:nvPr/>
      </p:nvGrpSpPr>
      <p:grpSpPr>
        <a:xfrm>
          <a:off x="0" y="0"/>
          <a:ext cx="0" cy="0"/>
          <a:chOff x="0" y="0"/>
          <a:chExt cx="0" cy="0"/>
        </a:xfrm>
      </p:grpSpPr>
      <p:sp>
        <p:nvSpPr>
          <p:cNvPr id="613" name="Google Shape;613;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0" name="Google Shape;62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1" name="Google Shape;621;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22" name="Google Shape;622;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3" name="Google Shape;623;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4" name="Google Shape;624;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25" name="Google Shape;625;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626" name="Google Shape;626;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7" name="Google Shape;627;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8" name="Google Shape;628;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29" name="Google Shape;629;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0" name="Google Shape;630;g2c157a2fb06_0_1110"/>
          <p:cNvGrpSpPr/>
          <p:nvPr/>
        </p:nvGrpSpPr>
        <p:grpSpPr>
          <a:xfrm>
            <a:off x="5806200" y="1807463"/>
            <a:ext cx="756300" cy="146700"/>
            <a:chOff x="5806200" y="1807463"/>
            <a:chExt cx="756300" cy="146700"/>
          </a:xfrm>
        </p:grpSpPr>
        <p:sp>
          <p:nvSpPr>
            <p:cNvPr id="631" name="Google Shape;63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2" name="Google Shape;63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3" name="Google Shape;63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4" name="Google Shape;634;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35" name="Google Shape;635;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36" name="Google Shape;636;g2c157a2fb06_0_1110"/>
          <p:cNvGrpSpPr/>
          <p:nvPr/>
        </p:nvGrpSpPr>
        <p:grpSpPr>
          <a:xfrm>
            <a:off x="5806200" y="2842438"/>
            <a:ext cx="756300" cy="146700"/>
            <a:chOff x="5806200" y="1807463"/>
            <a:chExt cx="756300" cy="146700"/>
          </a:xfrm>
        </p:grpSpPr>
        <p:sp>
          <p:nvSpPr>
            <p:cNvPr id="637" name="Google Shape;637;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8" name="Google Shape;638;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9" name="Google Shape;639;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0" name="Google Shape;640;g2c157a2fb06_0_1110"/>
          <p:cNvGrpSpPr/>
          <p:nvPr/>
        </p:nvGrpSpPr>
        <p:grpSpPr>
          <a:xfrm>
            <a:off x="5806200" y="3877413"/>
            <a:ext cx="756300" cy="146700"/>
            <a:chOff x="5806200" y="1807463"/>
            <a:chExt cx="756300" cy="146700"/>
          </a:xfrm>
        </p:grpSpPr>
        <p:sp>
          <p:nvSpPr>
            <p:cNvPr id="641" name="Google Shape;641;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3" name="Google Shape;643;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4" name="Google Shape;644;g2c157a2fb06_0_1110"/>
          <p:cNvGrpSpPr/>
          <p:nvPr/>
        </p:nvGrpSpPr>
        <p:grpSpPr>
          <a:xfrm>
            <a:off x="662575" y="6212475"/>
            <a:ext cx="586800" cy="571500"/>
            <a:chOff x="662575" y="6212475"/>
            <a:chExt cx="586800" cy="571500"/>
          </a:xfrm>
        </p:grpSpPr>
        <p:sp>
          <p:nvSpPr>
            <p:cNvPr id="645" name="Google Shape;645;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6" name="Google Shape;646;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8" name="Google Shape;648;g2c157a2fb06_0_1110"/>
          <p:cNvGrpSpPr/>
          <p:nvPr/>
        </p:nvGrpSpPr>
        <p:grpSpPr>
          <a:xfrm>
            <a:off x="7894350" y="6212475"/>
            <a:ext cx="586800" cy="571500"/>
            <a:chOff x="7894350" y="6212475"/>
            <a:chExt cx="586800" cy="571500"/>
          </a:xfrm>
        </p:grpSpPr>
        <p:sp>
          <p:nvSpPr>
            <p:cNvPr id="649" name="Google Shape;649;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0" name="Google Shape;650;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2"/>
        <p:cNvGrpSpPr/>
        <p:nvPr/>
      </p:nvGrpSpPr>
      <p:grpSpPr>
        <a:xfrm>
          <a:off x="0" y="0"/>
          <a:ext cx="0" cy="0"/>
          <a:chOff x="0" y="0"/>
          <a:chExt cx="0" cy="0"/>
        </a:xfrm>
      </p:grpSpPr>
      <p:sp>
        <p:nvSpPr>
          <p:cNvPr id="653" name="Google Shape;653;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57" name="Google Shape;657;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0" name="Google Shape;660;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1" name="Google Shape;661;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2" name="Google Shape;662;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3" name="Google Shape;663;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4" name="Google Shape;664;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66" name="Google Shape;666;p30"/>
          <p:cNvGrpSpPr/>
          <p:nvPr/>
        </p:nvGrpSpPr>
        <p:grpSpPr>
          <a:xfrm>
            <a:off x="6022940" y="5341706"/>
            <a:ext cx="594501" cy="305904"/>
            <a:chOff x="5672081" y="1914352"/>
            <a:chExt cx="792668" cy="305904"/>
          </a:xfrm>
        </p:grpSpPr>
        <p:sp>
          <p:nvSpPr>
            <p:cNvPr id="667" name="Google Shape;667;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8" name="Google Shape;668;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69" name="Google Shape;669;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0" name="Google Shape;670;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1" name="Google Shape;671;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2" name="Google Shape;672;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4" name="Google Shape;674;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5" name="Google Shape;675;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78" name="Google Shape;678;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79" name="Google Shape;679;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87" name="Google Shape;687;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88" name="Google Shape;688;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89" name="Google Shape;689;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0" name="Google Shape;690;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1" name="Google Shape;691;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3" name="Google Shape;693;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4" name="Google Shape;694;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96" name="Google Shape;696;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97" name="Google Shape;697;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98"/>
        <p:cNvGrpSpPr/>
        <p:nvPr/>
      </p:nvGrpSpPr>
      <p:grpSpPr>
        <a:xfrm>
          <a:off x="0" y="0"/>
          <a:ext cx="0" cy="0"/>
          <a:chOff x="0" y="0"/>
          <a:chExt cx="0" cy="0"/>
        </a:xfrm>
      </p:grpSpPr>
      <p:sp>
        <p:nvSpPr>
          <p:cNvPr id="699" name="Google Shape;699;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0" name="Google Shape;700;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1" name="Google Shape;701;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2"/>
        <p:cNvGrpSpPr/>
        <p:nvPr/>
      </p:nvGrpSpPr>
      <p:grpSpPr>
        <a:xfrm>
          <a:off x="0" y="0"/>
          <a:ext cx="0" cy="0"/>
          <a:chOff x="0" y="0"/>
          <a:chExt cx="0" cy="0"/>
        </a:xfrm>
      </p:grpSpPr>
      <p:sp>
        <p:nvSpPr>
          <p:cNvPr id="703" name="Google Shape;703;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4" name="Google Shape;704;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05" name="Google Shape;705;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notesSlide" Target="../notesSlides/notesSlide3.xml"/><Relationship Id="rId16" Type="http://schemas.openxmlformats.org/officeDocument/2006/relationships/image" Target="../media/image20.png"/><Relationship Id="rId20" Type="http://schemas.openxmlformats.org/officeDocument/2006/relationships/image" Target="../media/image24.png"/><Relationship Id="rId1" Type="http://schemas.openxmlformats.org/officeDocument/2006/relationships/slideLayout" Target="../slideLayouts/slideLayout3.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10" Type="http://schemas.openxmlformats.org/officeDocument/2006/relationships/image" Target="../media/image14.png"/><Relationship Id="rId19" Type="http://schemas.openxmlformats.org/officeDocument/2006/relationships/image" Target="../media/image23.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s>
</file>

<file path=ppt/slides/_rels/slide4.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 Id="rId9" Type="http://schemas.openxmlformats.org/officeDocument/2006/relationships/image" Target="../media/image36.png"/></Relationships>
</file>

<file path=ppt/slides/_rels/slide5.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5.xml"/><Relationship Id="rId16" Type="http://schemas.openxmlformats.org/officeDocument/2006/relationships/image" Target="../media/image50.png"/><Relationship Id="rId1" Type="http://schemas.openxmlformats.org/officeDocument/2006/relationships/slideLayout" Target="../slideLayouts/slideLayout4.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 Id="rId14" Type="http://schemas.openxmlformats.org/officeDocument/2006/relationships/image" Target="../media/image48.png"/></Relationships>
</file>

<file path=ppt/slides/_rels/slide6.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pic>
        <p:nvPicPr>
          <p:cNvPr id="710" name="Google Shape;710;p1"/>
          <p:cNvPicPr preferRelativeResize="0"/>
          <p:nvPr/>
        </p:nvPicPr>
        <p:blipFill rotWithShape="1">
          <a:blip r:embed="rId3">
            <a:alphaModFix/>
          </a:blip>
          <a:srcRect l="19" r="19"/>
          <a:stretch/>
        </p:blipFill>
        <p:spPr>
          <a:xfrm rot="-286769">
            <a:off x="6132657" y="3819627"/>
            <a:ext cx="1208040" cy="1709826"/>
          </a:xfrm>
          <a:prstGeom prst="rect">
            <a:avLst/>
          </a:prstGeom>
          <a:noFill/>
          <a:ln>
            <a:noFill/>
          </a:ln>
          <a:effectLst>
            <a:outerShdw blurRad="71438" dist="38100" dir="5220000" algn="bl" rotWithShape="0">
              <a:srgbClr val="000000">
                <a:alpha val="20000"/>
              </a:srgbClr>
            </a:outerShdw>
          </a:effectLst>
        </p:spPr>
      </p:pic>
      <p:pic>
        <p:nvPicPr>
          <p:cNvPr id="711" name="Google Shape;711;p1"/>
          <p:cNvPicPr preferRelativeResize="0"/>
          <p:nvPr/>
        </p:nvPicPr>
        <p:blipFill rotWithShape="1">
          <a:blip r:embed="rId4">
            <a:alphaModFix/>
          </a:blip>
          <a:srcRect l="79" r="79"/>
          <a:stretch/>
        </p:blipFill>
        <p:spPr>
          <a:xfrm rot="325066">
            <a:off x="7336183" y="3887252"/>
            <a:ext cx="1208038" cy="1709826"/>
          </a:xfrm>
          <a:prstGeom prst="rect">
            <a:avLst/>
          </a:prstGeom>
          <a:noFill/>
          <a:ln>
            <a:noFill/>
          </a:ln>
          <a:effectLst>
            <a:outerShdw blurRad="71438" dist="38100" dir="5220000" algn="bl" rotWithShape="0">
              <a:srgbClr val="000000">
                <a:alpha val="20000"/>
              </a:srgbClr>
            </a:outerShdw>
          </a:effectLst>
        </p:spPr>
      </p:pic>
      <p:sp>
        <p:nvSpPr>
          <p:cNvPr id="712" name="Google Shape;712;p1"/>
          <p:cNvSpPr txBox="1"/>
          <p:nvPr/>
        </p:nvSpPr>
        <p:spPr>
          <a:xfrm>
            <a:off x="884100" y="2716650"/>
            <a:ext cx="3997200" cy="845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en-US" sz="3000" b="0" i="0" u="none" strike="noStrike" cap="none">
                <a:solidFill>
                  <a:srgbClr val="262626"/>
                </a:solidFill>
                <a:latin typeface="Poppins"/>
                <a:ea typeface="Poppins"/>
                <a:cs typeface="Poppins"/>
                <a:sym typeface="Poppins"/>
              </a:rPr>
              <a:t>Uppercase Letters; </a:t>
            </a:r>
            <a:br>
              <a:rPr lang="en-US" sz="3000" b="0" i="0" u="none" strike="noStrike" cap="none">
                <a:solidFill>
                  <a:srgbClr val="262626"/>
                </a:solidFill>
                <a:latin typeface="Poppins"/>
                <a:ea typeface="Poppins"/>
                <a:cs typeface="Poppins"/>
                <a:sym typeface="Poppins"/>
              </a:rPr>
            </a:br>
            <a:r>
              <a:rPr lang="en-US" sz="3000" b="0" i="0" u="none" strike="noStrike" cap="none">
                <a:solidFill>
                  <a:srgbClr val="262626"/>
                </a:solidFill>
                <a:latin typeface="Poppins"/>
                <a:ea typeface="Poppins"/>
                <a:cs typeface="Poppins"/>
                <a:sym typeface="Poppins"/>
              </a:rPr>
              <a:t>U J</a:t>
            </a:r>
            <a:endParaRPr sz="3000" b="0" i="0" u="none" strike="noStrike" cap="none">
              <a:solidFill>
                <a:srgbClr val="262626"/>
              </a:solidFill>
              <a:latin typeface="Poppins"/>
              <a:ea typeface="Poppins"/>
              <a:cs typeface="Poppins"/>
              <a:sym typeface="Poppins"/>
            </a:endParaRPr>
          </a:p>
        </p:txBody>
      </p:sp>
      <p:sp>
        <p:nvSpPr>
          <p:cNvPr id="713" name="Google Shape;713;p1"/>
          <p:cNvSpPr txBox="1"/>
          <p:nvPr/>
        </p:nvSpPr>
        <p:spPr>
          <a:xfrm>
            <a:off x="884092" y="37541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16</a:t>
            </a:r>
            <a:endParaRPr sz="2200" b="0" i="1" u="none" strike="noStrike" cap="none">
              <a:solidFill>
                <a:srgbClr val="262626"/>
              </a:solidFill>
              <a:latin typeface="Poppins"/>
              <a:ea typeface="Poppins"/>
              <a:cs typeface="Poppins"/>
              <a:sym typeface="Poppins"/>
            </a:endParaRPr>
          </a:p>
        </p:txBody>
      </p:sp>
      <p:graphicFrame>
        <p:nvGraphicFramePr>
          <p:cNvPr id="714" name="Google Shape;714;p1"/>
          <p:cNvGraphicFramePr/>
          <p:nvPr/>
        </p:nvGraphicFramePr>
        <p:xfrm>
          <a:off x="4844200" y="1891197"/>
          <a:ext cx="3784950" cy="1678950"/>
        </p:xfrm>
        <a:graphic>
          <a:graphicData uri="http://schemas.openxmlformats.org/drawingml/2006/table">
            <a:tbl>
              <a:tblPr firstRow="1" bandRow="1">
                <a:noFill/>
                <a:tableStyleId>{7FDB4B15-C338-4F1E-BE81-C648336FF9C6}</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j</a:t>
                      </a:r>
                      <a:endParaRPr sz="18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Mulish"/>
                          <a:ea typeface="Mulish"/>
                          <a:cs typeface="Mulish"/>
                          <a:sym typeface="Mulish"/>
                        </a:rPr>
                        <a:t>v</a:t>
                      </a:r>
                      <a:endParaRPr sz="1800" u="none" strike="noStrike" cap="none">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w</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x</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y</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latin typeface="Jost"/>
                          <a:ea typeface="Jost"/>
                          <a:cs typeface="Jost"/>
                          <a:sym typeface="Jost"/>
                        </a:rPr>
                        <a:t>zz</a:t>
                      </a:r>
                      <a:endParaRPr sz="18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715" name="Google Shape;715;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g26c91cd4287_0_12"/>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uppercase letters </a:t>
            </a:r>
            <a:r>
              <a:rPr lang="en-US">
                <a:solidFill>
                  <a:srgbClr val="8DC63F"/>
                </a:solidFill>
              </a:rPr>
              <a:t>U J</a:t>
            </a:r>
            <a:r>
              <a:rPr lang="en-US"/>
              <a:t>.</a:t>
            </a:r>
            <a:endParaRPr/>
          </a:p>
        </p:txBody>
      </p:sp>
      <p:sp>
        <p:nvSpPr>
          <p:cNvPr id="722" name="Google Shape;722;g26c91cd4287_0_12"/>
          <p:cNvSpPr txBox="1">
            <a:spLocks noGrp="1"/>
          </p:cNvSpPr>
          <p:nvPr>
            <p:ph type="body" idx="2"/>
          </p:nvPr>
        </p:nvSpPr>
        <p:spPr>
          <a:xfrm>
            <a:off x="3298550" y="1785450"/>
            <a:ext cx="4738800" cy="14454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endParaRPr/>
          </a:p>
          <a:p>
            <a:pPr marL="457200" lvl="0" indent="-330200" algn="l" rtl="0">
              <a:lnSpc>
                <a:spcPct val="100000"/>
              </a:lnSpc>
              <a:spcBef>
                <a:spcPts val="0"/>
              </a:spcBef>
              <a:spcAft>
                <a:spcPts val="0"/>
              </a:spcAft>
              <a:buSzPts val="1600"/>
              <a:buChar char="•"/>
            </a:pPr>
            <a:r>
              <a:rPr lang="en-US"/>
              <a:t>Review Alphabet Song.</a:t>
            </a:r>
            <a:endParaRPr/>
          </a:p>
        </p:txBody>
      </p:sp>
      <p:sp>
        <p:nvSpPr>
          <p:cNvPr id="723" name="Google Shape;723;g26c91cd4287_0_12"/>
          <p:cNvSpPr txBox="1"/>
          <p:nvPr/>
        </p:nvSpPr>
        <p:spPr>
          <a:xfrm>
            <a:off x="13135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4" name="Google Shape;724;g26c91cd4287_0_12"/>
          <p:cNvSpPr txBox="1"/>
          <p:nvPr/>
        </p:nvSpPr>
        <p:spPr>
          <a:xfrm>
            <a:off x="62557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5" name="Google Shape;725;g26c91cd4287_0_12"/>
          <p:cNvSpPr txBox="1"/>
          <p:nvPr/>
        </p:nvSpPr>
        <p:spPr>
          <a:xfrm>
            <a:off x="2742214" y="5645000"/>
            <a:ext cx="17967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26" name="Google Shape;726;g26c91cd4287_0_12"/>
          <p:cNvSpPr txBox="1"/>
          <p:nvPr/>
        </p:nvSpPr>
        <p:spPr>
          <a:xfrm>
            <a:off x="4608325" y="5644996"/>
            <a:ext cx="1359300" cy="433500"/>
          </a:xfrm>
          <a:prstGeom prst="rect">
            <a:avLst/>
          </a:prstGeom>
          <a:noFill/>
          <a:ln>
            <a:noFill/>
          </a:ln>
        </p:spPr>
        <p:txBody>
          <a:bodyPr spcFirstLastPara="1" wrap="square" lIns="91425" tIns="45700" rIns="91425" bIns="45700" anchor="t" anchorCtr="0">
            <a:noAutofit/>
          </a:bodyPr>
          <a:lstStyle/>
          <a:p>
            <a:pPr marL="0" marR="0" lvl="0" indent="0" algn="ctr" rtl="0">
              <a:lnSpc>
                <a:spcPct val="115000"/>
              </a:lnSpc>
              <a:spcBef>
                <a:spcPts val="1000"/>
              </a:spcBef>
              <a:spcAft>
                <a:spcPts val="0"/>
              </a:spcAft>
              <a:buClr>
                <a:srgbClr val="000000"/>
              </a:buClr>
              <a:buSzPts val="900"/>
              <a:buFont typeface="Arial"/>
              <a:buNone/>
            </a:pPr>
            <a:endParaRPr sz="900" b="0" i="0" u="none" strike="noStrike" cap="none" dirty="0">
              <a:solidFill>
                <a:srgbClr val="262626"/>
              </a:solidFill>
              <a:latin typeface="Poppins"/>
              <a:ea typeface="Poppins"/>
              <a:cs typeface="Poppins"/>
              <a:sym typeface="Poppins"/>
            </a:endParaRPr>
          </a:p>
        </p:txBody>
      </p:sp>
      <p:sp>
        <p:nvSpPr>
          <p:cNvPr id="730" name="Google Shape;730;g26c91cd4287_0_12"/>
          <p:cNvSpPr txBox="1"/>
          <p:nvPr/>
        </p:nvSpPr>
        <p:spPr>
          <a:xfrm>
            <a:off x="856325" y="3837725"/>
            <a:ext cx="7292400" cy="785700"/>
          </a:xfrm>
          <a:prstGeom prst="rect">
            <a:avLst/>
          </a:prstGeom>
          <a:noFill/>
          <a:ln>
            <a:noFill/>
          </a:ln>
        </p:spPr>
        <p:txBody>
          <a:bodyPr spcFirstLastPara="1" wrap="square" lIns="0" tIns="45700" rIns="91425" bIns="45700" anchor="t" anchorCtr="0">
            <a:noAutofit/>
          </a:bodyPr>
          <a:lstStyle/>
          <a:p>
            <a:pPr marL="0" marR="0" lvl="0" indent="0" algn="l" rtl="0">
              <a:lnSpc>
                <a:spcPct val="115000"/>
              </a:lnSpc>
              <a:spcBef>
                <a:spcPts val="1000"/>
              </a:spcBef>
              <a:spcAft>
                <a:spcPts val="0"/>
              </a:spcAft>
              <a:buClr>
                <a:srgbClr val="000000"/>
              </a:buClr>
              <a:buSzPts val="1200"/>
              <a:buFont typeface="Arial"/>
              <a:buNone/>
            </a:pPr>
            <a:r>
              <a:rPr lang="en-US" sz="1200" b="0" i="0" u="none" strike="noStrike" cap="none" dirty="0">
                <a:solidFill>
                  <a:srgbClr val="262626"/>
                </a:solidFill>
                <a:latin typeface="Poppins"/>
                <a:ea typeface="Poppins"/>
                <a:cs typeface="Poppins"/>
                <a:sym typeface="Poppins"/>
              </a:rPr>
              <a:t>A large display that has the letters of the alphabet on it. This could be an Alphabet Arc, poster, magnetic letters on a whiteboard etc. Visit </a:t>
            </a:r>
            <a:r>
              <a:rPr lang="en-US" sz="1200" u="sng" dirty="0">
                <a:solidFill>
                  <a:schemeClr val="hlink"/>
                </a:solidFill>
                <a:latin typeface="Poppins"/>
                <a:ea typeface="Poppins"/>
                <a:cs typeface="Poppins"/>
                <a:sym typeface="Poppins"/>
              </a:rPr>
              <a:t>www.teaching.com.au</a:t>
            </a:r>
            <a:r>
              <a:rPr lang="en-US" sz="1200" b="0" i="0" u="none" strike="noStrike" cap="none" dirty="0">
                <a:solidFill>
                  <a:srgbClr val="262626"/>
                </a:solidFill>
                <a:latin typeface="Poppins"/>
                <a:ea typeface="Poppins"/>
                <a:cs typeface="Poppins"/>
                <a:sym typeface="Poppins"/>
              </a:rPr>
              <a:t> to shop teaching resources.</a:t>
            </a:r>
            <a:endParaRPr sz="1200" b="0" i="0" u="none" strike="noStrike" cap="none" dirty="0">
              <a:solidFill>
                <a:srgbClr val="262626"/>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8" name="Google Shape;738;g26b641b03cd_0_165"/>
          <p:cNvGrpSpPr/>
          <p:nvPr/>
        </p:nvGrpSpPr>
        <p:grpSpPr>
          <a:xfrm>
            <a:off x="930400" y="2129444"/>
            <a:ext cx="7283200" cy="3724851"/>
            <a:chOff x="930400" y="2129444"/>
            <a:chExt cx="7283200" cy="3724851"/>
          </a:xfrm>
        </p:grpSpPr>
        <p:pic>
          <p:nvPicPr>
            <p:cNvPr id="739" name="Google Shape;73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68" name="Google Shape;768;g26b7edf6e71_0_26"/>
          <p:cNvPicPr preferRelativeResize="0"/>
          <p:nvPr/>
        </p:nvPicPr>
        <p:blipFill rotWithShape="1">
          <a:blip r:embed="rId3">
            <a:alphaModFix/>
          </a:blip>
          <a:srcRect l="79" r="79"/>
          <a:stretch/>
        </p:blipFill>
        <p:spPr>
          <a:xfrm>
            <a:off x="930400" y="2129450"/>
            <a:ext cx="933501" cy="1321313"/>
          </a:xfrm>
          <a:prstGeom prst="rect">
            <a:avLst/>
          </a:prstGeom>
          <a:noFill/>
          <a:ln>
            <a:noFill/>
          </a:ln>
          <a:effectLst>
            <a:outerShdw blurRad="71438" dist="28575" dir="5400000" algn="bl" rotWithShape="0">
              <a:srgbClr val="000000">
                <a:alpha val="15290"/>
              </a:srgbClr>
            </a:outerShdw>
          </a:effectLst>
        </p:spPr>
      </p:pic>
      <p:pic>
        <p:nvPicPr>
          <p:cNvPr id="769" name="Google Shape;769;g26b7edf6e71_0_26"/>
          <p:cNvPicPr preferRelativeResize="0"/>
          <p:nvPr/>
        </p:nvPicPr>
        <p:blipFill rotWithShape="1">
          <a:blip r:embed="rId4">
            <a:alphaModFix/>
          </a:blip>
          <a:srcRect l="79" r="79"/>
          <a:stretch/>
        </p:blipFill>
        <p:spPr>
          <a:xfrm>
            <a:off x="4072837" y="2129450"/>
            <a:ext cx="933501" cy="1321313"/>
          </a:xfrm>
          <a:prstGeom prst="rect">
            <a:avLst/>
          </a:prstGeom>
          <a:noFill/>
          <a:ln>
            <a:noFill/>
          </a:ln>
          <a:effectLst>
            <a:outerShdw blurRad="71438" dist="28575" dir="5400000" algn="bl" rotWithShape="0">
              <a:srgbClr val="000000">
                <a:alpha val="15290"/>
              </a:srgbClr>
            </a:outerShdw>
          </a:effectLst>
        </p:spPr>
      </p:pic>
      <p:pic>
        <p:nvPicPr>
          <p:cNvPr id="770" name="Google Shape;770;g26b7edf6e71_0_26"/>
          <p:cNvPicPr preferRelativeResize="0"/>
          <p:nvPr/>
        </p:nvPicPr>
        <p:blipFill rotWithShape="1">
          <a:blip r:embed="rId5">
            <a:alphaModFix/>
          </a:blip>
          <a:srcRect l="79" r="79"/>
          <a:stretch/>
        </p:blipFill>
        <p:spPr>
          <a:xfrm>
            <a:off x="1977879" y="2129450"/>
            <a:ext cx="933501" cy="1321313"/>
          </a:xfrm>
          <a:prstGeom prst="rect">
            <a:avLst/>
          </a:prstGeom>
          <a:noFill/>
          <a:ln>
            <a:noFill/>
          </a:ln>
          <a:effectLst>
            <a:outerShdw blurRad="71438" dist="28575" dir="5400000" algn="bl" rotWithShape="0">
              <a:srgbClr val="000000">
                <a:alpha val="15290"/>
              </a:srgbClr>
            </a:outerShdw>
          </a:effectLst>
        </p:spPr>
      </p:pic>
      <p:pic>
        <p:nvPicPr>
          <p:cNvPr id="771" name="Google Shape;771;g26b7edf6e71_0_26"/>
          <p:cNvPicPr preferRelativeResize="0"/>
          <p:nvPr/>
        </p:nvPicPr>
        <p:blipFill rotWithShape="1">
          <a:blip r:embed="rId6">
            <a:alphaModFix/>
          </a:blip>
          <a:srcRect l="19" r="29"/>
          <a:stretch/>
        </p:blipFill>
        <p:spPr>
          <a:xfrm>
            <a:off x="3025359" y="2129450"/>
            <a:ext cx="933501" cy="1321313"/>
          </a:xfrm>
          <a:prstGeom prst="rect">
            <a:avLst/>
          </a:prstGeom>
          <a:noFill/>
          <a:ln>
            <a:noFill/>
          </a:ln>
          <a:effectLst>
            <a:outerShdw blurRad="71438" dist="28575" dir="5400000" algn="bl" rotWithShape="0">
              <a:srgbClr val="000000">
                <a:alpha val="15290"/>
              </a:srgbClr>
            </a:outerShdw>
          </a:effectLst>
        </p:spPr>
      </p:pic>
      <p:pic>
        <p:nvPicPr>
          <p:cNvPr id="772" name="Google Shape;772;g26b7edf6e71_0_26"/>
          <p:cNvPicPr preferRelativeResize="0"/>
          <p:nvPr/>
        </p:nvPicPr>
        <p:blipFill rotWithShape="1">
          <a:blip r:embed="rId7">
            <a:alphaModFix/>
          </a:blip>
          <a:srcRect l="19" r="29"/>
          <a:stretch/>
        </p:blipFill>
        <p:spPr>
          <a:xfrm>
            <a:off x="5120316" y="2129450"/>
            <a:ext cx="933501" cy="1321313"/>
          </a:xfrm>
          <a:prstGeom prst="rect">
            <a:avLst/>
          </a:prstGeom>
          <a:noFill/>
          <a:ln>
            <a:noFill/>
          </a:ln>
          <a:effectLst>
            <a:outerShdw blurRad="71438" dist="28575" dir="5400000" algn="bl" rotWithShape="0">
              <a:srgbClr val="000000">
                <a:alpha val="15290"/>
              </a:srgbClr>
            </a:outerShdw>
          </a:effectLst>
        </p:spPr>
      </p:pic>
      <p:pic>
        <p:nvPicPr>
          <p:cNvPr id="773" name="Google Shape;773;g26b7edf6e71_0_26"/>
          <p:cNvPicPr preferRelativeResize="0"/>
          <p:nvPr/>
        </p:nvPicPr>
        <p:blipFill rotWithShape="1">
          <a:blip r:embed="rId8">
            <a:alphaModFix/>
          </a:blip>
          <a:srcRect l="79" r="79"/>
          <a:stretch/>
        </p:blipFill>
        <p:spPr>
          <a:xfrm>
            <a:off x="6167796" y="2129450"/>
            <a:ext cx="933501" cy="1321313"/>
          </a:xfrm>
          <a:prstGeom prst="rect">
            <a:avLst/>
          </a:prstGeom>
          <a:noFill/>
          <a:ln>
            <a:noFill/>
          </a:ln>
          <a:effectLst>
            <a:outerShdw blurRad="71438" dist="28575" dir="5400000" algn="bl" rotWithShape="0">
              <a:srgbClr val="000000">
                <a:alpha val="15290"/>
              </a:srgbClr>
            </a:outerShdw>
          </a:effectLst>
        </p:spPr>
      </p:pic>
      <p:pic>
        <p:nvPicPr>
          <p:cNvPr id="774" name="Google Shape;774;g26b7edf6e71_0_26"/>
          <p:cNvPicPr preferRelativeResize="0"/>
          <p:nvPr/>
        </p:nvPicPr>
        <p:blipFill rotWithShape="1">
          <a:blip r:embed="rId9">
            <a:alphaModFix/>
          </a:blip>
          <a:srcRect l="79" r="79"/>
          <a:stretch/>
        </p:blipFill>
        <p:spPr>
          <a:xfrm>
            <a:off x="7215274" y="2129450"/>
            <a:ext cx="933501" cy="1321313"/>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c67fd742a0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781" name="Google Shape;781;g2c67fd742a0_0_0"/>
          <p:cNvGrpSpPr/>
          <p:nvPr/>
        </p:nvGrpSpPr>
        <p:grpSpPr>
          <a:xfrm>
            <a:off x="867357" y="2129450"/>
            <a:ext cx="7282807" cy="2686611"/>
            <a:chOff x="867357" y="2129450"/>
            <a:chExt cx="7282807" cy="2686611"/>
          </a:xfrm>
        </p:grpSpPr>
        <p:pic>
          <p:nvPicPr>
            <p:cNvPr id="782" name="Google Shape;782;g2c67fd742a0_0_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83" name="Google Shape;783;g2c67fd742a0_0_0"/>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84" name="Google Shape;784;g2c67fd742a0_0_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85" name="Google Shape;785;g2c67fd742a0_0_0"/>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86" name="Google Shape;786;g2c67fd742a0_0_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87" name="Google Shape;787;g2c67fd742a0_0_0"/>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88" name="Google Shape;788;g2c67fd742a0_0_0"/>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89" name="Google Shape;789;g2c67fd742a0_0_0"/>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90" name="Google Shape;790;g2c67fd742a0_0_0"/>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91" name="Google Shape;791;g2c67fd742a0_0_0"/>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92" name="Google Shape;792;g2c67fd742a0_0_0"/>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93" name="Google Shape;793;g2c67fd742a0_0_0"/>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94" name="Google Shape;794;g2c67fd742a0_0_0"/>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95" name="Google Shape;795;g2c67fd742a0_0_0"/>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sp>
        <p:nvSpPr>
          <p:cNvPr id="801" name="Google Shape;801;g26c91cd4287_0_753"/>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the Alphabet Song.</a:t>
            </a:r>
            <a:endParaRPr sz="2400" b="0" i="0" u="none" strike="noStrike" cap="none">
              <a:solidFill>
                <a:srgbClr val="000000"/>
              </a:solidFill>
              <a:latin typeface="Poppins"/>
              <a:ea typeface="Poppins"/>
              <a:cs typeface="Poppins"/>
              <a:sym typeface="Poppins"/>
            </a:endParaRPr>
          </a:p>
        </p:txBody>
      </p:sp>
      <p:sp>
        <p:nvSpPr>
          <p:cNvPr id="802" name="Google Shape;802;g26c91cd4287_0_753"/>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rgbClr val="000000"/>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rgbClr val="000000"/>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rgbClr val="000000"/>
                </a:solidFill>
                <a:latin typeface="Poppins"/>
                <a:ea typeface="Poppins"/>
                <a:cs typeface="Poppins"/>
                <a:sym typeface="Poppins"/>
              </a:rPr>
              <a:t>Now I know my abc's, </a:t>
            </a:r>
            <a:br>
              <a:rPr lang="en-US" sz="2500" b="0" i="0" u="none" strike="noStrike" cap="none">
                <a:solidFill>
                  <a:srgbClr val="000000"/>
                </a:solidFill>
                <a:latin typeface="Poppins"/>
                <a:ea typeface="Poppins"/>
                <a:cs typeface="Poppins"/>
                <a:sym typeface="Poppins"/>
              </a:rPr>
            </a:br>
            <a:r>
              <a:rPr lang="en-US" sz="2500" b="0" i="0" u="none" strike="noStrike" cap="none">
                <a:solidFill>
                  <a:srgbClr val="000000"/>
                </a:solidFill>
                <a:latin typeface="Poppins"/>
                <a:ea typeface="Poppins"/>
                <a:cs typeface="Poppins"/>
                <a:sym typeface="Poppins"/>
              </a:rPr>
              <a:t>Next time won't you sing with me.</a:t>
            </a:r>
            <a:endParaRPr sz="2500" b="0" i="0" u="none" strike="noStrike" cap="none">
              <a:solidFill>
                <a:srgbClr val="000000"/>
              </a:solidFill>
              <a:latin typeface="Poppins"/>
              <a:ea typeface="Poppins"/>
              <a:cs typeface="Poppins"/>
              <a:sym typeface="Poppins"/>
            </a:endParaRPr>
          </a:p>
        </p:txBody>
      </p:sp>
      <p:pic>
        <p:nvPicPr>
          <p:cNvPr id="803" name="Google Shape;803;g26c91cd4287_0_753"/>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0" name="Google Shape;810;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11" name="Google Shape;811;g2c186218c5a_0_25"/>
          <p:cNvPicPr preferRelativeResize="0"/>
          <p:nvPr/>
        </p:nvPicPr>
        <p:blipFill rotWithShape="1">
          <a:blip r:embed="rId3">
            <a:alphaModFix/>
          </a:blip>
          <a:srcRect l="19" r="29"/>
          <a:stretch/>
        </p:blipFill>
        <p:spPr>
          <a:xfrm>
            <a:off x="3041337" y="996300"/>
            <a:ext cx="3061325" cy="4333175"/>
          </a:xfrm>
          <a:prstGeom prst="rect">
            <a:avLst/>
          </a:prstGeom>
          <a:noFill/>
          <a:ln>
            <a:noFill/>
          </a:ln>
          <a:effectLst>
            <a:outerShdw blurRad="142875" dist="19050" dir="5400000" algn="bl" rotWithShape="0">
              <a:srgbClr val="000000">
                <a:alpha val="27843"/>
              </a:srgbClr>
            </a:outerShdw>
          </a:effectLst>
        </p:spPr>
      </p:pic>
      <p:sp>
        <p:nvSpPr>
          <p:cNvPr id="812" name="Google Shape;812;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19" name="Google Shape;819;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20" name="Google Shape;820;g26b641b03cd_0_192"/>
          <p:cNvPicPr preferRelativeResize="0"/>
          <p:nvPr/>
        </p:nvPicPr>
        <p:blipFill rotWithShape="1">
          <a:blip r:embed="rId3">
            <a:alphaModFix/>
          </a:blip>
          <a:srcRect t="59" b="49"/>
          <a:stretch/>
        </p:blipFill>
        <p:spPr>
          <a:xfrm>
            <a:off x="3041337" y="996300"/>
            <a:ext cx="3061325" cy="4333175"/>
          </a:xfrm>
          <a:prstGeom prst="rect">
            <a:avLst/>
          </a:prstGeom>
          <a:noFill/>
          <a:ln>
            <a:noFill/>
          </a:ln>
          <a:effectLst>
            <a:outerShdw blurRad="142875" dist="19050" dir="5400000" algn="bl" rotWithShape="0">
              <a:srgbClr val="000000">
                <a:alpha val="27843"/>
              </a:srgbClr>
            </a:outerShdw>
          </a:effectLst>
        </p:spPr>
      </p:pic>
      <p:sp>
        <p:nvSpPr>
          <p:cNvPr id="821" name="Google Shape;821;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g26c91cd4287_0_148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28" name="Google Shape;828;g26c91cd4287_0_148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829" name="Google Shape;829;g26c91cd4287_0_1486"/>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30" name="Google Shape;830;g26c91cd4287_0_148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6c91cd4287_0_149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37" name="Google Shape;837;g26c91cd4287_0_149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Uppercase Formation</a:t>
            </a:r>
            <a:endParaRPr/>
          </a:p>
        </p:txBody>
      </p:sp>
      <p:pic>
        <p:nvPicPr>
          <p:cNvPr id="838" name="Google Shape;838;g26c91cd4287_0_1494"/>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39" name="Google Shape;839;g26c91cd4287_0_149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g26c91cd4287_0_151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846" name="Google Shape;846;g26c91cd4287_0_151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Display the Alphabet in order</a:t>
            </a:r>
            <a:endParaRPr/>
          </a:p>
        </p:txBody>
      </p:sp>
      <p:grpSp>
        <p:nvGrpSpPr>
          <p:cNvPr id="847" name="Google Shape;847;g26c91cd4287_0_1518"/>
          <p:cNvGrpSpPr/>
          <p:nvPr/>
        </p:nvGrpSpPr>
        <p:grpSpPr>
          <a:xfrm>
            <a:off x="3024000" y="209875"/>
            <a:ext cx="3096000" cy="454800"/>
            <a:chOff x="3024000" y="209875"/>
            <a:chExt cx="3096000" cy="454800"/>
          </a:xfrm>
        </p:grpSpPr>
        <p:sp>
          <p:nvSpPr>
            <p:cNvPr id="848" name="Google Shape;848;g26c91cd4287_0_151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49" name="Google Shape;849;g26c91cd4287_0_151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850" name="Google Shape;850;g26c91cd4287_0_1518"/>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851" name="Google Shape;851;g26c91cd4287_0_1518"/>
          <p:cNvSpPr txBox="1"/>
          <p:nvPr/>
        </p:nvSpPr>
        <p:spPr>
          <a:xfrm>
            <a:off x="1181100" y="795925"/>
            <a:ext cx="67818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200" b="0" i="0" u="none" strike="noStrike" cap="none">
                <a:solidFill>
                  <a:srgbClr val="ED1C24"/>
                </a:solidFill>
                <a:latin typeface="Poppins"/>
                <a:ea typeface="Poppins"/>
                <a:cs typeface="Poppins"/>
                <a:sym typeface="Poppins"/>
              </a:rPr>
              <a:t>a</a:t>
            </a:r>
            <a:r>
              <a:rPr lang="en-US" sz="5000" b="0" i="0" u="none" strike="noStrike" cap="none">
                <a:solidFill>
                  <a:srgbClr val="2356AF"/>
                </a:solidFill>
                <a:latin typeface="Jost"/>
                <a:ea typeface="Jost"/>
                <a:cs typeface="Jost"/>
                <a:sym typeface="Jost"/>
              </a:rPr>
              <a:t> b c d </a:t>
            </a:r>
            <a:r>
              <a:rPr lang="en-US" sz="5000" b="0" i="0" u="none" strike="noStrike" cap="none">
                <a:solidFill>
                  <a:srgbClr val="ED1C24"/>
                </a:solidFill>
                <a:latin typeface="Jost"/>
                <a:ea typeface="Jost"/>
                <a:cs typeface="Jost"/>
                <a:sym typeface="Jost"/>
              </a:rPr>
              <a:t>e</a:t>
            </a:r>
            <a:r>
              <a:rPr lang="en-US" sz="5000" b="0" i="0" u="none" strike="noStrike" cap="none">
                <a:solidFill>
                  <a:srgbClr val="2356AF"/>
                </a:solidFill>
                <a:latin typeface="Jost"/>
                <a:ea typeface="Jost"/>
                <a:cs typeface="Jost"/>
                <a:sym typeface="Jost"/>
              </a:rPr>
              <a:t> f g h </a:t>
            </a:r>
            <a:r>
              <a:rPr lang="en-US" sz="5000" b="0" i="0" u="none" strike="noStrike" cap="none">
                <a:solidFill>
                  <a:srgbClr val="ED1C24"/>
                </a:solidFill>
                <a:latin typeface="Jost"/>
                <a:ea typeface="Jost"/>
                <a:cs typeface="Jost"/>
                <a:sym typeface="Jost"/>
              </a:rPr>
              <a:t>i</a:t>
            </a:r>
            <a:r>
              <a:rPr lang="en-US" sz="5000" b="0" i="0" u="none" strike="noStrike" cap="none">
                <a:solidFill>
                  <a:srgbClr val="2356AF"/>
                </a:solidFill>
                <a:latin typeface="Jost"/>
                <a:ea typeface="Jost"/>
                <a:cs typeface="Jost"/>
                <a:sym typeface="Jost"/>
              </a:rPr>
              <a:t> j k l m </a:t>
            </a:r>
            <a:br>
              <a:rPr lang="en-US" sz="5000" b="0" i="0" u="none" strike="noStrike" cap="none">
                <a:solidFill>
                  <a:srgbClr val="2356AF"/>
                </a:solidFill>
                <a:latin typeface="Jost"/>
                <a:ea typeface="Jost"/>
                <a:cs typeface="Jost"/>
                <a:sym typeface="Jost"/>
              </a:rPr>
            </a:br>
            <a:r>
              <a:rPr lang="en-US" sz="5000" b="0" i="0" u="none" strike="noStrike" cap="none">
                <a:solidFill>
                  <a:srgbClr val="2356AF"/>
                </a:solidFill>
                <a:latin typeface="Jost"/>
                <a:ea typeface="Jost"/>
                <a:cs typeface="Jost"/>
                <a:sym typeface="Jost"/>
              </a:rPr>
              <a:t>n </a:t>
            </a:r>
            <a:r>
              <a:rPr lang="en-US" sz="5000" b="0" i="0" u="none" strike="noStrike" cap="none">
                <a:solidFill>
                  <a:srgbClr val="ED1C24"/>
                </a:solidFill>
                <a:latin typeface="Jost"/>
                <a:ea typeface="Jost"/>
                <a:cs typeface="Jost"/>
                <a:sym typeface="Jost"/>
              </a:rPr>
              <a:t>o</a:t>
            </a:r>
            <a:r>
              <a:rPr lang="en-US" sz="5000" b="0" i="0" u="none" strike="noStrike" cap="none">
                <a:solidFill>
                  <a:srgbClr val="2356AF"/>
                </a:solidFill>
                <a:latin typeface="Jost"/>
                <a:ea typeface="Jost"/>
                <a:cs typeface="Jost"/>
                <a:sym typeface="Jost"/>
              </a:rPr>
              <a:t> p q r s t </a:t>
            </a:r>
            <a:r>
              <a:rPr lang="en-US" sz="5000" b="0" i="0" u="none" strike="noStrike" cap="none">
                <a:solidFill>
                  <a:srgbClr val="ED1C24"/>
                </a:solidFill>
                <a:latin typeface="Jost"/>
                <a:ea typeface="Jost"/>
                <a:cs typeface="Jost"/>
                <a:sym typeface="Jost"/>
              </a:rPr>
              <a:t>u</a:t>
            </a:r>
            <a:r>
              <a:rPr lang="en-US" sz="5000" b="0" i="0" u="none" strike="noStrike" cap="none">
                <a:solidFill>
                  <a:srgbClr val="2356AF"/>
                </a:solidFill>
                <a:latin typeface="Jost"/>
                <a:ea typeface="Jost"/>
                <a:cs typeface="Jost"/>
                <a:sym typeface="Jost"/>
              </a:rPr>
              <a:t> v w x y z</a:t>
            </a:r>
            <a:endParaRPr sz="5000" b="0" i="0" u="none" strike="noStrike" cap="none">
              <a:solidFill>
                <a:srgbClr val="2356AF"/>
              </a:solidFill>
              <a:latin typeface="Jost"/>
              <a:ea typeface="Jost"/>
              <a:cs typeface="Jost"/>
              <a:sym typeface="Jost"/>
            </a:endParaRPr>
          </a:p>
        </p:txBody>
      </p:sp>
      <p:cxnSp>
        <p:nvCxnSpPr>
          <p:cNvPr id="852" name="Google Shape;852;g26c91cd4287_0_151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53" name="Google Shape;853;g26c91cd4287_0_1518"/>
          <p:cNvSpPr txBox="1"/>
          <p:nvPr/>
        </p:nvSpPr>
        <p:spPr>
          <a:xfrm>
            <a:off x="771025" y="2679075"/>
            <a:ext cx="7602600" cy="1953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Jost"/>
                <a:ea typeface="Jost"/>
                <a:cs typeface="Jost"/>
                <a:sym typeface="Jost"/>
              </a:rPr>
              <a:t>A</a:t>
            </a:r>
            <a:r>
              <a:rPr lang="en-US" sz="4800" b="0" i="0" u="none" strike="noStrike" cap="none">
                <a:solidFill>
                  <a:srgbClr val="2356AF"/>
                </a:solidFill>
                <a:latin typeface="Jost"/>
                <a:ea typeface="Jost"/>
                <a:cs typeface="Jost"/>
                <a:sym typeface="Jost"/>
              </a:rPr>
              <a:t> B C D </a:t>
            </a:r>
            <a:r>
              <a:rPr lang="en-US" sz="4800" b="0" i="0" u="none" strike="noStrike" cap="none">
                <a:solidFill>
                  <a:srgbClr val="ED1C24"/>
                </a:solidFill>
                <a:latin typeface="Jost"/>
                <a:ea typeface="Jost"/>
                <a:cs typeface="Jost"/>
                <a:sym typeface="Jost"/>
              </a:rPr>
              <a:t>E</a:t>
            </a:r>
            <a:r>
              <a:rPr lang="en-US" sz="4800" b="0" i="0" u="none" strike="noStrike" cap="none">
                <a:solidFill>
                  <a:srgbClr val="2356AF"/>
                </a:solidFill>
                <a:latin typeface="Jost"/>
                <a:ea typeface="Jost"/>
                <a:cs typeface="Jost"/>
                <a:sym typeface="Jost"/>
              </a:rPr>
              <a:t> F G H </a:t>
            </a:r>
            <a:r>
              <a:rPr lang="en-US" sz="4800" b="0" i="0" u="none" strike="noStrike" cap="none">
                <a:solidFill>
                  <a:srgbClr val="ED1C24"/>
                </a:solidFill>
                <a:latin typeface="Lexend Light"/>
                <a:ea typeface="Lexend Light"/>
                <a:cs typeface="Lexend Light"/>
                <a:sym typeface="Lexend Light"/>
              </a:rPr>
              <a:t>I</a:t>
            </a:r>
            <a:r>
              <a:rPr lang="en-US" sz="4800" b="0" i="0" u="none" strike="noStrike" cap="none">
                <a:solidFill>
                  <a:srgbClr val="2356AF"/>
                </a:solidFill>
                <a:latin typeface="Jost"/>
                <a:ea typeface="Jost"/>
                <a:cs typeface="Jost"/>
                <a:sym typeface="Jost"/>
              </a:rPr>
              <a:t> </a:t>
            </a:r>
            <a:r>
              <a:rPr lang="en-US" sz="4800" b="0" i="0" u="none" strike="noStrike" cap="none">
                <a:solidFill>
                  <a:srgbClr val="2356AF"/>
                </a:solidFill>
                <a:latin typeface="Lexend Light"/>
                <a:ea typeface="Lexend Light"/>
                <a:cs typeface="Lexend Light"/>
                <a:sym typeface="Lexend Light"/>
              </a:rPr>
              <a:t>J</a:t>
            </a:r>
            <a:r>
              <a:rPr lang="en-US" sz="4800" b="0" i="0" u="none" strike="noStrike" cap="none">
                <a:solidFill>
                  <a:srgbClr val="2356AF"/>
                </a:solidFill>
                <a:latin typeface="Jost"/>
                <a:ea typeface="Jost"/>
                <a:cs typeface="Jost"/>
                <a:sym typeface="Jost"/>
              </a:rPr>
              <a:t> K L M </a:t>
            </a:r>
            <a:br>
              <a:rPr lang="en-US" sz="4800" b="0" i="0" u="none" strike="noStrike" cap="none">
                <a:solidFill>
                  <a:srgbClr val="2356AF"/>
                </a:solidFill>
                <a:latin typeface="Jost"/>
                <a:ea typeface="Jost"/>
                <a:cs typeface="Jost"/>
                <a:sym typeface="Jost"/>
              </a:rPr>
            </a:br>
            <a:r>
              <a:rPr lang="en-US" sz="4800" b="0" i="0" u="none" strike="noStrike" cap="none">
                <a:solidFill>
                  <a:srgbClr val="2356AF"/>
                </a:solidFill>
                <a:latin typeface="Jost"/>
                <a:ea typeface="Jost"/>
                <a:cs typeface="Jost"/>
                <a:sym typeface="Jost"/>
              </a:rPr>
              <a:t>N </a:t>
            </a:r>
            <a:r>
              <a:rPr lang="en-US" sz="4800" b="0" i="0" u="none" strike="noStrike" cap="none">
                <a:solidFill>
                  <a:srgbClr val="ED1C24"/>
                </a:solidFill>
                <a:latin typeface="Jost"/>
                <a:ea typeface="Jost"/>
                <a:cs typeface="Jost"/>
                <a:sym typeface="Jost"/>
              </a:rPr>
              <a:t>O</a:t>
            </a:r>
            <a:r>
              <a:rPr lang="en-US" sz="4800" b="0" i="0" u="none" strike="noStrike" cap="none">
                <a:solidFill>
                  <a:srgbClr val="2356AF"/>
                </a:solidFill>
                <a:latin typeface="Jost"/>
                <a:ea typeface="Jost"/>
                <a:cs typeface="Jost"/>
                <a:sym typeface="Jost"/>
              </a:rPr>
              <a:t> P Q R S T </a:t>
            </a:r>
            <a:r>
              <a:rPr lang="en-US" sz="4800" b="0" i="0" u="none" strike="noStrike" cap="none">
                <a:solidFill>
                  <a:srgbClr val="ED1C24"/>
                </a:solidFill>
                <a:latin typeface="Jost"/>
                <a:ea typeface="Jost"/>
                <a:cs typeface="Jost"/>
                <a:sym typeface="Jost"/>
              </a:rPr>
              <a:t>U</a:t>
            </a:r>
            <a:r>
              <a:rPr lang="en-US" sz="4800" b="0" i="0" u="none" strike="noStrike" cap="none">
                <a:solidFill>
                  <a:srgbClr val="2356AF"/>
                </a:solidFill>
                <a:latin typeface="Jost"/>
                <a:ea typeface="Jost"/>
                <a:cs typeface="Jost"/>
                <a:sym typeface="Jost"/>
              </a:rPr>
              <a:t> V W X Y Z</a:t>
            </a:r>
            <a:endParaRPr sz="4800" b="0" i="0" u="none" strike="noStrike" cap="none">
              <a:solidFill>
                <a:srgbClr val="2356AF"/>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g26c91cd4287_0_1531"/>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Provide children with a paper ice cream cone with the uppercase alphabet written on the center of the cone, then match up to the ice cream toppings with a lowercase letter written on.</a:t>
            </a:r>
            <a:endParaRPr/>
          </a:p>
          <a:p>
            <a:pPr marL="457200" lvl="0" indent="-330200" algn="l" rtl="0">
              <a:lnSpc>
                <a:spcPct val="115000"/>
              </a:lnSpc>
              <a:spcBef>
                <a:spcPts val="1000"/>
              </a:spcBef>
              <a:spcAft>
                <a:spcPts val="0"/>
              </a:spcAft>
              <a:buSzPts val="1600"/>
              <a:buChar char="•"/>
            </a:pPr>
            <a:r>
              <a:rPr lang="en-US"/>
              <a:t>Practise both lowercase and uppercase formation.</a:t>
            </a:r>
            <a:endParaRPr/>
          </a:p>
        </p:txBody>
      </p:sp>
      <p:grpSp>
        <p:nvGrpSpPr>
          <p:cNvPr id="860" name="Google Shape;860;g26c91cd4287_0_1531"/>
          <p:cNvGrpSpPr/>
          <p:nvPr/>
        </p:nvGrpSpPr>
        <p:grpSpPr>
          <a:xfrm rot="-1005741">
            <a:off x="1011228" y="2139333"/>
            <a:ext cx="864016" cy="1438111"/>
            <a:chOff x="993650" y="2253325"/>
            <a:chExt cx="864025" cy="1438125"/>
          </a:xfrm>
        </p:grpSpPr>
        <p:pic>
          <p:nvPicPr>
            <p:cNvPr id="861" name="Google Shape;861;g26c91cd4287_0_1531"/>
            <p:cNvPicPr preferRelativeResize="0"/>
            <p:nvPr/>
          </p:nvPicPr>
          <p:blipFill rotWithShape="1">
            <a:blip r:embed="rId3">
              <a:alphaModFix/>
            </a:blip>
            <a:srcRect r="80004"/>
            <a:stretch/>
          </p:blipFill>
          <p:spPr>
            <a:xfrm>
              <a:off x="993650" y="2253325"/>
              <a:ext cx="864025" cy="1438125"/>
            </a:xfrm>
            <a:prstGeom prst="rect">
              <a:avLst/>
            </a:prstGeom>
            <a:noFill/>
            <a:ln>
              <a:noFill/>
            </a:ln>
          </p:spPr>
        </p:pic>
        <p:sp>
          <p:nvSpPr>
            <p:cNvPr id="862" name="Google Shape;862;g26c91cd4287_0_1531"/>
            <p:cNvSpPr/>
            <p:nvPr/>
          </p:nvSpPr>
          <p:spPr>
            <a:xfrm>
              <a:off x="1132402" y="2357637"/>
              <a:ext cx="381000" cy="381000"/>
            </a:xfrm>
            <a:prstGeom prst="ellipse">
              <a:avLst/>
            </a:prstGeom>
            <a:noFill/>
            <a:ln>
              <a:noFill/>
            </a:ln>
          </p:spPr>
          <p:txBody>
            <a:bodyPr spcFirstLastPara="1" wrap="square" lIns="45700" tIns="0"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2500" b="0" i="0" u="none" strike="noStrike" cap="none">
                  <a:solidFill>
                    <a:schemeClr val="dk1"/>
                  </a:solidFill>
                  <a:latin typeface="Jost SemiBold"/>
                  <a:ea typeface="Jost SemiBold"/>
                  <a:cs typeface="Jost SemiBold"/>
                  <a:sym typeface="Jost SemiBold"/>
                </a:rPr>
                <a:t>D</a:t>
              </a:r>
              <a:endParaRPr sz="2500" b="0" i="0" u="none" strike="noStrike" cap="none">
                <a:solidFill>
                  <a:srgbClr val="000000"/>
                </a:solidFill>
                <a:latin typeface="Poppins"/>
                <a:ea typeface="Poppins"/>
                <a:cs typeface="Poppins"/>
                <a:sym typeface="Poppins"/>
              </a:endParaRPr>
            </a:p>
          </p:txBody>
        </p:sp>
        <p:sp>
          <p:nvSpPr>
            <p:cNvPr id="863" name="Google Shape;863;g26c91cd4287_0_1531"/>
            <p:cNvSpPr/>
            <p:nvPr/>
          </p:nvSpPr>
          <p:spPr>
            <a:xfrm>
              <a:off x="1172804" y="2918275"/>
              <a:ext cx="300300" cy="300300"/>
            </a:xfrm>
            <a:prstGeom prst="ellipse">
              <a:avLst/>
            </a:prstGeom>
            <a:noFill/>
            <a:ln>
              <a:noFill/>
            </a:ln>
          </p:spPr>
          <p:txBody>
            <a:bodyPr spcFirstLastPara="1" wrap="square" lIns="45700" tIns="0"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chemeClr val="dk1"/>
                  </a:solidFill>
                  <a:latin typeface="Jost SemiBold"/>
                  <a:ea typeface="Jost SemiBold"/>
                  <a:cs typeface="Jost SemiBold"/>
                  <a:sym typeface="Jost SemiBold"/>
                </a:rPr>
                <a:t>d</a:t>
              </a:r>
              <a:endParaRPr sz="2300" b="0" i="0" u="none" strike="noStrike" cap="none">
                <a:solidFill>
                  <a:srgbClr val="000000"/>
                </a:solidFill>
                <a:latin typeface="Poppins"/>
                <a:ea typeface="Poppins"/>
                <a:cs typeface="Poppins"/>
                <a:sym typeface="Poppins"/>
              </a:endParaRPr>
            </a:p>
          </p:txBody>
        </p:sp>
      </p:grpSp>
      <p:grpSp>
        <p:nvGrpSpPr>
          <p:cNvPr id="864" name="Google Shape;864;g26c91cd4287_0_1531"/>
          <p:cNvGrpSpPr/>
          <p:nvPr/>
        </p:nvGrpSpPr>
        <p:grpSpPr>
          <a:xfrm rot="1124469">
            <a:off x="2866962" y="2021645"/>
            <a:ext cx="970271" cy="1438156"/>
            <a:chOff x="1857675" y="2253325"/>
            <a:chExt cx="970251" cy="1438125"/>
          </a:xfrm>
        </p:grpSpPr>
        <p:pic>
          <p:nvPicPr>
            <p:cNvPr id="865" name="Google Shape;865;g26c91cd4287_0_1531"/>
            <p:cNvPicPr preferRelativeResize="0"/>
            <p:nvPr/>
          </p:nvPicPr>
          <p:blipFill rotWithShape="1">
            <a:blip r:embed="rId3">
              <a:alphaModFix/>
            </a:blip>
            <a:srcRect l="39758" r="37785"/>
            <a:stretch/>
          </p:blipFill>
          <p:spPr>
            <a:xfrm>
              <a:off x="1857675" y="2253325"/>
              <a:ext cx="970251" cy="1438125"/>
            </a:xfrm>
            <a:prstGeom prst="rect">
              <a:avLst/>
            </a:prstGeom>
            <a:noFill/>
            <a:ln>
              <a:noFill/>
            </a:ln>
          </p:spPr>
        </p:pic>
        <p:sp>
          <p:nvSpPr>
            <p:cNvPr id="866" name="Google Shape;866;g26c91cd4287_0_1531"/>
            <p:cNvSpPr/>
            <p:nvPr/>
          </p:nvSpPr>
          <p:spPr>
            <a:xfrm>
              <a:off x="2125849" y="2357637"/>
              <a:ext cx="381000" cy="381000"/>
            </a:xfrm>
            <a:prstGeom prst="ellipse">
              <a:avLst/>
            </a:prstGeom>
            <a:noFill/>
            <a:ln>
              <a:noFill/>
            </a:ln>
          </p:spPr>
          <p:txBody>
            <a:bodyPr spcFirstLastPara="1" wrap="square" lIns="45700" tIns="0"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US" sz="2500" b="0" i="0" u="none" strike="noStrike" cap="none">
                  <a:solidFill>
                    <a:schemeClr val="dk1"/>
                  </a:solidFill>
                  <a:latin typeface="Jost SemiBold"/>
                  <a:ea typeface="Jost SemiBold"/>
                  <a:cs typeface="Jost SemiBold"/>
                  <a:sym typeface="Jost SemiBold"/>
                </a:rPr>
                <a:t>B</a:t>
              </a:r>
              <a:endParaRPr sz="2500" b="0" i="0" u="none" strike="noStrike" cap="none">
                <a:solidFill>
                  <a:srgbClr val="000000"/>
                </a:solidFill>
                <a:latin typeface="Poppins"/>
                <a:ea typeface="Poppins"/>
                <a:cs typeface="Poppins"/>
                <a:sym typeface="Poppins"/>
              </a:endParaRPr>
            </a:p>
          </p:txBody>
        </p:sp>
        <p:sp>
          <p:nvSpPr>
            <p:cNvPr id="867" name="Google Shape;867;g26c91cd4287_0_1531"/>
            <p:cNvSpPr/>
            <p:nvPr/>
          </p:nvSpPr>
          <p:spPr>
            <a:xfrm>
              <a:off x="2166250" y="2918275"/>
              <a:ext cx="300300" cy="300300"/>
            </a:xfrm>
            <a:prstGeom prst="ellipse">
              <a:avLst/>
            </a:prstGeom>
            <a:noFill/>
            <a:ln>
              <a:noFill/>
            </a:ln>
          </p:spPr>
          <p:txBody>
            <a:bodyPr spcFirstLastPara="1" wrap="square" lIns="45700" tIns="0"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chemeClr val="dk1"/>
                  </a:solidFill>
                  <a:latin typeface="Jost SemiBold"/>
                  <a:ea typeface="Jost SemiBold"/>
                  <a:cs typeface="Jost SemiBold"/>
                  <a:sym typeface="Jost SemiBold"/>
                </a:rPr>
                <a:t>b</a:t>
              </a:r>
              <a:endParaRPr sz="2300" b="0" i="0" u="none" strike="noStrike" cap="none">
                <a:solidFill>
                  <a:srgbClr val="000000"/>
                </a:solidFill>
                <a:latin typeface="Poppins"/>
                <a:ea typeface="Poppins"/>
                <a:cs typeface="Poppins"/>
                <a:sym typeface="Poppins"/>
              </a:endParaRPr>
            </a:p>
          </p:txBody>
        </p:sp>
      </p:grpSp>
      <p:grpSp>
        <p:nvGrpSpPr>
          <p:cNvPr id="868" name="Google Shape;868;g26c91cd4287_0_1531"/>
          <p:cNvGrpSpPr/>
          <p:nvPr/>
        </p:nvGrpSpPr>
        <p:grpSpPr>
          <a:xfrm rot="-260495">
            <a:off x="1940974" y="2799436"/>
            <a:ext cx="970221" cy="1438081"/>
            <a:chOff x="2681775" y="2253325"/>
            <a:chExt cx="970251" cy="1438125"/>
          </a:xfrm>
        </p:grpSpPr>
        <p:pic>
          <p:nvPicPr>
            <p:cNvPr id="869" name="Google Shape;869;g26c91cd4287_0_1531"/>
            <p:cNvPicPr preferRelativeResize="0"/>
            <p:nvPr/>
          </p:nvPicPr>
          <p:blipFill rotWithShape="1">
            <a:blip r:embed="rId3">
              <a:alphaModFix/>
            </a:blip>
            <a:srcRect l="81070" r="-3524"/>
            <a:stretch/>
          </p:blipFill>
          <p:spPr>
            <a:xfrm>
              <a:off x="2681775" y="2253325"/>
              <a:ext cx="970251" cy="1438125"/>
            </a:xfrm>
            <a:prstGeom prst="rect">
              <a:avLst/>
            </a:prstGeom>
            <a:noFill/>
            <a:ln>
              <a:noFill/>
            </a:ln>
          </p:spPr>
        </p:pic>
        <p:sp>
          <p:nvSpPr>
            <p:cNvPr id="870" name="Google Shape;870;g26c91cd4287_0_1531"/>
            <p:cNvSpPr/>
            <p:nvPr/>
          </p:nvSpPr>
          <p:spPr>
            <a:xfrm>
              <a:off x="2912295" y="2357637"/>
              <a:ext cx="381000" cy="381000"/>
            </a:xfrm>
            <a:prstGeom prst="ellipse">
              <a:avLst/>
            </a:prstGeom>
            <a:noFill/>
            <a:ln>
              <a:noFill/>
            </a:ln>
          </p:spPr>
          <p:txBody>
            <a:bodyPr spcFirstLastPara="1" wrap="square" lIns="45700" tIns="0" rIns="91425" bIns="91425" anchor="ctr" anchorCtr="0">
              <a:noAutofit/>
            </a:bodyPr>
            <a:lstStyle/>
            <a:p>
              <a:pPr marL="0" marR="0" lvl="0" indent="0" algn="ctr" rtl="0">
                <a:lnSpc>
                  <a:spcPct val="100000"/>
                </a:lnSpc>
                <a:spcBef>
                  <a:spcPts val="0"/>
                </a:spcBef>
                <a:spcAft>
                  <a:spcPts val="0"/>
                </a:spcAft>
                <a:buClr>
                  <a:srgbClr val="000000"/>
                </a:buClr>
                <a:buSzPts val="2500"/>
                <a:buFont typeface="Arial"/>
                <a:buNone/>
              </a:pPr>
              <a:r>
                <a:rPr lang="en-US" sz="2500" b="0" i="0" u="none" strike="noStrike" cap="none">
                  <a:solidFill>
                    <a:schemeClr val="dk1"/>
                  </a:solidFill>
                  <a:latin typeface="Jost SemiBold"/>
                  <a:ea typeface="Jost SemiBold"/>
                  <a:cs typeface="Jost SemiBold"/>
                  <a:sym typeface="Jost SemiBold"/>
                </a:rPr>
                <a:t>U</a:t>
              </a:r>
              <a:endParaRPr sz="2500" b="0" i="0" u="none" strike="noStrike" cap="none">
                <a:solidFill>
                  <a:srgbClr val="000000"/>
                </a:solidFill>
                <a:latin typeface="Poppins"/>
                <a:ea typeface="Poppins"/>
                <a:cs typeface="Poppins"/>
                <a:sym typeface="Poppins"/>
              </a:endParaRPr>
            </a:p>
          </p:txBody>
        </p:sp>
        <p:sp>
          <p:nvSpPr>
            <p:cNvPr id="871" name="Google Shape;871;g26c91cd4287_0_1531"/>
            <p:cNvSpPr/>
            <p:nvPr/>
          </p:nvSpPr>
          <p:spPr>
            <a:xfrm>
              <a:off x="2952696" y="2918275"/>
              <a:ext cx="300300" cy="300300"/>
            </a:xfrm>
            <a:prstGeom prst="ellipse">
              <a:avLst/>
            </a:prstGeom>
            <a:noFill/>
            <a:ln>
              <a:noFill/>
            </a:ln>
          </p:spPr>
          <p:txBody>
            <a:bodyPr spcFirstLastPara="1" wrap="square" lIns="45700" tIns="0" rIns="91425" bIns="91425" anchor="ctr" anchorCtr="0">
              <a:noAutofit/>
            </a:bodyPr>
            <a:lstStyle/>
            <a:p>
              <a:pPr marL="0" marR="0" lvl="0" indent="0" algn="ctr" rtl="0">
                <a:lnSpc>
                  <a:spcPct val="100000"/>
                </a:lnSpc>
                <a:spcBef>
                  <a:spcPts val="0"/>
                </a:spcBef>
                <a:spcAft>
                  <a:spcPts val="0"/>
                </a:spcAft>
                <a:buClr>
                  <a:srgbClr val="000000"/>
                </a:buClr>
                <a:buSzPts val="2300"/>
                <a:buFont typeface="Arial"/>
                <a:buNone/>
              </a:pPr>
              <a:r>
                <a:rPr lang="en-US" sz="2300" b="0" i="0" u="none" strike="noStrike" cap="none">
                  <a:solidFill>
                    <a:schemeClr val="dk1"/>
                  </a:solidFill>
                  <a:latin typeface="Jost SemiBold"/>
                  <a:ea typeface="Jost SemiBold"/>
                  <a:cs typeface="Jost SemiBold"/>
                  <a:sym typeface="Jost SemiBold"/>
                </a:rPr>
                <a:t>u</a:t>
              </a:r>
              <a:endParaRPr sz="2300" b="0" i="0" u="none" strike="noStrike" cap="none">
                <a:solidFill>
                  <a:srgbClr val="000000"/>
                </a:solidFill>
                <a:latin typeface="Poppins"/>
                <a:ea typeface="Poppins"/>
                <a:cs typeface="Poppins"/>
                <a:sym typeface="Poppins"/>
              </a:endParaRPr>
            </a:p>
          </p:txBody>
        </p:sp>
      </p:gr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387</Words>
  <Application>Microsoft Office PowerPoint</Application>
  <PresentationFormat>On-screen Show (4:3)</PresentationFormat>
  <Paragraphs>78</Paragraphs>
  <Slides>12</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Jost</vt:lpstr>
      <vt:lpstr>Poppins SemiBold</vt:lpstr>
      <vt:lpstr>Calibri</vt:lpstr>
      <vt:lpstr>Mulish</vt:lpstr>
      <vt:lpstr>Nunito Black</vt:lpstr>
      <vt:lpstr>Lexend Light</vt:lpstr>
      <vt:lpstr>Poppins</vt:lpstr>
      <vt:lpstr>Arial</vt:lpstr>
      <vt:lpstr>Poppins Medium</vt:lpstr>
      <vt:lpstr>Jost SemiBold</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PowerPoint Presentation</vt:lpstr>
      <vt:lpstr>Teach Grapheme Caption</vt:lpstr>
      <vt:lpstr>Teach Uppercase Formation</vt:lpstr>
      <vt:lpstr>Teach Grapheme Caption</vt:lpstr>
      <vt:lpstr>Teach Uppercase Formation</vt:lpstr>
      <vt:lpstr>Display the Alphabet in order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2</cp:revision>
  <dcterms:created xsi:type="dcterms:W3CDTF">2021-01-13T00:47:47Z</dcterms:created>
  <dcterms:modified xsi:type="dcterms:W3CDTF">2026-04-28T04:57:42Z</dcterms:modified>
</cp:coreProperties>
</file>