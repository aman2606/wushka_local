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Klv/jZcwmnBAYLHZFNgYr8gvk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BFE47B-6C81-4E1A-B817-D55808FEB2C2}">
  <a:tblStyle styleId="{8CBFE47B-6C81-4E1A-B817-D55808FEB2C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73c651d791_0_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73c651d791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73c651d791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73c651d791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73c651d791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73c651d791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ee8d41553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g2ee8d41553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3" name="Google Shape;933;g2ee8d41553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73c651d791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73c651d791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73c651d791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ee8d415530_0_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ee8d415530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ee8d415530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74c77bf878_0_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6" name="Google Shape;1076;g274c77bf878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7" name="Google Shape;1077;g274c77bf878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p:cNvGrpSpPr/>
        <p:nvPr/>
      </p:nvGrpSpPr>
      <p:grpSpPr>
        <a:xfrm>
          <a:off x="0" y="0"/>
          <a:ext cx="0" cy="0"/>
          <a:chOff x="0" y="0"/>
          <a:chExt cx="0" cy="0"/>
        </a:xfrm>
      </p:grpSpPr>
      <p:sp>
        <p:nvSpPr>
          <p:cNvPr id="1151" name="Google Shape;1151;g273c651d791_0_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2" name="Google Shape;1152;g273c651d791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3" name="Google Shape;1153;g273c651d791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4920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959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3742925" y="37141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Prefix</a:t>
            </a:r>
            <a:r>
              <a:rPr lang="en-US" sz="1600" b="0" i="0" u="none" strike="noStrike" cap="none">
                <a:solidFill>
                  <a:srgbClr val="000000"/>
                </a:solidFill>
                <a:latin typeface="Poppins"/>
                <a:ea typeface="Poppins"/>
                <a:cs typeface="Poppins"/>
                <a:sym typeface="Poppins"/>
              </a:rPr>
              <a:t> - an affix placed before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chemeClr val="dk1"/>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an affix placed after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chemeClr val="dk1"/>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Adjective</a:t>
            </a:r>
            <a:r>
              <a:rPr lang="en-US" sz="1600" b="0" i="0" u="none" strike="noStrike" cap="none">
                <a:solidFill>
                  <a:srgbClr val="000000"/>
                </a:solidFill>
                <a:latin typeface="Poppins"/>
                <a:ea typeface="Poppins"/>
                <a:cs typeface="Poppins"/>
                <a:sym typeface="Poppins"/>
              </a:rPr>
              <a:t> – a word naming an attribute to a noun, used to describe things.</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7" name="Google Shape;57;p15"/>
          <p:cNvSpPr txBox="1"/>
          <p:nvPr/>
        </p:nvSpPr>
        <p:spPr>
          <a:xfrm>
            <a:off x="856314" y="231847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8" name="Google Shape;58;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9" name="Google Shape;59;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0" name="Google Shape;60;p15"/>
          <p:cNvGrpSpPr/>
          <p:nvPr/>
        </p:nvGrpSpPr>
        <p:grpSpPr>
          <a:xfrm>
            <a:off x="-36800" y="-52000"/>
            <a:ext cx="9236100" cy="543600"/>
            <a:chOff x="-36800" y="-52000"/>
            <a:chExt cx="9236100" cy="54360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7240990" y="88100"/>
              <a:ext cx="1337400" cy="403500"/>
              <a:chOff x="3235750" y="88250"/>
              <a:chExt cx="1337400" cy="403500"/>
            </a:xfrm>
          </p:grpSpPr>
          <p:sp>
            <p:nvSpPr>
              <p:cNvPr id="63" name="Google Shape;63;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4" name="Google Shape;64;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70" name="Google Shape;70;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un- prefix (adjective)</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6 - Monday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26</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un- prefix </a:t>
            </a:r>
            <a:br>
              <a:rPr lang="en-US"/>
            </a:br>
            <a:r>
              <a:rPr lang="en-US"/>
              <a:t>(adjective)</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{8CBFE47B-6C81-4E1A-B817-D55808FEB2C2}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-er</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-est</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un-</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26</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2356AF"/>
                </a:solidFill>
              </a:rPr>
              <a:t>un-</a:t>
            </a:r>
            <a:r>
              <a:rPr lang="en-US"/>
              <a:t> prefix.</a:t>
            </a:r>
            <a:endParaRPr/>
          </a:p>
        </p:txBody>
      </p:sp>
      <p:sp>
        <p:nvSpPr>
          <p:cNvPr id="661" name="Google Shape;661;g2bee4f4af4b_0_204"/>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8542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8542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8542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653925" y="1398975"/>
            <a:ext cx="58362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When prefix </a:t>
            </a:r>
            <a:r>
              <a:rPr lang="en-US" sz="2800" b="0" i="0" u="none" strike="noStrike" cap="none">
                <a:solidFill>
                  <a:srgbClr val="2356AF"/>
                </a:solidFill>
                <a:latin typeface="Poppins"/>
                <a:ea typeface="Poppins"/>
                <a:cs typeface="Poppins"/>
                <a:sym typeface="Poppins"/>
              </a:rPr>
              <a:t>un-</a:t>
            </a:r>
            <a:r>
              <a:rPr lang="en-US" sz="2800" b="0" i="0" u="none" strike="noStrike" cap="none">
                <a:solidFill>
                  <a:schemeClr val="dk1"/>
                </a:solidFill>
                <a:latin typeface="Poppins"/>
                <a:ea typeface="Poppins"/>
                <a:cs typeface="Poppins"/>
                <a:sym typeface="Poppins"/>
              </a:rPr>
              <a:t> is added before a root word, it changes the meaning to the opposite or reverse of the root word.</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add prefix </a:t>
            </a:r>
            <a:r>
              <a:rPr lang="en-US" sz="2200" b="0" i="0" u="none" strike="noStrike" cap="none">
                <a:solidFill>
                  <a:srgbClr val="2356AF"/>
                </a:solidFill>
                <a:latin typeface="Poppins"/>
                <a:ea typeface="Poppins"/>
                <a:cs typeface="Poppins"/>
                <a:sym typeface="Poppins"/>
              </a:rPr>
              <a:t>un-</a:t>
            </a:r>
            <a:r>
              <a:rPr lang="en-US" sz="2200" b="0" i="0" u="none" strike="noStrike" cap="none">
                <a:solidFill>
                  <a:schemeClr val="dk1"/>
                </a:solidFill>
                <a:latin typeface="Poppins"/>
                <a:ea typeface="Poppins"/>
                <a:cs typeface="Poppins"/>
                <a:sym typeface="Poppins"/>
              </a:rPr>
              <a:t> before root word</a:t>
            </a:r>
            <a:endParaRPr sz="2200" b="0" i="0" u="none" strike="noStrike" cap="none">
              <a:solidFill>
                <a:schemeClr val="dk1"/>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a:t>
            </a:r>
            <a:r>
              <a:rPr lang="en-US" sz="6800" b="0" i="0" u="none" strike="noStrike" cap="none">
                <a:solidFill>
                  <a:srgbClr val="000000"/>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fe</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un</a:t>
            </a:r>
            <a:r>
              <a:rPr lang="en-US" sz="8000" b="0" i="0" u="none" strike="noStrike" cap="none">
                <a:solidFill>
                  <a:srgbClr val="000000"/>
                </a:solidFill>
                <a:latin typeface="Jost"/>
                <a:ea typeface="Jost"/>
                <a:cs typeface="Jost"/>
                <a:sym typeface="Jost"/>
              </a:rPr>
              <a:t>s</a:t>
            </a:r>
            <a:r>
              <a:rPr lang="en-US" sz="68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fe</a:t>
            </a:r>
            <a:endParaRPr sz="8000" b="0" i="0" u="none" strike="noStrike" cap="none">
              <a:solidFill>
                <a:srgbClr val="000000"/>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73c651d791_0_5"/>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73c651d791_0_5"/>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add prefix </a:t>
            </a:r>
            <a:r>
              <a:rPr lang="en-US" sz="2200" b="0" i="0" u="none" strike="noStrike" cap="none">
                <a:solidFill>
                  <a:srgbClr val="2356AF"/>
                </a:solidFill>
                <a:latin typeface="Poppins"/>
                <a:ea typeface="Poppins"/>
                <a:cs typeface="Poppins"/>
                <a:sym typeface="Poppins"/>
              </a:rPr>
              <a:t>un-</a:t>
            </a:r>
            <a:r>
              <a:rPr lang="en-US" sz="2200" b="0" i="0" u="none" strike="noStrike" cap="none">
                <a:solidFill>
                  <a:schemeClr val="dk1"/>
                </a:solidFill>
                <a:latin typeface="Poppins"/>
                <a:ea typeface="Poppins"/>
                <a:cs typeface="Poppins"/>
                <a:sym typeface="Poppins"/>
              </a:rPr>
              <a:t> before root word</a:t>
            </a:r>
            <a:endParaRPr sz="2200" b="0" i="0" u="none" strike="noStrike" cap="none">
              <a:solidFill>
                <a:schemeClr val="dk1"/>
              </a:solidFill>
              <a:latin typeface="Poppins"/>
              <a:ea typeface="Poppins"/>
              <a:cs typeface="Poppins"/>
              <a:sym typeface="Poppins"/>
            </a:endParaRPr>
          </a:p>
        </p:txBody>
      </p:sp>
      <p:sp>
        <p:nvSpPr>
          <p:cNvPr id="876" name="Google Shape;876;g273c651d791_0_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7" name="Google Shape;877;g273c651d791_0_5"/>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73c651d791_0_5"/>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kind</a:t>
            </a:r>
            <a:endParaRPr sz="8000" b="0" i="0" u="none" strike="noStrike" cap="none">
              <a:solidFill>
                <a:srgbClr val="000000"/>
              </a:solidFill>
              <a:latin typeface="Jost"/>
              <a:ea typeface="Jost"/>
              <a:cs typeface="Jost"/>
              <a:sym typeface="Jost"/>
            </a:endParaRPr>
          </a:p>
        </p:txBody>
      </p:sp>
      <p:sp>
        <p:nvSpPr>
          <p:cNvPr id="879" name="Google Shape;879;g273c651d791_0_5"/>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un</a:t>
            </a:r>
            <a:r>
              <a:rPr lang="en-US" sz="8000" b="0" i="0" u="none" strike="noStrike" cap="none">
                <a:solidFill>
                  <a:srgbClr val="000000"/>
                </a:solidFill>
                <a:latin typeface="Jost"/>
                <a:ea typeface="Jost"/>
                <a:cs typeface="Jost"/>
                <a:sym typeface="Jost"/>
              </a:rPr>
              <a:t>kind</a:t>
            </a:r>
            <a:endParaRPr sz="8000" b="0" i="0" u="none" strike="noStrike" cap="none">
              <a:solidFill>
                <a:srgbClr val="000000"/>
              </a:solidFill>
              <a:latin typeface="Jost"/>
              <a:ea typeface="Jost"/>
              <a:cs typeface="Jost"/>
              <a:sym typeface="Jost"/>
            </a:endParaRPr>
          </a:p>
        </p:txBody>
      </p:sp>
      <p:cxnSp>
        <p:nvCxnSpPr>
          <p:cNvPr id="880" name="Google Shape;880;g273c651d791_0_5"/>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73c651d791_0_17"/>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73c651d791_0_17"/>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add prefix </a:t>
            </a:r>
            <a:r>
              <a:rPr lang="en-US" sz="2200" b="0" i="0" u="none" strike="noStrike" cap="none">
                <a:solidFill>
                  <a:srgbClr val="2356AF"/>
                </a:solidFill>
                <a:latin typeface="Poppins"/>
                <a:ea typeface="Poppins"/>
                <a:cs typeface="Poppins"/>
                <a:sym typeface="Poppins"/>
              </a:rPr>
              <a:t>un-</a:t>
            </a:r>
            <a:r>
              <a:rPr lang="en-US" sz="2200" b="0" i="0" u="none" strike="noStrike" cap="none">
                <a:solidFill>
                  <a:schemeClr val="dk1"/>
                </a:solidFill>
                <a:latin typeface="Poppins"/>
                <a:ea typeface="Poppins"/>
                <a:cs typeface="Poppins"/>
                <a:sym typeface="Poppins"/>
              </a:rPr>
              <a:t> before root word</a:t>
            </a:r>
            <a:endParaRPr sz="2200" b="0" i="0" u="none" strike="noStrike" cap="none">
              <a:solidFill>
                <a:schemeClr val="dk1"/>
              </a:solidFill>
              <a:latin typeface="Poppins"/>
              <a:ea typeface="Poppins"/>
              <a:cs typeface="Poppins"/>
              <a:sym typeface="Poppins"/>
            </a:endParaRPr>
          </a:p>
        </p:txBody>
      </p:sp>
      <p:sp>
        <p:nvSpPr>
          <p:cNvPr id="888" name="Google Shape;888;g273c651d791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89" name="Google Shape;889;g273c651d791_0_17"/>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0" name="Google Shape;890;g273c651d791_0_17"/>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well</a:t>
            </a:r>
            <a:endParaRPr sz="8000" b="0" i="0" u="none" strike="noStrike" cap="none">
              <a:solidFill>
                <a:srgbClr val="000000"/>
              </a:solidFill>
              <a:latin typeface="Jost"/>
              <a:ea typeface="Jost"/>
              <a:cs typeface="Jost"/>
              <a:sym typeface="Jost"/>
            </a:endParaRPr>
          </a:p>
        </p:txBody>
      </p:sp>
      <p:sp>
        <p:nvSpPr>
          <p:cNvPr id="891" name="Google Shape;891;g273c651d791_0_17"/>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un</a:t>
            </a:r>
            <a:r>
              <a:rPr lang="en-US" sz="8000" b="0" i="0" u="none" strike="noStrike" cap="none">
                <a:solidFill>
                  <a:srgbClr val="000000"/>
                </a:solidFill>
                <a:latin typeface="Jost"/>
                <a:ea typeface="Jost"/>
                <a:cs typeface="Jost"/>
                <a:sym typeface="Jost"/>
              </a:rPr>
              <a:t>well</a:t>
            </a:r>
            <a:endParaRPr sz="8000" b="0" i="0" u="none" strike="noStrike" cap="none">
              <a:solidFill>
                <a:srgbClr val="000000"/>
              </a:solidFill>
              <a:latin typeface="Jost"/>
              <a:ea typeface="Jost"/>
              <a:cs typeface="Jost"/>
              <a:sym typeface="Jost"/>
            </a:endParaRPr>
          </a:p>
        </p:txBody>
      </p:sp>
      <p:cxnSp>
        <p:nvCxnSpPr>
          <p:cNvPr id="892" name="Google Shape;892;g273c651d791_0_17"/>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9" name="Google Shape;89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6" name="Google Shape;906;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7" name="Google Shape;907;g2c4fb7f6616_1_0"/>
          <p:cNvSpPr/>
          <p:nvPr/>
        </p:nvSpPr>
        <p:spPr>
          <a:xfrm>
            <a:off x="34677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8" name="Google Shape;90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9" name="Google Shape;909;g2c4fb7f6616_1_0"/>
          <p:cNvSpPr txBox="1">
            <a:spLocks noGrp="1"/>
          </p:cNvSpPr>
          <p:nvPr>
            <p:ph type="subTitle" idx="4294967295"/>
          </p:nvPr>
        </p:nvSpPr>
        <p:spPr>
          <a:xfrm>
            <a:off x="316176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f</a:t>
            </a:r>
            <a:endParaRPr sz="12000" b="0" i="0" u="none" strike="noStrike" cap="none">
              <a:solidFill>
                <a:srgbClr val="2356AF"/>
              </a:solidFill>
              <a:latin typeface="Jost"/>
              <a:ea typeface="Jost"/>
              <a:cs typeface="Jost"/>
              <a:sym typeface="Jost"/>
            </a:endParaRPr>
          </a:p>
        </p:txBody>
      </p:sp>
      <p:sp>
        <p:nvSpPr>
          <p:cNvPr id="910" name="Google Shape;910;g2c4fb7f6616_1_0"/>
          <p:cNvSpPr txBox="1">
            <a:spLocks noGrp="1"/>
          </p:cNvSpPr>
          <p:nvPr>
            <p:ph type="subTitle" idx="4294967295"/>
          </p:nvPr>
        </p:nvSpPr>
        <p:spPr>
          <a:xfrm>
            <a:off x="3608632" y="1308025"/>
            <a:ext cx="2373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9900" b="0" i="0" u="none" strike="noStrike" cap="none">
                <a:solidFill>
                  <a:srgbClr val="993FA2"/>
                </a:solidFill>
                <a:latin typeface="Poppins"/>
                <a:ea typeface="Poppins"/>
                <a:cs typeface="Poppins"/>
                <a:sym typeface="Poppins"/>
              </a:rPr>
              <a:t>a</a:t>
            </a:r>
            <a:r>
              <a:rPr lang="en-US" sz="12000" b="0" i="0" u="none" strike="noStrike" cap="none">
                <a:solidFill>
                  <a:srgbClr val="993FA2"/>
                </a:solidFill>
                <a:latin typeface="Jost"/>
                <a:ea typeface="Jost"/>
                <a:cs typeface="Jost"/>
                <a:sym typeface="Jost"/>
              </a:rPr>
              <a:t>ir</a:t>
            </a:r>
            <a:endParaRPr sz="12000" b="0" i="0" u="none" strike="noStrike" cap="none">
              <a:solidFill>
                <a:srgbClr val="993FA2"/>
              </a:solidFill>
              <a:latin typeface="Jost"/>
              <a:ea typeface="Jost"/>
              <a:cs typeface="Jost"/>
              <a:sym typeface="Jost"/>
            </a:endParaRPr>
          </a:p>
        </p:txBody>
      </p:sp>
      <p:sp>
        <p:nvSpPr>
          <p:cNvPr id="911" name="Google Shape;91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7" name="Google Shape;917;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9" name="Google Shape;919;g2c4fb7f6616_1_0"/>
          <p:cNvGrpSpPr/>
          <p:nvPr/>
        </p:nvGrpSpPr>
        <p:grpSpPr>
          <a:xfrm>
            <a:off x="-550" y="6984600"/>
            <a:ext cx="8596479" cy="808600"/>
            <a:chOff x="-550" y="6984600"/>
            <a:chExt cx="8596479" cy="808600"/>
          </a:xfrm>
        </p:grpSpPr>
        <p:sp>
          <p:nvSpPr>
            <p:cNvPr id="920" name="Google Shape;920;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1" name="Google Shape;921;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2" name="Google Shape;922;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3" name="Google Shape;923;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5" name="Google Shape;925;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6" name="Google Shape;926;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7" name="Google Shape;927;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29" name="Google Shape;929;g2c4fb7f6616_1_0"/>
          <p:cNvSpPr/>
          <p:nvPr/>
        </p:nvSpPr>
        <p:spPr>
          <a:xfrm>
            <a:off x="4023860" y="4011900"/>
            <a:ext cx="16350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2ee8d415530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6" name="Google Shape;936;g2ee8d415530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7" name="Google Shape;937;g2ee8d415530_0_0"/>
          <p:cNvSpPr/>
          <p:nvPr/>
        </p:nvSpPr>
        <p:spPr>
          <a:xfrm>
            <a:off x="267917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ee8d415530_0_0"/>
          <p:cNvSpPr/>
          <p:nvPr/>
        </p:nvSpPr>
        <p:spPr>
          <a:xfrm>
            <a:off x="34898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ee8d415530_0_0"/>
          <p:cNvSpPr/>
          <p:nvPr/>
        </p:nvSpPr>
        <p:spPr>
          <a:xfrm>
            <a:off x="418900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0" name="Google Shape;940;g2ee8d415530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1" name="Google Shape;941;g2ee8d415530_0_0"/>
          <p:cNvSpPr txBox="1">
            <a:spLocks noGrp="1"/>
          </p:cNvSpPr>
          <p:nvPr>
            <p:ph type="subTitle" idx="4294967295"/>
          </p:nvPr>
        </p:nvSpPr>
        <p:spPr>
          <a:xfrm>
            <a:off x="2440526" y="1308025"/>
            <a:ext cx="8781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42" name="Google Shape;942;g2ee8d415530_0_0"/>
          <p:cNvSpPr txBox="1">
            <a:spLocks noGrp="1"/>
          </p:cNvSpPr>
          <p:nvPr>
            <p:ph type="subTitle" idx="4294967295"/>
          </p:nvPr>
        </p:nvSpPr>
        <p:spPr>
          <a:xfrm>
            <a:off x="317504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43" name="Google Shape;943;g2ee8d415530_0_0"/>
          <p:cNvSpPr txBox="1">
            <a:spLocks noGrp="1"/>
          </p:cNvSpPr>
          <p:nvPr>
            <p:ph type="subTitle" idx="4294967295"/>
          </p:nvPr>
        </p:nvSpPr>
        <p:spPr>
          <a:xfrm>
            <a:off x="388301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f</a:t>
            </a:r>
            <a:endParaRPr sz="12000" b="0" i="0" u="none" strike="noStrike" cap="none">
              <a:solidFill>
                <a:srgbClr val="2356AF"/>
              </a:solidFill>
              <a:latin typeface="Jost"/>
              <a:ea typeface="Jost"/>
              <a:cs typeface="Jost"/>
              <a:sym typeface="Jost"/>
            </a:endParaRPr>
          </a:p>
        </p:txBody>
      </p:sp>
      <p:sp>
        <p:nvSpPr>
          <p:cNvPr id="944" name="Google Shape;944;g2ee8d415530_0_0"/>
          <p:cNvSpPr txBox="1">
            <a:spLocks noGrp="1"/>
          </p:cNvSpPr>
          <p:nvPr>
            <p:ph type="subTitle" idx="4294967295"/>
          </p:nvPr>
        </p:nvSpPr>
        <p:spPr>
          <a:xfrm>
            <a:off x="4329874" y="1308025"/>
            <a:ext cx="2373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9900" b="0" i="0" u="none" strike="noStrike" cap="none">
                <a:solidFill>
                  <a:srgbClr val="993FA2"/>
                </a:solidFill>
                <a:latin typeface="Poppins"/>
                <a:ea typeface="Poppins"/>
                <a:cs typeface="Poppins"/>
                <a:sym typeface="Poppins"/>
              </a:rPr>
              <a:t>a</a:t>
            </a:r>
            <a:r>
              <a:rPr lang="en-US" sz="12000" b="0" i="0" u="none" strike="noStrike" cap="none">
                <a:solidFill>
                  <a:srgbClr val="993FA2"/>
                </a:solidFill>
                <a:latin typeface="Jost"/>
                <a:ea typeface="Jost"/>
                <a:cs typeface="Jost"/>
                <a:sym typeface="Jost"/>
              </a:rPr>
              <a:t>ir</a:t>
            </a:r>
            <a:endParaRPr sz="12000" b="0" i="0" u="none" strike="noStrike" cap="none">
              <a:solidFill>
                <a:srgbClr val="993FA2"/>
              </a:solidFill>
              <a:latin typeface="Jost"/>
              <a:ea typeface="Jost"/>
              <a:cs typeface="Jost"/>
              <a:sym typeface="Jost"/>
            </a:endParaRPr>
          </a:p>
        </p:txBody>
      </p:sp>
      <p:sp>
        <p:nvSpPr>
          <p:cNvPr id="945" name="Google Shape;945;g2ee8d415530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ee8d415530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ee8d415530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ee8d415530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ee8d415530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ee8d415530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ee8d415530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ee8d415530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3" name="Google Shape;953;g2ee8d415530_0_0"/>
          <p:cNvGrpSpPr/>
          <p:nvPr/>
        </p:nvGrpSpPr>
        <p:grpSpPr>
          <a:xfrm>
            <a:off x="-550" y="6984600"/>
            <a:ext cx="8596479" cy="808600"/>
            <a:chOff x="-550" y="6984600"/>
            <a:chExt cx="8596479" cy="808600"/>
          </a:xfrm>
        </p:grpSpPr>
        <p:sp>
          <p:nvSpPr>
            <p:cNvPr id="954" name="Google Shape;954;g2ee8d415530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5" name="Google Shape;955;g2ee8d415530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6" name="Google Shape;956;g2ee8d415530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7" name="Google Shape;957;g2ee8d415530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8" name="Google Shape;958;g2ee8d415530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9" name="Google Shape;959;g2ee8d415530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0" name="Google Shape;960;g2ee8d415530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1" name="Google Shape;961;g2ee8d415530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2" name="Google Shape;962;g2ee8d415530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63" name="Google Shape;963;g2ee8d415530_0_0"/>
          <p:cNvSpPr/>
          <p:nvPr/>
        </p:nvSpPr>
        <p:spPr>
          <a:xfrm>
            <a:off x="4745102" y="4011900"/>
            <a:ext cx="16350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ee8d415530_0_0"/>
          <p:cNvSpPr/>
          <p:nvPr/>
        </p:nvSpPr>
        <p:spPr>
          <a:xfrm>
            <a:off x="396319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73c651d791_0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1" name="Google Shape;971;g273c651d791_0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2" name="Google Shape;972;g273c651d791_0_29"/>
          <p:cNvSpPr/>
          <p:nvPr/>
        </p:nvSpPr>
        <p:spPr>
          <a:xfrm>
            <a:off x="33304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3" name="Google Shape;973;g273c651d791_0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4" name="Google Shape;974;g273c651d791_0_29"/>
          <p:cNvSpPr txBox="1">
            <a:spLocks noGrp="1"/>
          </p:cNvSpPr>
          <p:nvPr>
            <p:ph type="subTitle" idx="4294967295"/>
          </p:nvPr>
        </p:nvSpPr>
        <p:spPr>
          <a:xfrm>
            <a:off x="301561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975" name="Google Shape;975;g273c651d791_0_29"/>
          <p:cNvSpPr/>
          <p:nvPr/>
        </p:nvSpPr>
        <p:spPr>
          <a:xfrm>
            <a:off x="3933540"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76" name="Google Shape;976;g273c651d791_0_29"/>
          <p:cNvSpPr txBox="1">
            <a:spLocks noGrp="1"/>
          </p:cNvSpPr>
          <p:nvPr>
            <p:ph type="subTitle" idx="4294967295"/>
          </p:nvPr>
        </p:nvSpPr>
        <p:spPr>
          <a:xfrm>
            <a:off x="361869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i</a:t>
            </a:r>
            <a:endParaRPr sz="12000" b="0" i="0" u="none" strike="noStrike" cap="none">
              <a:solidFill>
                <a:srgbClr val="815137"/>
              </a:solidFill>
              <a:latin typeface="Jost"/>
              <a:ea typeface="Jost"/>
              <a:cs typeface="Jost"/>
              <a:sym typeface="Jost"/>
            </a:endParaRPr>
          </a:p>
        </p:txBody>
      </p:sp>
      <p:sp>
        <p:nvSpPr>
          <p:cNvPr id="977" name="Google Shape;977;g273c651d791_0_29"/>
          <p:cNvSpPr/>
          <p:nvPr/>
        </p:nvSpPr>
        <p:spPr>
          <a:xfrm>
            <a:off x="542353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73c651d791_0_29"/>
          <p:cNvSpPr txBox="1">
            <a:spLocks noGrp="1"/>
          </p:cNvSpPr>
          <p:nvPr>
            <p:ph type="subTitle" idx="4294967295"/>
          </p:nvPr>
        </p:nvSpPr>
        <p:spPr>
          <a:xfrm>
            <a:off x="510868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79" name="Google Shape;979;g273c651d791_0_29"/>
          <p:cNvSpPr/>
          <p:nvPr/>
        </p:nvSpPr>
        <p:spPr>
          <a:xfrm>
            <a:off x="453661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73c651d791_0_29"/>
          <p:cNvSpPr txBox="1">
            <a:spLocks noGrp="1"/>
          </p:cNvSpPr>
          <p:nvPr>
            <p:ph type="subTitle" idx="4294967295"/>
          </p:nvPr>
        </p:nvSpPr>
        <p:spPr>
          <a:xfrm>
            <a:off x="422176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81" name="Google Shape;981;g273c651d791_0_2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73c651d791_0_2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73c651d791_0_2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73c651d791_0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73c651d791_0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73c651d791_0_2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73c651d791_0_2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73c651d791_0_2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9" name="Google Shape;989;g273c651d791_0_29"/>
          <p:cNvGrpSpPr/>
          <p:nvPr/>
        </p:nvGrpSpPr>
        <p:grpSpPr>
          <a:xfrm>
            <a:off x="-550" y="6984600"/>
            <a:ext cx="8596479" cy="808600"/>
            <a:chOff x="-550" y="6984600"/>
            <a:chExt cx="8596479" cy="808600"/>
          </a:xfrm>
        </p:grpSpPr>
        <p:sp>
          <p:nvSpPr>
            <p:cNvPr id="990" name="Google Shape;990;g273c651d791_0_2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1" name="Google Shape;991;g273c651d791_0_2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2" name="Google Shape;992;g273c651d791_0_2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3" name="Google Shape;993;g273c651d791_0_2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4" name="Google Shape;994;g273c651d791_0_2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5" name="Google Shape;995;g273c651d791_0_2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6" name="Google Shape;996;g273c651d791_0_2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7" name="Google Shape;997;g273c651d791_0_2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8" name="Google Shape;998;g273c651d791_0_2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ee8d415530_0_3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5" name="Google Shape;1005;g2ee8d415530_0_3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6" name="Google Shape;1006;g2ee8d415530_0_34"/>
          <p:cNvSpPr/>
          <p:nvPr/>
        </p:nvSpPr>
        <p:spPr>
          <a:xfrm>
            <a:off x="2595943"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07" name="Google Shape;1007;g2ee8d415530_0_34"/>
          <p:cNvSpPr/>
          <p:nvPr/>
        </p:nvSpPr>
        <p:spPr>
          <a:xfrm>
            <a:off x="33304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ee8d415530_0_34"/>
          <p:cNvSpPr/>
          <p:nvPr/>
        </p:nvSpPr>
        <p:spPr>
          <a:xfrm>
            <a:off x="406498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9" name="Google Shape;1009;g2ee8d415530_0_3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0" name="Google Shape;1010;g2ee8d415530_0_34"/>
          <p:cNvSpPr txBox="1">
            <a:spLocks noGrp="1"/>
          </p:cNvSpPr>
          <p:nvPr>
            <p:ph type="subTitle" idx="4294967295"/>
          </p:nvPr>
        </p:nvSpPr>
        <p:spPr>
          <a:xfrm>
            <a:off x="2281093" y="1308025"/>
            <a:ext cx="10197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1011" name="Google Shape;1011;g2ee8d415530_0_34"/>
          <p:cNvSpPr txBox="1">
            <a:spLocks noGrp="1"/>
          </p:cNvSpPr>
          <p:nvPr>
            <p:ph type="subTitle" idx="4294967295"/>
          </p:nvPr>
        </p:nvSpPr>
        <p:spPr>
          <a:xfrm>
            <a:off x="301561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1012" name="Google Shape;1012;g2ee8d415530_0_34"/>
          <p:cNvSpPr txBox="1">
            <a:spLocks noGrp="1"/>
          </p:cNvSpPr>
          <p:nvPr>
            <p:ph type="subTitle" idx="4294967295"/>
          </p:nvPr>
        </p:nvSpPr>
        <p:spPr>
          <a:xfrm>
            <a:off x="375013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1013" name="Google Shape;1013;g2ee8d415530_0_34"/>
          <p:cNvSpPr/>
          <p:nvPr/>
        </p:nvSpPr>
        <p:spPr>
          <a:xfrm>
            <a:off x="4668060"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14" name="Google Shape;1014;g2ee8d415530_0_34"/>
          <p:cNvSpPr txBox="1">
            <a:spLocks noGrp="1"/>
          </p:cNvSpPr>
          <p:nvPr>
            <p:ph type="subTitle" idx="4294967295"/>
          </p:nvPr>
        </p:nvSpPr>
        <p:spPr>
          <a:xfrm>
            <a:off x="435321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i</a:t>
            </a:r>
            <a:endParaRPr sz="12000" b="0" i="0" u="none" strike="noStrike" cap="none">
              <a:solidFill>
                <a:srgbClr val="815137"/>
              </a:solidFill>
              <a:latin typeface="Jost"/>
              <a:ea typeface="Jost"/>
              <a:cs typeface="Jost"/>
              <a:sym typeface="Jost"/>
            </a:endParaRPr>
          </a:p>
        </p:txBody>
      </p:sp>
      <p:sp>
        <p:nvSpPr>
          <p:cNvPr id="1015" name="Google Shape;1015;g2ee8d415530_0_34"/>
          <p:cNvSpPr/>
          <p:nvPr/>
        </p:nvSpPr>
        <p:spPr>
          <a:xfrm>
            <a:off x="615805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2ee8d415530_0_34"/>
          <p:cNvSpPr txBox="1">
            <a:spLocks noGrp="1"/>
          </p:cNvSpPr>
          <p:nvPr>
            <p:ph type="subTitle" idx="4294967295"/>
          </p:nvPr>
        </p:nvSpPr>
        <p:spPr>
          <a:xfrm>
            <a:off x="584320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1017" name="Google Shape;1017;g2ee8d415530_0_34"/>
          <p:cNvSpPr/>
          <p:nvPr/>
        </p:nvSpPr>
        <p:spPr>
          <a:xfrm>
            <a:off x="527113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ee8d415530_0_34"/>
          <p:cNvSpPr txBox="1">
            <a:spLocks noGrp="1"/>
          </p:cNvSpPr>
          <p:nvPr>
            <p:ph type="subTitle" idx="4294967295"/>
          </p:nvPr>
        </p:nvSpPr>
        <p:spPr>
          <a:xfrm>
            <a:off x="495628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1019" name="Google Shape;1019;g2ee8d415530_0_3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0" name="Google Shape;1020;g2ee8d415530_0_3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ee8d415530_0_3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ee8d415530_0_3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ee8d415530_0_3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ee8d415530_0_3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5" name="Google Shape;1025;g2ee8d415530_0_3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6" name="Google Shape;1026;g2ee8d415530_0_3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7" name="Google Shape;1027;g2ee8d415530_0_34"/>
          <p:cNvGrpSpPr/>
          <p:nvPr/>
        </p:nvGrpSpPr>
        <p:grpSpPr>
          <a:xfrm>
            <a:off x="-550" y="6984600"/>
            <a:ext cx="8596479" cy="808600"/>
            <a:chOff x="-550" y="6984600"/>
            <a:chExt cx="8596479" cy="808600"/>
          </a:xfrm>
        </p:grpSpPr>
        <p:sp>
          <p:nvSpPr>
            <p:cNvPr id="1028" name="Google Shape;1028;g2ee8d415530_0_3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9" name="Google Shape;1029;g2ee8d415530_0_3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0" name="Google Shape;1030;g2ee8d415530_0_3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1" name="Google Shape;1031;g2ee8d415530_0_3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2" name="Google Shape;1032;g2ee8d415530_0_3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3" name="Google Shape;1033;g2ee8d415530_0_3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4" name="Google Shape;1034;g2ee8d415530_0_3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5" name="Google Shape;1035;g2ee8d415530_0_3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6" name="Google Shape;1036;g2ee8d415530_0_3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7" name="Google Shape;1037;g2ee8d415530_0_34"/>
          <p:cNvSpPr/>
          <p:nvPr/>
        </p:nvSpPr>
        <p:spPr>
          <a:xfrm>
            <a:off x="379222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4" name="Google Shape;104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51" name="Google Shape;1051;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52" name="Google Shape;1052;g2dadbbe58d1_1_3"/>
          <p:cNvPicPr preferRelativeResize="0"/>
          <p:nvPr/>
        </p:nvPicPr>
        <p:blipFill rotWithShape="1">
          <a:blip r:embed="rId3">
            <a:alphaModFix/>
          </a:blip>
          <a:srcRect l="36780" r="36780"/>
          <a:stretch/>
        </p:blipFill>
        <p:spPr>
          <a:xfrm>
            <a:off x="3517650" y="688100"/>
            <a:ext cx="2108701" cy="2519600"/>
          </a:xfrm>
          <a:prstGeom prst="rect">
            <a:avLst/>
          </a:prstGeom>
          <a:noFill/>
          <a:ln>
            <a:noFill/>
          </a:ln>
        </p:spPr>
      </p:pic>
      <p:grpSp>
        <p:nvGrpSpPr>
          <p:cNvPr id="1053" name="Google Shape;1053;g2dadbbe58d1_1_3"/>
          <p:cNvGrpSpPr/>
          <p:nvPr/>
        </p:nvGrpSpPr>
        <p:grpSpPr>
          <a:xfrm>
            <a:off x="1744350" y="3614075"/>
            <a:ext cx="5655300" cy="1851900"/>
            <a:chOff x="1176600" y="3614075"/>
            <a:chExt cx="5655300" cy="1851900"/>
          </a:xfrm>
        </p:grpSpPr>
        <p:sp>
          <p:nvSpPr>
            <p:cNvPr id="1054" name="Google Shape;1054;g2dadbbe58d1_1_3"/>
            <p:cNvSpPr/>
            <p:nvPr/>
          </p:nvSpPr>
          <p:spPr>
            <a:xfrm>
              <a:off x="1181100" y="3629300"/>
              <a:ext cx="5650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55" name="Google Shape;1055;g2dadbbe58d1_1_3"/>
            <p:cNvGrpSpPr/>
            <p:nvPr/>
          </p:nvGrpSpPr>
          <p:grpSpPr>
            <a:xfrm>
              <a:off x="1181214" y="4063875"/>
              <a:ext cx="5650596" cy="1170725"/>
              <a:chOff x="1181250" y="4063875"/>
              <a:chExt cx="6781800" cy="1170725"/>
            </a:xfrm>
          </p:grpSpPr>
          <p:cxnSp>
            <p:nvCxnSpPr>
              <p:cNvPr id="1056" name="Google Shape;1056;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7" name="Google Shape;1057;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8" name="Google Shape;1058;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9" name="Google Shape;1059;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60" name="Google Shape;1060;g2dadbbe58d1_1_3"/>
            <p:cNvCxnSpPr/>
            <p:nvPr/>
          </p:nvCxnSpPr>
          <p:spPr>
            <a:xfrm rot="10800000">
              <a:off x="46020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61" name="Google Shape;1061;g2dadbbe58d1_1_3"/>
            <p:cNvCxnSpPr/>
            <p:nvPr/>
          </p:nvCxnSpPr>
          <p:spPr>
            <a:xfrm rot="10800000">
              <a:off x="5656875"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62" name="Google Shape;1062;g2dadbbe58d1_1_3"/>
            <p:cNvGrpSpPr/>
            <p:nvPr/>
          </p:nvGrpSpPr>
          <p:grpSpPr>
            <a:xfrm>
              <a:off x="1176600" y="3631675"/>
              <a:ext cx="2197625" cy="1828800"/>
              <a:chOff x="1481400" y="3631675"/>
              <a:chExt cx="2197625" cy="1828800"/>
            </a:xfrm>
          </p:grpSpPr>
          <p:sp>
            <p:nvSpPr>
              <p:cNvPr id="1063" name="Google Shape;1063;g2dadbbe58d1_1_3"/>
              <p:cNvSpPr/>
              <p:nvPr/>
            </p:nvSpPr>
            <p:spPr>
              <a:xfrm rot="-5400000">
                <a:off x="1593000" y="3520075"/>
                <a:ext cx="1828800" cy="205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4" name="Google Shape;1064;g2dadbbe58d1_1_3"/>
              <p:cNvGrpSpPr/>
              <p:nvPr/>
            </p:nvGrpSpPr>
            <p:grpSpPr>
              <a:xfrm>
                <a:off x="3415325" y="4484375"/>
                <a:ext cx="263700" cy="263700"/>
                <a:chOff x="3415325" y="4484375"/>
                <a:chExt cx="263700" cy="263700"/>
              </a:xfrm>
            </p:grpSpPr>
            <p:sp>
              <p:nvSpPr>
                <p:cNvPr id="1065" name="Google Shape;1065;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66" name="Google Shape;1066;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67" name="Google Shape;1067;g2dadbbe58d1_1_3"/>
            <p:cNvCxnSpPr/>
            <p:nvPr/>
          </p:nvCxnSpPr>
          <p:spPr>
            <a:xfrm rot="10800000">
              <a:off x="2263725"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68" name="Google Shape;1068;g2dadbbe58d1_1_3"/>
          <p:cNvSpPr txBox="1"/>
          <p:nvPr/>
        </p:nvSpPr>
        <p:spPr>
          <a:xfrm>
            <a:off x="3941975" y="4064350"/>
            <a:ext cx="119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w</a:t>
            </a:r>
            <a:endParaRPr sz="8500" b="0" i="0" u="none" strike="noStrike" cap="none">
              <a:solidFill>
                <a:srgbClr val="2356AF"/>
              </a:solidFill>
              <a:latin typeface="Jost"/>
              <a:ea typeface="Jost"/>
              <a:cs typeface="Jost"/>
              <a:sym typeface="Jost"/>
            </a:endParaRPr>
          </a:p>
        </p:txBody>
      </p:sp>
      <p:sp>
        <p:nvSpPr>
          <p:cNvPr id="1069" name="Google Shape;1069;g2dadbbe58d1_1_3"/>
          <p:cNvSpPr txBox="1"/>
          <p:nvPr/>
        </p:nvSpPr>
        <p:spPr>
          <a:xfrm>
            <a:off x="1852825"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1070" name="Google Shape;1070;g2dadbbe58d1_1_3"/>
          <p:cNvSpPr txBox="1"/>
          <p:nvPr/>
        </p:nvSpPr>
        <p:spPr>
          <a:xfrm>
            <a:off x="2831475" y="4064350"/>
            <a:ext cx="846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71" name="Google Shape;1071;g2dadbbe58d1_1_3"/>
          <p:cNvSpPr txBox="1"/>
          <p:nvPr/>
        </p:nvSpPr>
        <p:spPr>
          <a:xfrm>
            <a:off x="5169775" y="4064350"/>
            <a:ext cx="1054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e</a:t>
            </a:r>
            <a:endParaRPr sz="8500" b="0" i="0" u="none" strike="noStrike" cap="none">
              <a:solidFill>
                <a:srgbClr val="ED1C24"/>
              </a:solidFill>
              <a:latin typeface="Jost"/>
              <a:ea typeface="Jost"/>
              <a:cs typeface="Jost"/>
              <a:sym typeface="Jost"/>
            </a:endParaRPr>
          </a:p>
        </p:txBody>
      </p:sp>
      <p:sp>
        <p:nvSpPr>
          <p:cNvPr id="1072" name="Google Shape;1072;g2dadbbe58d1_1_3"/>
          <p:cNvSpPr txBox="1"/>
          <p:nvPr/>
        </p:nvSpPr>
        <p:spPr>
          <a:xfrm>
            <a:off x="6256575" y="4064350"/>
            <a:ext cx="1106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ll</a:t>
            </a:r>
            <a:endParaRPr sz="8500" b="0" i="0" u="none" strike="noStrike" cap="none">
              <a:solidFill>
                <a:srgbClr val="FFD400"/>
              </a:solidFill>
              <a:latin typeface="Jost"/>
              <a:ea typeface="Jost"/>
              <a:cs typeface="Jost"/>
              <a:sym typeface="Jost"/>
            </a:endParaRPr>
          </a:p>
        </p:txBody>
      </p:sp>
      <p:cxnSp>
        <p:nvCxnSpPr>
          <p:cNvPr id="1073" name="Google Shape;1073;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g274c77bf878_0_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80" name="Google Shape;1080;g274c77bf878_0_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81" name="Google Shape;1081;g274c77bf878_0_62"/>
          <p:cNvPicPr preferRelativeResize="0"/>
          <p:nvPr/>
        </p:nvPicPr>
        <p:blipFill rotWithShape="1">
          <a:blip r:embed="rId3">
            <a:alphaModFix/>
          </a:blip>
          <a:srcRect l="36780" r="36780"/>
          <a:stretch/>
        </p:blipFill>
        <p:spPr>
          <a:xfrm>
            <a:off x="3517650" y="688100"/>
            <a:ext cx="2108701" cy="2519600"/>
          </a:xfrm>
          <a:prstGeom prst="rect">
            <a:avLst/>
          </a:prstGeom>
          <a:noFill/>
          <a:ln>
            <a:noFill/>
          </a:ln>
        </p:spPr>
      </p:pic>
      <p:grpSp>
        <p:nvGrpSpPr>
          <p:cNvPr id="1082" name="Google Shape;1082;g274c77bf878_0_62"/>
          <p:cNvGrpSpPr/>
          <p:nvPr/>
        </p:nvGrpSpPr>
        <p:grpSpPr>
          <a:xfrm>
            <a:off x="1744350" y="3614075"/>
            <a:ext cx="5655300" cy="1851900"/>
            <a:chOff x="1176600" y="3614075"/>
            <a:chExt cx="5655300" cy="1851900"/>
          </a:xfrm>
        </p:grpSpPr>
        <p:sp>
          <p:nvSpPr>
            <p:cNvPr id="1083" name="Google Shape;1083;g274c77bf878_0_62"/>
            <p:cNvSpPr/>
            <p:nvPr/>
          </p:nvSpPr>
          <p:spPr>
            <a:xfrm>
              <a:off x="1181100" y="3629300"/>
              <a:ext cx="5650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84" name="Google Shape;1084;g274c77bf878_0_62"/>
            <p:cNvGrpSpPr/>
            <p:nvPr/>
          </p:nvGrpSpPr>
          <p:grpSpPr>
            <a:xfrm>
              <a:off x="1181214" y="4063875"/>
              <a:ext cx="5650596" cy="1170725"/>
              <a:chOff x="1181250" y="4063875"/>
              <a:chExt cx="6781800" cy="1170725"/>
            </a:xfrm>
          </p:grpSpPr>
          <p:cxnSp>
            <p:nvCxnSpPr>
              <p:cNvPr id="1085" name="Google Shape;1085;g274c77bf878_0_62"/>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6" name="Google Shape;1086;g274c77bf878_0_62"/>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7" name="Google Shape;1087;g274c77bf878_0_62"/>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8" name="Google Shape;1088;g274c77bf878_0_62"/>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89" name="Google Shape;1089;g274c77bf878_0_62"/>
            <p:cNvCxnSpPr/>
            <p:nvPr/>
          </p:nvCxnSpPr>
          <p:spPr>
            <a:xfrm rot="10800000">
              <a:off x="46020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90" name="Google Shape;1090;g274c77bf878_0_62"/>
            <p:cNvCxnSpPr/>
            <p:nvPr/>
          </p:nvCxnSpPr>
          <p:spPr>
            <a:xfrm rot="10800000">
              <a:off x="5656875"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91" name="Google Shape;1091;g274c77bf878_0_62"/>
            <p:cNvGrpSpPr/>
            <p:nvPr/>
          </p:nvGrpSpPr>
          <p:grpSpPr>
            <a:xfrm>
              <a:off x="1176600" y="3631675"/>
              <a:ext cx="2197625" cy="1828800"/>
              <a:chOff x="1481400" y="3631675"/>
              <a:chExt cx="2197625" cy="1828800"/>
            </a:xfrm>
          </p:grpSpPr>
          <p:sp>
            <p:nvSpPr>
              <p:cNvPr id="1092" name="Google Shape;1092;g274c77bf878_0_62"/>
              <p:cNvSpPr/>
              <p:nvPr/>
            </p:nvSpPr>
            <p:spPr>
              <a:xfrm rot="-5400000">
                <a:off x="1593000" y="3520075"/>
                <a:ext cx="1828800" cy="205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93" name="Google Shape;1093;g274c77bf878_0_62"/>
              <p:cNvGrpSpPr/>
              <p:nvPr/>
            </p:nvGrpSpPr>
            <p:grpSpPr>
              <a:xfrm>
                <a:off x="3415325" y="4484375"/>
                <a:ext cx="263700" cy="263700"/>
                <a:chOff x="3415325" y="4484375"/>
                <a:chExt cx="263700" cy="263700"/>
              </a:xfrm>
            </p:grpSpPr>
            <p:sp>
              <p:nvSpPr>
                <p:cNvPr id="1094" name="Google Shape;1094;g274c77bf878_0_62"/>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95" name="Google Shape;1095;g274c77bf878_0_62"/>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96" name="Google Shape;1096;g274c77bf878_0_62"/>
            <p:cNvCxnSpPr/>
            <p:nvPr/>
          </p:nvCxnSpPr>
          <p:spPr>
            <a:xfrm rot="10800000">
              <a:off x="2263725"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97" name="Google Shape;1097;g274c77bf878_0_62"/>
          <p:cNvSpPr txBox="1"/>
          <p:nvPr/>
        </p:nvSpPr>
        <p:spPr>
          <a:xfrm>
            <a:off x="3941975" y="4064350"/>
            <a:ext cx="119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w</a:t>
            </a:r>
            <a:endParaRPr sz="8500" b="0" i="0" u="none" strike="noStrike" cap="none">
              <a:solidFill>
                <a:srgbClr val="2356AF"/>
              </a:solidFill>
              <a:latin typeface="Jost"/>
              <a:ea typeface="Jost"/>
              <a:cs typeface="Jost"/>
              <a:sym typeface="Jost"/>
            </a:endParaRPr>
          </a:p>
        </p:txBody>
      </p:sp>
      <p:sp>
        <p:nvSpPr>
          <p:cNvPr id="1098" name="Google Shape;1098;g274c77bf878_0_62"/>
          <p:cNvSpPr txBox="1"/>
          <p:nvPr/>
        </p:nvSpPr>
        <p:spPr>
          <a:xfrm>
            <a:off x="1852825"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u</a:t>
            </a:r>
            <a:endParaRPr sz="8500" b="0" i="0" u="none" strike="noStrike" cap="none">
              <a:solidFill>
                <a:srgbClr val="ED1C24"/>
              </a:solidFill>
              <a:latin typeface="Jost"/>
              <a:ea typeface="Jost"/>
              <a:cs typeface="Jost"/>
              <a:sym typeface="Jost"/>
            </a:endParaRPr>
          </a:p>
        </p:txBody>
      </p:sp>
      <p:sp>
        <p:nvSpPr>
          <p:cNvPr id="1099" name="Google Shape;1099;g274c77bf878_0_62"/>
          <p:cNvSpPr txBox="1"/>
          <p:nvPr/>
        </p:nvSpPr>
        <p:spPr>
          <a:xfrm>
            <a:off x="2831475" y="4064350"/>
            <a:ext cx="846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n</a:t>
            </a:r>
            <a:endParaRPr sz="8500" b="0" i="0" u="none" strike="noStrike" cap="none">
              <a:solidFill>
                <a:srgbClr val="2356AF"/>
              </a:solidFill>
              <a:latin typeface="Jost"/>
              <a:ea typeface="Jost"/>
              <a:cs typeface="Jost"/>
              <a:sym typeface="Jost"/>
            </a:endParaRPr>
          </a:p>
        </p:txBody>
      </p:sp>
      <p:sp>
        <p:nvSpPr>
          <p:cNvPr id="1100" name="Google Shape;1100;g274c77bf878_0_62"/>
          <p:cNvSpPr txBox="1"/>
          <p:nvPr/>
        </p:nvSpPr>
        <p:spPr>
          <a:xfrm>
            <a:off x="5169775" y="4064350"/>
            <a:ext cx="1054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e</a:t>
            </a:r>
            <a:endParaRPr sz="8500" b="0" i="0" u="none" strike="noStrike" cap="none">
              <a:solidFill>
                <a:srgbClr val="ED1C24"/>
              </a:solidFill>
              <a:latin typeface="Jost"/>
              <a:ea typeface="Jost"/>
              <a:cs typeface="Jost"/>
              <a:sym typeface="Jost"/>
            </a:endParaRPr>
          </a:p>
        </p:txBody>
      </p:sp>
      <p:sp>
        <p:nvSpPr>
          <p:cNvPr id="1101" name="Google Shape;1101;g274c77bf878_0_62"/>
          <p:cNvSpPr txBox="1"/>
          <p:nvPr/>
        </p:nvSpPr>
        <p:spPr>
          <a:xfrm>
            <a:off x="6256575" y="4064350"/>
            <a:ext cx="1106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ll</a:t>
            </a:r>
            <a:endParaRPr sz="8500" b="0" i="0" u="none" strike="noStrike" cap="none">
              <a:solidFill>
                <a:srgbClr val="FFD400"/>
              </a:solidFill>
              <a:latin typeface="Jost"/>
              <a:ea typeface="Jost"/>
              <a:cs typeface="Jost"/>
              <a:sym typeface="Jost"/>
            </a:endParaRPr>
          </a:p>
        </p:txBody>
      </p:sp>
      <p:cxnSp>
        <p:nvCxnSpPr>
          <p:cNvPr id="1102" name="Google Shape;1102;g274c77bf878_0_62"/>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9" name="Google Shape;110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0" name="Google Shape;1110;g1f3daf8a844_0_64"/>
          <p:cNvGrpSpPr/>
          <p:nvPr/>
        </p:nvGrpSpPr>
        <p:grpSpPr>
          <a:xfrm>
            <a:off x="3024000" y="209875"/>
            <a:ext cx="3096000" cy="454800"/>
            <a:chOff x="3024000" y="209875"/>
            <a:chExt cx="3096000" cy="454800"/>
          </a:xfrm>
        </p:grpSpPr>
        <p:sp>
          <p:nvSpPr>
            <p:cNvPr id="1111" name="Google Shape;111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2" name="Google Shape;111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3" name="Google Shape;111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4" name="Google Shape;111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6" name="Google Shape;111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7" name="Google Shape;111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8" name="Google Shape;1118;g1f3daf8a844_0_64"/>
          <p:cNvSpPr txBox="1"/>
          <p:nvPr/>
        </p:nvSpPr>
        <p:spPr>
          <a:xfrm>
            <a:off x="2333951"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9" name="Google Shape;1119;g1f3daf8a844_0_64"/>
          <p:cNvSpPr txBox="1"/>
          <p:nvPr/>
        </p:nvSpPr>
        <p:spPr>
          <a:xfrm>
            <a:off x="5792506"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600" b="0" i="0" u="none" strike="noStrike" cap="none">
                <a:solidFill>
                  <a:srgbClr val="815137"/>
                </a:solidFill>
                <a:latin typeface="Poppins"/>
                <a:ea typeface="Poppins"/>
                <a:cs typeface="Poppins"/>
                <a:sym typeface="Poppins"/>
              </a:rPr>
              <a:t>a</a:t>
            </a:r>
            <a:endParaRPr sz="4600" b="0" i="0" u="none" strike="noStrike" cap="none">
              <a:solidFill>
                <a:srgbClr val="815137"/>
              </a:solidFill>
              <a:latin typeface="Poppins"/>
              <a:ea typeface="Poppins"/>
              <a:cs typeface="Poppins"/>
              <a:sym typeface="Poppins"/>
            </a:endParaRPr>
          </a:p>
        </p:txBody>
      </p:sp>
      <p:sp>
        <p:nvSpPr>
          <p:cNvPr id="1120" name="Google Shape;1120;g1f3daf8a844_0_64"/>
          <p:cNvSpPr txBox="1"/>
          <p:nvPr/>
        </p:nvSpPr>
        <p:spPr>
          <a:xfrm>
            <a:off x="1181100"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21" name="Google Shape;1121;g1f3daf8a844_0_64"/>
          <p:cNvSpPr txBox="1"/>
          <p:nvPr/>
        </p:nvSpPr>
        <p:spPr>
          <a:xfrm>
            <a:off x="4639654"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22" name="Google Shape;1122;g1f3daf8a844_0_64"/>
          <p:cNvSpPr txBox="1"/>
          <p:nvPr/>
        </p:nvSpPr>
        <p:spPr>
          <a:xfrm>
            <a:off x="6945355"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3" name="Google Shape;1123;g1f3daf8a844_0_64"/>
          <p:cNvSpPr txBox="1"/>
          <p:nvPr/>
        </p:nvSpPr>
        <p:spPr>
          <a:xfrm>
            <a:off x="3445518" y="2236575"/>
            <a:ext cx="426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4" name="Google Shape;1124;g1f3daf8a844_0_64"/>
          <p:cNvSpPr txBox="1"/>
          <p:nvPr/>
        </p:nvSpPr>
        <p:spPr>
          <a:xfrm>
            <a:off x="1181100"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FFD403"/>
              </a:solidFill>
              <a:latin typeface="Jost"/>
              <a:ea typeface="Jost"/>
              <a:cs typeface="Jost"/>
              <a:sym typeface="Jost"/>
            </a:endParaRPr>
          </a:p>
        </p:txBody>
      </p:sp>
      <p:sp>
        <p:nvSpPr>
          <p:cNvPr id="1125" name="Google Shape;1125;g1f3daf8a844_0_64"/>
          <p:cNvSpPr txBox="1"/>
          <p:nvPr/>
        </p:nvSpPr>
        <p:spPr>
          <a:xfrm>
            <a:off x="2313309"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26" name="Google Shape;1126;g1f3daf8a844_0_64"/>
          <p:cNvSpPr txBox="1"/>
          <p:nvPr/>
        </p:nvSpPr>
        <p:spPr>
          <a:xfrm>
            <a:off x="3987028"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7" name="Google Shape;1127;g1f3daf8a844_0_64"/>
          <p:cNvSpPr txBox="1"/>
          <p:nvPr/>
        </p:nvSpPr>
        <p:spPr>
          <a:xfrm>
            <a:off x="5813146"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8" name="Google Shape;1128;g1f3daf8a844_0_64"/>
          <p:cNvSpPr txBox="1"/>
          <p:nvPr/>
        </p:nvSpPr>
        <p:spPr>
          <a:xfrm>
            <a:off x="3486803"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9" name="Google Shape;1129;g1f3daf8a844_0_64"/>
          <p:cNvSpPr txBox="1"/>
          <p:nvPr/>
        </p:nvSpPr>
        <p:spPr>
          <a:xfrm>
            <a:off x="6945355"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30" name="Google Shape;1130;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1" name="Google Shape;1131;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2" name="Google Shape;1132;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3" name="Google Shape;1133;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4" name="Google Shape;1134;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5" name="Google Shape;1135;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6" name="Google Shape;1136;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7" name="Google Shape;1137;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38" name="Google Shape;1138;g1f3daf8a844_0_64"/>
          <p:cNvGrpSpPr/>
          <p:nvPr/>
        </p:nvGrpSpPr>
        <p:grpSpPr>
          <a:xfrm>
            <a:off x="-550" y="6984600"/>
            <a:ext cx="8596479" cy="808600"/>
            <a:chOff x="-550" y="6984600"/>
            <a:chExt cx="8596479" cy="808600"/>
          </a:xfrm>
        </p:grpSpPr>
        <p:sp>
          <p:nvSpPr>
            <p:cNvPr id="1139" name="Google Shape;1139;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40" name="Google Shape;1140;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41" name="Google Shape;1141;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42" name="Google Shape;1142;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43" name="Google Shape;1143;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44" name="Google Shape;1144;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45" name="Google Shape;1145;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46" name="Google Shape;1146;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47" name="Google Shape;1147;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48" name="Google Shape;1148;g1f3daf8a844_0_64"/>
          <p:cNvSpPr txBox="1"/>
          <p:nvPr/>
        </p:nvSpPr>
        <p:spPr>
          <a:xfrm>
            <a:off x="5119237" y="2236575"/>
            <a:ext cx="57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cxnSp>
        <p:nvCxnSpPr>
          <p:cNvPr id="1149" name="Google Shape;114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g273c651d791_0_7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6" name="Google Shape;1156;g273c651d791_0_7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7" name="Google Shape;1157;g273c651d791_0_75"/>
          <p:cNvGrpSpPr/>
          <p:nvPr/>
        </p:nvGrpSpPr>
        <p:grpSpPr>
          <a:xfrm>
            <a:off x="3024000" y="209875"/>
            <a:ext cx="3096000" cy="454800"/>
            <a:chOff x="3024000" y="209875"/>
            <a:chExt cx="3096000" cy="454800"/>
          </a:xfrm>
        </p:grpSpPr>
        <p:sp>
          <p:nvSpPr>
            <p:cNvPr id="1158" name="Google Shape;1158;g273c651d791_0_7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9" name="Google Shape;1159;g273c651d791_0_7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0" name="Google Shape;1160;g273c651d791_0_7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61" name="Google Shape;1161;g273c651d791_0_75"/>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uncle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unkind unwell</a:t>
            </a:r>
            <a:endParaRPr sz="1800" b="0" i="0" u="none" strike="noStrike" cap="none">
              <a:solidFill>
                <a:srgbClr val="B7B7B7"/>
              </a:solidFill>
              <a:latin typeface="Jost"/>
              <a:ea typeface="Jost"/>
              <a:cs typeface="Jost"/>
              <a:sym typeface="Jost"/>
            </a:endParaRPr>
          </a:p>
        </p:txBody>
      </p:sp>
      <p:cxnSp>
        <p:nvCxnSpPr>
          <p:cNvPr id="1162" name="Google Shape;1162;g273c651d791_0_7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63" name="Google Shape;1163;g273c651d791_0_7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4" name="Google Shape;1164;g273c651d791_0_7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5" name="Google Shape;1165;g273c651d791_0_7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6" name="Google Shape;1166;g273c651d791_0_7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7" name="Google Shape;1167;g273c651d791_0_7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8" name="Google Shape;1168;g273c651d791_0_7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9" name="Google Shape;1169;g273c651d791_0_7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0" name="Google Shape;1170;g273c651d791_0_7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1" name="Google Shape;1171;g273c651d791_0_7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2" name="Google Shape;1172;g273c651d791_0_7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3" name="Google Shape;1173;g273c651d791_0_7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4" name="Google Shape;1174;g273c651d791_0_7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5" name="Google Shape;1175;g273c651d791_0_7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76" name="Google Shape;1176;g273c651d791_0_75"/>
          <p:cNvGrpSpPr/>
          <p:nvPr/>
        </p:nvGrpSpPr>
        <p:grpSpPr>
          <a:xfrm>
            <a:off x="-550" y="6984600"/>
            <a:ext cx="8596479" cy="808600"/>
            <a:chOff x="-550" y="6984600"/>
            <a:chExt cx="8596479" cy="808600"/>
          </a:xfrm>
        </p:grpSpPr>
        <p:sp>
          <p:nvSpPr>
            <p:cNvPr id="1177" name="Google Shape;1177;g273c651d791_0_7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78" name="Google Shape;1178;g273c651d791_0_7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79" name="Google Shape;1179;g273c651d791_0_7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80" name="Google Shape;1180;g273c651d791_0_7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81" name="Google Shape;1181;g273c651d791_0_7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82" name="Google Shape;1182;g273c651d791_0_7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83" name="Google Shape;1183;g273c651d791_0_7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84" name="Google Shape;1184;g273c651d791_0_7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85" name="Google Shape;1185;g273c651d791_0_7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86" name="Google Shape;1186;g273c651d791_0_75"/>
          <p:cNvSpPr txBox="1"/>
          <p:nvPr/>
        </p:nvSpPr>
        <p:spPr>
          <a:xfrm>
            <a:off x="2333951"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7" name="Google Shape;1187;g273c651d791_0_75"/>
          <p:cNvSpPr txBox="1"/>
          <p:nvPr/>
        </p:nvSpPr>
        <p:spPr>
          <a:xfrm>
            <a:off x="5792506"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600" b="0" i="0" u="none" strike="noStrike" cap="none">
                <a:solidFill>
                  <a:srgbClr val="815137"/>
                </a:solidFill>
                <a:latin typeface="Poppins"/>
                <a:ea typeface="Poppins"/>
                <a:cs typeface="Poppins"/>
                <a:sym typeface="Poppins"/>
              </a:rPr>
              <a:t>a</a:t>
            </a:r>
            <a:endParaRPr sz="4600" b="0" i="0" u="none" strike="noStrike" cap="none">
              <a:solidFill>
                <a:srgbClr val="815137"/>
              </a:solidFill>
              <a:latin typeface="Poppins"/>
              <a:ea typeface="Poppins"/>
              <a:cs typeface="Poppins"/>
              <a:sym typeface="Poppins"/>
            </a:endParaRPr>
          </a:p>
        </p:txBody>
      </p:sp>
      <p:sp>
        <p:nvSpPr>
          <p:cNvPr id="1188" name="Google Shape;1188;g273c651d791_0_75"/>
          <p:cNvSpPr txBox="1"/>
          <p:nvPr/>
        </p:nvSpPr>
        <p:spPr>
          <a:xfrm>
            <a:off x="1181100"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89" name="Google Shape;1189;g273c651d791_0_75"/>
          <p:cNvSpPr txBox="1"/>
          <p:nvPr/>
        </p:nvSpPr>
        <p:spPr>
          <a:xfrm>
            <a:off x="4639654"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90" name="Google Shape;1190;g273c651d791_0_75"/>
          <p:cNvSpPr txBox="1"/>
          <p:nvPr/>
        </p:nvSpPr>
        <p:spPr>
          <a:xfrm>
            <a:off x="6945355"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91" name="Google Shape;1191;g273c651d791_0_75"/>
          <p:cNvSpPr txBox="1"/>
          <p:nvPr/>
        </p:nvSpPr>
        <p:spPr>
          <a:xfrm>
            <a:off x="3445518" y="2236575"/>
            <a:ext cx="426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92" name="Google Shape;1192;g273c651d791_0_75"/>
          <p:cNvSpPr txBox="1"/>
          <p:nvPr/>
        </p:nvSpPr>
        <p:spPr>
          <a:xfrm>
            <a:off x="1181100"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FFD403"/>
              </a:solidFill>
              <a:latin typeface="Jost"/>
              <a:ea typeface="Jost"/>
              <a:cs typeface="Jost"/>
              <a:sym typeface="Jost"/>
            </a:endParaRPr>
          </a:p>
        </p:txBody>
      </p:sp>
      <p:sp>
        <p:nvSpPr>
          <p:cNvPr id="1193" name="Google Shape;1193;g273c651d791_0_75"/>
          <p:cNvSpPr txBox="1"/>
          <p:nvPr/>
        </p:nvSpPr>
        <p:spPr>
          <a:xfrm>
            <a:off x="2313309"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94" name="Google Shape;1194;g273c651d791_0_75"/>
          <p:cNvSpPr txBox="1"/>
          <p:nvPr/>
        </p:nvSpPr>
        <p:spPr>
          <a:xfrm>
            <a:off x="3987028"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95" name="Google Shape;1195;g273c651d791_0_75"/>
          <p:cNvSpPr txBox="1"/>
          <p:nvPr/>
        </p:nvSpPr>
        <p:spPr>
          <a:xfrm>
            <a:off x="5813146"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96" name="Google Shape;1196;g273c651d791_0_75"/>
          <p:cNvSpPr txBox="1"/>
          <p:nvPr/>
        </p:nvSpPr>
        <p:spPr>
          <a:xfrm>
            <a:off x="3486803" y="1112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97" name="Google Shape;1197;g273c651d791_0_75"/>
          <p:cNvSpPr txBox="1"/>
          <p:nvPr/>
        </p:nvSpPr>
        <p:spPr>
          <a:xfrm>
            <a:off x="6945355" y="22365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98" name="Google Shape;1198;g273c651d791_0_75"/>
          <p:cNvSpPr txBox="1"/>
          <p:nvPr/>
        </p:nvSpPr>
        <p:spPr>
          <a:xfrm>
            <a:off x="5119237" y="2236575"/>
            <a:ext cx="579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430</Words>
  <Application>Microsoft Office PowerPoint</Application>
  <PresentationFormat>On-screen Show (4:3)</PresentationFormat>
  <Paragraphs>175</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Jost</vt:lpstr>
      <vt:lpstr>Poppins</vt:lpstr>
      <vt:lpstr>Nunito Black</vt:lpstr>
      <vt:lpstr>Arial</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2026-06-03T01:15:43Z</dcterms:modified>
</cp:coreProperties>
</file>