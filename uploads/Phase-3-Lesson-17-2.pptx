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Lexend Light" panose="020B0604020202020204" charset="0"/>
      <p:regular r:id="rId25"/>
      <p:bold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zKwiPgEqEZxrVFquZb6I72vh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4171AC-5DCC-4600-9D90-99A6F081F433}">
  <a:tblStyle styleId="{4B4171AC-5DCC-4600-9D90-99A6F081F43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font" Target="fonts/font24.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41" Type="http://schemas.openxmlformats.org/officeDocument/2006/relationships/font" Target="fonts/font21.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c9280fff0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c9280fff0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c9280fff0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c91cd4287_0_7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c91cd4287_0_7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c91cd4287_0_7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c9280fff0_0_8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c9280fff0_0_8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c9280fff0_0_8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6c9280fff0_0_8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6c9280fff0_0_8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6c9280fff0_0_8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6c9280fff0_0_8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6c9280fff0_0_8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6c9280fff0_0_8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6c9280fff0_0_8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6c9280fff0_0_8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6c9280fff0_0_8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c91cd4287_0_15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c91cd4287_0_15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c91cd4287_0_15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6c91cd4287_0_15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6c91cd4287_0_15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6c91cd4287_0_15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6c9280fff0_0_78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6c9280fff0_0_78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6c9280fff0_0_78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6c9280fff0_0_780"/>
          <p:cNvGrpSpPr/>
          <p:nvPr/>
        </p:nvGrpSpPr>
        <p:grpSpPr>
          <a:xfrm>
            <a:off x="357775" y="5983875"/>
            <a:ext cx="586800" cy="571500"/>
            <a:chOff x="662575" y="6212475"/>
            <a:chExt cx="586800" cy="571500"/>
          </a:xfrm>
        </p:grpSpPr>
        <p:sp>
          <p:nvSpPr>
            <p:cNvPr id="108" name="Google Shape;108;g26c9280fff0_0_78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c9280fff0_0_78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c9280fff0_0_78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6c9280fff0_0_780"/>
          <p:cNvGrpSpPr/>
          <p:nvPr/>
        </p:nvGrpSpPr>
        <p:grpSpPr>
          <a:xfrm>
            <a:off x="8199150" y="5983875"/>
            <a:ext cx="586800" cy="571500"/>
            <a:chOff x="7894350" y="6212475"/>
            <a:chExt cx="586800" cy="571500"/>
          </a:xfrm>
        </p:grpSpPr>
        <p:sp>
          <p:nvSpPr>
            <p:cNvPr id="112" name="Google Shape;112;g26c9280fff0_0_78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c9280fff0_0_78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c9280fff0_0_78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6c9280fff0_0_780"/>
          <p:cNvGrpSpPr/>
          <p:nvPr/>
        </p:nvGrpSpPr>
        <p:grpSpPr>
          <a:xfrm>
            <a:off x="-36800" y="-52000"/>
            <a:ext cx="9236100" cy="543750"/>
            <a:chOff x="-36800" y="-52000"/>
            <a:chExt cx="9236100" cy="543750"/>
          </a:xfrm>
        </p:grpSpPr>
        <p:sp>
          <p:nvSpPr>
            <p:cNvPr id="116" name="Google Shape;116;g26c9280fff0_0_78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6c9280fff0_0_780"/>
            <p:cNvGrpSpPr/>
            <p:nvPr/>
          </p:nvGrpSpPr>
          <p:grpSpPr>
            <a:xfrm>
              <a:off x="1900680" y="88250"/>
              <a:ext cx="1337400" cy="403500"/>
              <a:chOff x="565600" y="88250"/>
              <a:chExt cx="1337400" cy="403500"/>
            </a:xfrm>
          </p:grpSpPr>
          <p:sp>
            <p:nvSpPr>
              <p:cNvPr id="118" name="Google Shape;118;g26c9280fff0_0_78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6c9280fff0_0_78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6c9280fff0_0_78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6c9280fff0_0_78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6c9280fff0_0_78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c9280fff0_0_78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6c9280fff0_0_78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c9280fff0_0_78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6c9280fff0_0_78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6c9280fff0_0_78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6c9280fff0_0_78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6c9280fff0_0_78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6c9280fff0_0_78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2700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C O G Q S</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6266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4 - Tuesday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17</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5.xml"/><Relationship Id="rId16"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C O G Q S</a:t>
            </a:r>
            <a:endParaRPr sz="3000" b="0" i="0" u="none" strike="noStrike" cap="none">
              <a:solidFill>
                <a:srgbClr val="262626"/>
              </a:solidFill>
              <a:latin typeface="Poppins"/>
              <a:ea typeface="Poppins"/>
              <a:cs typeface="Poppins"/>
              <a:sym typeface="Poppins"/>
            </a:endParaRPr>
          </a:p>
        </p:txBody>
      </p:sp>
      <p:sp>
        <p:nvSpPr>
          <p:cNvPr id="711" name="Google Shape;711;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17</a:t>
            </a:r>
            <a:endParaRPr sz="2200" b="0" i="1" u="none" strike="noStrike" cap="none">
              <a:solidFill>
                <a:srgbClr val="262626"/>
              </a:solidFill>
              <a:latin typeface="Poppins"/>
              <a:ea typeface="Poppins"/>
              <a:cs typeface="Poppins"/>
              <a:sym typeface="Poppins"/>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{4B4171AC-5DCC-4600-9D90-99A6F081F433}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3" name="Google Shape;713;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pic>
        <p:nvPicPr>
          <p:cNvPr id="714" name="Google Shape;714;p1"/>
          <p:cNvPicPr preferRelativeResize="0"/>
          <p:nvPr/>
        </p:nvPicPr>
        <p:blipFill rotWithShape="1">
          <a:blip r:embed="rId3">
            <a:alphaModFix/>
          </a:blip>
          <a:srcRect b="10"/>
          <a:stretch/>
        </p:blipFill>
        <p:spPr>
          <a:xfrm rot="-286770">
            <a:off x="6557105" y="3971106"/>
            <a:ext cx="1002085" cy="1418324"/>
          </a:xfrm>
          <a:prstGeom prst="rect">
            <a:avLst/>
          </a:prstGeom>
          <a:noFill/>
          <a:ln>
            <a:noFill/>
          </a:ln>
          <a:effectLst>
            <a:outerShdw blurRad="71438" dist="38100" dir="5220000" algn="bl" rotWithShape="0">
              <a:srgbClr val="000000">
                <a:alpha val="20000"/>
              </a:srgbClr>
            </a:outerShdw>
          </a:effectLst>
        </p:spPr>
      </p:pic>
      <p:pic>
        <p:nvPicPr>
          <p:cNvPr id="715" name="Google Shape;715;p1"/>
          <p:cNvPicPr preferRelativeResize="0"/>
          <p:nvPr/>
        </p:nvPicPr>
        <p:blipFill rotWithShape="1">
          <a:blip r:embed="rId4">
            <a:alphaModFix/>
          </a:blip>
          <a:srcRect b="10"/>
          <a:stretch/>
        </p:blipFill>
        <p:spPr>
          <a:xfrm rot="243191">
            <a:off x="5557396" y="4027202"/>
            <a:ext cx="1002085" cy="1418324"/>
          </a:xfrm>
          <a:prstGeom prst="rect">
            <a:avLst/>
          </a:prstGeom>
          <a:noFill/>
          <a:ln>
            <a:noFill/>
          </a:ln>
          <a:effectLst>
            <a:outerShdw blurRad="71438" dist="38100" dir="5220000" algn="bl" rotWithShape="0">
              <a:srgbClr val="000000">
                <a:alpha val="20000"/>
              </a:srgbClr>
            </a:outerShdw>
          </a:effectLst>
        </p:spPr>
      </p:pic>
      <p:pic>
        <p:nvPicPr>
          <p:cNvPr id="716" name="Google Shape;716;p1"/>
          <p:cNvPicPr preferRelativeResize="0"/>
          <p:nvPr/>
        </p:nvPicPr>
        <p:blipFill rotWithShape="1">
          <a:blip r:embed="rId5">
            <a:alphaModFix/>
          </a:blip>
          <a:srcRect t="59" b="59"/>
          <a:stretch/>
        </p:blipFill>
        <p:spPr>
          <a:xfrm rot="325066">
            <a:off x="7555445" y="4027202"/>
            <a:ext cx="1002085" cy="1418327"/>
          </a:xfrm>
          <a:prstGeom prst="rect">
            <a:avLst/>
          </a:prstGeom>
          <a:noFill/>
          <a:ln>
            <a:noFill/>
          </a:ln>
          <a:effectLst>
            <a:outerShdw blurRad="71438" dist="38100" dir="5220000" algn="bl" rotWithShape="0">
              <a:srgbClr val="000000">
                <a:alpha val="20000"/>
              </a:srgbClr>
            </a:outerShdw>
          </a:effectLst>
        </p:spPr>
      </p:pic>
      <p:pic>
        <p:nvPicPr>
          <p:cNvPr id="717" name="Google Shape;717;p1"/>
          <p:cNvPicPr preferRelativeResize="0"/>
          <p:nvPr/>
        </p:nvPicPr>
        <p:blipFill rotWithShape="1">
          <a:blip r:embed="rId6">
            <a:alphaModFix/>
          </a:blip>
          <a:srcRect l="19" r="19"/>
          <a:stretch/>
        </p:blipFill>
        <p:spPr>
          <a:xfrm rot="184740">
            <a:off x="3546116" y="4045462"/>
            <a:ext cx="1002084" cy="1418326"/>
          </a:xfrm>
          <a:prstGeom prst="rect">
            <a:avLst/>
          </a:prstGeom>
          <a:noFill/>
          <a:ln>
            <a:noFill/>
          </a:ln>
          <a:effectLst>
            <a:outerShdw blurRad="71438" dist="38100" dir="5220000" algn="bl" rotWithShape="0">
              <a:srgbClr val="000000">
                <a:alpha val="20000"/>
              </a:srgbClr>
            </a:outerShdw>
          </a:effectLst>
        </p:spPr>
      </p:pic>
      <p:pic>
        <p:nvPicPr>
          <p:cNvPr id="718" name="Google Shape;718;p1"/>
          <p:cNvPicPr preferRelativeResize="0"/>
          <p:nvPr/>
        </p:nvPicPr>
        <p:blipFill rotWithShape="1">
          <a:blip r:embed="rId7">
            <a:alphaModFix/>
          </a:blip>
          <a:srcRect l="19" r="19"/>
          <a:stretch/>
        </p:blipFill>
        <p:spPr>
          <a:xfrm rot="-230295">
            <a:off x="4576456" y="3971106"/>
            <a:ext cx="1002086" cy="14183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6c91cd4287_0_12"/>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uppercase letters </a:t>
            </a:r>
            <a:br>
              <a:rPr lang="en-US"/>
            </a:br>
            <a:r>
              <a:rPr lang="en-US">
                <a:solidFill>
                  <a:srgbClr val="8DC63F"/>
                </a:solidFill>
              </a:rPr>
              <a:t>C O G Q S</a:t>
            </a:r>
            <a:r>
              <a:rPr lang="en-US"/>
              <a:t>.</a:t>
            </a:r>
            <a:endParaRPr/>
          </a:p>
        </p:txBody>
      </p:sp>
      <p:sp>
        <p:nvSpPr>
          <p:cNvPr id="725" name="Google Shape;725;g26c91cd4287_0_12"/>
          <p:cNvSpPr txBox="1">
            <a:spLocks noGrp="1"/>
          </p:cNvSpPr>
          <p:nvPr>
            <p:ph type="body" idx="2"/>
          </p:nvPr>
        </p:nvSpPr>
        <p:spPr>
          <a:xfrm>
            <a:off x="3298550" y="1785450"/>
            <a:ext cx="4717800" cy="1445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6" name="Google Shape;726;g26c91cd4287_0_12"/>
          <p:cNvSpPr txBox="1"/>
          <p:nvPr/>
        </p:nvSpPr>
        <p:spPr>
          <a:xfrm>
            <a:off x="1094814" y="5580988"/>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7" name="Google Shape;727;g26c91cd4287_0_12"/>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8" name="Google Shape;728;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9" name="Google Shape;729;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3" name="Google Shape;733;g26c91cd4287_0_12"/>
          <p:cNvSpPr txBox="1"/>
          <p:nvPr/>
        </p:nvSpPr>
        <p:spPr>
          <a:xfrm>
            <a:off x="856325" y="38377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b="0" i="0" u="sng" strike="noStrike" cap="none" dirty="0">
                <a:solidFill>
                  <a:srgbClr val="0563C1"/>
                </a:solidFill>
                <a:latin typeface="Poppins"/>
                <a:ea typeface="Poppins"/>
                <a:cs typeface="Poppins"/>
                <a:sym typeface="Poppins"/>
              </a:rPr>
              <a:t>www</a:t>
            </a:r>
            <a:r>
              <a:rPr lang="en-US" sz="1200" u="sng" dirty="0">
                <a:solidFill>
                  <a:srgbClr val="0563C1"/>
                </a:solidFill>
                <a:latin typeface="Poppins"/>
                <a:ea typeface="Poppins"/>
                <a:cs typeface="Poppins"/>
                <a:sym typeface="Poppins"/>
              </a:rPr>
              <a:t>.teaching.com.au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1" name="Google Shape;741;g26b641b03cd_0_165"/>
          <p:cNvGrpSpPr/>
          <p:nvPr/>
        </p:nvGrpSpPr>
        <p:grpSpPr>
          <a:xfrm>
            <a:off x="930400" y="2129444"/>
            <a:ext cx="7283200" cy="3724851"/>
            <a:chOff x="930400" y="2129444"/>
            <a:chExt cx="7283200" cy="3724851"/>
          </a:xfrm>
        </p:grpSpPr>
        <p:pic>
          <p:nvPicPr>
            <p:cNvPr id="742" name="Google Shape;74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1" name="Google Shape;771;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c9280fff0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4" name="Google Shape;784;g26c9280fff0_0_2"/>
          <p:cNvGrpSpPr/>
          <p:nvPr/>
        </p:nvGrpSpPr>
        <p:grpSpPr>
          <a:xfrm>
            <a:off x="867357" y="2129450"/>
            <a:ext cx="7282807" cy="2686611"/>
            <a:chOff x="867357" y="2129450"/>
            <a:chExt cx="7282807" cy="2686611"/>
          </a:xfrm>
        </p:grpSpPr>
        <p:pic>
          <p:nvPicPr>
            <p:cNvPr id="785" name="Google Shape;785;g26c9280fff0_0_2"/>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6" name="Google Shape;786;g26c9280fff0_0_2"/>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7" name="Google Shape;787;g26c9280fff0_0_2"/>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c9280fff0_0_2"/>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c9280fff0_0_2"/>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c9280fff0_0_2"/>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c9280fff0_0_2"/>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2" name="Google Shape;792;g26c9280fff0_0_2"/>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3" name="Google Shape;793;g26c9280fff0_0_2"/>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c9280fff0_0_2"/>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5" name="Google Shape;795;g26c9280fff0_0_2"/>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c9280fff0_0_2"/>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7" name="Google Shape;797;g26c9280fff0_0_2"/>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8" name="Google Shape;798;g26c9280fff0_0_2"/>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c91cd4287_0_75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5" name="Google Shape;805;g26c91cd4287_0_753"/>
          <p:cNvSpPr txBox="1"/>
          <p:nvPr/>
        </p:nvSpPr>
        <p:spPr>
          <a:xfrm>
            <a:off x="876925" y="1865475"/>
            <a:ext cx="7272000" cy="2939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6" name="Google Shape;806;g26c91cd4287_0_753"/>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3" name="Google Shape;81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4" name="Google Shape;814;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15" name="Google Shape;81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2" name="Google Shape;82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3" name="Google Shape;823;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24" name="Google Shape;82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c9280fff0_0_8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1" name="Google Shape;831;g26c9280fff0_0_8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2" name="Google Shape;832;g26c9280fff0_0_82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33" name="Google Shape;833;g26c9280fff0_0_8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6c9280fff0_0_8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0" name="Google Shape;840;g26c9280fff0_0_8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41" name="Google Shape;841;g26c9280fff0_0_830"/>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2" name="Google Shape;842;g26c9280fff0_0_83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6c9280fff0_0_8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9" name="Google Shape;849;g26c9280fff0_0_83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50" name="Google Shape;850;g26c9280fff0_0_838"/>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51" name="Google Shape;851;g26c9280fff0_0_83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6c9280fff0_0_8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8" name="Google Shape;858;g26c9280fff0_0_8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59" name="Google Shape;859;g26c9280fff0_0_846"/>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0" name="Google Shape;860;g26c9280fff0_0_84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7" name="Google Shape;867;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68" name="Google Shape;868;g26c91cd4287_0_1486"/>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9" name="Google Shape;869;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6" name="Google Shape;876;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77" name="Google Shape;877;g26c91cd4287_0_1494"/>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78" name="Google Shape;878;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c91cd4287_0_15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85" name="Google Shape;885;g26c91cd4287_0_15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6" name="Google Shape;886;g26c91cd4287_0_150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87" name="Google Shape;887;g26c91cd4287_0_150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6c91cd4287_0_15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94" name="Google Shape;894;g26c91cd4287_0_15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95" name="Google Shape;895;g26c91cd4287_0_1510"/>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96" name="Google Shape;896;g26c91cd4287_0_15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03" name="Google Shape;903;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904" name="Google Shape;904;g26c91cd4287_0_1518"/>
          <p:cNvGrpSpPr/>
          <p:nvPr/>
        </p:nvGrpSpPr>
        <p:grpSpPr>
          <a:xfrm>
            <a:off x="3024000" y="209875"/>
            <a:ext cx="3096000" cy="454800"/>
            <a:chOff x="3024000" y="209875"/>
            <a:chExt cx="3096000" cy="454800"/>
          </a:xfrm>
        </p:grpSpPr>
        <p:sp>
          <p:nvSpPr>
            <p:cNvPr id="905" name="Google Shape;905;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07" name="Google Shape;907;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08" name="Google Shape;908;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909" name="Google Shape;909;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0" name="Google Shape;910;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pic>
        <p:nvPicPr>
          <p:cNvPr id="917" name="Google Shape;917;g26c91cd4287_0_1531"/>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On-screen Show (4:3)</PresentationFormat>
  <Paragraphs>96</Paragraphs>
  <Slides>18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Calibri</vt:lpstr>
      <vt:lpstr>Lexend Light</vt:lpstr>
      <vt:lpstr>Arial</vt:lpstr>
      <vt:lpstr>Jost</vt:lpstr>
      <vt:lpstr>Nunito Black</vt:lpstr>
      <vt:lpstr>Mulish</vt:lpstr>
      <vt:lpstr>Poppins</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2026-04-28T05:00:44Z</dcterms:modified>
</cp:coreProperties>
</file>