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YKXszQTWAYsHlGxdwhDdPg15Ui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7C39BE1-3998-4FCE-BD76-7D4B21F3D5D9}">
  <a:tblStyle styleId="{E7C39BE1-3998-4FCE-BD76-7D4B21F3D5D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300" y="-17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2" name="Google Shape;76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3" name="Google Shape;76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9" name="Google Shape;78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0" name="Google Shape;79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9" name="Google Shape;81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0" name="Google Shape;82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5" name="Google Shape;875;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6" name="Google Shape;876;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d187a1774a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d187a1774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d187a1774a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8" name="Google Shape;918;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9" name="Google Shape;919;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7" name="Google Shape;937;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8" name="Google Shape;938;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d187a1774a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2d187a1774a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2d187a1774a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2d187a1774a_1_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g2d187a1774a_1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g2d187a1774a_1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2d187a1774a_1_7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1" name="Google Shape;971;g2d187a1774a_1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2" name="Google Shape;972;g2d187a1774a_1_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2d187a1774a_1_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7" name="Google Shape;987;g2d187a1774a_1_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8" name="Google Shape;988;g2d187a1774a_1_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2d187a1774a_1_9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5" name="Google Shape;995;g2d187a1774a_1_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Use a phoneme frame to show the children how to build the words ‘paint’ and ‘toast’</a:t>
            </a:r>
            <a:endParaRPr/>
          </a:p>
        </p:txBody>
      </p:sp>
      <p:sp>
        <p:nvSpPr>
          <p:cNvPr id="996" name="Google Shape;996;g2d187a1774a_1_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8" name="Google Shape;101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9" name="Google Shape;101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9" name="Google Shape;102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0" name="Google Shape;103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0" name="Google Shape;104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1" name="Google Shape;104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2" name="Google Shape;105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2" name="Google Shape;1062;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3" name="Google Shape;1063;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2" name="Google Shape;1072;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3" name="Google Shape;1073;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2" name="Google Shape;1082;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3" name="Google Shape;1083;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3" name="Google Shape;1093;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4" name="Google Shape;1094;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d187a1774a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4" name="Google Shape;1104;g2d187a1774a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5" name="Google Shape;1105;g2d187a1774a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CVCC (long vowel)</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1 - Thursday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4</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26"/>
        <p:cNvGrpSpPr/>
        <p:nvPr/>
      </p:nvGrpSpPr>
      <p:grpSpPr>
        <a:xfrm>
          <a:off x="0" y="0"/>
          <a:ext cx="0" cy="0"/>
          <a:chOff x="0" y="0"/>
          <a:chExt cx="0" cy="0"/>
        </a:xfrm>
      </p:grpSpPr>
      <p:sp>
        <p:nvSpPr>
          <p:cNvPr id="127" name="Google Shape;127;g26fb94498d9_0_7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 name="Google Shape;129;g26fb94498d9_0_70"/>
          <p:cNvGrpSpPr/>
          <p:nvPr/>
        </p:nvGrpSpPr>
        <p:grpSpPr>
          <a:xfrm>
            <a:off x="8199150" y="5983875"/>
            <a:ext cx="586800" cy="571500"/>
            <a:chOff x="7894350" y="6212475"/>
            <a:chExt cx="586800" cy="571500"/>
          </a:xfrm>
        </p:grpSpPr>
        <p:sp>
          <p:nvSpPr>
            <p:cNvPr id="130" name="Google Shape;130;g26fb94498d9_0_7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6fb94498d9_0_7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6fb94498d9_0_7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3" name="Google Shape;133;g26fb94498d9_0_70"/>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Independent Reading</a:t>
            </a:r>
            <a:endParaRPr sz="3200" b="0" i="0" u="none" strike="noStrike" cap="none">
              <a:solidFill>
                <a:srgbClr val="8DC63F"/>
              </a:solidFill>
              <a:latin typeface="Poppins Medium"/>
              <a:ea typeface="Poppins Medium"/>
              <a:cs typeface="Poppins Medium"/>
              <a:sym typeface="Poppins Medium"/>
            </a:endParaRPr>
          </a:p>
        </p:txBody>
      </p:sp>
      <p:cxnSp>
        <p:nvCxnSpPr>
          <p:cNvPr id="134" name="Google Shape;134;g26fb94498d9_0_70"/>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5" name="Google Shape;135;g26fb94498d9_0_70"/>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6" name="Google Shape;136;g26fb94498d9_0_70"/>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Decodable Readers &amp; Teacher Book Activities</a:t>
            </a:r>
            <a:endParaRPr sz="1100" b="0" i="0" u="none" strike="noStrike" cap="none">
              <a:solidFill>
                <a:srgbClr val="8DC63F"/>
              </a:solidFill>
              <a:latin typeface="Poppins Medium"/>
              <a:ea typeface="Poppins Medium"/>
              <a:cs typeface="Poppins Medium"/>
              <a:sym typeface="Poppins Medium"/>
            </a:endParaRPr>
          </a:p>
        </p:txBody>
      </p:sp>
      <p:sp>
        <p:nvSpPr>
          <p:cNvPr id="137" name="Google Shape;137;g26fb94498d9_0_70"/>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Workbooks</a:t>
            </a:r>
            <a:endParaRPr sz="1100" b="0" i="0" u="none" strike="noStrike" cap="none">
              <a:solidFill>
                <a:srgbClr val="8DC63F"/>
              </a:solidFill>
              <a:latin typeface="Poppins Medium"/>
              <a:ea typeface="Poppins Medium"/>
              <a:cs typeface="Poppins Medium"/>
              <a:sym typeface="Poppins Medium"/>
            </a:endParaRPr>
          </a:p>
        </p:txBody>
      </p:sp>
      <p:grpSp>
        <p:nvGrpSpPr>
          <p:cNvPr id="138" name="Google Shape;138;g26fb94498d9_0_70"/>
          <p:cNvGrpSpPr/>
          <p:nvPr/>
        </p:nvGrpSpPr>
        <p:grpSpPr>
          <a:xfrm>
            <a:off x="-36800" y="-52000"/>
            <a:ext cx="9236100" cy="543750"/>
            <a:chOff x="-36800" y="-52000"/>
            <a:chExt cx="9236100" cy="543750"/>
          </a:xfrm>
        </p:grpSpPr>
        <p:sp>
          <p:nvSpPr>
            <p:cNvPr id="139" name="Google Shape;139;g26fb94498d9_0_7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6fb94498d9_0_70"/>
            <p:cNvGrpSpPr/>
            <p:nvPr/>
          </p:nvGrpSpPr>
          <p:grpSpPr>
            <a:xfrm>
              <a:off x="3235760" y="88250"/>
              <a:ext cx="1337400" cy="403500"/>
              <a:chOff x="565600" y="88250"/>
              <a:chExt cx="1337400" cy="403500"/>
            </a:xfrm>
          </p:grpSpPr>
          <p:sp>
            <p:nvSpPr>
              <p:cNvPr id="141" name="Google Shape;141;g26fb94498d9_0_7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42" name="Google Shape;142;g26fb94498d9_0_7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43" name="Google Shape;143;g26fb94498d9_0_7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fb94498d9_0_7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6fb94498d9_0_7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fb94498d9_0_7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fb94498d9_0_7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fb94498d9_0_7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fb94498d9_0_7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fb94498d9_0_7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fb94498d9_0_7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fb94498d9_0_7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fb94498d9_0_7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8"/>
        <p:cNvGrpSpPr/>
        <p:nvPr/>
      </p:nvGrpSpPr>
      <p:grpSpPr>
        <a:xfrm>
          <a:off x="0" y="0"/>
          <a:ext cx="0" cy="0"/>
          <a:chOff x="0" y="0"/>
          <a:chExt cx="0" cy="0"/>
        </a:xfrm>
      </p:grpSpPr>
      <p:sp>
        <p:nvSpPr>
          <p:cNvPr id="189" name="Google Shape;18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0" name="Google Shape;19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91" name="Google Shape;19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2" name="Google Shape;19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5" name="Google Shape;195;g26b641b03cd_0_260"/>
          <p:cNvGrpSpPr/>
          <p:nvPr/>
        </p:nvGrpSpPr>
        <p:grpSpPr>
          <a:xfrm>
            <a:off x="-36800" y="-52000"/>
            <a:ext cx="9236100" cy="543600"/>
            <a:chOff x="-36800" y="-52000"/>
            <a:chExt cx="9236100" cy="543600"/>
          </a:xfrm>
        </p:grpSpPr>
        <p:sp>
          <p:nvSpPr>
            <p:cNvPr id="196" name="Google Shape;196;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g26b641b03cd_0_260"/>
            <p:cNvSpPr/>
            <p:nvPr/>
          </p:nvSpPr>
          <p:spPr>
            <a:xfrm>
              <a:off x="563725" y="57800"/>
              <a:ext cx="1144800" cy="324000"/>
            </a:xfrm>
            <a:prstGeom prst="roundRect">
              <a:avLst>
                <a:gd name="adj" fmla="val 50000"/>
              </a:avLst>
            </a:prstGeom>
            <a:solidFill>
              <a:srgbClr val="F7941D"/>
            </a:solidFill>
            <a:ln>
              <a:noFill/>
            </a:ln>
            <a:effectLst>
              <a:outerShdw blurRad="57150" dist="19050" dir="5400000" algn="b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8" name="Google Shape;198;g26b641b03cd_0_260"/>
            <p:cNvSpPr/>
            <p:nvPr/>
          </p:nvSpPr>
          <p:spPr>
            <a:xfrm>
              <a:off x="1976049" y="57800"/>
              <a:ext cx="1144800" cy="324000"/>
            </a:xfrm>
            <a:prstGeom prst="roundRect">
              <a:avLst>
                <a:gd name="adj" fmla="val 50000"/>
              </a:avLst>
            </a:prstGeom>
            <a:solidFill>
              <a:schemeClr val="lt1"/>
            </a:solidFill>
            <a:ln w="19050" cap="flat" cmpd="sng">
              <a:solidFill>
                <a:srgbClr val="2F286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9" name="Google Shape;199;g26b641b03cd_0_260"/>
            <p:cNvSpPr/>
            <p:nvPr/>
          </p:nvSpPr>
          <p:spPr>
            <a:xfrm>
              <a:off x="3388374" y="57800"/>
              <a:ext cx="1144800" cy="324000"/>
            </a:xfrm>
            <a:prstGeom prst="roundRect">
              <a:avLst>
                <a:gd name="adj" fmla="val 50000"/>
              </a:avLst>
            </a:prstGeom>
            <a:solidFill>
              <a:schemeClr val="lt1"/>
            </a:solidFill>
            <a:ln w="19050" cap="flat" cmpd="sng">
              <a:solidFill>
                <a:srgbClr val="8DC6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0" name="Google Shape;200;g26b641b03cd_0_260"/>
            <p:cNvSpPr/>
            <p:nvPr/>
          </p:nvSpPr>
          <p:spPr>
            <a:xfrm>
              <a:off x="4800698" y="57800"/>
              <a:ext cx="1144800" cy="324000"/>
            </a:xfrm>
            <a:prstGeom prst="roundRect">
              <a:avLst>
                <a:gd name="adj" fmla="val 50000"/>
              </a:avLst>
            </a:prstGeom>
            <a:solidFill>
              <a:schemeClr val="lt1"/>
            </a:solidFill>
            <a:ln w="19050" cap="flat" cmpd="sng">
              <a:solidFill>
                <a:srgbClr val="9227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1" name="Google Shape;201;g26b641b03cd_0_260"/>
            <p:cNvSpPr/>
            <p:nvPr/>
          </p:nvSpPr>
          <p:spPr>
            <a:xfrm>
              <a:off x="7625347" y="57800"/>
              <a:ext cx="1144800" cy="324000"/>
            </a:xfrm>
            <a:prstGeom prst="roundRect">
              <a:avLst>
                <a:gd name="adj" fmla="val 50000"/>
              </a:avLst>
            </a:prstGeom>
            <a:solidFill>
              <a:schemeClr val="lt1"/>
            </a:solidFill>
            <a:ln w="19050" cap="flat" cmpd="sng">
              <a:solidFill>
                <a:srgbClr val="E11E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2" name="Google Shape;202;g26b641b03cd_0_260"/>
            <p:cNvSpPr/>
            <p:nvPr/>
          </p:nvSpPr>
          <p:spPr>
            <a:xfrm>
              <a:off x="6213023" y="57800"/>
              <a:ext cx="1144800" cy="324000"/>
            </a:xfrm>
            <a:prstGeom prst="roundRect">
              <a:avLst>
                <a:gd name="adj" fmla="val 50000"/>
              </a:avLst>
            </a:prstGeom>
            <a:solidFill>
              <a:schemeClr val="lt1"/>
            </a:solidFill>
            <a:ln w="19050" cap="flat" cmpd="sng">
              <a:solidFill>
                <a:srgbClr val="CB3D8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3" name="Google Shape;203;g26b641b03cd_0_260"/>
            <p:cNvSpPr txBox="1"/>
            <p:nvPr/>
          </p:nvSpPr>
          <p:spPr>
            <a:xfrm>
              <a:off x="661700" y="12050"/>
              <a:ext cx="9741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FFFFFF"/>
                  </a:solidFill>
                  <a:latin typeface="Poppins"/>
                  <a:ea typeface="Poppins"/>
                  <a:cs typeface="Poppins"/>
                  <a:sym typeface="Poppins"/>
                </a:rPr>
                <a:t>Phase 2</a:t>
              </a:r>
              <a:endParaRPr sz="1500" b="0" i="0" u="none" strike="noStrike" cap="none">
                <a:solidFill>
                  <a:srgbClr val="FFFFFF"/>
                </a:solidFill>
                <a:latin typeface="Poppins"/>
                <a:ea typeface="Poppins"/>
                <a:cs typeface="Poppins"/>
                <a:sym typeface="Poppins"/>
              </a:endParaRPr>
            </a:p>
          </p:txBody>
        </p:sp>
        <p:sp>
          <p:nvSpPr>
            <p:cNvPr id="204" name="Google Shape;204;g26b641b03cd_0_260"/>
            <p:cNvSpPr txBox="1"/>
            <p:nvPr/>
          </p:nvSpPr>
          <p:spPr>
            <a:xfrm>
              <a:off x="202503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2F286F"/>
                  </a:solidFill>
                  <a:latin typeface="Poppins"/>
                  <a:ea typeface="Poppins"/>
                  <a:cs typeface="Poppins"/>
                  <a:sym typeface="Poppins"/>
                </a:rPr>
                <a:t>Phase 3</a:t>
              </a:r>
              <a:endParaRPr sz="1300" b="0" i="0" u="none" strike="noStrike" cap="none">
                <a:solidFill>
                  <a:srgbClr val="2F286F"/>
                </a:solidFill>
                <a:latin typeface="Poppins"/>
                <a:ea typeface="Poppins"/>
                <a:cs typeface="Poppins"/>
                <a:sym typeface="Poppins"/>
              </a:endParaRPr>
            </a:p>
          </p:txBody>
        </p:sp>
        <p:sp>
          <p:nvSpPr>
            <p:cNvPr id="205" name="Google Shape;205;g26b641b03cd_0_260"/>
            <p:cNvSpPr txBox="1"/>
            <p:nvPr/>
          </p:nvSpPr>
          <p:spPr>
            <a:xfrm>
              <a:off x="3473713"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8DC63F"/>
                  </a:solidFill>
                  <a:latin typeface="Poppins"/>
                  <a:ea typeface="Poppins"/>
                  <a:cs typeface="Poppins"/>
                  <a:sym typeface="Poppins"/>
                </a:rPr>
                <a:t>Phase 4</a:t>
              </a:r>
              <a:endParaRPr sz="1300" b="0" i="0" u="none" strike="noStrike" cap="none">
                <a:solidFill>
                  <a:srgbClr val="8DC63F"/>
                </a:solidFill>
                <a:latin typeface="Poppins"/>
                <a:ea typeface="Poppins"/>
                <a:cs typeface="Poppins"/>
                <a:sym typeface="Poppins"/>
              </a:endParaRPr>
            </a:p>
          </p:txBody>
        </p:sp>
        <p:sp>
          <p:nvSpPr>
            <p:cNvPr id="206" name="Google Shape;206;g26b641b03cd_0_260"/>
            <p:cNvSpPr txBox="1"/>
            <p:nvPr/>
          </p:nvSpPr>
          <p:spPr>
            <a:xfrm>
              <a:off x="488603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2278F"/>
                  </a:solidFill>
                  <a:latin typeface="Poppins"/>
                  <a:ea typeface="Poppins"/>
                  <a:cs typeface="Poppins"/>
                  <a:sym typeface="Poppins"/>
                </a:rPr>
                <a:t>Phase 5</a:t>
              </a:r>
              <a:endParaRPr sz="1300" b="0" i="0" u="none" strike="noStrike" cap="none">
                <a:solidFill>
                  <a:srgbClr val="92278F"/>
                </a:solidFill>
                <a:latin typeface="Poppins"/>
                <a:ea typeface="Poppins"/>
                <a:cs typeface="Poppins"/>
                <a:sym typeface="Poppins"/>
              </a:endParaRPr>
            </a:p>
          </p:txBody>
        </p:sp>
        <p:sp>
          <p:nvSpPr>
            <p:cNvPr id="207" name="Google Shape;207;g26b641b03cd_0_260"/>
            <p:cNvSpPr txBox="1"/>
            <p:nvPr/>
          </p:nvSpPr>
          <p:spPr>
            <a:xfrm>
              <a:off x="6298363"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CB3D85"/>
                  </a:solidFill>
                  <a:latin typeface="Poppins"/>
                  <a:ea typeface="Poppins"/>
                  <a:cs typeface="Poppins"/>
                  <a:sym typeface="Poppins"/>
                </a:rPr>
                <a:t>Phase 5.5</a:t>
              </a:r>
              <a:endParaRPr sz="1300" b="0" i="0" u="none" strike="noStrike" cap="none">
                <a:solidFill>
                  <a:srgbClr val="CB3D85"/>
                </a:solidFill>
                <a:latin typeface="Poppins"/>
                <a:ea typeface="Poppins"/>
                <a:cs typeface="Poppins"/>
                <a:sym typeface="Poppins"/>
              </a:endParaRPr>
            </a:p>
          </p:txBody>
        </p:sp>
        <p:sp>
          <p:nvSpPr>
            <p:cNvPr id="208" name="Google Shape;208;g26b641b03cd_0_260"/>
            <p:cNvSpPr txBox="1"/>
            <p:nvPr/>
          </p:nvSpPr>
          <p:spPr>
            <a:xfrm>
              <a:off x="771068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ED1C24"/>
                  </a:solidFill>
                  <a:latin typeface="Poppins"/>
                  <a:ea typeface="Poppins"/>
                  <a:cs typeface="Poppins"/>
                  <a:sym typeface="Poppins"/>
                </a:rPr>
                <a:t>Phase 6</a:t>
              </a:r>
              <a:endParaRPr sz="1300" b="0" i="0" u="none" strike="noStrike" cap="none">
                <a:solidFill>
                  <a:srgbClr val="ED1C24"/>
                </a:solidFill>
                <a:latin typeface="Poppins"/>
                <a:ea typeface="Poppins"/>
                <a:cs typeface="Poppins"/>
                <a:sym typeface="Poppins"/>
              </a:endParaRPr>
            </a:p>
          </p:txBody>
        </p:sp>
      </p:grpSp>
      <p:sp>
        <p:nvSpPr>
          <p:cNvPr id="209" name="Google Shape;20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10" name="Google Shape;210;g26b641b03cd_0_260"/>
          <p:cNvGrpSpPr/>
          <p:nvPr/>
        </p:nvGrpSpPr>
        <p:grpSpPr>
          <a:xfrm>
            <a:off x="3235760" y="88250"/>
            <a:ext cx="1337400" cy="403500"/>
            <a:chOff x="565600" y="88250"/>
            <a:chExt cx="1337400" cy="403500"/>
          </a:xfrm>
        </p:grpSpPr>
        <p:sp>
          <p:nvSpPr>
            <p:cNvPr id="211" name="Google Shape;211;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2" name="Google Shape;212;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213" name="Google Shape;213;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214" name="Google Shape;21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15" name="Google Shape;21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16" name="Google Shape;21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8" name="Google Shape;21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20" name="Google Shape;22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22" name="Google Shape;22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23" name="Google Shape;22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224" name="Google Shape;224;g26b641b03cd_0_260"/>
          <p:cNvGrpSpPr/>
          <p:nvPr/>
        </p:nvGrpSpPr>
        <p:grpSpPr>
          <a:xfrm>
            <a:off x="8199150" y="5983875"/>
            <a:ext cx="586800" cy="571500"/>
            <a:chOff x="7894350" y="6212475"/>
            <a:chExt cx="586800" cy="571500"/>
          </a:xfrm>
        </p:grpSpPr>
        <p:sp>
          <p:nvSpPr>
            <p:cNvPr id="225" name="Google Shape;22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28"/>
        <p:cNvGrpSpPr/>
        <p:nvPr/>
      </p:nvGrpSpPr>
      <p:grpSpPr>
        <a:xfrm>
          <a:off x="0" y="0"/>
          <a:ext cx="0" cy="0"/>
          <a:chOff x="0" y="0"/>
          <a:chExt cx="0" cy="0"/>
        </a:xfrm>
      </p:grpSpPr>
      <p:sp>
        <p:nvSpPr>
          <p:cNvPr id="229" name="Google Shape;229;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7" name="Google Shape;237;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8" name="Google Shape;23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9" name="Google Shape;23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0" name="Google Shape;24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1" name="Google Shape;24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42" name="Google Shape;24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43" name="Google Shape;24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4" name="Google Shape;24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5" name="Google Shape;24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6" name="Google Shape;24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7" name="Google Shape;24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8" name="Google Shape;24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9" name="Google Shape;24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0" name="Google Shape;25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51" name="Google Shape;251;g2c235dd0dad_1_87"/>
          <p:cNvGrpSpPr/>
          <p:nvPr/>
        </p:nvGrpSpPr>
        <p:grpSpPr>
          <a:xfrm>
            <a:off x="662575" y="6212475"/>
            <a:ext cx="586800" cy="571500"/>
            <a:chOff x="662575" y="6212475"/>
            <a:chExt cx="586800" cy="571500"/>
          </a:xfrm>
        </p:grpSpPr>
        <p:sp>
          <p:nvSpPr>
            <p:cNvPr id="252" name="Google Shape;25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5" name="Google Shape;255;g2c235dd0dad_1_87"/>
          <p:cNvGrpSpPr/>
          <p:nvPr/>
        </p:nvGrpSpPr>
        <p:grpSpPr>
          <a:xfrm>
            <a:off x="7894350" y="6212475"/>
            <a:ext cx="586800" cy="571500"/>
            <a:chOff x="7894350" y="6212475"/>
            <a:chExt cx="586800" cy="571500"/>
          </a:xfrm>
        </p:grpSpPr>
        <p:sp>
          <p:nvSpPr>
            <p:cNvPr id="256" name="Google Shape;25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59"/>
        <p:cNvGrpSpPr/>
        <p:nvPr/>
      </p:nvGrpSpPr>
      <p:grpSpPr>
        <a:xfrm>
          <a:off x="0" y="0"/>
          <a:ext cx="0" cy="0"/>
          <a:chOff x="0" y="0"/>
          <a:chExt cx="0" cy="0"/>
        </a:xfrm>
      </p:grpSpPr>
      <p:sp>
        <p:nvSpPr>
          <p:cNvPr id="260" name="Google Shape;260;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2" name="Google Shape;26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6" name="Google Shape;266;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67" name="Google Shape;26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68" name="Google Shape;268;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9" name="Google Shape;269;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0" name="Google Shape;27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71" name="Google Shape;27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72" name="Google Shape;27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73" name="Google Shape;27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74" name="Google Shape;27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75" name="Google Shape;27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6" name="Google Shape;27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7" name="Google Shape;27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78" name="Google Shape;27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9" name="Google Shape;279;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80" name="Google Shape;280;g1f3daf8a844_0_32"/>
          <p:cNvGrpSpPr/>
          <p:nvPr/>
        </p:nvGrpSpPr>
        <p:grpSpPr>
          <a:xfrm>
            <a:off x="662575" y="6212475"/>
            <a:ext cx="586800" cy="571500"/>
            <a:chOff x="662575" y="6212475"/>
            <a:chExt cx="586800" cy="571500"/>
          </a:xfrm>
        </p:grpSpPr>
        <p:sp>
          <p:nvSpPr>
            <p:cNvPr id="281" name="Google Shape;28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4" name="Google Shape;284;g1f3daf8a844_0_32"/>
          <p:cNvGrpSpPr/>
          <p:nvPr/>
        </p:nvGrpSpPr>
        <p:grpSpPr>
          <a:xfrm>
            <a:off x="7894350" y="6212475"/>
            <a:ext cx="586800" cy="571500"/>
            <a:chOff x="7894350" y="6212475"/>
            <a:chExt cx="586800" cy="571500"/>
          </a:xfrm>
        </p:grpSpPr>
        <p:sp>
          <p:nvSpPr>
            <p:cNvPr id="285" name="Google Shape;28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88"/>
        <p:cNvGrpSpPr/>
        <p:nvPr/>
      </p:nvGrpSpPr>
      <p:grpSpPr>
        <a:xfrm>
          <a:off x="0" y="0"/>
          <a:ext cx="0" cy="0"/>
          <a:chOff x="0" y="0"/>
          <a:chExt cx="0" cy="0"/>
        </a:xfrm>
      </p:grpSpPr>
      <p:sp>
        <p:nvSpPr>
          <p:cNvPr id="289" name="Google Shape;289;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1" name="Google Shape;291;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96" name="Google Shape;296;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8" name="Google Shape;298;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9" name="Google Shape;29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0" name="Google Shape;30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301" name="Google Shape;301;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2" name="Google Shape;302;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3" name="Google Shape;303;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4" name="Google Shape;304;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5" name="Google Shape;305;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6" name="Google Shape;306;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7" name="Google Shape;307;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8" name="Google Shape;308;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 name="Google Shape;309;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10" name="Google Shape;310;g2c157a2fb06_0_53"/>
          <p:cNvGrpSpPr/>
          <p:nvPr/>
        </p:nvGrpSpPr>
        <p:grpSpPr>
          <a:xfrm>
            <a:off x="1403031" y="6958923"/>
            <a:ext cx="6774848" cy="1291477"/>
            <a:chOff x="717231" y="7263723"/>
            <a:chExt cx="6774848" cy="1291477"/>
          </a:xfrm>
        </p:grpSpPr>
        <p:sp>
          <p:nvSpPr>
            <p:cNvPr id="311" name="Google Shape;311;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12" name="Google Shape;312;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13" name="Google Shape;313;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14" name="Google Shape;314;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15" name="Google Shape;315;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16" name="Google Shape;316;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17" name="Google Shape;317;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8" name="Google Shape;318;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9" name="Google Shape;319;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2" name="Google Shape;32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23" name="Google Shape;32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24" name="Google Shape;324;g2c157a2fb06_0_53"/>
          <p:cNvGrpSpPr/>
          <p:nvPr/>
        </p:nvGrpSpPr>
        <p:grpSpPr>
          <a:xfrm>
            <a:off x="662575" y="6212475"/>
            <a:ext cx="586800" cy="571500"/>
            <a:chOff x="662575" y="6212475"/>
            <a:chExt cx="586800" cy="571500"/>
          </a:xfrm>
        </p:grpSpPr>
        <p:sp>
          <p:nvSpPr>
            <p:cNvPr id="325" name="Google Shape;32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8" name="Google Shape;328;g2c157a2fb06_0_53"/>
          <p:cNvGrpSpPr/>
          <p:nvPr/>
        </p:nvGrpSpPr>
        <p:grpSpPr>
          <a:xfrm>
            <a:off x="7894350" y="6212475"/>
            <a:ext cx="586800" cy="571500"/>
            <a:chOff x="7894350" y="6212475"/>
            <a:chExt cx="586800" cy="571500"/>
          </a:xfrm>
        </p:grpSpPr>
        <p:sp>
          <p:nvSpPr>
            <p:cNvPr id="329" name="Google Shape;32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32"/>
        <p:cNvGrpSpPr/>
        <p:nvPr/>
      </p:nvGrpSpPr>
      <p:grpSpPr>
        <a:xfrm>
          <a:off x="0" y="0"/>
          <a:ext cx="0" cy="0"/>
          <a:chOff x="0" y="0"/>
          <a:chExt cx="0" cy="0"/>
        </a:xfrm>
      </p:grpSpPr>
      <p:sp>
        <p:nvSpPr>
          <p:cNvPr id="333" name="Google Shape;333;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35" name="Google Shape;33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6" name="Google Shape;336;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9" name="Google Shape;339;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340" name="Google Shape;34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41" name="Google Shape;341;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2" name="Google Shape;342;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43" name="Google Shape;343;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4" name="Google Shape;34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45" name="Google Shape;34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46" name="Google Shape;346;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7" name="Google Shape;347;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8" name="Google Shape;348;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9" name="Google Shape;349;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0" name="Google Shape;35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1" name="Google Shape;35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52" name="Google Shape;352;g2c157a2fb06_0_158"/>
          <p:cNvGrpSpPr/>
          <p:nvPr/>
        </p:nvGrpSpPr>
        <p:grpSpPr>
          <a:xfrm>
            <a:off x="662575" y="6212475"/>
            <a:ext cx="586800" cy="571500"/>
            <a:chOff x="662575" y="6212475"/>
            <a:chExt cx="586800" cy="571500"/>
          </a:xfrm>
        </p:grpSpPr>
        <p:sp>
          <p:nvSpPr>
            <p:cNvPr id="353" name="Google Shape;35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158"/>
          <p:cNvGrpSpPr/>
          <p:nvPr/>
        </p:nvGrpSpPr>
        <p:grpSpPr>
          <a:xfrm>
            <a:off x="7894350" y="6212475"/>
            <a:ext cx="586800" cy="571500"/>
            <a:chOff x="7894350" y="6212475"/>
            <a:chExt cx="586800" cy="571500"/>
          </a:xfrm>
        </p:grpSpPr>
        <p:sp>
          <p:nvSpPr>
            <p:cNvPr id="357" name="Google Shape;35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60"/>
        <p:cNvGrpSpPr/>
        <p:nvPr/>
      </p:nvGrpSpPr>
      <p:grpSpPr>
        <a:xfrm>
          <a:off x="0" y="0"/>
          <a:ext cx="0" cy="0"/>
          <a:chOff x="0" y="0"/>
          <a:chExt cx="0" cy="0"/>
        </a:xfrm>
      </p:grpSpPr>
      <p:sp>
        <p:nvSpPr>
          <p:cNvPr id="361" name="Google Shape;361;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63" name="Google Shape;363;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4" name="Google Shape;364;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7" name="Google Shape;36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68" name="Google Shape;36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9" name="Google Shape;36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70" name="Google Shape;370;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2" name="Google Shape;372;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3" name="Google Shape;373;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4" name="Google Shape;374;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5" name="Google Shape;375;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6" name="Google Shape;376;g2c157a2fb06_0_263"/>
          <p:cNvSpPr>
            <a:spLocks noGrp="1"/>
          </p:cNvSpPr>
          <p:nvPr>
            <p:ph type="pic" idx="7"/>
          </p:nvPr>
        </p:nvSpPr>
        <p:spPr>
          <a:xfrm>
            <a:off x="5086375" y="4412425"/>
            <a:ext cx="2668800" cy="1291500"/>
          </a:xfrm>
          <a:prstGeom prst="rect">
            <a:avLst/>
          </a:prstGeom>
          <a:noFill/>
          <a:ln>
            <a:noFill/>
          </a:ln>
        </p:spPr>
      </p:sp>
      <p:sp>
        <p:nvSpPr>
          <p:cNvPr id="377" name="Google Shape;377;g2c157a2fb06_0_263"/>
          <p:cNvSpPr>
            <a:spLocks noGrp="1"/>
          </p:cNvSpPr>
          <p:nvPr>
            <p:ph type="pic" idx="8"/>
          </p:nvPr>
        </p:nvSpPr>
        <p:spPr>
          <a:xfrm>
            <a:off x="5086375" y="797675"/>
            <a:ext cx="2668800" cy="1291500"/>
          </a:xfrm>
          <a:prstGeom prst="rect">
            <a:avLst/>
          </a:prstGeom>
          <a:noFill/>
          <a:ln>
            <a:noFill/>
          </a:ln>
        </p:spPr>
      </p:sp>
      <p:sp>
        <p:nvSpPr>
          <p:cNvPr id="378" name="Google Shape;378;g2c157a2fb06_0_263"/>
          <p:cNvSpPr>
            <a:spLocks noGrp="1"/>
          </p:cNvSpPr>
          <p:nvPr>
            <p:ph type="pic" idx="9"/>
          </p:nvPr>
        </p:nvSpPr>
        <p:spPr>
          <a:xfrm>
            <a:off x="5086375" y="2002592"/>
            <a:ext cx="2668800" cy="1291500"/>
          </a:xfrm>
          <a:prstGeom prst="rect">
            <a:avLst/>
          </a:prstGeom>
          <a:noFill/>
          <a:ln>
            <a:noFill/>
          </a:ln>
        </p:spPr>
      </p:sp>
      <p:sp>
        <p:nvSpPr>
          <p:cNvPr id="379" name="Google Shape;379;g2c157a2fb06_0_263"/>
          <p:cNvSpPr>
            <a:spLocks noGrp="1"/>
          </p:cNvSpPr>
          <p:nvPr>
            <p:ph type="pic" idx="13"/>
          </p:nvPr>
        </p:nvSpPr>
        <p:spPr>
          <a:xfrm>
            <a:off x="5086375" y="3207508"/>
            <a:ext cx="2668800" cy="1291500"/>
          </a:xfrm>
          <a:prstGeom prst="rect">
            <a:avLst/>
          </a:prstGeom>
          <a:noFill/>
          <a:ln>
            <a:noFill/>
          </a:ln>
        </p:spPr>
      </p:sp>
      <p:sp>
        <p:nvSpPr>
          <p:cNvPr id="380" name="Google Shape;380;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1" name="Google Shape;381;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2" name="Google Shape;382;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83" name="Google Shape;383;g2c157a2fb06_0_263"/>
          <p:cNvGrpSpPr/>
          <p:nvPr/>
        </p:nvGrpSpPr>
        <p:grpSpPr>
          <a:xfrm>
            <a:off x="662575" y="6212475"/>
            <a:ext cx="586800" cy="571500"/>
            <a:chOff x="662575" y="6212475"/>
            <a:chExt cx="586800" cy="571500"/>
          </a:xfrm>
        </p:grpSpPr>
        <p:sp>
          <p:nvSpPr>
            <p:cNvPr id="384" name="Google Shape;38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7" name="Google Shape;387;g2c157a2fb06_0_263"/>
          <p:cNvGrpSpPr/>
          <p:nvPr/>
        </p:nvGrpSpPr>
        <p:grpSpPr>
          <a:xfrm>
            <a:off x="7894350" y="6212475"/>
            <a:ext cx="586800" cy="571500"/>
            <a:chOff x="7894350" y="6212475"/>
            <a:chExt cx="586800" cy="571500"/>
          </a:xfrm>
        </p:grpSpPr>
        <p:sp>
          <p:nvSpPr>
            <p:cNvPr id="388" name="Google Shape;38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91"/>
        <p:cNvGrpSpPr/>
        <p:nvPr/>
      </p:nvGrpSpPr>
      <p:grpSpPr>
        <a:xfrm>
          <a:off x="0" y="0"/>
          <a:ext cx="0" cy="0"/>
          <a:chOff x="0" y="0"/>
          <a:chExt cx="0" cy="0"/>
        </a:xfrm>
      </p:grpSpPr>
      <p:sp>
        <p:nvSpPr>
          <p:cNvPr id="392" name="Google Shape;392;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4" name="Google Shape;394;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5" name="Google Shape;395;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99" name="Google Shape;399;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00" name="Google Shape;400;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402" name="Google Shape;402;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3" name="Google Shape;403;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4" name="Google Shape;404;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5" name="Google Shape;40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6" name="Google Shape;40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407" name="Google Shape;40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8" name="Google Shape;40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9" name="Google Shape;409;g2c157a2fb06_0_467"/>
          <p:cNvGrpSpPr/>
          <p:nvPr/>
        </p:nvGrpSpPr>
        <p:grpSpPr>
          <a:xfrm>
            <a:off x="662575" y="6212475"/>
            <a:ext cx="586800" cy="571500"/>
            <a:chOff x="662575" y="6212475"/>
            <a:chExt cx="586800" cy="571500"/>
          </a:xfrm>
        </p:grpSpPr>
        <p:sp>
          <p:nvSpPr>
            <p:cNvPr id="410" name="Google Shape;41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13" name="Google Shape;413;g2c157a2fb06_0_467"/>
          <p:cNvGrpSpPr/>
          <p:nvPr/>
        </p:nvGrpSpPr>
        <p:grpSpPr>
          <a:xfrm>
            <a:off x="7894350" y="6212475"/>
            <a:ext cx="586800" cy="571500"/>
            <a:chOff x="7894350" y="6212475"/>
            <a:chExt cx="586800" cy="571500"/>
          </a:xfrm>
        </p:grpSpPr>
        <p:sp>
          <p:nvSpPr>
            <p:cNvPr id="414" name="Google Shape;41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6" name="Google Shape;416;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7"/>
        <p:cNvGrpSpPr/>
        <p:nvPr/>
      </p:nvGrpSpPr>
      <p:grpSpPr>
        <a:xfrm>
          <a:off x="0" y="0"/>
          <a:ext cx="0" cy="0"/>
          <a:chOff x="0" y="0"/>
          <a:chExt cx="0" cy="0"/>
        </a:xfrm>
      </p:grpSpPr>
      <p:sp>
        <p:nvSpPr>
          <p:cNvPr id="418" name="Google Shape;418;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0" name="Google Shape;420;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1" name="Google Shape;421;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4" name="Google Shape;424;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25" name="Google Shape;425;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6" name="Google Shape;426;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7" name="Google Shape;427;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8" name="Google Shape;428;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9" name="Google Shape;429;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0" name="Google Shape;430;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31" name="Google Shape;431;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432" name="Google Shape;432;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3" name="Google Shape;43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4" name="Google Shape;43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5" name="Google Shape;435;g2c157a2fb06_0_629"/>
          <p:cNvGrpSpPr/>
          <p:nvPr/>
        </p:nvGrpSpPr>
        <p:grpSpPr>
          <a:xfrm>
            <a:off x="662575" y="6212475"/>
            <a:ext cx="586800" cy="571500"/>
            <a:chOff x="662575" y="6212475"/>
            <a:chExt cx="586800" cy="571500"/>
          </a:xfrm>
        </p:grpSpPr>
        <p:sp>
          <p:nvSpPr>
            <p:cNvPr id="436" name="Google Shape;43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9" name="Google Shape;439;g2c157a2fb06_0_629"/>
          <p:cNvGrpSpPr/>
          <p:nvPr/>
        </p:nvGrpSpPr>
        <p:grpSpPr>
          <a:xfrm>
            <a:off x="7894350" y="6212475"/>
            <a:ext cx="586800" cy="571500"/>
            <a:chOff x="7894350" y="6212475"/>
            <a:chExt cx="586800" cy="571500"/>
          </a:xfrm>
        </p:grpSpPr>
        <p:sp>
          <p:nvSpPr>
            <p:cNvPr id="440" name="Google Shape;44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43"/>
        <p:cNvGrpSpPr/>
        <p:nvPr/>
      </p:nvGrpSpPr>
      <p:grpSpPr>
        <a:xfrm>
          <a:off x="0" y="0"/>
          <a:ext cx="0" cy="0"/>
          <a:chOff x="0" y="0"/>
          <a:chExt cx="0" cy="0"/>
        </a:xfrm>
      </p:grpSpPr>
      <p:sp>
        <p:nvSpPr>
          <p:cNvPr id="444" name="Google Shape;444;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46" name="Google Shape;446;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0" name="Google Shape;450;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51" name="Google Shape;451;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52" name="Google Shape;452;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3" name="Google Shape;453;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4" name="Google Shape;454;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5" name="Google Shape;455;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6" name="Google Shape;456;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7" name="Google Shape;457;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8" name="Google Shape;45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9" name="Google Shape;45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60" name="Google Shape;46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2" name="Google Shape;462;g2c157a2fb06_0_798"/>
          <p:cNvGrpSpPr/>
          <p:nvPr/>
        </p:nvGrpSpPr>
        <p:grpSpPr>
          <a:xfrm>
            <a:off x="662575" y="6212475"/>
            <a:ext cx="586800" cy="571500"/>
            <a:chOff x="662575" y="6212475"/>
            <a:chExt cx="586800" cy="571500"/>
          </a:xfrm>
        </p:grpSpPr>
        <p:sp>
          <p:nvSpPr>
            <p:cNvPr id="463" name="Google Shape;46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6" name="Google Shape;466;g2c157a2fb06_0_798"/>
          <p:cNvGrpSpPr/>
          <p:nvPr/>
        </p:nvGrpSpPr>
        <p:grpSpPr>
          <a:xfrm>
            <a:off x="7894350" y="6212475"/>
            <a:ext cx="586800" cy="571500"/>
            <a:chOff x="7894350" y="6212475"/>
            <a:chExt cx="586800" cy="571500"/>
          </a:xfrm>
        </p:grpSpPr>
        <p:sp>
          <p:nvSpPr>
            <p:cNvPr id="467" name="Google Shape;46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70"/>
        <p:cNvGrpSpPr/>
        <p:nvPr/>
      </p:nvGrpSpPr>
      <p:grpSpPr>
        <a:xfrm>
          <a:off x="0" y="0"/>
          <a:ext cx="0" cy="0"/>
          <a:chOff x="0" y="0"/>
          <a:chExt cx="0" cy="0"/>
        </a:xfrm>
      </p:grpSpPr>
      <p:sp>
        <p:nvSpPr>
          <p:cNvPr id="471" name="Google Shape;471;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3" name="Google Shape;473;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4" name="Google Shape;474;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7" name="Google Shape;477;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78" name="Google Shape;47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9" name="Google Shape;47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80" name="Google Shape;48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81" name="Google Shape;48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2" name="Google Shape;48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3" name="Google Shape;48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4" name="Google Shape;48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5" name="Google Shape;48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6" name="Google Shape;48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87" name="Google Shape;48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8" name="Google Shape;48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9" name="Google Shape;489;g2c157a2fb06_0_825"/>
          <p:cNvGrpSpPr/>
          <p:nvPr/>
        </p:nvGrpSpPr>
        <p:grpSpPr>
          <a:xfrm>
            <a:off x="662575" y="6212475"/>
            <a:ext cx="586800" cy="571500"/>
            <a:chOff x="662575" y="6212475"/>
            <a:chExt cx="586800" cy="571500"/>
          </a:xfrm>
        </p:grpSpPr>
        <p:sp>
          <p:nvSpPr>
            <p:cNvPr id="490" name="Google Shape;49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1" name="Google Shape;491;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3" name="Google Shape;493;g2c157a2fb06_0_825"/>
          <p:cNvGrpSpPr/>
          <p:nvPr/>
        </p:nvGrpSpPr>
        <p:grpSpPr>
          <a:xfrm>
            <a:off x="7894350" y="6212475"/>
            <a:ext cx="586800" cy="571500"/>
            <a:chOff x="7894350" y="6212475"/>
            <a:chExt cx="586800" cy="571500"/>
          </a:xfrm>
        </p:grpSpPr>
        <p:sp>
          <p:nvSpPr>
            <p:cNvPr id="494" name="Google Shape;49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5" name="Google Shape;495;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7"/>
        <p:cNvGrpSpPr/>
        <p:nvPr/>
      </p:nvGrpSpPr>
      <p:grpSpPr>
        <a:xfrm>
          <a:off x="0" y="0"/>
          <a:ext cx="0" cy="0"/>
          <a:chOff x="0" y="0"/>
          <a:chExt cx="0" cy="0"/>
        </a:xfrm>
      </p:grpSpPr>
      <p:sp>
        <p:nvSpPr>
          <p:cNvPr id="498" name="Google Shape;498;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0" name="Google Shape;50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1" name="Google Shape;501;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5" name="Google Shape;505;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1" name="Google Shape;51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512" name="Google Shape;51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3" name="Google Shape;51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6" name="Google Shape;51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8" name="Google Shape;51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0" name="Google Shape;52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2" name="Google Shape;52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4" name="Google Shape;52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5" name="Google Shape;52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6" name="Google Shape;52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7" name="Google Shape;52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8" name="Google Shape;528;g2c157a2fb06_0_700"/>
          <p:cNvGrpSpPr/>
          <p:nvPr/>
        </p:nvGrpSpPr>
        <p:grpSpPr>
          <a:xfrm>
            <a:off x="662575" y="6212475"/>
            <a:ext cx="586800" cy="571500"/>
            <a:chOff x="662575" y="6212475"/>
            <a:chExt cx="586800" cy="571500"/>
          </a:xfrm>
        </p:grpSpPr>
        <p:sp>
          <p:nvSpPr>
            <p:cNvPr id="529" name="Google Shape;52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2" name="Google Shape;532;g2c157a2fb06_0_700"/>
          <p:cNvGrpSpPr/>
          <p:nvPr/>
        </p:nvGrpSpPr>
        <p:grpSpPr>
          <a:xfrm>
            <a:off x="7894350" y="6212475"/>
            <a:ext cx="586800" cy="571500"/>
            <a:chOff x="7894350" y="6212475"/>
            <a:chExt cx="586800" cy="571500"/>
          </a:xfrm>
        </p:grpSpPr>
        <p:sp>
          <p:nvSpPr>
            <p:cNvPr id="533" name="Google Shape;53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5" name="Google Shape;535;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6"/>
        <p:cNvGrpSpPr/>
        <p:nvPr/>
      </p:nvGrpSpPr>
      <p:grpSpPr>
        <a:xfrm>
          <a:off x="0" y="0"/>
          <a:ext cx="0" cy="0"/>
          <a:chOff x="0" y="0"/>
          <a:chExt cx="0" cy="0"/>
        </a:xfrm>
      </p:grpSpPr>
      <p:sp>
        <p:nvSpPr>
          <p:cNvPr id="537" name="Google Shape;537;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9" name="Google Shape;539;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83" name="Google Shape;583;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4" name="Google Shape;584;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5" name="Google Shape;585;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8" name="Google Shape;59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99" name="Google Shape;599;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0" name="Google Shape;60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1" name="Google Shape;60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2" name="Google Shape;60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3" name="Google Shape;603;g2c157a2fb06_0_1045"/>
          <p:cNvGrpSpPr/>
          <p:nvPr/>
        </p:nvGrpSpPr>
        <p:grpSpPr>
          <a:xfrm>
            <a:off x="662575" y="6212475"/>
            <a:ext cx="586800" cy="571500"/>
            <a:chOff x="662575" y="6212475"/>
            <a:chExt cx="586800" cy="571500"/>
          </a:xfrm>
        </p:grpSpPr>
        <p:sp>
          <p:nvSpPr>
            <p:cNvPr id="604" name="Google Shape;60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7" name="Google Shape;607;g2c157a2fb06_0_1045"/>
          <p:cNvGrpSpPr/>
          <p:nvPr/>
        </p:nvGrpSpPr>
        <p:grpSpPr>
          <a:xfrm>
            <a:off x="7894350" y="6212475"/>
            <a:ext cx="586800" cy="571500"/>
            <a:chOff x="7894350" y="6212475"/>
            <a:chExt cx="586800" cy="571500"/>
          </a:xfrm>
        </p:grpSpPr>
        <p:sp>
          <p:nvSpPr>
            <p:cNvPr id="608" name="Google Shape;60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1"/>
        <p:cNvGrpSpPr/>
        <p:nvPr/>
      </p:nvGrpSpPr>
      <p:grpSpPr>
        <a:xfrm>
          <a:off x="0" y="0"/>
          <a:ext cx="0" cy="0"/>
          <a:chOff x="0" y="0"/>
          <a:chExt cx="0" cy="0"/>
        </a:xfrm>
      </p:grpSpPr>
      <p:sp>
        <p:nvSpPr>
          <p:cNvPr id="612" name="Google Shape;612;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4" name="Google Shape;614;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5" name="Google Shape;615;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8" name="Google Shape;61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9" name="Google Shape;619;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0" name="Google Shape;620;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1" name="Google Shape;62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2" name="Google Shape;62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623" name="Google Shape;623;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4" name="Google Shape;624;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5" name="Google Shape;625;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6" name="Google Shape;626;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28" name="Google Shape;628;g2c157a2fb06_0_1110"/>
          <p:cNvGrpSpPr/>
          <p:nvPr/>
        </p:nvGrpSpPr>
        <p:grpSpPr>
          <a:xfrm>
            <a:off x="5806200" y="1807463"/>
            <a:ext cx="756300" cy="146700"/>
            <a:chOff x="5806200" y="1807463"/>
            <a:chExt cx="756300" cy="146700"/>
          </a:xfrm>
        </p:grpSpPr>
        <p:sp>
          <p:nvSpPr>
            <p:cNvPr id="629" name="Google Shape;629;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2" name="Google Shape;63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3" name="Google Shape;63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4" name="Google Shape;634;g2c157a2fb06_0_1110"/>
          <p:cNvGrpSpPr/>
          <p:nvPr/>
        </p:nvGrpSpPr>
        <p:grpSpPr>
          <a:xfrm>
            <a:off x="5806200" y="2842438"/>
            <a:ext cx="756300" cy="146700"/>
            <a:chOff x="5806200" y="1807463"/>
            <a:chExt cx="756300" cy="146700"/>
          </a:xfrm>
        </p:grpSpPr>
        <p:sp>
          <p:nvSpPr>
            <p:cNvPr id="635" name="Google Shape;635;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8" name="Google Shape;638;g2c157a2fb06_0_1110"/>
          <p:cNvGrpSpPr/>
          <p:nvPr/>
        </p:nvGrpSpPr>
        <p:grpSpPr>
          <a:xfrm>
            <a:off x="5806200" y="3877413"/>
            <a:ext cx="756300" cy="146700"/>
            <a:chOff x="5806200" y="1807463"/>
            <a:chExt cx="756300" cy="146700"/>
          </a:xfrm>
        </p:grpSpPr>
        <p:sp>
          <p:nvSpPr>
            <p:cNvPr id="639" name="Google Shape;639;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0" name="Google Shape;640;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2" name="Google Shape;642;g2c157a2fb06_0_1110"/>
          <p:cNvGrpSpPr/>
          <p:nvPr/>
        </p:nvGrpSpPr>
        <p:grpSpPr>
          <a:xfrm>
            <a:off x="662575" y="6212475"/>
            <a:ext cx="586800" cy="571500"/>
            <a:chOff x="662575" y="6212475"/>
            <a:chExt cx="586800" cy="571500"/>
          </a:xfrm>
        </p:grpSpPr>
        <p:sp>
          <p:nvSpPr>
            <p:cNvPr id="643" name="Google Shape;64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4" name="Google Shape;644;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6" name="Google Shape;646;g2c157a2fb06_0_1110"/>
          <p:cNvGrpSpPr/>
          <p:nvPr/>
        </p:nvGrpSpPr>
        <p:grpSpPr>
          <a:xfrm>
            <a:off x="7894350" y="6212475"/>
            <a:ext cx="586800" cy="571500"/>
            <a:chOff x="7894350" y="6212475"/>
            <a:chExt cx="586800" cy="571500"/>
          </a:xfrm>
        </p:grpSpPr>
        <p:sp>
          <p:nvSpPr>
            <p:cNvPr id="647" name="Google Shape;64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8" name="Google Shape;648;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50"/>
        <p:cNvGrpSpPr/>
        <p:nvPr/>
      </p:nvGrpSpPr>
      <p:grpSpPr>
        <a:xfrm>
          <a:off x="0" y="0"/>
          <a:ext cx="0" cy="0"/>
          <a:chOff x="0" y="0"/>
          <a:chExt cx="0" cy="0"/>
        </a:xfrm>
      </p:grpSpPr>
      <p:sp>
        <p:nvSpPr>
          <p:cNvPr id="651" name="Google Shape;651;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53" name="Google Shape;653;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54" name="Google Shape;654;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5" name="Google Shape;655;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6" name="Google Shape;656;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57" name="Google Shape;657;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58" name="Google Shape;658;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59" name="Google Shape;659;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0" name="Google Shape;660;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1" name="Google Shape;661;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62" name="Google Shape;662;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63" name="Google Shape;663;g2cf1f75ecdd_0_56"/>
          <p:cNvGrpSpPr/>
          <p:nvPr/>
        </p:nvGrpSpPr>
        <p:grpSpPr>
          <a:xfrm>
            <a:off x="662575" y="6212475"/>
            <a:ext cx="586800" cy="571500"/>
            <a:chOff x="662575" y="6212475"/>
            <a:chExt cx="586800" cy="571500"/>
          </a:xfrm>
        </p:grpSpPr>
        <p:sp>
          <p:nvSpPr>
            <p:cNvPr id="664" name="Google Shape;664;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5" name="Google Shape;665;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67" name="Google Shape;667;g2cf1f75ecdd_0_56"/>
          <p:cNvGrpSpPr/>
          <p:nvPr/>
        </p:nvGrpSpPr>
        <p:grpSpPr>
          <a:xfrm>
            <a:off x="7894350" y="6212475"/>
            <a:ext cx="586800" cy="571500"/>
            <a:chOff x="7894350" y="6212475"/>
            <a:chExt cx="586800" cy="571500"/>
          </a:xfrm>
        </p:grpSpPr>
        <p:sp>
          <p:nvSpPr>
            <p:cNvPr id="668" name="Google Shape;668;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71" name="Google Shape;671;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72" name="Google Shape;672;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73" name="Google Shape;673;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74" name="Google Shape;674;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75" name="Google Shape;675;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76" name="Google Shape;676;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77" name="Google Shape;677;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78" name="Google Shape;678;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79" name="Google Shape;679;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0" name="Google Shape;680;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1" name="Google Shape;681;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2" name="Google Shape;682;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3" name="Google Shape;683;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84" name="Google Shape;684;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85" name="Google Shape;685;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6" name="Google Shape;686;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7" name="Google Shape;687;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88" name="Google Shape;688;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9" name="Google Shape;689;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0" name="Google Shape;690;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1" name="Google Shape;691;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92" name="Google Shape;692;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3" name="Google Shape;693;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94" name="Google Shape;694;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5" name="Google Shape;695;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6" name="Google Shape;696;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7" name="Google Shape;697;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98"/>
        <p:cNvGrpSpPr/>
        <p:nvPr/>
      </p:nvGrpSpPr>
      <p:grpSpPr>
        <a:xfrm>
          <a:off x="0" y="0"/>
          <a:ext cx="0" cy="0"/>
          <a:chOff x="0" y="0"/>
          <a:chExt cx="0" cy="0"/>
        </a:xfrm>
      </p:grpSpPr>
      <p:sp>
        <p:nvSpPr>
          <p:cNvPr id="699" name="Google Shape;699;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0" name="Google Shape;700;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1" name="Google Shape;701;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2" name="Google Shape;702;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703" name="Google Shape;703;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706" name="Google Shape;706;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707" name="Google Shape;707;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708" name="Google Shape;708;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709" name="Google Shape;709;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710" name="Google Shape;710;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711" name="Google Shape;711;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712" name="Google Shape;712;p30"/>
          <p:cNvGrpSpPr/>
          <p:nvPr/>
        </p:nvGrpSpPr>
        <p:grpSpPr>
          <a:xfrm>
            <a:off x="6022940" y="5341706"/>
            <a:ext cx="594501" cy="305904"/>
            <a:chOff x="5672081" y="1914352"/>
            <a:chExt cx="792668" cy="305904"/>
          </a:xfrm>
        </p:grpSpPr>
        <p:sp>
          <p:nvSpPr>
            <p:cNvPr id="713" name="Google Shape;713;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4" name="Google Shape;714;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15" name="Google Shape;715;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16" name="Google Shape;716;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9" name="Google Shape;719;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0" name="Google Shape;720;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1" name="Google Shape;721;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2" name="Google Shape;722;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3" name="Google Shape;723;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24" name="Google Shape;724;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25" name="Google Shape;725;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6" name="Google Shape;726;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7" name="Google Shape;727;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8" name="Google Shape;728;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9" name="Google Shape;729;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0" name="Google Shape;730;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1" name="Google Shape;731;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2" name="Google Shape;732;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33" name="Google Shape;733;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34" name="Google Shape;734;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35" name="Google Shape;735;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36" name="Google Shape;736;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37" name="Google Shape;737;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38" name="Google Shape;738;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39" name="Google Shape;739;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0" name="Google Shape;740;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42" name="Google Shape;742;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43" name="Google Shape;743;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44"/>
        <p:cNvGrpSpPr/>
        <p:nvPr/>
      </p:nvGrpSpPr>
      <p:grpSpPr>
        <a:xfrm>
          <a:off x="0" y="0"/>
          <a:ext cx="0" cy="0"/>
          <a:chOff x="0" y="0"/>
          <a:chExt cx="0" cy="0"/>
        </a:xfrm>
      </p:grpSpPr>
      <p:sp>
        <p:nvSpPr>
          <p:cNvPr id="745" name="Google Shape;745;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46" name="Google Shape;746;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47" name="Google Shape;747;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48"/>
        <p:cNvGrpSpPr/>
        <p:nvPr/>
      </p:nvGrpSpPr>
      <p:grpSpPr>
        <a:xfrm>
          <a:off x="0" y="0"/>
          <a:ext cx="0" cy="0"/>
          <a:chOff x="0" y="0"/>
          <a:chExt cx="0" cy="0"/>
        </a:xfrm>
      </p:grpSpPr>
      <p:sp>
        <p:nvSpPr>
          <p:cNvPr id="749" name="Google Shape;749;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50" name="Google Shape;750;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51" name="Google Shape;751;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slide" Target="slide22.xml"/><Relationship Id="rId5" Type="http://schemas.openxmlformats.org/officeDocument/2006/relationships/image" Target="../media/image7.png"/><Relationship Id="rId10" Type="http://schemas.openxmlformats.org/officeDocument/2006/relationships/slide" Target="slide20.xml"/><Relationship Id="rId4" Type="http://schemas.openxmlformats.org/officeDocument/2006/relationships/image" Target="../media/image6.png"/><Relationship Id="rId9" Type="http://schemas.openxmlformats.org/officeDocument/2006/relationships/slide" Target="slide19.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5.xml"/><Relationship Id="rId16" Type="http://schemas.openxmlformats.org/officeDocument/2006/relationships/image" Target="../media/image75.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6.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 Type="http://schemas.openxmlformats.org/officeDocument/2006/relationships/image" Target="../media/image76.png"/><Relationship Id="rId21" Type="http://schemas.openxmlformats.org/officeDocument/2006/relationships/image" Target="../media/image94.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2" Type="http://schemas.openxmlformats.org/officeDocument/2006/relationships/notesSlide" Target="../notesSlides/notesSlide6.xml"/><Relationship Id="rId16" Type="http://schemas.openxmlformats.org/officeDocument/2006/relationships/image" Target="../media/image89.png"/><Relationship Id="rId20" Type="http://schemas.openxmlformats.org/officeDocument/2006/relationships/image" Target="../media/image93.png"/><Relationship Id="rId29"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79.png"/><Relationship Id="rId11" Type="http://schemas.openxmlformats.org/officeDocument/2006/relationships/image" Target="../media/image84.png"/><Relationship Id="rId24" Type="http://schemas.openxmlformats.org/officeDocument/2006/relationships/image" Target="../media/image97.png"/><Relationship Id="rId5" Type="http://schemas.openxmlformats.org/officeDocument/2006/relationships/image" Target="../media/image78.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10" Type="http://schemas.openxmlformats.org/officeDocument/2006/relationships/image" Target="../media/image83.png"/><Relationship Id="rId19" Type="http://schemas.openxmlformats.org/officeDocument/2006/relationships/image" Target="../media/image92.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4.png"/></Relationships>
</file>

<file path=ppt/slides/_rels/slide8.xml.rels><?xml version="1.0" encoding="UTF-8" standalone="yes"?>
<Relationships xmlns="http://schemas.openxmlformats.org/package/2006/relationships"><Relationship Id="rId3" Type="http://schemas.openxmlformats.org/officeDocument/2006/relationships/image" Target="../media/image105.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07.png"/><Relationship Id="rId4" Type="http://schemas.openxmlformats.org/officeDocument/2006/relationships/image" Target="../media/image106.png"/></Relationships>
</file>

<file path=ppt/slides/_rels/slide1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10.png"/><Relationship Id="rId4" Type="http://schemas.openxmlformats.org/officeDocument/2006/relationships/image" Target="../media/image109.png"/></Relationships>
</file>

<file path=ppt/slides/_rels/slide1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115.png"/><Relationship Id="rId4" Type="http://schemas.openxmlformats.org/officeDocument/2006/relationships/image" Target="../media/image114.png"/></Relationships>
</file>

<file path=ppt/slides/_rels/slide1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117.png"/></Relationships>
</file>

<file path=ppt/slides/_rels/slide18.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120.png"/><Relationship Id="rId4" Type="http://schemas.openxmlformats.org/officeDocument/2006/relationships/image" Target="../media/image119.png"/></Relationships>
</file>

<file path=ppt/slides/_rels/slide1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22.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04.png"/></Relationships>
</file>

<file path=ppt/slides/_rels/slide21.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24.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126.png"/><Relationship Id="rId4" Type="http://schemas.openxmlformats.org/officeDocument/2006/relationships/image" Target="../media/image125.png"/></Relationships>
</file>

<file path=ppt/slides/_rels/slide23.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129.png"/><Relationship Id="rId4" Type="http://schemas.openxmlformats.org/officeDocument/2006/relationships/image" Target="../media/image128.png"/></Relationships>
</file>

<file path=ppt/slides/_rels/slide2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4.xml"/><Relationship Id="rId1" Type="http://schemas.openxmlformats.org/officeDocument/2006/relationships/slideLayout" Target="../slideLayouts/slideLayout5.xml"/><Relationship Id="rId5" Type="http://schemas.openxmlformats.org/officeDocument/2006/relationships/image" Target="../media/image132.png"/><Relationship Id="rId4" Type="http://schemas.openxmlformats.org/officeDocument/2006/relationships/image" Target="../media/image1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1"/>
          <p:cNvSpPr txBox="1">
            <a:spLocks noGrp="1"/>
          </p:cNvSpPr>
          <p:nvPr>
            <p:ph type="subTitle" idx="1"/>
          </p:nvPr>
        </p:nvSpPr>
        <p:spPr>
          <a:xfrm>
            <a:off x="884101" y="2716650"/>
            <a:ext cx="44892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CVCC (long vowel)</a:t>
            </a:r>
            <a:endParaRPr sz="3000"/>
          </a:p>
        </p:txBody>
      </p:sp>
      <p:sp>
        <p:nvSpPr>
          <p:cNvPr id="757" name="Google Shape;757;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4</a:t>
            </a:r>
            <a:endParaRPr/>
          </a:p>
        </p:txBody>
      </p:sp>
      <p:sp>
        <p:nvSpPr>
          <p:cNvPr id="758" name="Google Shape;758;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759" name="Google Shape;759;p1"/>
          <p:cNvGraphicFramePr/>
          <p:nvPr/>
        </p:nvGraphicFramePr>
        <p:xfrm>
          <a:off x="4844200" y="1891197"/>
          <a:ext cx="3785000" cy="1678950"/>
        </p:xfrm>
        <a:graphic>
          <a:graphicData uri="http://schemas.openxmlformats.org/drawingml/2006/table">
            <a:tbl>
              <a:tblPr firstRow="1" bandRow="1">
                <a:noFill/>
                <a:tableStyleId>{E7C39BE1-3998-4FCE-BD76-7D4B21F3D5D9}</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CVCC (nd mp nt, </a:t>
                      </a:r>
                      <a:br>
                        <a:rPr lang="en-US" sz="1400" u="none" strike="noStrike" cap="none">
                          <a:solidFill>
                            <a:schemeClr val="lt1"/>
                          </a:solidFill>
                          <a:latin typeface="Jost"/>
                          <a:ea typeface="Jost"/>
                          <a:cs typeface="Jost"/>
                          <a:sym typeface="Jost"/>
                        </a:rPr>
                      </a:br>
                      <a:r>
                        <a:rPr lang="en-US" sz="1400" u="none" strike="noStrike" cap="none">
                          <a:solidFill>
                            <a:schemeClr val="lt1"/>
                          </a:solidFill>
                          <a:latin typeface="Jost"/>
                          <a:ea typeface="Jost"/>
                          <a:cs typeface="Jost"/>
                          <a:sym typeface="Jost"/>
                        </a:rPr>
                        <a:t>nk ft st, lt lk sk)</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 (fr br, cr tr,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gr dr pr)</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 (pl bl gl, sl fl cl,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st sp sn, sm sw)</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CCVCC (short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CVCC words.</a:t>
            </a:r>
            <a:endParaRPr/>
          </a:p>
        </p:txBody>
      </p:sp>
      <p:sp>
        <p:nvSpPr>
          <p:cNvPr id="766" name="Google Shape;766;g2bee4f4af4b_0_204"/>
          <p:cNvSpPr txBox="1">
            <a:spLocks noGrp="1"/>
          </p:cNvSpPr>
          <p:nvPr>
            <p:ph type="body" idx="2"/>
          </p:nvPr>
        </p:nvSpPr>
        <p:spPr>
          <a:xfrm>
            <a:off x="3298550" y="1787475"/>
            <a:ext cx="5085000" cy="1517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Phase 2 Common Exception Words </a:t>
            </a:r>
            <a:br>
              <a:rPr lang="en-US"/>
            </a:br>
            <a:r>
              <a:rPr lang="en-US">
                <a:solidFill>
                  <a:srgbClr val="2356AF"/>
                </a:solidFill>
              </a:rPr>
              <a:t>as I is no go to into the put his has of pull full.</a:t>
            </a:r>
            <a:endParaRPr>
              <a:solidFill>
                <a:srgbClr val="2356AF"/>
              </a:solidFill>
            </a:endParaRPr>
          </a:p>
        </p:txBody>
      </p:sp>
      <p:sp>
        <p:nvSpPr>
          <p:cNvPr id="767" name="Google Shape;767;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68" name="Google Shape;768;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69" name="Google Shape;769;g2bee4f4af4b_0_204"/>
          <p:cNvPicPr preferRelativeResize="0"/>
          <p:nvPr/>
        </p:nvPicPr>
        <p:blipFill rotWithShape="1">
          <a:blip r:embed="rId3">
            <a:alphaModFix/>
          </a:blip>
          <a:srcRect l="89" r="79"/>
          <a:stretch/>
        </p:blipFill>
        <p:spPr>
          <a:xfrm>
            <a:off x="2719706" y="4169988"/>
            <a:ext cx="813600" cy="977432"/>
          </a:xfrm>
          <a:prstGeom prst="rect">
            <a:avLst/>
          </a:prstGeom>
          <a:noFill/>
          <a:ln>
            <a:noFill/>
          </a:ln>
          <a:effectLst>
            <a:outerShdw blurRad="71438" dist="19050" dir="5220000" algn="bl" rotWithShape="0">
              <a:srgbClr val="D8D8D8"/>
            </a:outerShdw>
          </a:effectLst>
        </p:spPr>
      </p:pic>
      <p:sp>
        <p:nvSpPr>
          <p:cNvPr id="770" name="Google Shape;770;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71" name="Google Shape;771;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72" name="Google Shape;772;g2bee4f4af4b_0_204"/>
          <p:cNvPicPr preferRelativeResize="0"/>
          <p:nvPr/>
        </p:nvPicPr>
        <p:blipFill rotWithShape="1">
          <a:blip r:embed="rId4">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73" name="Google Shape;773;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74" name="Google Shape;774;g2bee4f4af4b_0_204"/>
          <p:cNvSpPr txBox="1"/>
          <p:nvPr/>
        </p:nvSpPr>
        <p:spPr>
          <a:xfrm>
            <a:off x="4778027" y="5256525"/>
            <a:ext cx="1447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75" name="Google Shape;775;g2bee4f4af4b_0_204"/>
          <p:cNvPicPr preferRelativeResize="0"/>
          <p:nvPr/>
        </p:nvPicPr>
        <p:blipFill rotWithShape="1">
          <a:blip r:embed="rId5">
            <a:alphaModFix/>
          </a:blip>
          <a:srcRect/>
          <a:stretch/>
        </p:blipFill>
        <p:spPr>
          <a:xfrm>
            <a:off x="5035629" y="4326104"/>
            <a:ext cx="931974" cy="665200"/>
          </a:xfrm>
          <a:prstGeom prst="rect">
            <a:avLst/>
          </a:prstGeom>
          <a:noFill/>
          <a:ln>
            <a:noFill/>
          </a:ln>
          <a:effectLst>
            <a:outerShdw blurRad="71438" dist="19050" dir="5220000" algn="bl" rotWithShape="0">
              <a:srgbClr val="D8D8D8"/>
            </a:outerShdw>
          </a:effectLst>
        </p:spPr>
      </p:pic>
      <p:sp>
        <p:nvSpPr>
          <p:cNvPr id="776" name="Google Shape;776;g2bee4f4af4b_0_204"/>
          <p:cNvSpPr txBox="1"/>
          <p:nvPr/>
        </p:nvSpPr>
        <p:spPr>
          <a:xfrm>
            <a:off x="63750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77" name="Google Shape;777;g2bee4f4af4b_0_204"/>
          <p:cNvSpPr txBox="1"/>
          <p:nvPr/>
        </p:nvSpPr>
        <p:spPr>
          <a:xfrm>
            <a:off x="61677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78" name="Google Shape;778;g2bee4f4af4b_0_204"/>
          <p:cNvPicPr preferRelativeResize="0"/>
          <p:nvPr/>
        </p:nvPicPr>
        <p:blipFill rotWithShape="1">
          <a:blip r:embed="rId6">
            <a:alphaModFix/>
          </a:blip>
          <a:srcRect t="19" b="29"/>
          <a:stretch/>
        </p:blipFill>
        <p:spPr>
          <a:xfrm>
            <a:off x="6388446" y="4363493"/>
            <a:ext cx="786850" cy="590421"/>
          </a:xfrm>
          <a:prstGeom prst="rect">
            <a:avLst/>
          </a:prstGeom>
          <a:noFill/>
          <a:ln>
            <a:noFill/>
          </a:ln>
          <a:effectLst>
            <a:outerShdw blurRad="71438" dist="19050" dir="5220000" algn="bl" rotWithShape="0">
              <a:srgbClr val="D8D8D8"/>
            </a:outerShdw>
          </a:effectLst>
        </p:spPr>
      </p:pic>
      <p:sp>
        <p:nvSpPr>
          <p:cNvPr id="779" name="Google Shape;779;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80" name="Google Shape;780;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81" name="Google Shape;781;g2bee4f4af4b_0_204"/>
          <p:cNvPicPr preferRelativeResize="0"/>
          <p:nvPr/>
        </p:nvPicPr>
        <p:blipFill rotWithShape="1">
          <a:blip r:embed="rId7">
            <a:alphaModFix/>
          </a:blip>
          <a:srcRect/>
          <a:stretch/>
        </p:blipFill>
        <p:spPr>
          <a:xfrm>
            <a:off x="4006799" y="4232253"/>
            <a:ext cx="614525" cy="852902"/>
          </a:xfrm>
          <a:prstGeom prst="rect">
            <a:avLst/>
          </a:prstGeom>
          <a:noFill/>
          <a:ln>
            <a:noFill/>
          </a:ln>
          <a:effectLst>
            <a:outerShdw blurRad="71438" dist="19050" dir="5220000" algn="bl" rotWithShape="0">
              <a:srgbClr val="D8D8D8"/>
            </a:outerShdw>
          </a:effectLst>
        </p:spPr>
      </p:pic>
      <p:sp>
        <p:nvSpPr>
          <p:cNvPr id="782" name="Google Shape;782;g2bee4f4af4b_0_204">
            <a:hlinkClick r:id="rId8" action="ppaction://hlinksldjump"/>
          </p:cNvPr>
          <p:cNvSpPr/>
          <p:nvPr/>
        </p:nvSpPr>
        <p:spPr>
          <a:xfrm>
            <a:off x="940450"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3" name="Google Shape;783;g2bee4f4af4b_0_204">
            <a:hlinkClick r:id="rId9" action="ppaction://hlinksldjump"/>
          </p:cNvPr>
          <p:cNvSpPr/>
          <p:nvPr/>
        </p:nvSpPr>
        <p:spPr>
          <a:xfrm>
            <a:off x="3792645" y="381742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784" name="Google Shape;784;g2bee4f4af4b_0_204">
            <a:hlinkClick r:id="rId10" action="ppaction://hlinksldjump"/>
          </p:cNvPr>
          <p:cNvSpPr/>
          <p:nvPr/>
        </p:nvSpPr>
        <p:spPr>
          <a:xfrm>
            <a:off x="4893927"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785" name="Google Shape;785;g2bee4f4af4b_0_204">
            <a:hlinkClick r:id="rId11" action="ppaction://hlinksldjump"/>
          </p:cNvPr>
          <p:cNvSpPr/>
          <p:nvPr/>
        </p:nvSpPr>
        <p:spPr>
          <a:xfrm>
            <a:off x="6283721" y="376273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6" name="Google Shape;786;g2bee4f4af4b_0_204">
            <a:hlinkClick r:id="rId12" action="ppaction://hlinksldjump"/>
          </p:cNvPr>
          <p:cNvSpPr/>
          <p:nvPr/>
        </p:nvSpPr>
        <p:spPr>
          <a:xfrm>
            <a:off x="2505963" y="374503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93" name="Google Shape;793;g26b641b03cd_0_165"/>
          <p:cNvGrpSpPr/>
          <p:nvPr/>
        </p:nvGrpSpPr>
        <p:grpSpPr>
          <a:xfrm>
            <a:off x="930400" y="2129444"/>
            <a:ext cx="7283200" cy="3724851"/>
            <a:chOff x="930400" y="2129444"/>
            <a:chExt cx="7283200" cy="3724851"/>
          </a:xfrm>
        </p:grpSpPr>
        <p:pic>
          <p:nvPicPr>
            <p:cNvPr id="794" name="Google Shape;79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95" name="Google Shape;79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96" name="Google Shape;79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97" name="Google Shape;79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98" name="Google Shape;79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99" name="Google Shape;79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800" name="Google Shape;80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801" name="Google Shape;80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802" name="Google Shape;80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803" name="Google Shape;80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804" name="Google Shape;80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805" name="Google Shape;80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806" name="Google Shape;80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807" name="Google Shape;80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808" name="Google Shape;80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809" name="Google Shape;80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810" name="Google Shape;81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811" name="Google Shape;81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812" name="Google Shape;81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813" name="Google Shape;81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814" name="Google Shape;81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815" name="Google Shape;81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816" name="Google Shape;81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23" name="Google Shape;823;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824" name="Google Shape;824;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25" name="Google Shape;825;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826" name="Google Shape;826;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27" name="Google Shape;827;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28" name="Google Shape;828;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29" name="Google Shape;829;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30" name="Google Shape;830;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31" name="Google Shape;831;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32" name="Google Shape;832;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833" name="Google Shape;833;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834" name="Google Shape;834;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35" name="Google Shape;835;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36" name="Google Shape;836;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37" name="Google Shape;837;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38" name="Google Shape;838;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39" name="Google Shape;839;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40" name="Google Shape;840;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41" name="Google Shape;841;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42" name="Google Shape;842;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43" name="Google Shape;843;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44" name="Google Shape;844;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45" name="Google Shape;845;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46" name="Google Shape;846;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47" name="Google Shape;847;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48" name="Google Shape;848;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49" name="Google Shape;849;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50" name="Google Shape;850;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51" name="Google Shape;851;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58" name="Google Shape;858;g26b7edf6e71_0_109"/>
          <p:cNvGrpSpPr/>
          <p:nvPr/>
        </p:nvGrpSpPr>
        <p:grpSpPr>
          <a:xfrm>
            <a:off x="867357" y="2129450"/>
            <a:ext cx="7282807" cy="2686611"/>
            <a:chOff x="867357" y="2129450"/>
            <a:chExt cx="7282807" cy="2686611"/>
          </a:xfrm>
        </p:grpSpPr>
        <p:pic>
          <p:nvPicPr>
            <p:cNvPr id="859" name="Google Shape;859;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0" name="Google Shape;860;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1" name="Google Shape;861;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2" name="Google Shape;862;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63" name="Google Shape;863;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64" name="Google Shape;864;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5" name="Google Shape;865;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6" name="Google Shape;866;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67" name="Google Shape;867;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8" name="Google Shape;868;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9" name="Google Shape;869;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70" name="Google Shape;870;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71" name="Google Shape;871;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72" name="Google Shape;872;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79" name="Google Shape;879;g2c298d33e0c_0_6"/>
          <p:cNvGrpSpPr/>
          <p:nvPr/>
        </p:nvGrpSpPr>
        <p:grpSpPr>
          <a:xfrm>
            <a:off x="868300" y="2129450"/>
            <a:ext cx="7281864" cy="2684601"/>
            <a:chOff x="868300" y="2129450"/>
            <a:chExt cx="7281864" cy="2684601"/>
          </a:xfrm>
        </p:grpSpPr>
        <p:pic>
          <p:nvPicPr>
            <p:cNvPr id="880" name="Google Shape;880;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82" name="Google Shape;882;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83" name="Google Shape;883;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84" name="Google Shape;884;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85" name="Google Shape;885;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6" name="Google Shape;886;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7" name="Google Shape;887;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8" name="Google Shape;888;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9" name="Google Shape;889;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0" name="Google Shape;890;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1" name="Google Shape;891;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2" name="Google Shape;892;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3" name="Google Shape;893;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4" name="Google Shape;894;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5" name="Google Shape;895;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6" name="Google Shape;896;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7" name="Google Shape;897;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8" name="Google Shape;898;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9" name="Google Shape;899;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0" name="Google Shape;900;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1" name="Google Shape;901;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2" name="Google Shape;902;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3" name="Google Shape;903;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4" name="Google Shape;904;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5" name="Google Shape;905;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6" name="Google Shape;906;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7" name="Google Shape;907;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2d187a1774a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a:t>
            </a:r>
            <a:r>
              <a:rPr lang="en-US">
                <a:solidFill>
                  <a:schemeClr val="dk1"/>
                </a:solidFill>
              </a:rPr>
              <a:t>.</a:t>
            </a:r>
            <a:endParaRPr/>
          </a:p>
        </p:txBody>
      </p:sp>
      <p:pic>
        <p:nvPicPr>
          <p:cNvPr id="914" name="Google Shape;914;g2d187a1774a_0_0"/>
          <p:cNvPicPr preferRelativeResize="0"/>
          <p:nvPr/>
        </p:nvPicPr>
        <p:blipFill rotWithShape="1">
          <a:blip r:embed="rId3">
            <a:alphaModFix/>
          </a:blip>
          <a:srcRect l="59" r="59"/>
          <a:stretch/>
        </p:blipFill>
        <p:spPr>
          <a:xfrm>
            <a:off x="1578362" y="2137000"/>
            <a:ext cx="2837678" cy="2027867"/>
          </a:xfrm>
          <a:prstGeom prst="rect">
            <a:avLst/>
          </a:prstGeom>
          <a:noFill/>
          <a:ln>
            <a:noFill/>
          </a:ln>
          <a:effectLst>
            <a:outerShdw blurRad="71438" dist="19050" dir="5400000" algn="bl" rotWithShape="0">
              <a:srgbClr val="000000">
                <a:alpha val="18039"/>
              </a:srgbClr>
            </a:outerShdw>
          </a:effectLst>
        </p:spPr>
      </p:pic>
      <p:pic>
        <p:nvPicPr>
          <p:cNvPr id="915" name="Google Shape;915;g2d187a1774a_0_0"/>
          <p:cNvPicPr preferRelativeResize="0"/>
          <p:nvPr/>
        </p:nvPicPr>
        <p:blipFill rotWithShape="1">
          <a:blip r:embed="rId4">
            <a:alphaModFix/>
          </a:blip>
          <a:srcRect l="159" r="159"/>
          <a:stretch/>
        </p:blipFill>
        <p:spPr>
          <a:xfrm>
            <a:off x="4726705" y="2137000"/>
            <a:ext cx="2838933" cy="203629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922" name="Google Shape;922;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923" name="Google Shape;923;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30" name="Google Shape;930;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931" name="Google Shape;931;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32" name="Google Shape;932;g2c186218c5a_0_17"/>
          <p:cNvPicPr preferRelativeResize="0"/>
          <p:nvPr/>
        </p:nvPicPr>
        <p:blipFill rotWithShape="1">
          <a:blip r:embed="rId3">
            <a:alphaModFix/>
          </a:blip>
          <a:srcRect/>
          <a:stretch/>
        </p:blipFill>
        <p:spPr>
          <a:xfrm>
            <a:off x="889350" y="1723975"/>
            <a:ext cx="3588137" cy="1434669"/>
          </a:xfrm>
          <a:prstGeom prst="rect">
            <a:avLst/>
          </a:prstGeom>
          <a:noFill/>
          <a:ln>
            <a:noFill/>
          </a:ln>
          <a:effectLst>
            <a:outerShdw blurRad="71438" dist="19050" dir="5400000" algn="bl" rotWithShape="0">
              <a:srgbClr val="000000">
                <a:alpha val="20000"/>
              </a:srgbClr>
            </a:outerShdw>
          </a:effectLst>
        </p:spPr>
      </p:pic>
      <p:pic>
        <p:nvPicPr>
          <p:cNvPr id="933" name="Google Shape;933;g2c186218c5a_0_17"/>
          <p:cNvPicPr preferRelativeResize="0"/>
          <p:nvPr/>
        </p:nvPicPr>
        <p:blipFill rotWithShape="1">
          <a:blip r:embed="rId4">
            <a:alphaModFix/>
          </a:blip>
          <a:srcRect t="99" b="109"/>
          <a:stretch/>
        </p:blipFill>
        <p:spPr>
          <a:xfrm>
            <a:off x="2777932" y="3516780"/>
            <a:ext cx="3588137" cy="1434669"/>
          </a:xfrm>
          <a:prstGeom prst="rect">
            <a:avLst/>
          </a:prstGeom>
          <a:noFill/>
          <a:ln>
            <a:noFill/>
          </a:ln>
          <a:effectLst>
            <a:outerShdw blurRad="71438" dist="19050" dir="5400000" algn="bl" rotWithShape="0">
              <a:srgbClr val="000000">
                <a:alpha val="20000"/>
              </a:srgbClr>
            </a:outerShdw>
          </a:effectLst>
        </p:spPr>
      </p:pic>
      <p:pic>
        <p:nvPicPr>
          <p:cNvPr id="934" name="Google Shape;934;g2c186218c5a_0_17"/>
          <p:cNvPicPr preferRelativeResize="0"/>
          <p:nvPr/>
        </p:nvPicPr>
        <p:blipFill rotWithShape="1">
          <a:blip r:embed="rId5">
            <a:alphaModFix/>
          </a:blip>
          <a:srcRect/>
          <a:stretch/>
        </p:blipFill>
        <p:spPr>
          <a:xfrm>
            <a:off x="4666512" y="1723975"/>
            <a:ext cx="3588137"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41" name="Google Shape;941;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942" name="Google Shape;942;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43" name="Google Shape;943;g26b641b03cd_0_185"/>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944" name="Google Shape;944;g26b641b03cd_0_185"/>
          <p:cNvPicPr preferRelativeResize="0"/>
          <p:nvPr/>
        </p:nvPicPr>
        <p:blipFill rotWithShape="1">
          <a:blip r:embed="rId4">
            <a:alphaModFix/>
          </a:blip>
          <a:srcRect t="149" b="139"/>
          <a:stretch/>
        </p:blipFill>
        <p:spPr>
          <a:xfrm>
            <a:off x="2777931" y="3516780"/>
            <a:ext cx="3588138" cy="1434669"/>
          </a:xfrm>
          <a:prstGeom prst="rect">
            <a:avLst/>
          </a:prstGeom>
          <a:noFill/>
          <a:ln>
            <a:noFill/>
          </a:ln>
          <a:effectLst>
            <a:outerShdw blurRad="71438" dist="19050" dir="5400000" algn="bl" rotWithShape="0">
              <a:srgbClr val="000000">
                <a:alpha val="20000"/>
              </a:srgbClr>
            </a:outerShdw>
          </a:effectLst>
        </p:spPr>
      </p:pic>
      <p:pic>
        <p:nvPicPr>
          <p:cNvPr id="945" name="Google Shape;945;g26b641b03cd_0_185"/>
          <p:cNvPicPr preferRelativeResize="0"/>
          <p:nvPr/>
        </p:nvPicPr>
        <p:blipFill rotWithShape="1">
          <a:blip r:embed="rId5">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2d187a1774a_1_0"/>
          <p:cNvSpPr txBox="1"/>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0000"/>
              </a:buClr>
              <a:buSzPts val="3200"/>
              <a:buFont typeface="Arial"/>
              <a:buNone/>
            </a:pPr>
            <a:r>
              <a:rPr lang="en-US" sz="3200" b="0" i="0" u="none" strike="noStrike" cap="none">
                <a:solidFill>
                  <a:srgbClr val="8DC63F"/>
                </a:solidFill>
                <a:latin typeface="Poppins Medium"/>
                <a:ea typeface="Poppins Medium"/>
                <a:cs typeface="Poppins Medium"/>
                <a:sym typeface="Poppins Medium"/>
              </a:rPr>
              <a:t>Explain Decoding</a:t>
            </a:r>
            <a:endParaRPr sz="3200" b="0" i="0" u="none" strike="noStrike" cap="none">
              <a:solidFill>
                <a:srgbClr val="8DC63F"/>
              </a:solidFill>
              <a:latin typeface="Poppins Medium"/>
              <a:ea typeface="Poppins Medium"/>
              <a:cs typeface="Poppins Medium"/>
              <a:sym typeface="Poppins Medium"/>
            </a:endParaRPr>
          </a:p>
        </p:txBody>
      </p:sp>
      <p:pic>
        <p:nvPicPr>
          <p:cNvPr id="952" name="Google Shape;952;g2d187a1774a_1_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2d187a1774a_1_3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9" name="Google Shape;959;g2d187a1774a_1_3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SOUND BUTTONS</a:t>
            </a:r>
            <a:endParaRPr/>
          </a:p>
        </p:txBody>
      </p:sp>
      <p:sp>
        <p:nvSpPr>
          <p:cNvPr id="960" name="Google Shape;960;g2d187a1774a_1_35"/>
          <p:cNvSpPr/>
          <p:nvPr/>
        </p:nvSpPr>
        <p:spPr>
          <a:xfrm>
            <a:off x="256800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1" name="Google Shape;961;g2d187a1774a_1_35"/>
          <p:cNvSpPr/>
          <p:nvPr/>
        </p:nvSpPr>
        <p:spPr>
          <a:xfrm>
            <a:off x="524994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2" name="Google Shape;962;g2d187a1774a_1_3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3" name="Google Shape;963;g2d187a1774a_1_35"/>
          <p:cNvSpPr txBox="1"/>
          <p:nvPr/>
        </p:nvSpPr>
        <p:spPr>
          <a:xfrm>
            <a:off x="468029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64" name="Google Shape;964;g2d187a1774a_1_35"/>
          <p:cNvSpPr txBox="1"/>
          <p:nvPr/>
        </p:nvSpPr>
        <p:spPr>
          <a:xfrm>
            <a:off x="199830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65" name="Google Shape;965;g2d187a1774a_1_35"/>
          <p:cNvSpPr txBox="1"/>
          <p:nvPr/>
        </p:nvSpPr>
        <p:spPr>
          <a:xfrm>
            <a:off x="3239046"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00904C"/>
                </a:solidFill>
                <a:latin typeface="Poppins"/>
                <a:ea typeface="Poppins"/>
                <a:cs typeface="Poppins"/>
                <a:sym typeface="Poppins"/>
              </a:rPr>
              <a:t>ai</a:t>
            </a:r>
            <a:endParaRPr sz="14000" b="0" i="0" u="none" strike="noStrike" cap="none">
              <a:solidFill>
                <a:srgbClr val="00904C"/>
              </a:solidFill>
              <a:latin typeface="Jost"/>
              <a:ea typeface="Jost"/>
              <a:cs typeface="Jost"/>
              <a:sym typeface="Jost"/>
            </a:endParaRPr>
          </a:p>
        </p:txBody>
      </p:sp>
      <p:sp>
        <p:nvSpPr>
          <p:cNvPr id="966" name="Google Shape;966;g2d187a1774a_1_35"/>
          <p:cNvSpPr/>
          <p:nvPr/>
        </p:nvSpPr>
        <p:spPr>
          <a:xfrm>
            <a:off x="3377180" y="4011888"/>
            <a:ext cx="14991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d187a1774a_1_35"/>
          <p:cNvSpPr/>
          <p:nvPr/>
        </p:nvSpPr>
        <p:spPr>
          <a:xfrm>
            <a:off x="618594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8" name="Google Shape;968;g2d187a1774a_1_35"/>
          <p:cNvSpPr txBox="1"/>
          <p:nvPr/>
        </p:nvSpPr>
        <p:spPr>
          <a:xfrm>
            <a:off x="561629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g2d187a1774a_1_7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5" name="Google Shape;975;g2d187a1774a_1_7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SOUND BUTTONS</a:t>
            </a:r>
            <a:endParaRPr/>
          </a:p>
        </p:txBody>
      </p:sp>
      <p:sp>
        <p:nvSpPr>
          <p:cNvPr id="976" name="Google Shape;976;g2d187a1774a_1_75"/>
          <p:cNvSpPr/>
          <p:nvPr/>
        </p:nvSpPr>
        <p:spPr>
          <a:xfrm>
            <a:off x="251410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7" name="Google Shape;977;g2d187a1774a_1_75"/>
          <p:cNvSpPr/>
          <p:nvPr/>
        </p:nvSpPr>
        <p:spPr>
          <a:xfrm>
            <a:off x="545624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8" name="Google Shape;978;g2d187a1774a_1_7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9" name="Google Shape;979;g2d187a1774a_1_75"/>
          <p:cNvSpPr txBox="1"/>
          <p:nvPr/>
        </p:nvSpPr>
        <p:spPr>
          <a:xfrm>
            <a:off x="488659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80" name="Google Shape;980;g2d187a1774a_1_75"/>
          <p:cNvSpPr txBox="1"/>
          <p:nvPr/>
        </p:nvSpPr>
        <p:spPr>
          <a:xfrm>
            <a:off x="194440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81" name="Google Shape;981;g2d187a1774a_1_75"/>
          <p:cNvSpPr txBox="1"/>
          <p:nvPr/>
        </p:nvSpPr>
        <p:spPr>
          <a:xfrm>
            <a:off x="2826273" y="1391225"/>
            <a:ext cx="264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00904C"/>
                </a:solidFill>
                <a:latin typeface="Poppins"/>
                <a:ea typeface="Poppins"/>
                <a:cs typeface="Poppins"/>
                <a:sym typeface="Poppins"/>
              </a:rPr>
              <a:t>oa</a:t>
            </a:r>
            <a:endParaRPr sz="14000" b="0" i="0" u="none" strike="noStrike" cap="none">
              <a:solidFill>
                <a:srgbClr val="00904C"/>
              </a:solidFill>
              <a:latin typeface="Jost"/>
              <a:ea typeface="Jost"/>
              <a:cs typeface="Jost"/>
              <a:sym typeface="Jost"/>
            </a:endParaRPr>
          </a:p>
        </p:txBody>
      </p:sp>
      <p:sp>
        <p:nvSpPr>
          <p:cNvPr id="982" name="Google Shape;982;g2d187a1774a_1_75"/>
          <p:cNvSpPr/>
          <p:nvPr/>
        </p:nvSpPr>
        <p:spPr>
          <a:xfrm>
            <a:off x="3126273" y="4011900"/>
            <a:ext cx="19773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d187a1774a_1_75"/>
          <p:cNvSpPr/>
          <p:nvPr/>
        </p:nvSpPr>
        <p:spPr>
          <a:xfrm>
            <a:off x="623984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d187a1774a_1_75"/>
          <p:cNvSpPr txBox="1"/>
          <p:nvPr/>
        </p:nvSpPr>
        <p:spPr>
          <a:xfrm>
            <a:off x="567019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g2d187a1774a_1_50"/>
          <p:cNvSpPr txBo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1800"/>
              <a:buFont typeface="Arial"/>
              <a:buNone/>
            </a:pPr>
            <a:endParaRPr sz="1800" b="0" i="0" u="none" strike="noStrike" cap="none">
              <a:solidFill>
                <a:srgbClr val="AEABAB"/>
              </a:solidFill>
              <a:latin typeface="Poppins Medium"/>
              <a:ea typeface="Poppins Medium"/>
              <a:cs typeface="Poppins Medium"/>
              <a:sym typeface="Poppins Medium"/>
            </a:endParaRPr>
          </a:p>
        </p:txBody>
      </p:sp>
      <p:sp>
        <p:nvSpPr>
          <p:cNvPr id="991" name="Google Shape;991;g2d187a1774a_1_50"/>
          <p:cNvSpPr txBox="1"/>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0000"/>
              </a:buClr>
              <a:buSzPts val="3200"/>
              <a:buFont typeface="Arial"/>
              <a:buNone/>
            </a:pPr>
            <a:r>
              <a:rPr lang="en-US" sz="3200" b="0" i="0" u="none" strike="noStrike" cap="none">
                <a:solidFill>
                  <a:srgbClr val="8DC63F"/>
                </a:solidFill>
                <a:latin typeface="Poppins Medium"/>
                <a:ea typeface="Poppins Medium"/>
                <a:cs typeface="Poppins Medium"/>
                <a:sym typeface="Poppins Medium"/>
              </a:rPr>
              <a:t>Explain Encoding</a:t>
            </a:r>
            <a:endParaRPr sz="3200" b="0" i="0" u="none" strike="noStrike" cap="none">
              <a:solidFill>
                <a:srgbClr val="8DC63F"/>
              </a:solidFill>
              <a:latin typeface="Poppins Medium"/>
              <a:ea typeface="Poppins Medium"/>
              <a:cs typeface="Poppins Medium"/>
              <a:sym typeface="Poppins Medium"/>
            </a:endParaRPr>
          </a:p>
        </p:txBody>
      </p:sp>
      <p:pic>
        <p:nvPicPr>
          <p:cNvPr id="992" name="Google Shape;992;g2d187a1774a_1_5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g2d187a1774a_1_90"/>
          <p:cNvSpPr txBo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 PHONEME FRAME</a:t>
            </a:r>
            <a:endParaRPr sz="1800" b="0" i="0" u="none" strike="noStrike" cap="none">
              <a:solidFill>
                <a:srgbClr val="AEABAB"/>
              </a:solidFill>
              <a:latin typeface="Poppins Medium"/>
              <a:ea typeface="Poppins Medium"/>
              <a:cs typeface="Poppins Medium"/>
              <a:sym typeface="Poppins Medium"/>
            </a:endParaRPr>
          </a:p>
        </p:txBody>
      </p:sp>
      <p:sp>
        <p:nvSpPr>
          <p:cNvPr id="999" name="Google Shape;999;g2d187a1774a_1_90"/>
          <p:cNvSpPr txBox="1"/>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0000"/>
              </a:buClr>
              <a:buSzPts val="32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200" b="0" i="0" u="none" strike="noStrike" cap="none">
              <a:solidFill>
                <a:srgbClr val="8DC63F"/>
              </a:solidFill>
              <a:latin typeface="Poppins Medium"/>
              <a:ea typeface="Poppins Medium"/>
              <a:cs typeface="Poppins Medium"/>
              <a:sym typeface="Poppins Medium"/>
            </a:endParaRPr>
          </a:p>
        </p:txBody>
      </p:sp>
      <p:sp>
        <p:nvSpPr>
          <p:cNvPr id="1000" name="Google Shape;1000;g2d187a1774a_1_90"/>
          <p:cNvSpPr txBox="1"/>
          <p:nvPr/>
        </p:nvSpPr>
        <p:spPr>
          <a:xfrm>
            <a:off x="4735200" y="1864225"/>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6500" b="0" i="0" u="none" strike="noStrike" cap="none">
                <a:solidFill>
                  <a:srgbClr val="00904C"/>
                </a:solidFill>
                <a:latin typeface="Poppins"/>
                <a:ea typeface="Poppins"/>
                <a:cs typeface="Poppins"/>
                <a:sym typeface="Poppins"/>
              </a:rPr>
              <a:t>a</a:t>
            </a:r>
            <a:r>
              <a:rPr lang="en-US" sz="8000" b="0" i="0" u="none" strike="noStrike" cap="none">
                <a:solidFill>
                  <a:srgbClr val="00904C"/>
                </a:solidFill>
                <a:latin typeface="Jost"/>
                <a:ea typeface="Jost"/>
                <a:cs typeface="Jost"/>
                <a:sym typeface="Jost"/>
              </a:rPr>
              <a:t>i</a:t>
            </a:r>
            <a:endParaRPr sz="8000" b="0" i="0" u="none" strike="noStrike" cap="none">
              <a:solidFill>
                <a:srgbClr val="2356AF"/>
              </a:solidFill>
              <a:latin typeface="Jost"/>
              <a:ea typeface="Jost"/>
              <a:cs typeface="Jost"/>
              <a:sym typeface="Jost"/>
            </a:endParaRPr>
          </a:p>
        </p:txBody>
      </p:sp>
      <p:sp>
        <p:nvSpPr>
          <p:cNvPr id="1001" name="Google Shape;1001;g2d187a1774a_1_90"/>
          <p:cNvSpPr txBox="1"/>
          <p:nvPr/>
        </p:nvSpPr>
        <p:spPr>
          <a:xfrm>
            <a:off x="6737100" y="8076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002" name="Google Shape;1002;g2d187a1774a_1_90"/>
          <p:cNvSpPr txBox="1"/>
          <p:nvPr/>
        </p:nvSpPr>
        <p:spPr>
          <a:xfrm>
            <a:off x="1181100" y="8076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1003" name="Google Shape;1003;g2d187a1774a_1_90"/>
          <p:cNvSpPr txBox="1"/>
          <p:nvPr/>
        </p:nvSpPr>
        <p:spPr>
          <a:xfrm>
            <a:off x="2570100" y="8076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1004" name="Google Shape;1004;g2d187a1774a_1_90"/>
          <p:cNvSpPr txBox="1"/>
          <p:nvPr/>
        </p:nvSpPr>
        <p:spPr>
          <a:xfrm>
            <a:off x="5348100" y="8076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005" name="Google Shape;1005;g2d187a1774a_1_90"/>
          <p:cNvSpPr txBox="1"/>
          <p:nvPr/>
        </p:nvSpPr>
        <p:spPr>
          <a:xfrm>
            <a:off x="3959100" y="8076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1006" name="Google Shape;1006;g2d187a1774a_1_90"/>
          <p:cNvSpPr txBox="1"/>
          <p:nvPr/>
        </p:nvSpPr>
        <p:spPr>
          <a:xfrm>
            <a:off x="3183000" y="1864225"/>
            <a:ext cx="1552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00904D"/>
                </a:solidFill>
                <a:latin typeface="Jost"/>
                <a:ea typeface="Jost"/>
                <a:cs typeface="Jost"/>
                <a:sym typeface="Jost"/>
              </a:rPr>
              <a:t>o</a:t>
            </a:r>
            <a:r>
              <a:rPr lang="en-US" sz="6500" b="0" i="0" u="none" strike="noStrike" cap="none">
                <a:solidFill>
                  <a:srgbClr val="00904C"/>
                </a:solidFill>
                <a:latin typeface="Poppins"/>
                <a:ea typeface="Poppins"/>
                <a:cs typeface="Poppins"/>
                <a:sym typeface="Poppins"/>
              </a:rPr>
              <a:t>a</a:t>
            </a:r>
            <a:endParaRPr sz="8000" b="0" i="0" u="none" strike="noStrike" cap="none">
              <a:solidFill>
                <a:srgbClr val="2356AF"/>
              </a:solidFill>
              <a:latin typeface="Jost"/>
              <a:ea typeface="Jost"/>
              <a:cs typeface="Jost"/>
              <a:sym typeface="Jost"/>
            </a:endParaRPr>
          </a:p>
        </p:txBody>
      </p:sp>
      <p:cxnSp>
        <p:nvCxnSpPr>
          <p:cNvPr id="1007" name="Google Shape;1007;g2d187a1774a_1_90"/>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08" name="Google Shape;1008;g2d187a1774a_1_90"/>
          <p:cNvSpPr/>
          <p:nvPr/>
        </p:nvSpPr>
        <p:spPr>
          <a:xfrm>
            <a:off x="1181100" y="3632792"/>
            <a:ext cx="678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9" name="Google Shape;1009;g2d187a1774a_1_90"/>
          <p:cNvCxnSpPr/>
          <p:nvPr/>
        </p:nvCxnSpPr>
        <p:spPr>
          <a:xfrm>
            <a:off x="1181250" y="4371217"/>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0" name="Google Shape;1010;g2d187a1774a_1_90"/>
          <p:cNvCxnSpPr/>
          <p:nvPr/>
        </p:nvCxnSpPr>
        <p:spPr>
          <a:xfrm>
            <a:off x="1181250" y="4067367"/>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1" name="Google Shape;1011;g2d187a1774a_1_90"/>
          <p:cNvCxnSpPr/>
          <p:nvPr/>
        </p:nvCxnSpPr>
        <p:spPr>
          <a:xfrm>
            <a:off x="1181250" y="4974753"/>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2" name="Google Shape;1012;g2d187a1774a_1_90"/>
          <p:cNvCxnSpPr/>
          <p:nvPr/>
        </p:nvCxnSpPr>
        <p:spPr>
          <a:xfrm>
            <a:off x="1181250" y="5238092"/>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3" name="Google Shape;1013;g2d187a1774a_1_90"/>
          <p:cNvCxnSpPr/>
          <p:nvPr/>
        </p:nvCxnSpPr>
        <p:spPr>
          <a:xfrm rot="10800000">
            <a:off x="2883723" y="3617567"/>
            <a:ext cx="0" cy="1851900"/>
          </a:xfrm>
          <a:prstGeom prst="straightConnector1">
            <a:avLst/>
          </a:prstGeom>
          <a:noFill/>
          <a:ln w="28575" cap="flat" cmpd="sng">
            <a:solidFill>
              <a:srgbClr val="C2EDFF"/>
            </a:solidFill>
            <a:prstDash val="lgDash"/>
            <a:miter lim="800000"/>
            <a:headEnd type="none" w="sm" len="sm"/>
            <a:tailEnd type="none" w="sm" len="sm"/>
          </a:ln>
        </p:spPr>
      </p:cxnSp>
      <p:cxnSp>
        <p:nvCxnSpPr>
          <p:cNvPr id="1014" name="Google Shape;1014;g2d187a1774a_1_90"/>
          <p:cNvCxnSpPr/>
          <p:nvPr/>
        </p:nvCxnSpPr>
        <p:spPr>
          <a:xfrm rot="10800000">
            <a:off x="6269936" y="3617567"/>
            <a:ext cx="0" cy="1851900"/>
          </a:xfrm>
          <a:prstGeom prst="straightConnector1">
            <a:avLst/>
          </a:prstGeom>
          <a:noFill/>
          <a:ln w="28575" cap="flat" cmpd="sng">
            <a:solidFill>
              <a:srgbClr val="C2EDFF"/>
            </a:solidFill>
            <a:prstDash val="lgDash"/>
            <a:miter lim="800000"/>
            <a:headEnd type="none" w="sm" len="sm"/>
            <a:tailEnd type="none" w="sm" len="sm"/>
          </a:ln>
        </p:spPr>
      </p:cxnSp>
      <p:cxnSp>
        <p:nvCxnSpPr>
          <p:cNvPr id="1015" name="Google Shape;1015;g2d187a1774a_1_90"/>
          <p:cNvCxnSpPr/>
          <p:nvPr/>
        </p:nvCxnSpPr>
        <p:spPr>
          <a:xfrm rot="10800000">
            <a:off x="4576830" y="3617567"/>
            <a:ext cx="0" cy="1851900"/>
          </a:xfrm>
          <a:prstGeom prst="straightConnector1">
            <a:avLst/>
          </a:prstGeom>
          <a:noFill/>
          <a:ln w="28575" cap="flat" cmpd="sng">
            <a:solidFill>
              <a:srgbClr val="C2EDFF"/>
            </a:solidFill>
            <a:prstDash val="lgDash"/>
            <a:miter lim="800000"/>
            <a:headEnd type="none" w="sm" len="sm"/>
            <a:tailEnd type="none" w="sm" len="sm"/>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JL689</a:t>
            </a:r>
            <a:endParaRPr/>
          </a:p>
        </p:txBody>
      </p:sp>
      <p:sp>
        <p:nvSpPr>
          <p:cNvPr id="1022" name="Google Shape;102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23" name="Google Shape;102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24" name="Google Shape;1024;g26b641b03cd_0_204"/>
          <p:cNvPicPr preferRelativeResize="0"/>
          <p:nvPr/>
        </p:nvPicPr>
        <p:blipFill rotWithShape="1">
          <a:blip r:embed="rId3">
            <a:alphaModFix/>
          </a:blip>
          <a:srcRect l="79" r="69"/>
          <a:stretch/>
        </p:blipFill>
        <p:spPr>
          <a:xfrm>
            <a:off x="3401582" y="1829324"/>
            <a:ext cx="2340788" cy="2816352"/>
          </a:xfrm>
          <a:prstGeom prst="rect">
            <a:avLst/>
          </a:prstGeom>
          <a:noFill/>
          <a:ln>
            <a:noFill/>
          </a:ln>
          <a:effectLst>
            <a:outerShdw blurRad="114300" dist="19050" dir="5400000" algn="bl" rotWithShape="0">
              <a:srgbClr val="000000">
                <a:alpha val="20000"/>
              </a:srgbClr>
            </a:outerShdw>
          </a:effectLst>
        </p:spPr>
      </p:pic>
      <p:pic>
        <p:nvPicPr>
          <p:cNvPr id="1025" name="Google Shape;1025;g26b641b03cd_0_204"/>
          <p:cNvPicPr preferRelativeResize="0"/>
          <p:nvPr/>
        </p:nvPicPr>
        <p:blipFill rotWithShape="1">
          <a:blip r:embed="rId4">
            <a:alphaModFix/>
          </a:blip>
          <a:srcRect l="79" r="69"/>
          <a:stretch/>
        </p:blipFill>
        <p:spPr>
          <a:xfrm>
            <a:off x="5874078" y="1829324"/>
            <a:ext cx="2340788" cy="2816352"/>
          </a:xfrm>
          <a:prstGeom prst="rect">
            <a:avLst/>
          </a:prstGeom>
          <a:noFill/>
          <a:ln>
            <a:noFill/>
          </a:ln>
          <a:effectLst>
            <a:outerShdw blurRad="114300" dist="19050" dir="5400000" algn="bl" rotWithShape="0">
              <a:srgbClr val="000000">
                <a:alpha val="20000"/>
              </a:srgbClr>
            </a:outerShdw>
          </a:effectLst>
        </p:spPr>
      </p:pic>
      <p:pic>
        <p:nvPicPr>
          <p:cNvPr id="1026" name="Google Shape;1026;g26b641b03cd_0_204"/>
          <p:cNvPicPr preferRelativeResize="0"/>
          <p:nvPr/>
        </p:nvPicPr>
        <p:blipFill rotWithShape="1">
          <a:blip r:embed="rId5">
            <a:alphaModFix/>
          </a:blip>
          <a:srcRect l="79" r="69"/>
          <a:stretch/>
        </p:blipFill>
        <p:spPr>
          <a:xfrm>
            <a:off x="929087" y="1829324"/>
            <a:ext cx="2340788" cy="2816352"/>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3" name="Google Shape;103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34" name="Google Shape;103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35" name="Google Shape;1035;g2c186218c5a_0_48"/>
          <p:cNvPicPr preferRelativeResize="0"/>
          <p:nvPr/>
        </p:nvPicPr>
        <p:blipFill rotWithShape="1">
          <a:blip r:embed="rId3">
            <a:alphaModFix/>
          </a:blip>
          <a:srcRect l="159" r="159"/>
          <a:stretch/>
        </p:blipFill>
        <p:spPr>
          <a:xfrm>
            <a:off x="3401582" y="1829324"/>
            <a:ext cx="2340790" cy="2816352"/>
          </a:xfrm>
          <a:prstGeom prst="rect">
            <a:avLst/>
          </a:prstGeom>
          <a:noFill/>
          <a:ln>
            <a:noFill/>
          </a:ln>
          <a:effectLst>
            <a:outerShdw blurRad="114300" dist="19050" dir="5400000" algn="bl" rotWithShape="0">
              <a:srgbClr val="000000">
                <a:alpha val="20000"/>
              </a:srgbClr>
            </a:outerShdw>
          </a:effectLst>
        </p:spPr>
      </p:pic>
      <p:pic>
        <p:nvPicPr>
          <p:cNvPr id="1036" name="Google Shape;1036;g2c186218c5a_0_48"/>
          <p:cNvPicPr preferRelativeResize="0"/>
          <p:nvPr/>
        </p:nvPicPr>
        <p:blipFill rotWithShape="1">
          <a:blip r:embed="rId4">
            <a:alphaModFix/>
          </a:blip>
          <a:srcRect l="159" r="159"/>
          <a:stretch/>
        </p:blipFill>
        <p:spPr>
          <a:xfrm>
            <a:off x="5874078" y="1829324"/>
            <a:ext cx="2340790" cy="2816352"/>
          </a:xfrm>
          <a:prstGeom prst="rect">
            <a:avLst/>
          </a:prstGeom>
          <a:noFill/>
          <a:ln>
            <a:noFill/>
          </a:ln>
          <a:effectLst>
            <a:outerShdw blurRad="114300" dist="19050" dir="5400000" algn="bl" rotWithShape="0">
              <a:srgbClr val="000000">
                <a:alpha val="20000"/>
              </a:srgbClr>
            </a:outerShdw>
          </a:effectLst>
        </p:spPr>
      </p:pic>
      <p:pic>
        <p:nvPicPr>
          <p:cNvPr id="1037" name="Google Shape;1037;g2c186218c5a_0_48"/>
          <p:cNvPicPr preferRelativeResize="0"/>
          <p:nvPr/>
        </p:nvPicPr>
        <p:blipFill rotWithShape="1">
          <a:blip r:embed="rId5">
            <a:alphaModFix/>
          </a:blip>
          <a:srcRect l="159" r="159"/>
          <a:stretch/>
        </p:blipFill>
        <p:spPr>
          <a:xfrm>
            <a:off x="929087" y="1829324"/>
            <a:ext cx="2340790" cy="2816352"/>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pic>
        <p:nvPicPr>
          <p:cNvPr id="1043" name="Google Shape;1043;g26b641b03cd_0_213"/>
          <p:cNvPicPr preferRelativeResize="0"/>
          <p:nvPr/>
        </p:nvPicPr>
        <p:blipFill rotWithShape="1">
          <a:blip r:embed="rId3">
            <a:alphaModFix/>
          </a:blip>
          <a:srcRect l="89" r="89"/>
          <a:stretch/>
        </p:blipFill>
        <p:spPr>
          <a:xfrm>
            <a:off x="3426493" y="1580526"/>
            <a:ext cx="2291012" cy="3191255"/>
          </a:xfrm>
          <a:prstGeom prst="rect">
            <a:avLst/>
          </a:prstGeom>
          <a:noFill/>
          <a:ln>
            <a:noFill/>
          </a:ln>
          <a:effectLst>
            <a:outerShdw blurRad="85725" dist="19050" dir="5400000" algn="bl" rotWithShape="0">
              <a:srgbClr val="000000">
                <a:alpha val="20000"/>
              </a:srgbClr>
            </a:outerShdw>
          </a:effectLst>
        </p:spPr>
      </p:pic>
      <p:pic>
        <p:nvPicPr>
          <p:cNvPr id="1044" name="Google Shape;1044;g26b641b03cd_0_213"/>
          <p:cNvPicPr preferRelativeResize="0"/>
          <p:nvPr/>
        </p:nvPicPr>
        <p:blipFill rotWithShape="1">
          <a:blip r:embed="rId4">
            <a:alphaModFix/>
          </a:blip>
          <a:srcRect l="179" r="189"/>
          <a:stretch/>
        </p:blipFill>
        <p:spPr>
          <a:xfrm>
            <a:off x="929151" y="1580526"/>
            <a:ext cx="2291012" cy="3191256"/>
          </a:xfrm>
          <a:prstGeom prst="rect">
            <a:avLst/>
          </a:prstGeom>
          <a:noFill/>
          <a:ln>
            <a:noFill/>
          </a:ln>
          <a:effectLst>
            <a:outerShdw blurRad="85725" dist="19050" dir="5400000" algn="bl" rotWithShape="0">
              <a:srgbClr val="000000">
                <a:alpha val="20000"/>
              </a:srgbClr>
            </a:outerShdw>
          </a:effectLst>
        </p:spPr>
      </p:pic>
      <p:pic>
        <p:nvPicPr>
          <p:cNvPr id="1045" name="Google Shape;1045;g26b641b03cd_0_213"/>
          <p:cNvPicPr preferRelativeResize="0"/>
          <p:nvPr/>
        </p:nvPicPr>
        <p:blipFill rotWithShape="1">
          <a:blip r:embed="rId5">
            <a:alphaModFix/>
          </a:blip>
          <a:srcRect l="89" r="89"/>
          <a:stretch/>
        </p:blipFill>
        <p:spPr>
          <a:xfrm>
            <a:off x="5923836" y="1580526"/>
            <a:ext cx="2291012" cy="3191255"/>
          </a:xfrm>
          <a:prstGeom prst="rect">
            <a:avLst/>
          </a:prstGeom>
          <a:noFill/>
          <a:ln>
            <a:noFill/>
          </a:ln>
          <a:effectLst>
            <a:outerShdw blurRad="85725" dist="19050" dir="5400000" algn="bl" rotWithShape="0">
              <a:srgbClr val="000000">
                <a:alpha val="20000"/>
              </a:srgbClr>
            </a:outerShdw>
          </a:effectLst>
        </p:spPr>
      </p:pic>
      <p:sp>
        <p:nvSpPr>
          <p:cNvPr id="1046" name="Google Shape;1046;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7" name="Google Shape;1047;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48" name="Google Shape;104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5" name="Google Shape;105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56" name="Google Shape;105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57" name="Google Shape;1057;g2c186218c5a_0_149"/>
          <p:cNvPicPr preferRelativeResize="0"/>
          <p:nvPr/>
        </p:nvPicPr>
        <p:blipFill rotWithShape="1">
          <a:blip r:embed="rId3">
            <a:alphaModFix/>
          </a:blip>
          <a:srcRect l="99" r="109"/>
          <a:stretch/>
        </p:blipFill>
        <p:spPr>
          <a:xfrm>
            <a:off x="3426827" y="1580526"/>
            <a:ext cx="2290343" cy="3191255"/>
          </a:xfrm>
          <a:prstGeom prst="rect">
            <a:avLst/>
          </a:prstGeom>
          <a:noFill/>
          <a:ln>
            <a:noFill/>
          </a:ln>
          <a:effectLst>
            <a:outerShdw blurRad="85725" dist="19050" dir="5400000" algn="bl" rotWithShape="0">
              <a:srgbClr val="000000">
                <a:alpha val="20000"/>
              </a:srgbClr>
            </a:outerShdw>
          </a:effectLst>
        </p:spPr>
      </p:pic>
      <p:pic>
        <p:nvPicPr>
          <p:cNvPr id="1058" name="Google Shape;1058;g2c186218c5a_0_149"/>
          <p:cNvPicPr preferRelativeResize="0"/>
          <p:nvPr/>
        </p:nvPicPr>
        <p:blipFill rotWithShape="1">
          <a:blip r:embed="rId4">
            <a:alphaModFix/>
          </a:blip>
          <a:srcRect l="199" r="199"/>
          <a:stretch/>
        </p:blipFill>
        <p:spPr>
          <a:xfrm>
            <a:off x="930213" y="1580526"/>
            <a:ext cx="2290343" cy="3191256"/>
          </a:xfrm>
          <a:prstGeom prst="rect">
            <a:avLst/>
          </a:prstGeom>
          <a:noFill/>
          <a:ln>
            <a:noFill/>
          </a:ln>
          <a:effectLst>
            <a:outerShdw blurRad="85725" dist="19050" dir="5400000" algn="bl" rotWithShape="0">
              <a:srgbClr val="000000">
                <a:alpha val="20000"/>
              </a:srgbClr>
            </a:outerShdw>
          </a:effectLst>
        </p:spPr>
      </p:pic>
      <p:pic>
        <p:nvPicPr>
          <p:cNvPr id="1059" name="Google Shape;1059;g2c186218c5a_0_149"/>
          <p:cNvPicPr preferRelativeResize="0"/>
          <p:nvPr/>
        </p:nvPicPr>
        <p:blipFill rotWithShape="1">
          <a:blip r:embed="rId5">
            <a:alphaModFix/>
          </a:blip>
          <a:srcRect l="99" r="109"/>
          <a:stretch/>
        </p:blipFill>
        <p:spPr>
          <a:xfrm>
            <a:off x="5923442" y="1580526"/>
            <a:ext cx="2290343" cy="3191255"/>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g26b641b03cd_0_301"/>
          <p:cNvSpPr txBox="1">
            <a:spLocks noGrp="1"/>
          </p:cNvSpPr>
          <p:nvPr>
            <p:ph type="title"/>
          </p:nvPr>
        </p:nvSpPr>
        <p:spPr>
          <a:xfrm>
            <a:off x="986725" y="5568500"/>
            <a:ext cx="7170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6" name="Google Shape;1066;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67" name="Google Shape;1067;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8" name="Google Shape;1068;g26b641b03cd_0_301"/>
          <p:cNvPicPr preferRelativeResize="0"/>
          <p:nvPr/>
        </p:nvPicPr>
        <p:blipFill rotWithShape="1">
          <a:blip r:embed="rId3">
            <a:alphaModFix/>
          </a:blip>
          <a:srcRect l="59" r="59"/>
          <a:stretch/>
        </p:blipFill>
        <p:spPr>
          <a:xfrm>
            <a:off x="807712" y="1852050"/>
            <a:ext cx="3680951" cy="2630550"/>
          </a:xfrm>
          <a:prstGeom prst="rect">
            <a:avLst/>
          </a:prstGeom>
          <a:noFill/>
          <a:ln>
            <a:noFill/>
          </a:ln>
          <a:effectLst>
            <a:outerShdw blurRad="57150" dist="19050" dir="5400000" algn="bl" rotWithShape="0">
              <a:srgbClr val="000000">
                <a:alpha val="20000"/>
              </a:srgbClr>
            </a:outerShdw>
          </a:effectLst>
        </p:spPr>
      </p:pic>
      <p:pic>
        <p:nvPicPr>
          <p:cNvPr id="1069" name="Google Shape;1069;g26b641b03cd_0_301"/>
          <p:cNvPicPr preferRelativeResize="0"/>
          <p:nvPr/>
        </p:nvPicPr>
        <p:blipFill rotWithShape="1">
          <a:blip r:embed="rId4">
            <a:alphaModFix/>
          </a:blip>
          <a:srcRect t="19" b="29"/>
          <a:stretch/>
        </p:blipFill>
        <p:spPr>
          <a:xfrm>
            <a:off x="4655337" y="1852050"/>
            <a:ext cx="3680951" cy="2630551"/>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g26b641b03cd_0_308"/>
          <p:cNvSpPr txBox="1">
            <a:spLocks noGrp="1"/>
          </p:cNvSpPr>
          <p:nvPr>
            <p:ph type="title"/>
          </p:nvPr>
        </p:nvSpPr>
        <p:spPr>
          <a:xfrm>
            <a:off x="954400" y="5568500"/>
            <a:ext cx="7235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6" name="Google Shape;1076;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77" name="Google Shape;1077;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78" name="Google Shape;1078;g26b641b03cd_0_308"/>
          <p:cNvPicPr preferRelativeResize="0"/>
          <p:nvPr/>
        </p:nvPicPr>
        <p:blipFill rotWithShape="1">
          <a:blip r:embed="rId3">
            <a:alphaModFix/>
          </a:blip>
          <a:srcRect l="59" r="59"/>
          <a:stretch/>
        </p:blipFill>
        <p:spPr>
          <a:xfrm>
            <a:off x="807712" y="1852050"/>
            <a:ext cx="3680951" cy="2630550"/>
          </a:xfrm>
          <a:prstGeom prst="rect">
            <a:avLst/>
          </a:prstGeom>
          <a:noFill/>
          <a:ln>
            <a:noFill/>
          </a:ln>
          <a:effectLst>
            <a:outerShdw blurRad="57150" dist="19050" dir="5400000" algn="bl" rotWithShape="0">
              <a:srgbClr val="000000">
                <a:alpha val="20000"/>
              </a:srgbClr>
            </a:outerShdw>
          </a:effectLst>
        </p:spPr>
      </p:pic>
      <p:pic>
        <p:nvPicPr>
          <p:cNvPr id="1079" name="Google Shape;1079;g26b641b03cd_0_308"/>
          <p:cNvPicPr preferRelativeResize="0"/>
          <p:nvPr/>
        </p:nvPicPr>
        <p:blipFill rotWithShape="1">
          <a:blip r:embed="rId4">
            <a:alphaModFix/>
          </a:blip>
          <a:srcRect t="19" b="29"/>
          <a:stretch/>
        </p:blipFill>
        <p:spPr>
          <a:xfrm>
            <a:off x="4655337" y="1852050"/>
            <a:ext cx="3680951" cy="2630551"/>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86" name="Google Shape;1086;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1087" name="Google Shape;1087;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88" name="Google Shape;1088;g26b641b03cd_0_315"/>
          <p:cNvPicPr preferRelativeResize="0"/>
          <p:nvPr/>
        </p:nvPicPr>
        <p:blipFill rotWithShape="1">
          <a:blip r:embed="rId3">
            <a:alphaModFix/>
          </a:blip>
          <a:srcRect t="19" b="19"/>
          <a:stretch/>
        </p:blipFill>
        <p:spPr>
          <a:xfrm>
            <a:off x="1924450" y="1173200"/>
            <a:ext cx="2546404" cy="1910738"/>
          </a:xfrm>
          <a:prstGeom prst="rect">
            <a:avLst/>
          </a:prstGeom>
          <a:noFill/>
          <a:ln>
            <a:noFill/>
          </a:ln>
          <a:effectLst>
            <a:outerShdw blurRad="57150" dist="19050" dir="5400000" algn="bl" rotWithShape="0">
              <a:srgbClr val="000000">
                <a:alpha val="20000"/>
              </a:srgbClr>
            </a:outerShdw>
          </a:effectLst>
        </p:spPr>
      </p:pic>
      <p:pic>
        <p:nvPicPr>
          <p:cNvPr id="1089" name="Google Shape;1089;g26b641b03cd_0_315"/>
          <p:cNvPicPr preferRelativeResize="0"/>
          <p:nvPr/>
        </p:nvPicPr>
        <p:blipFill rotWithShape="1">
          <a:blip r:embed="rId4">
            <a:alphaModFix/>
          </a:blip>
          <a:srcRect l="69" r="69"/>
          <a:stretch/>
        </p:blipFill>
        <p:spPr>
          <a:xfrm>
            <a:off x="4673146" y="1173200"/>
            <a:ext cx="2546404" cy="1910741"/>
          </a:xfrm>
          <a:prstGeom prst="rect">
            <a:avLst/>
          </a:prstGeom>
          <a:noFill/>
          <a:ln>
            <a:noFill/>
          </a:ln>
          <a:effectLst>
            <a:outerShdw blurRad="57150" dist="19050" dir="5400000" algn="bl" rotWithShape="0">
              <a:srgbClr val="000000">
                <a:alpha val="20000"/>
              </a:srgbClr>
            </a:outerShdw>
          </a:effectLst>
        </p:spPr>
      </p:pic>
      <p:pic>
        <p:nvPicPr>
          <p:cNvPr id="1090" name="Google Shape;1090;g26b641b03cd_0_315"/>
          <p:cNvPicPr preferRelativeResize="0"/>
          <p:nvPr/>
        </p:nvPicPr>
        <p:blipFill rotWithShape="1">
          <a:blip r:embed="rId5">
            <a:alphaModFix/>
          </a:blip>
          <a:srcRect t="19" b="19"/>
          <a:stretch/>
        </p:blipFill>
        <p:spPr>
          <a:xfrm>
            <a:off x="3298798" y="3250711"/>
            <a:ext cx="2546404" cy="1910738"/>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97" name="Google Shape;1097;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1098" name="Google Shape;1098;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99" name="Google Shape;1099;g26b641b03cd_1_0"/>
          <p:cNvPicPr preferRelativeResize="0"/>
          <p:nvPr/>
        </p:nvPicPr>
        <p:blipFill rotWithShape="1">
          <a:blip r:embed="rId3">
            <a:alphaModFix/>
          </a:blip>
          <a:srcRect t="89" b="99"/>
          <a:stretch/>
        </p:blipFill>
        <p:spPr>
          <a:xfrm>
            <a:off x="1936100" y="1173575"/>
            <a:ext cx="2535200" cy="1902332"/>
          </a:xfrm>
          <a:prstGeom prst="rect">
            <a:avLst/>
          </a:prstGeom>
          <a:noFill/>
          <a:ln>
            <a:noFill/>
          </a:ln>
          <a:effectLst>
            <a:outerShdw blurRad="57150" dist="19050" dir="5400000" algn="bl" rotWithShape="0">
              <a:srgbClr val="000000">
                <a:alpha val="20000"/>
              </a:srgbClr>
            </a:outerShdw>
          </a:effectLst>
        </p:spPr>
      </p:pic>
      <p:pic>
        <p:nvPicPr>
          <p:cNvPr id="1100" name="Google Shape;1100;g26b641b03cd_1_0"/>
          <p:cNvPicPr preferRelativeResize="0"/>
          <p:nvPr/>
        </p:nvPicPr>
        <p:blipFill rotWithShape="1">
          <a:blip r:embed="rId4">
            <a:alphaModFix/>
          </a:blip>
          <a:srcRect/>
          <a:stretch/>
        </p:blipFill>
        <p:spPr>
          <a:xfrm>
            <a:off x="4672701" y="1173575"/>
            <a:ext cx="2535200" cy="1902331"/>
          </a:xfrm>
          <a:prstGeom prst="rect">
            <a:avLst/>
          </a:prstGeom>
          <a:noFill/>
          <a:ln>
            <a:noFill/>
          </a:ln>
          <a:effectLst>
            <a:outerShdw blurRad="57150" dist="19050" dir="5400000" algn="bl" rotWithShape="0">
              <a:srgbClr val="000000">
                <a:alpha val="20000"/>
              </a:srgbClr>
            </a:outerShdw>
          </a:effectLst>
        </p:spPr>
      </p:pic>
      <p:pic>
        <p:nvPicPr>
          <p:cNvPr id="1101" name="Google Shape;1101;g26b641b03cd_1_0"/>
          <p:cNvPicPr preferRelativeResize="0"/>
          <p:nvPr/>
        </p:nvPicPr>
        <p:blipFill rotWithShape="1">
          <a:blip r:embed="rId5">
            <a:alphaModFix/>
          </a:blip>
          <a:srcRect t="89" b="99"/>
          <a:stretch/>
        </p:blipFill>
        <p:spPr>
          <a:xfrm>
            <a:off x="3304400" y="3254906"/>
            <a:ext cx="2535200" cy="190233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pic>
        <p:nvPicPr>
          <p:cNvPr id="1107" name="Google Shape;1107;g2d187a1774a_2_0"/>
          <p:cNvPicPr preferRelativeResize="0"/>
          <p:nvPr/>
        </p:nvPicPr>
        <p:blipFill rotWithShape="1">
          <a:blip r:embed="rId3">
            <a:alphaModFix/>
          </a:blip>
          <a:srcRect l="464" r="455"/>
          <a:stretch/>
        </p:blipFill>
        <p:spPr>
          <a:xfrm>
            <a:off x="4392597" y="2697413"/>
            <a:ext cx="3906210" cy="2453951"/>
          </a:xfrm>
          <a:prstGeom prst="rect">
            <a:avLst/>
          </a:prstGeom>
          <a:noFill/>
          <a:ln>
            <a:noFill/>
          </a:ln>
        </p:spPr>
      </p:pic>
      <p:pic>
        <p:nvPicPr>
          <p:cNvPr id="1108" name="Google Shape;1108;g2d187a1774a_2_0"/>
          <p:cNvPicPr preferRelativeResize="0"/>
          <p:nvPr/>
        </p:nvPicPr>
        <p:blipFill rotWithShape="1">
          <a:blip r:embed="rId4">
            <a:alphaModFix/>
          </a:blip>
          <a:srcRect/>
          <a:stretch/>
        </p:blipFill>
        <p:spPr>
          <a:xfrm>
            <a:off x="803315" y="2695436"/>
            <a:ext cx="3529575" cy="1113113"/>
          </a:xfrm>
          <a:prstGeom prst="rect">
            <a:avLst/>
          </a:prstGeom>
          <a:noFill/>
          <a:ln>
            <a:noFill/>
          </a:ln>
        </p:spPr>
      </p:pic>
      <p:pic>
        <p:nvPicPr>
          <p:cNvPr id="1109" name="Google Shape;1109;g2d187a1774a_2_0"/>
          <p:cNvPicPr preferRelativeResize="0"/>
          <p:nvPr/>
        </p:nvPicPr>
        <p:blipFill rotWithShape="1">
          <a:blip r:embed="rId5">
            <a:alphaModFix/>
          </a:blip>
          <a:srcRect/>
          <a:stretch/>
        </p:blipFill>
        <p:spPr>
          <a:xfrm>
            <a:off x="800815" y="3848113"/>
            <a:ext cx="3595600" cy="123435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425</Words>
  <Application>Microsoft Office PowerPoint</Application>
  <PresentationFormat>On-screen Show (4:3)</PresentationFormat>
  <Paragraphs>109</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Poppins</vt:lpstr>
      <vt:lpstr>Nunito Black</vt:lpstr>
      <vt:lpstr>Poppins SemiBold</vt:lpstr>
      <vt:lpstr>Poppins Medium</vt:lpstr>
      <vt:lpstr>Calibri</vt:lpstr>
      <vt:lpstr>Jost</vt:lpstr>
      <vt:lpstr>Arial</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vt:lpstr>
      <vt:lpstr>Review Alphabet Song</vt:lpstr>
      <vt:lpstr>Hear Phonemes</vt:lpstr>
      <vt:lpstr>Hear Phonemes</vt:lpstr>
      <vt:lpstr>PowerPoint Presentation</vt:lpstr>
      <vt:lpstr>Model Blending Phonemes</vt:lpstr>
      <vt:lpstr>Model Blending Phonemes</vt:lpstr>
      <vt:lpstr>PowerPoint Presentation</vt:lpstr>
      <vt:lpstr>PowerPoint Presentation</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2026-05-14T01:35:03Z</dcterms:modified>
</cp:coreProperties>
</file>