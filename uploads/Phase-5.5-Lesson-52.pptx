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embeddedFontLst>
    <p:embeddedFont>
      <p:font typeface="Jost" panose="020B0604020202020204" charset="0"/>
      <p:regular r:id="rId38"/>
      <p:bold r:id="rId39"/>
      <p:italic r:id="rId40"/>
      <p:boldItalic r:id="rId41"/>
    </p:embeddedFont>
    <p:embeddedFont>
      <p:font typeface="Nunito Black" pitchFamily="2" charset="0"/>
      <p:bold r:id="rId42"/>
      <p:boldItalic r:id="rId43"/>
    </p:embeddedFont>
    <p:embeddedFont>
      <p:font typeface="Poppins" panose="00000500000000000000" pitchFamily="2" charset="0"/>
      <p:regular r:id="rId44"/>
      <p:bold r:id="rId45"/>
      <p:italic r:id="rId46"/>
      <p:boldItalic r:id="rId47"/>
    </p:embeddedFont>
    <p:embeddedFont>
      <p:font typeface="Poppins Medium" panose="00000600000000000000" pitchFamily="2" charset="0"/>
      <p:regular r:id="rId48"/>
      <p:bold r:id="rId49"/>
      <p:italic r:id="rId50"/>
      <p:boldItalic r:id="rId51"/>
    </p:embeddedFont>
    <p:embeddedFont>
      <p:font typeface="Poppins SemiBold" panose="00000700000000000000" pitchFamily="2"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i73fE4xqrffuUyevRNMI3WFdY2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5BDADC-3904-4404-83C9-7F0ABB3B217B}">
  <a:tblStyle styleId="{B95BDADC-3904-4404-83C9-7F0ABB3B217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1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73c4f19169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73c4f19169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73c4f19169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6" name="Google Shape;110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7" name="Google Shape;110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273c4f19169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5" name="Google Shape;1115;g273c4f19169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6" name="Google Shape;1116;g273c4f19169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73c4f19169_0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73c4f19169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73c4f19169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27414de0e3b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3" name="Google Shape;1133;g27414de0e3b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g27414de0e3b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27414de0e3b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g27414de0e3b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3" name="Google Shape;1143;g27414de0e3b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7414de0e3b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1" name="Google Shape;1151;g27414de0e3b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2" name="Google Shape;1152;g27414de0e3b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7414de0e3b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0" name="Google Shape;1160;g27414de0e3b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g27414de0e3b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321199d22d6_1_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9" name="Google Shape;1169;g321199d22d6_1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0" name="Google Shape;1170;g321199d22d6_1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321199d22d6_1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8" name="Google Shape;1178;g321199d22d6_1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9" name="Google Shape;1179;g321199d22d6_1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7" name="Google Shape;118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8" name="Google Shape;118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273c4f19169_0_1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8" name="Google Shape;1218;g273c4f19169_0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9" name="Google Shape;1219;g273c4f19169_0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2c186218c5a_0_1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1" name="Google Shape;1251;g2c186218c5a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2" name="Google Shape;1252;g2c186218c5a_0_1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2c4fb7f661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7" name="Google Shape;1257;g2c4fb7f661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8" name="Google Shape;1258;g2c4fb7f661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beanstalkbooks.com" TargetMode="External"/><Relationship Id="rId7" Type="http://schemas.openxmlformats.org/officeDocument/2006/relationships/image" Target="../media/image6.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hyperlink" Target="http://www.juniorlearning.com" TargetMode="External"/><Relationship Id="rId9"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97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/e/ - ea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l="9008" t="34049" r="1055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 Lesson:</a:t>
            </a:r>
            <a:endParaRPr sz="1800" b="0" i="0" u="none" strike="noStrike" cap="none">
              <a:solidFill>
                <a:srgbClr val="FFFFFF"/>
              </a:solidFill>
              <a:latin typeface="Poppins SemiBold"/>
              <a:ea typeface="Poppins SemiBold"/>
              <a:cs typeface="Poppins SemiBold"/>
              <a:sym typeface="Poppins SemiBold"/>
            </a:endParaRPr>
          </a:p>
        </p:txBody>
      </p:sp>
      <p:sp>
        <p:nvSpPr>
          <p:cNvPr id="138" name="Google Shape;138;p25"/>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pic>
        <p:nvPicPr>
          <p:cNvPr id="139" name="Google Shape;139;p25"/>
          <p:cNvPicPr preferRelativeResize="0"/>
          <p:nvPr/>
        </p:nvPicPr>
        <p:blipFill rotWithShape="1">
          <a:blip r:embed="rId4">
            <a:alphaModFix/>
          </a:blip>
          <a:srcRect/>
          <a:stretch/>
        </p:blipFill>
        <p:spPr>
          <a:xfrm>
            <a:off x="1616625" y="1379125"/>
            <a:ext cx="5910751" cy="2848550"/>
          </a:xfrm>
          <a:prstGeom prst="rect">
            <a:avLst/>
          </a:prstGeom>
          <a:noFill/>
          <a:ln>
            <a:noFill/>
          </a:ln>
          <a:effectLst>
            <a:outerShdw blurRad="57150" dist="19050" dir="5400000" algn="bl" rotWithShape="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148" name="Google Shape;148;g2c4fb7f6616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000"/>
              </a:srgbClr>
            </a:outerShdw>
          </a:effectLst>
        </p:spPr>
      </p:pic>
      <p:pic>
        <p:nvPicPr>
          <p:cNvPr id="156" name="Google Shape;156;g2c4fb7f6616_0_721"/>
          <p:cNvPicPr preferRelativeResize="0"/>
          <p:nvPr/>
        </p:nvPicPr>
        <p:blipFill rotWithShape="1">
          <a:blip r:embed="rId7">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000"/>
              </a:srgbClr>
            </a:outerShdw>
          </a:effectLst>
        </p:spPr>
      </p:pic>
      <p:pic>
        <p:nvPicPr>
          <p:cNvPr id="157" name="Google Shape;157;g2c4fb7f6616_0_721"/>
          <p:cNvPicPr preferRelativeResize="0"/>
          <p:nvPr/>
        </p:nvPicPr>
        <p:blipFill rotWithShape="1">
          <a:blip r:embed="rId8">
            <a:alphaModFix/>
          </a:blip>
          <a:srcRect/>
          <a:stretch/>
        </p:blipFill>
        <p:spPr>
          <a:xfrm rot="-198790">
            <a:off x="6033849" y="1525113"/>
            <a:ext cx="1317502" cy="1317490"/>
          </a:xfrm>
          <a:prstGeom prst="rect">
            <a:avLst/>
          </a:prstGeom>
          <a:noFill/>
          <a:ln>
            <a:noFill/>
          </a:ln>
          <a:effectLst>
            <a:outerShdw blurRad="57150" dist="19050" dir="5400000" algn="bl" rotWithShape="0">
              <a:srgbClr val="000000">
                <a:alpha val="20000"/>
              </a:srgbClr>
            </a:outerShdw>
          </a:effectLst>
        </p:spPr>
      </p:pic>
      <p:pic>
        <p:nvPicPr>
          <p:cNvPr id="158" name="Google Shape;158;g2c4fb7f6616_0_721"/>
          <p:cNvPicPr preferRelativeResize="0"/>
          <p:nvPr/>
        </p:nvPicPr>
        <p:blipFill rotWithShape="1">
          <a:blip r:embed="rId9">
            <a:alphaModFix/>
          </a:blip>
          <a:srcRect/>
          <a:stretch/>
        </p:blipFill>
        <p:spPr>
          <a:xfrm rot="-505316">
            <a:off x="5528790" y="1629680"/>
            <a:ext cx="1382684" cy="1382665"/>
          </a:xfrm>
          <a:prstGeom prst="rect">
            <a:avLst/>
          </a:prstGeom>
          <a:noFill/>
          <a:ln>
            <a:noFill/>
          </a:ln>
          <a:effectLst>
            <a:outerShdw blurRad="57150" dist="19050" dir="5400000" algn="bl" rotWithShape="0">
              <a:srgbClr val="000000">
                <a:alpha val="20000"/>
              </a:srgbClr>
            </a:outerShdw>
          </a:effectLst>
        </p:spPr>
      </p:pic>
      <p:pic>
        <p:nvPicPr>
          <p:cNvPr id="159" name="Google Shape;159;g2c4fb7f6616_0_721"/>
          <p:cNvPicPr preferRelativeResize="0"/>
          <p:nvPr/>
        </p:nvPicPr>
        <p:blipFill rotWithShape="1">
          <a:blip r:embed="rId10">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14.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slide" Target="slide22.xml"/><Relationship Id="rId4" Type="http://schemas.openxmlformats.org/officeDocument/2006/relationships/image" Target="../media/image15.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2.png"/><Relationship Id="rId3" Type="http://schemas.openxmlformats.org/officeDocument/2006/relationships/image" Target="../media/image18.png"/><Relationship Id="rId21" Type="http://schemas.openxmlformats.org/officeDocument/2006/relationships/image" Target="../media/image35.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14.png"/><Relationship Id="rId25" Type="http://schemas.openxmlformats.org/officeDocument/2006/relationships/image" Target="../media/image39.png"/><Relationship Id="rId2" Type="http://schemas.openxmlformats.org/officeDocument/2006/relationships/notesSlide" Target="../notesSlides/notesSlide3.xml"/><Relationship Id="rId16" Type="http://schemas.openxmlformats.org/officeDocument/2006/relationships/image" Target="../media/image31.png"/><Relationship Id="rId20"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8.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7.png"/><Relationship Id="rId10" Type="http://schemas.openxmlformats.org/officeDocument/2006/relationships/image" Target="../media/image25.png"/><Relationship Id="rId19"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6.png"/></Relationships>
</file>

<file path=ppt/slides/_rels/slide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26" Type="http://schemas.openxmlformats.org/officeDocument/2006/relationships/image" Target="../media/image63.png"/><Relationship Id="rId3" Type="http://schemas.openxmlformats.org/officeDocument/2006/relationships/image" Target="../media/image40.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5" Type="http://schemas.openxmlformats.org/officeDocument/2006/relationships/image" Target="../media/image62.png"/><Relationship Id="rId2" Type="http://schemas.openxmlformats.org/officeDocument/2006/relationships/notesSlide" Target="../notesSlides/notesSlide4.xml"/><Relationship Id="rId16" Type="http://schemas.openxmlformats.org/officeDocument/2006/relationships/image" Target="../media/image53.png"/><Relationship Id="rId20" Type="http://schemas.openxmlformats.org/officeDocument/2006/relationships/image" Target="../media/image57.png"/><Relationship Id="rId29"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48.png"/><Relationship Id="rId24" Type="http://schemas.openxmlformats.org/officeDocument/2006/relationships/image" Target="../media/image61.png"/><Relationship Id="rId5" Type="http://schemas.openxmlformats.org/officeDocument/2006/relationships/image" Target="../media/image42.png"/><Relationship Id="rId15" Type="http://schemas.openxmlformats.org/officeDocument/2006/relationships/image" Target="../media/image52.png"/><Relationship Id="rId23" Type="http://schemas.openxmlformats.org/officeDocument/2006/relationships/image" Target="../media/image60.png"/><Relationship Id="rId28" Type="http://schemas.openxmlformats.org/officeDocument/2006/relationships/image" Target="../media/image65.png"/><Relationship Id="rId10" Type="http://schemas.openxmlformats.org/officeDocument/2006/relationships/image" Target="../media/image47.png"/><Relationship Id="rId19" Type="http://schemas.openxmlformats.org/officeDocument/2006/relationships/image" Target="../media/image56.png"/><Relationship Id="rId31" Type="http://schemas.openxmlformats.org/officeDocument/2006/relationships/image" Target="../media/image68.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 Id="rId22" Type="http://schemas.openxmlformats.org/officeDocument/2006/relationships/image" Target="../media/image59.png"/><Relationship Id="rId27" Type="http://schemas.openxmlformats.org/officeDocument/2006/relationships/image" Target="../media/image64.png"/><Relationship Id="rId30" Type="http://schemas.openxmlformats.org/officeDocument/2006/relationships/image" Target="../media/image67.png"/></Relationships>
</file>

<file path=ppt/slides/_rels/slide5.xml.rels><?xml version="1.0" encoding="UTF-8" standalone="yes"?>
<Relationships xmlns="http://schemas.openxmlformats.org/package/2006/relationships"><Relationship Id="rId13" Type="http://schemas.openxmlformats.org/officeDocument/2006/relationships/image" Target="../media/image79.png"/><Relationship Id="rId18" Type="http://schemas.openxmlformats.org/officeDocument/2006/relationships/image" Target="../media/image84.png"/><Relationship Id="rId26" Type="http://schemas.openxmlformats.org/officeDocument/2006/relationships/image" Target="../media/image92.png"/><Relationship Id="rId39" Type="http://schemas.openxmlformats.org/officeDocument/2006/relationships/image" Target="../media/image105.png"/><Relationship Id="rId21" Type="http://schemas.openxmlformats.org/officeDocument/2006/relationships/image" Target="../media/image87.png"/><Relationship Id="rId34" Type="http://schemas.openxmlformats.org/officeDocument/2006/relationships/image" Target="../media/image100.png"/><Relationship Id="rId42" Type="http://schemas.openxmlformats.org/officeDocument/2006/relationships/image" Target="../media/image108.png"/><Relationship Id="rId7" Type="http://schemas.openxmlformats.org/officeDocument/2006/relationships/image" Target="../media/image73.png"/><Relationship Id="rId2" Type="http://schemas.openxmlformats.org/officeDocument/2006/relationships/notesSlide" Target="../notesSlides/notesSlide5.xml"/><Relationship Id="rId16" Type="http://schemas.openxmlformats.org/officeDocument/2006/relationships/image" Target="../media/image82.png"/><Relationship Id="rId20" Type="http://schemas.openxmlformats.org/officeDocument/2006/relationships/image" Target="../media/image86.png"/><Relationship Id="rId29" Type="http://schemas.openxmlformats.org/officeDocument/2006/relationships/image" Target="../media/image95.png"/><Relationship Id="rId41" Type="http://schemas.openxmlformats.org/officeDocument/2006/relationships/image" Target="../media/image107.png"/><Relationship Id="rId1" Type="http://schemas.openxmlformats.org/officeDocument/2006/relationships/slideLayout" Target="../slideLayouts/slideLayout3.xml"/><Relationship Id="rId6" Type="http://schemas.openxmlformats.org/officeDocument/2006/relationships/image" Target="../media/image72.png"/><Relationship Id="rId11" Type="http://schemas.openxmlformats.org/officeDocument/2006/relationships/image" Target="../media/image77.png"/><Relationship Id="rId24" Type="http://schemas.openxmlformats.org/officeDocument/2006/relationships/image" Target="../media/image90.png"/><Relationship Id="rId32" Type="http://schemas.openxmlformats.org/officeDocument/2006/relationships/image" Target="../media/image98.png"/><Relationship Id="rId37" Type="http://schemas.openxmlformats.org/officeDocument/2006/relationships/image" Target="../media/image103.png"/><Relationship Id="rId40" Type="http://schemas.openxmlformats.org/officeDocument/2006/relationships/image" Target="../media/image106.png"/><Relationship Id="rId5" Type="http://schemas.openxmlformats.org/officeDocument/2006/relationships/image" Target="../media/image71.png"/><Relationship Id="rId15" Type="http://schemas.openxmlformats.org/officeDocument/2006/relationships/image" Target="../media/image81.png"/><Relationship Id="rId23" Type="http://schemas.openxmlformats.org/officeDocument/2006/relationships/image" Target="../media/image89.png"/><Relationship Id="rId28" Type="http://schemas.openxmlformats.org/officeDocument/2006/relationships/image" Target="../media/image94.png"/><Relationship Id="rId36" Type="http://schemas.openxmlformats.org/officeDocument/2006/relationships/image" Target="../media/image102.png"/><Relationship Id="rId10" Type="http://schemas.openxmlformats.org/officeDocument/2006/relationships/image" Target="../media/image76.png"/><Relationship Id="rId19" Type="http://schemas.openxmlformats.org/officeDocument/2006/relationships/image" Target="../media/image85.png"/><Relationship Id="rId31" Type="http://schemas.openxmlformats.org/officeDocument/2006/relationships/image" Target="../media/image97.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image" Target="../media/image88.png"/><Relationship Id="rId27" Type="http://schemas.openxmlformats.org/officeDocument/2006/relationships/image" Target="../media/image93.png"/><Relationship Id="rId30" Type="http://schemas.openxmlformats.org/officeDocument/2006/relationships/image" Target="../media/image96.png"/><Relationship Id="rId35" Type="http://schemas.openxmlformats.org/officeDocument/2006/relationships/image" Target="../media/image101.png"/><Relationship Id="rId43" Type="http://schemas.openxmlformats.org/officeDocument/2006/relationships/image" Target="../media/image109.png"/><Relationship Id="rId8" Type="http://schemas.openxmlformats.org/officeDocument/2006/relationships/image" Target="../media/image74.png"/><Relationship Id="rId3" Type="http://schemas.openxmlformats.org/officeDocument/2006/relationships/image" Target="../media/image69.png"/><Relationship Id="rId12" Type="http://schemas.openxmlformats.org/officeDocument/2006/relationships/image" Target="../media/image78.png"/><Relationship Id="rId17" Type="http://schemas.openxmlformats.org/officeDocument/2006/relationships/image" Target="../media/image83.png"/><Relationship Id="rId25" Type="http://schemas.openxmlformats.org/officeDocument/2006/relationships/image" Target="../media/image91.png"/><Relationship Id="rId33" Type="http://schemas.openxmlformats.org/officeDocument/2006/relationships/image" Target="../media/image99.png"/><Relationship Id="rId38" Type="http://schemas.openxmlformats.org/officeDocument/2006/relationships/image" Target="../media/image104.png"/></Relationships>
</file>

<file path=ppt/slides/_rels/slide6.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18" Type="http://schemas.openxmlformats.org/officeDocument/2006/relationships/image" Target="../media/image125.png"/><Relationship Id="rId26" Type="http://schemas.openxmlformats.org/officeDocument/2006/relationships/image" Target="../media/image133.png"/><Relationship Id="rId3" Type="http://schemas.openxmlformats.org/officeDocument/2006/relationships/image" Target="../media/image110.png"/><Relationship Id="rId21" Type="http://schemas.openxmlformats.org/officeDocument/2006/relationships/image" Target="../media/image128.png"/><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image" Target="../media/image124.png"/><Relationship Id="rId25" Type="http://schemas.openxmlformats.org/officeDocument/2006/relationships/image" Target="../media/image132.png"/><Relationship Id="rId2" Type="http://schemas.openxmlformats.org/officeDocument/2006/relationships/notesSlide" Target="../notesSlides/notesSlide6.xml"/><Relationship Id="rId16" Type="http://schemas.openxmlformats.org/officeDocument/2006/relationships/image" Target="../media/image123.png"/><Relationship Id="rId20"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13.png"/><Relationship Id="rId11" Type="http://schemas.openxmlformats.org/officeDocument/2006/relationships/image" Target="../media/image118.png"/><Relationship Id="rId24" Type="http://schemas.openxmlformats.org/officeDocument/2006/relationships/image" Target="../media/image131.png"/><Relationship Id="rId5" Type="http://schemas.openxmlformats.org/officeDocument/2006/relationships/image" Target="../media/image112.png"/><Relationship Id="rId15" Type="http://schemas.openxmlformats.org/officeDocument/2006/relationships/image" Target="../media/image122.png"/><Relationship Id="rId23" Type="http://schemas.openxmlformats.org/officeDocument/2006/relationships/image" Target="../media/image130.png"/><Relationship Id="rId10" Type="http://schemas.openxmlformats.org/officeDocument/2006/relationships/image" Target="../media/image117.png"/><Relationship Id="rId19" Type="http://schemas.openxmlformats.org/officeDocument/2006/relationships/image" Target="../media/image126.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 Id="rId22" Type="http://schemas.openxmlformats.org/officeDocument/2006/relationships/image" Target="../media/image129.png"/><Relationship Id="rId27" Type="http://schemas.openxmlformats.org/officeDocument/2006/relationships/image" Target="../media/image134.png"/></Relationships>
</file>

<file path=ppt/slides/_rels/slide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7.xml"/><Relationship Id="rId16" Type="http://schemas.openxmlformats.org/officeDocument/2006/relationships/image" Target="../media/image148.png"/><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8.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26" Type="http://schemas.openxmlformats.org/officeDocument/2006/relationships/image" Target="../media/image172.png"/><Relationship Id="rId3" Type="http://schemas.openxmlformats.org/officeDocument/2006/relationships/image" Target="../media/image149.png"/><Relationship Id="rId21" Type="http://schemas.openxmlformats.org/officeDocument/2006/relationships/image" Target="../media/image167.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5" Type="http://schemas.openxmlformats.org/officeDocument/2006/relationships/image" Target="../media/image171.png"/><Relationship Id="rId2" Type="http://schemas.openxmlformats.org/officeDocument/2006/relationships/notesSlide" Target="../notesSlides/notesSlide8.xml"/><Relationship Id="rId16" Type="http://schemas.openxmlformats.org/officeDocument/2006/relationships/image" Target="../media/image162.png"/><Relationship Id="rId20" Type="http://schemas.openxmlformats.org/officeDocument/2006/relationships/image" Target="../media/image166.png"/><Relationship Id="rId29" Type="http://schemas.openxmlformats.org/officeDocument/2006/relationships/image" Target="../media/image175.png"/><Relationship Id="rId1" Type="http://schemas.openxmlformats.org/officeDocument/2006/relationships/slideLayout" Target="../slideLayouts/slideLayout3.xml"/><Relationship Id="rId6" Type="http://schemas.openxmlformats.org/officeDocument/2006/relationships/image" Target="../media/image152.png"/><Relationship Id="rId11" Type="http://schemas.openxmlformats.org/officeDocument/2006/relationships/image" Target="../media/image157.png"/><Relationship Id="rId24" Type="http://schemas.openxmlformats.org/officeDocument/2006/relationships/image" Target="../media/image170.png"/><Relationship Id="rId5" Type="http://schemas.openxmlformats.org/officeDocument/2006/relationships/image" Target="../media/image151.png"/><Relationship Id="rId15" Type="http://schemas.openxmlformats.org/officeDocument/2006/relationships/image" Target="../media/image161.png"/><Relationship Id="rId23" Type="http://schemas.openxmlformats.org/officeDocument/2006/relationships/image" Target="../media/image169.png"/><Relationship Id="rId28" Type="http://schemas.openxmlformats.org/officeDocument/2006/relationships/image" Target="../media/image174.png"/><Relationship Id="rId10" Type="http://schemas.openxmlformats.org/officeDocument/2006/relationships/image" Target="../media/image156.png"/><Relationship Id="rId19" Type="http://schemas.openxmlformats.org/officeDocument/2006/relationships/image" Target="../media/image165.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 Id="rId22" Type="http://schemas.openxmlformats.org/officeDocument/2006/relationships/image" Target="../media/image168.png"/><Relationship Id="rId27" Type="http://schemas.openxmlformats.org/officeDocument/2006/relationships/image" Target="../media/image173.png"/><Relationship Id="rId30" Type="http://schemas.openxmlformats.org/officeDocument/2006/relationships/image" Target="../media/image176.png"/></Relationships>
</file>

<file path=ppt/slides/_rels/slide9.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6.png"/><Relationship Id="rId3" Type="http://schemas.openxmlformats.org/officeDocument/2006/relationships/image" Target="../media/image177.png"/><Relationship Id="rId7" Type="http://schemas.openxmlformats.org/officeDocument/2006/relationships/image" Target="../media/image181.png"/><Relationship Id="rId12" Type="http://schemas.openxmlformats.org/officeDocument/2006/relationships/image" Target="../media/image18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0.png"/><Relationship Id="rId11" Type="http://schemas.openxmlformats.org/officeDocument/2006/relationships/image" Target="../media/image184.png"/><Relationship Id="rId5" Type="http://schemas.openxmlformats.org/officeDocument/2006/relationships/image" Target="../media/image179.png"/><Relationship Id="rId15" Type="http://schemas.openxmlformats.org/officeDocument/2006/relationships/image" Target="../media/image188.png"/><Relationship Id="rId10" Type="http://schemas.openxmlformats.org/officeDocument/2006/relationships/image" Target="../media/image16.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7.png"/></Relationships>
</file>

<file path=ppt/slides/_rels/slide10.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png"/><Relationship Id="rId3" Type="http://schemas.openxmlformats.org/officeDocument/2006/relationships/image" Target="../media/image189.png"/><Relationship Id="rId7" Type="http://schemas.openxmlformats.org/officeDocument/2006/relationships/image" Target="../media/image193.png"/><Relationship Id="rId12" Type="http://schemas.openxmlformats.org/officeDocument/2006/relationships/image" Target="../media/image198.png"/><Relationship Id="rId17" Type="http://schemas.openxmlformats.org/officeDocument/2006/relationships/image" Target="../media/image203.png"/><Relationship Id="rId2" Type="http://schemas.openxmlformats.org/officeDocument/2006/relationships/notesSlide" Target="../notesSlides/notesSlide10.xml"/><Relationship Id="rId16" Type="http://schemas.openxmlformats.org/officeDocument/2006/relationships/image" Target="../media/image202.png"/><Relationship Id="rId1" Type="http://schemas.openxmlformats.org/officeDocument/2006/relationships/slideLayout" Target="../slideLayouts/slideLayout3.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191.png"/><Relationship Id="rId15" Type="http://schemas.openxmlformats.org/officeDocument/2006/relationships/image" Target="../media/image201.png"/><Relationship Id="rId10" Type="http://schemas.openxmlformats.org/officeDocument/2006/relationships/image" Target="../media/image196.png"/><Relationship Id="rId4" Type="http://schemas.openxmlformats.org/officeDocument/2006/relationships/image" Target="../media/image190.png"/><Relationship Id="rId9" Type="http://schemas.openxmlformats.org/officeDocument/2006/relationships/image" Target="../media/image195.png"/><Relationship Id="rId14" Type="http://schemas.openxmlformats.org/officeDocument/2006/relationships/image" Target="../media/image200.png"/></Relationships>
</file>

<file path=ppt/slides/_rels/slide11.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9.png"/><Relationship Id="rId3" Type="http://schemas.openxmlformats.org/officeDocument/2006/relationships/image" Target="../media/image204.png"/><Relationship Id="rId21" Type="http://schemas.openxmlformats.org/officeDocument/2006/relationships/image" Target="../media/image222.png"/><Relationship Id="rId7" Type="http://schemas.openxmlformats.org/officeDocument/2006/relationships/image" Target="../media/image208.png"/><Relationship Id="rId12" Type="http://schemas.openxmlformats.org/officeDocument/2006/relationships/image" Target="../media/image213.png"/><Relationship Id="rId17" Type="http://schemas.openxmlformats.org/officeDocument/2006/relationships/image" Target="../media/image218.png"/><Relationship Id="rId25" Type="http://schemas.openxmlformats.org/officeDocument/2006/relationships/image" Target="../media/image226.png"/><Relationship Id="rId2" Type="http://schemas.openxmlformats.org/officeDocument/2006/relationships/notesSlide" Target="../notesSlides/notesSlide11.xml"/><Relationship Id="rId16" Type="http://schemas.openxmlformats.org/officeDocument/2006/relationships/image" Target="../media/image217.png"/><Relationship Id="rId20"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207.png"/><Relationship Id="rId11" Type="http://schemas.openxmlformats.org/officeDocument/2006/relationships/image" Target="../media/image212.png"/><Relationship Id="rId24" Type="http://schemas.openxmlformats.org/officeDocument/2006/relationships/image" Target="../media/image225.png"/><Relationship Id="rId5" Type="http://schemas.openxmlformats.org/officeDocument/2006/relationships/image" Target="../media/image206.png"/><Relationship Id="rId15" Type="http://schemas.openxmlformats.org/officeDocument/2006/relationships/image" Target="../media/image216.png"/><Relationship Id="rId23" Type="http://schemas.openxmlformats.org/officeDocument/2006/relationships/image" Target="../media/image224.png"/><Relationship Id="rId10" Type="http://schemas.openxmlformats.org/officeDocument/2006/relationships/image" Target="../media/image211.png"/><Relationship Id="rId19" Type="http://schemas.openxmlformats.org/officeDocument/2006/relationships/image" Target="../media/image220.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 Id="rId22" Type="http://schemas.openxmlformats.org/officeDocument/2006/relationships/image" Target="../media/image22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/e/;</a:t>
            </a:r>
            <a:br>
              <a:rPr lang="en-US" sz="3000"/>
            </a:br>
            <a:r>
              <a:rPr lang="en-US" sz="3000"/>
              <a:t>ea</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52</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{B95BDADC-3904-4404-83C9-7F0ABB3B217B}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/e/</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34699" y="5256525"/>
            <a:ext cx="1419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910803"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55206"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342282"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391903"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19" r="29"/>
          <a:stretch/>
        </p:blipFill>
        <p:spPr>
          <a:xfrm>
            <a:off x="2255945" y="3892010"/>
            <a:ext cx="590656" cy="836046"/>
          </a:xfrm>
          <a:prstGeom prst="rect">
            <a:avLst/>
          </a:prstGeom>
          <a:noFill/>
          <a:ln>
            <a:noFill/>
          </a:ln>
          <a:effectLst>
            <a:outerShdw blurRad="71438" dist="28575" dir="5400000" algn="bl" rotWithShape="0">
              <a:srgbClr val="000000">
                <a:alpha val="14901"/>
              </a:srgbClr>
            </a:outerShdw>
          </a:effectLst>
        </p:spPr>
      </p:pic>
      <p:pic>
        <p:nvPicPr>
          <p:cNvPr id="800" name="Google Shape;800;g2cdbdd49f8e_0_0"/>
          <p:cNvPicPr preferRelativeResize="0"/>
          <p:nvPr/>
        </p:nvPicPr>
        <p:blipFill rotWithShape="1">
          <a:blip r:embed="rId4">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3">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4">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0" name="Google Shape;830;g26b7edf6e71_0_109"/>
          <p:cNvGrpSpPr/>
          <p:nvPr/>
        </p:nvGrpSpPr>
        <p:grpSpPr>
          <a:xfrm>
            <a:off x="854396" y="2135925"/>
            <a:ext cx="7282807" cy="2686611"/>
            <a:chOff x="867357" y="2129450"/>
            <a:chExt cx="7282807" cy="2686611"/>
          </a:xfrm>
        </p:grpSpPr>
        <p:pic>
          <p:nvPicPr>
            <p:cNvPr id="831" name="Google Shape;83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1" name="Google Shape;851;g2c298d33e0c_0_6"/>
          <p:cNvGrpSpPr/>
          <p:nvPr/>
        </p:nvGrpSpPr>
        <p:grpSpPr>
          <a:xfrm>
            <a:off x="854893" y="2086700"/>
            <a:ext cx="7281864" cy="2684601"/>
            <a:chOff x="868300" y="2129450"/>
            <a:chExt cx="7281864" cy="2684601"/>
          </a:xfrm>
        </p:grpSpPr>
        <p:pic>
          <p:nvPicPr>
            <p:cNvPr id="852" name="Google Shape;85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6" name="Google Shape;85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6" name="Google Shape;886;g2c298da1f27_0_455"/>
          <p:cNvGrpSpPr/>
          <p:nvPr/>
        </p:nvGrpSpPr>
        <p:grpSpPr>
          <a:xfrm>
            <a:off x="854868" y="2129450"/>
            <a:ext cx="7281864" cy="2684601"/>
            <a:chOff x="868300" y="2053250"/>
            <a:chExt cx="7281864" cy="2684601"/>
          </a:xfrm>
        </p:grpSpPr>
        <p:pic>
          <p:nvPicPr>
            <p:cNvPr id="887" name="Google Shape;88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6" name="Google Shape;906;g2c298da1f27_1_0"/>
          <p:cNvGrpSpPr/>
          <p:nvPr/>
        </p:nvGrpSpPr>
        <p:grpSpPr>
          <a:xfrm>
            <a:off x="854868" y="2148475"/>
            <a:ext cx="7281864" cy="2688001"/>
            <a:chOff x="868300" y="2129450"/>
            <a:chExt cx="7281864" cy="2688001"/>
          </a:xfrm>
        </p:grpSpPr>
        <p:pic>
          <p:nvPicPr>
            <p:cNvPr id="907" name="Google Shape;90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1" name="Google Shape;921;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dbdd193bb_0_343"/>
          <p:cNvSpPr txBox="1">
            <a:spLocks noGrp="1"/>
          </p:cNvSpPr>
          <p:nvPr>
            <p:ph type="title"/>
          </p:nvPr>
        </p:nvSpPr>
        <p:spPr>
          <a:xfrm>
            <a:off x="376625" y="582900"/>
            <a:ext cx="83910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 sugar love money</a:t>
            </a:r>
            <a:r>
              <a:rPr lang="en-US" sz="2000"/>
              <a:t>.</a:t>
            </a:r>
            <a:endParaRPr sz="2000"/>
          </a:p>
        </p:txBody>
      </p:sp>
      <p:pic>
        <p:nvPicPr>
          <p:cNvPr id="928" name="Google Shape;928;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29" name="Google Shape;929;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4">
            <a:alphaModFix/>
          </a:blip>
          <a:stretch>
            <a:fillRect/>
          </a:stretch>
        </p:blipFill>
        <p:spPr>
          <a:xfrm>
            <a:off x="4548225" y="4929532"/>
            <a:ext cx="1146826" cy="819954"/>
          </a:xfrm>
          <a:prstGeom prst="rect">
            <a:avLst/>
          </a:prstGeom>
          <a:noFill/>
          <a:ln>
            <a:noFill/>
          </a:ln>
          <a:effectLst>
            <a:outerShdw blurRad="71438" dist="19050" dir="5400000" algn="bl" rotWithShape="0">
              <a:srgbClr val="000000">
                <a:alpha val="18000"/>
              </a:srgbClr>
            </a:outerShdw>
          </a:effectLst>
        </p:spPr>
      </p:pic>
      <p:pic>
        <p:nvPicPr>
          <p:cNvPr id="950" name="Google Shape;950;g2cdbdd193bb_0_343"/>
          <p:cNvPicPr preferRelativeResize="0"/>
          <p:nvPr/>
        </p:nvPicPr>
        <p:blipFill>
          <a:blip r:embed="rId25">
            <a:alphaModFix/>
          </a:blip>
          <a:stretch>
            <a:fillRect/>
          </a:stretch>
        </p:blipFill>
        <p:spPr>
          <a:xfrm>
            <a:off x="5774950" y="4930957"/>
            <a:ext cx="1146826" cy="819954"/>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7" name="Google Shape;95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8" name="Google Shape;958;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59" name="Google Shape;95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60" name="Google Shape;960;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61" name="Google Shape;961;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dge</a:t>
            </a:r>
            <a:endParaRPr sz="5800" b="0" i="0" u="none" strike="noStrike" cap="none">
              <a:solidFill>
                <a:srgbClr val="2356AF"/>
              </a:solidFill>
              <a:latin typeface="Jost"/>
              <a:ea typeface="Jost"/>
              <a:cs typeface="Jost"/>
              <a:sym typeface="Jost"/>
            </a:endParaRPr>
          </a:p>
        </p:txBody>
      </p:sp>
      <p:sp>
        <p:nvSpPr>
          <p:cNvPr id="962" name="Google Shape;962;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e</a:t>
            </a:r>
            <a:r>
              <a:rPr lang="en-US" sz="5800" b="0" i="0" u="none" strike="noStrike" cap="none">
                <a:solidFill>
                  <a:srgbClr val="2356AF"/>
                </a:solidFill>
                <a:latin typeface="Jost"/>
                <a:ea typeface="Jost"/>
                <a:cs typeface="Jost"/>
                <a:sym typeface="Jost"/>
              </a:rPr>
              <a:t>lf</a:t>
            </a:r>
            <a:endParaRPr sz="5800" b="0" i="0" u="none" strike="noStrike" cap="none">
              <a:solidFill>
                <a:srgbClr val="2356AF"/>
              </a:solidFill>
              <a:latin typeface="Jost"/>
              <a:ea typeface="Jost"/>
              <a:cs typeface="Jost"/>
              <a:sym typeface="Jost"/>
            </a:endParaRPr>
          </a:p>
        </p:txBody>
      </p:sp>
      <p:sp>
        <p:nvSpPr>
          <p:cNvPr id="963" name="Google Shape;96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2, Lesson 17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0" name="Google Shape;970;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71" name="Google Shape;971;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72" name="Google Shape;972;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3" name="Google Shape;973;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a:t>
            </a:r>
            <a:r>
              <a:rPr lang="en-US" sz="5800" b="0" i="0" u="none" strike="noStrike" cap="none">
                <a:solidFill>
                  <a:srgbClr val="815138"/>
                </a:solidFill>
                <a:latin typeface="Jost"/>
                <a:ea typeface="Jost"/>
                <a:cs typeface="Jost"/>
                <a:sym typeface="Jost"/>
              </a:rPr>
              <a:t>e</a:t>
            </a:r>
            <a:r>
              <a:rPr lang="en-US" sz="4800" b="0" i="0" u="none" strike="noStrike" cap="none">
                <a:solidFill>
                  <a:srgbClr val="815138"/>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74" name="Google Shape;974;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sw</a:t>
            </a:r>
            <a:r>
              <a:rPr lang="en-US" sz="5800" b="0" i="0" u="none" strike="noStrike" cap="none">
                <a:solidFill>
                  <a:srgbClr val="815138"/>
                </a:solidFill>
                <a:latin typeface="Jost"/>
                <a:ea typeface="Jost"/>
                <a:cs typeface="Jost"/>
                <a:sym typeface="Jost"/>
              </a:rPr>
              <a:t>e</a:t>
            </a:r>
            <a:r>
              <a:rPr lang="en-US" sz="4800" b="0" i="0" u="none" strike="noStrike" cap="none">
                <a:solidFill>
                  <a:srgbClr val="815138"/>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75" name="Google Shape;975;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br</a:t>
            </a:r>
            <a:r>
              <a:rPr lang="en-US" sz="5800" b="0" i="0" u="none" strike="noStrike" cap="none">
                <a:solidFill>
                  <a:srgbClr val="815138"/>
                </a:solidFill>
                <a:latin typeface="Jost"/>
                <a:ea typeface="Jost"/>
                <a:cs typeface="Jost"/>
                <a:sym typeface="Jost"/>
              </a:rPr>
              <a:t>e</a:t>
            </a:r>
            <a:r>
              <a:rPr lang="en-US" sz="4800" b="0" i="0" u="none" strike="noStrike" cap="none">
                <a:solidFill>
                  <a:srgbClr val="815138"/>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kf</a:t>
            </a:r>
            <a:r>
              <a:rPr lang="en-US" sz="48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st</a:t>
            </a:r>
            <a:endParaRPr sz="5800" b="0" i="0" u="none" strike="noStrike" cap="none">
              <a:solidFill>
                <a:srgbClr val="2356AF"/>
              </a:solidFill>
              <a:latin typeface="Jost"/>
              <a:ea typeface="Jost"/>
              <a:cs typeface="Jost"/>
              <a:sym typeface="Jost"/>
            </a:endParaRPr>
          </a:p>
        </p:txBody>
      </p:sp>
      <p:sp>
        <p:nvSpPr>
          <p:cNvPr id="976" name="Google Shape;976;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5.5, Lesson 52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83" name="Google Shape;98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0" name="Google Shape;99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1" name="Google Shape;991;g2c4fb7f6616_1_0"/>
          <p:cNvSpPr/>
          <p:nvPr/>
        </p:nvSpPr>
        <p:spPr>
          <a:xfrm>
            <a:off x="3401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4fb7f6616_1_0"/>
          <p:cNvSpPr/>
          <p:nvPr/>
        </p:nvSpPr>
        <p:spPr>
          <a:xfrm>
            <a:off x="6266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3" name="Google Shape;99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4" name="Google Shape;994;g2c4fb7f6616_1_0"/>
          <p:cNvSpPr txBox="1">
            <a:spLocks noGrp="1"/>
          </p:cNvSpPr>
          <p:nvPr>
            <p:ph type="subTitle" idx="4294967295"/>
          </p:nvPr>
        </p:nvSpPr>
        <p:spPr>
          <a:xfrm>
            <a:off x="5697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5" name="Google Shape;995;g2c4fb7f6616_1_0"/>
          <p:cNvSpPr txBox="1">
            <a:spLocks noGrp="1"/>
          </p:cNvSpPr>
          <p:nvPr>
            <p:ph type="subTitle" idx="4294967295"/>
          </p:nvPr>
        </p:nvSpPr>
        <p:spPr>
          <a:xfrm>
            <a:off x="2831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6" name="Google Shape;996;g2c4fb7f6616_1_0"/>
          <p:cNvSpPr txBox="1">
            <a:spLocks noGrp="1"/>
          </p:cNvSpPr>
          <p:nvPr>
            <p:ph type="subTitle" idx="4294967295"/>
          </p:nvPr>
        </p:nvSpPr>
        <p:spPr>
          <a:xfrm>
            <a:off x="3610750" y="1308025"/>
            <a:ext cx="2619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e</a:t>
            </a:r>
            <a:r>
              <a:rPr lang="en-US" sz="12600" b="0" i="0" u="none" strike="noStrike" cap="none">
                <a:solidFill>
                  <a:srgbClr val="815138"/>
                </a:solidFill>
                <a:latin typeface="Poppins"/>
                <a:ea typeface="Poppins"/>
                <a:cs typeface="Poppins"/>
                <a:sym typeface="Poppins"/>
              </a:rPr>
              <a:t>a</a:t>
            </a:r>
            <a:endParaRPr sz="12600" b="0" i="0" u="none" strike="noStrike" cap="none">
              <a:solidFill>
                <a:srgbClr val="815138"/>
              </a:solidFill>
              <a:latin typeface="Poppins"/>
              <a:ea typeface="Poppins"/>
              <a:cs typeface="Poppins"/>
              <a:sym typeface="Poppins"/>
            </a:endParaRPr>
          </a:p>
        </p:txBody>
      </p:sp>
      <p:sp>
        <p:nvSpPr>
          <p:cNvPr id="997" name="Google Shape;99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5" name="Google Shape;1005;g2c4fb7f6616_1_0"/>
          <p:cNvGrpSpPr/>
          <p:nvPr/>
        </p:nvGrpSpPr>
        <p:grpSpPr>
          <a:xfrm>
            <a:off x="-550" y="6984600"/>
            <a:ext cx="8596479" cy="808600"/>
            <a:chOff x="-550" y="6984600"/>
            <a:chExt cx="8596479" cy="808600"/>
          </a:xfrm>
        </p:grpSpPr>
        <p:sp>
          <p:nvSpPr>
            <p:cNvPr id="1006" name="Google Shape;100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7" name="Google Shape;100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8" name="Google Shape;100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9" name="Google Shape;100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0" name="Google Shape;101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1" name="Google Shape;101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2" name="Google Shape;101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3" name="Google Shape;101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4" name="Google Shape;101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5" name="Google Shape;1015;g2c4fb7f6616_1_0"/>
          <p:cNvSpPr/>
          <p:nvPr/>
        </p:nvSpPr>
        <p:spPr>
          <a:xfrm>
            <a:off x="2487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c4fb7f6616_1_0"/>
          <p:cNvSpPr txBox="1">
            <a:spLocks noGrp="1"/>
          </p:cNvSpPr>
          <p:nvPr>
            <p:ph type="subTitle" idx="4294967295"/>
          </p:nvPr>
        </p:nvSpPr>
        <p:spPr>
          <a:xfrm>
            <a:off x="1917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1017" name="Google Shape;1017;g2c4fb7f6616_1_0"/>
          <p:cNvSpPr/>
          <p:nvPr/>
        </p:nvSpPr>
        <p:spPr>
          <a:xfrm>
            <a:off x="4111050" y="4011900"/>
            <a:ext cx="16185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73c4f19169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4" name="Google Shape;1024;g273c4f19169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5" name="Google Shape;1025;g273c4f19169_0_12"/>
          <p:cNvSpPr/>
          <p:nvPr/>
        </p:nvSpPr>
        <p:spPr>
          <a:xfrm>
            <a:off x="372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73c4f19169_0_12"/>
          <p:cNvSpPr/>
          <p:nvPr/>
        </p:nvSpPr>
        <p:spPr>
          <a:xfrm>
            <a:off x="6363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7" name="Google Shape;1027;g273c4f19169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8" name="Google Shape;1028;g273c4f19169_0_12"/>
          <p:cNvSpPr txBox="1">
            <a:spLocks noGrp="1"/>
          </p:cNvSpPr>
          <p:nvPr>
            <p:ph type="subTitle" idx="4294967295"/>
          </p:nvPr>
        </p:nvSpPr>
        <p:spPr>
          <a:xfrm>
            <a:off x="5794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29" name="Google Shape;1029;g273c4f19169_0_12"/>
          <p:cNvSpPr txBox="1">
            <a:spLocks noGrp="1"/>
          </p:cNvSpPr>
          <p:nvPr>
            <p:ph type="subTitle" idx="4294967295"/>
          </p:nvPr>
        </p:nvSpPr>
        <p:spPr>
          <a:xfrm>
            <a:off x="315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30" name="Google Shape;1030;g273c4f19169_0_12"/>
          <p:cNvSpPr txBox="1">
            <a:spLocks noGrp="1"/>
          </p:cNvSpPr>
          <p:nvPr>
            <p:ph type="subTitle" idx="4294967295"/>
          </p:nvPr>
        </p:nvSpPr>
        <p:spPr>
          <a:xfrm>
            <a:off x="4094925" y="1308025"/>
            <a:ext cx="2302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e</a:t>
            </a:r>
            <a:r>
              <a:rPr lang="en-US" sz="12600" b="0" i="0" u="none" strike="noStrike" cap="none">
                <a:solidFill>
                  <a:srgbClr val="815138"/>
                </a:solidFill>
                <a:latin typeface="Poppins"/>
                <a:ea typeface="Poppins"/>
                <a:cs typeface="Poppins"/>
                <a:sym typeface="Poppins"/>
              </a:rPr>
              <a:t>a</a:t>
            </a:r>
            <a:endParaRPr sz="15000" b="0" i="0" u="none" strike="noStrike" cap="none">
              <a:solidFill>
                <a:srgbClr val="ED1C24"/>
              </a:solidFill>
              <a:latin typeface="Jost"/>
              <a:ea typeface="Jost"/>
              <a:cs typeface="Jost"/>
              <a:sym typeface="Jost"/>
            </a:endParaRPr>
          </a:p>
        </p:txBody>
      </p:sp>
      <p:sp>
        <p:nvSpPr>
          <p:cNvPr id="1031" name="Google Shape;1031;g273c4f19169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73c4f19169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73c4f19169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73c4f19169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73c4f19169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73c4f19169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73c4f19169_0_1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73c4f19169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9" name="Google Shape;1039;g273c4f19169_0_12"/>
          <p:cNvGrpSpPr/>
          <p:nvPr/>
        </p:nvGrpSpPr>
        <p:grpSpPr>
          <a:xfrm>
            <a:off x="-550" y="6984600"/>
            <a:ext cx="8596479" cy="808600"/>
            <a:chOff x="-550" y="6984600"/>
            <a:chExt cx="8596479" cy="808600"/>
          </a:xfrm>
        </p:grpSpPr>
        <p:sp>
          <p:nvSpPr>
            <p:cNvPr id="1040" name="Google Shape;1040;g273c4f19169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41" name="Google Shape;1041;g273c4f19169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2" name="Google Shape;1042;g273c4f19169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3" name="Google Shape;1043;g273c4f19169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4" name="Google Shape;1044;g273c4f19169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5" name="Google Shape;1045;g273c4f19169_0_1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6" name="Google Shape;1046;g273c4f19169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7" name="Google Shape;1047;g273c4f19169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8" name="Google Shape;1048;g273c4f19169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9" name="Google Shape;1049;g273c4f19169_0_12"/>
          <p:cNvSpPr txBox="1">
            <a:spLocks noGrp="1"/>
          </p:cNvSpPr>
          <p:nvPr>
            <p:ph type="subTitle" idx="4294967295"/>
          </p:nvPr>
        </p:nvSpPr>
        <p:spPr>
          <a:xfrm>
            <a:off x="1820450" y="1308025"/>
            <a:ext cx="2257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1050" name="Google Shape;1050;g273c4f19169_0_12"/>
          <p:cNvSpPr/>
          <p:nvPr/>
        </p:nvSpPr>
        <p:spPr>
          <a:xfrm>
            <a:off x="4381500" y="4011900"/>
            <a:ext cx="1729200" cy="180000"/>
          </a:xfrm>
          <a:prstGeom prst="rect">
            <a:avLst/>
          </a:prstGeom>
          <a:solidFill>
            <a:srgbClr val="8151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815138"/>
              </a:solidFill>
              <a:latin typeface="Calibri"/>
              <a:ea typeface="Calibri"/>
              <a:cs typeface="Calibri"/>
              <a:sym typeface="Calibri"/>
            </a:endParaRPr>
          </a:p>
        </p:txBody>
      </p:sp>
      <p:sp>
        <p:nvSpPr>
          <p:cNvPr id="1051" name="Google Shape;1051;g273c4f19169_0_12"/>
          <p:cNvSpPr/>
          <p:nvPr/>
        </p:nvSpPr>
        <p:spPr>
          <a:xfrm>
            <a:off x="2357300" y="4011900"/>
            <a:ext cx="1183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8" name="Google Shape;105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5" name="Google Shape;106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6" name="Google Shape;106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7" name="Google Shape;106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4" name="Google Shape;107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5" name="Google Shape;107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6" name="Google Shape;107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3" name="Google Shape;108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4" name="Google Shape;108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5" name="Google Shape;108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2" name="Google Shape;109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3" name="Google Shape;109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4" name="Google Shape;109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6b641b03cd_0_301"/>
          <p:cNvSpPr txBox="1">
            <a:spLocks noGrp="1"/>
          </p:cNvSpPr>
          <p:nvPr>
            <p:ph type="title"/>
          </p:nvPr>
        </p:nvSpPr>
        <p:spPr>
          <a:xfrm>
            <a:off x="763325" y="5568500"/>
            <a:ext cx="7617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1" name="Google Shape;110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2" name="Google Shape;110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3" name="Google Shape;1103;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0" name="Google Shape;111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1" name="Google Shape;1111;g26b641b03cd_0_308"/>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2" name="Google Shape;1112;g26b641b03cd_0_308"/>
          <p:cNvPicPr preferRelativeResize="0"/>
          <p:nvPr/>
        </p:nvPicPr>
        <p:blipFill rotWithShape="1">
          <a:blip r:embed="rId3">
            <a:alphaModFix/>
          </a:blip>
          <a:srcRect l="58"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pic>
        <p:nvPicPr>
          <p:cNvPr id="1118" name="Google Shape;1118;g273c4f19169_0_47"/>
          <p:cNvPicPr preferRelativeResize="0"/>
          <p:nvPr/>
        </p:nvPicPr>
        <p:blipFill rotWithShape="1">
          <a:blip r:embed="rId3">
            <a:alphaModFix/>
          </a:blip>
          <a:srcRect/>
          <a:stretch/>
        </p:blipFill>
        <p:spPr>
          <a:xfrm>
            <a:off x="2122875" y="1406675"/>
            <a:ext cx="4898251" cy="3500401"/>
          </a:xfrm>
          <a:prstGeom prst="rect">
            <a:avLst/>
          </a:prstGeom>
          <a:noFill/>
          <a:ln>
            <a:noFill/>
          </a:ln>
          <a:effectLst>
            <a:outerShdw blurRad="71438" dist="19050" dir="5400000" algn="bl" rotWithShape="0">
              <a:srgbClr val="000000">
                <a:alpha val="17647"/>
              </a:srgbClr>
            </a:outerShdw>
          </a:effectLst>
        </p:spPr>
      </p:pic>
      <p:sp>
        <p:nvSpPr>
          <p:cNvPr id="1119" name="Google Shape;1119;g273c4f19169_0_47"/>
          <p:cNvSpPr txBox="1">
            <a:spLocks noGrp="1"/>
          </p:cNvSpPr>
          <p:nvPr>
            <p:ph type="title"/>
          </p:nvPr>
        </p:nvSpPr>
        <p:spPr>
          <a:xfrm>
            <a:off x="814100" y="5568500"/>
            <a:ext cx="751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20" name="Google Shape;1120;g273c4f19169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1" name="Google Shape;1121;g273c4f19169_0_4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pic>
        <p:nvPicPr>
          <p:cNvPr id="1127" name="Google Shape;1127;g273c4f19169_0_80"/>
          <p:cNvPicPr preferRelativeResize="0"/>
          <p:nvPr/>
        </p:nvPicPr>
        <p:blipFill rotWithShape="1">
          <a:blip r:embed="rId3">
            <a:alphaModFix/>
          </a:blip>
          <a:srcRect/>
          <a:stretch/>
        </p:blipFill>
        <p:spPr>
          <a:xfrm>
            <a:off x="2122876" y="1406675"/>
            <a:ext cx="4898251" cy="3500401"/>
          </a:xfrm>
          <a:prstGeom prst="rect">
            <a:avLst/>
          </a:prstGeom>
          <a:noFill/>
          <a:ln>
            <a:noFill/>
          </a:ln>
          <a:effectLst>
            <a:outerShdw blurRad="71438" dist="19050" dir="5400000" algn="bl" rotWithShape="0">
              <a:srgbClr val="000000">
                <a:alpha val="17647"/>
              </a:srgbClr>
            </a:outerShdw>
          </a:effectLst>
        </p:spPr>
      </p:pic>
      <p:sp>
        <p:nvSpPr>
          <p:cNvPr id="1128" name="Google Shape;1128;g273c4f19169_0_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9" name="Google Shape;1129;g273c4f19169_0_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0" name="Google Shape;1130;g273c4f19169_0_80"/>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pic>
        <p:nvPicPr>
          <p:cNvPr id="1136" name="Google Shape;1136;g27414de0e3b_0_1"/>
          <p:cNvPicPr preferRelativeResize="0"/>
          <p:nvPr/>
        </p:nvPicPr>
        <p:blipFill rotWithShape="1">
          <a:blip r:embed="rId3">
            <a:alphaModFix/>
          </a:blip>
          <a:srcRect/>
          <a:stretch/>
        </p:blipFill>
        <p:spPr>
          <a:xfrm>
            <a:off x="2122875" y="1417125"/>
            <a:ext cx="4898251" cy="3500419"/>
          </a:xfrm>
          <a:prstGeom prst="rect">
            <a:avLst/>
          </a:prstGeom>
          <a:noFill/>
          <a:ln>
            <a:noFill/>
          </a:ln>
          <a:effectLst>
            <a:outerShdw blurRad="71438" dist="19050" dir="5400000" algn="bl" rotWithShape="0">
              <a:srgbClr val="000000">
                <a:alpha val="17647"/>
              </a:srgbClr>
            </a:outerShdw>
          </a:effectLst>
        </p:spPr>
      </p:pic>
      <p:sp>
        <p:nvSpPr>
          <p:cNvPr id="1137" name="Google Shape;1137;g27414de0e3b_0_1"/>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8" name="Google Shape;1138;g27414de0e3b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9" name="Google Shape;1139;g27414de0e3b_0_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pic>
        <p:nvPicPr>
          <p:cNvPr id="1145" name="Google Shape;1145;g27414de0e3b_0_11"/>
          <p:cNvPicPr preferRelativeResize="0"/>
          <p:nvPr/>
        </p:nvPicPr>
        <p:blipFill rotWithShape="1">
          <a:blip r:embed="rId3">
            <a:alphaModFix/>
          </a:blip>
          <a:srcRect/>
          <a:stretch/>
        </p:blipFill>
        <p:spPr>
          <a:xfrm>
            <a:off x="2122875" y="1417127"/>
            <a:ext cx="4898251" cy="3500422"/>
          </a:xfrm>
          <a:prstGeom prst="rect">
            <a:avLst/>
          </a:prstGeom>
          <a:noFill/>
          <a:ln>
            <a:noFill/>
          </a:ln>
          <a:effectLst>
            <a:outerShdw blurRad="71438" dist="19050" dir="5400000" algn="bl" rotWithShape="0">
              <a:srgbClr val="000000">
                <a:alpha val="17647"/>
              </a:srgbClr>
            </a:outerShdw>
          </a:effectLst>
        </p:spPr>
      </p:pic>
      <p:sp>
        <p:nvSpPr>
          <p:cNvPr id="1146" name="Google Shape;1146;g27414de0e3b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7" name="Google Shape;1147;g27414de0e3b_0_1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8" name="Google Shape;1148;g27414de0e3b_0_11"/>
          <p:cNvSpPr txBox="1">
            <a:spLocks noGrp="1"/>
          </p:cNvSpPr>
          <p:nvPr>
            <p:ph type="title"/>
          </p:nvPr>
        </p:nvSpPr>
        <p:spPr>
          <a:xfrm>
            <a:off x="737950" y="5568500"/>
            <a:ext cx="7668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pic>
        <p:nvPicPr>
          <p:cNvPr id="1154" name="Google Shape;1154;g27414de0e3b_0_21"/>
          <p:cNvPicPr preferRelativeResize="0"/>
          <p:nvPr/>
        </p:nvPicPr>
        <p:blipFill rotWithShape="1">
          <a:blip r:embed="rId3">
            <a:alphaModFix/>
          </a:blip>
          <a:srcRect t="79" b="89"/>
          <a:stretch/>
        </p:blipFill>
        <p:spPr>
          <a:xfrm>
            <a:off x="2122875" y="1417133"/>
            <a:ext cx="4898251" cy="3500419"/>
          </a:xfrm>
          <a:prstGeom prst="rect">
            <a:avLst/>
          </a:prstGeom>
          <a:noFill/>
          <a:ln>
            <a:noFill/>
          </a:ln>
          <a:effectLst>
            <a:outerShdw blurRad="71438" dist="19050" dir="5400000" algn="bl" rotWithShape="0">
              <a:srgbClr val="000000">
                <a:alpha val="17647"/>
              </a:srgbClr>
            </a:outerShdw>
          </a:effectLst>
        </p:spPr>
      </p:pic>
      <p:sp>
        <p:nvSpPr>
          <p:cNvPr id="1155" name="Google Shape;1155;g27414de0e3b_0_21"/>
          <p:cNvSpPr txBox="1">
            <a:spLocks noGrp="1"/>
          </p:cNvSpPr>
          <p:nvPr>
            <p:ph type="title"/>
          </p:nvPr>
        </p:nvSpPr>
        <p:spPr>
          <a:xfrm>
            <a:off x="750650" y="5568500"/>
            <a:ext cx="7642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56" name="Google Shape;1156;g27414de0e3b_0_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57" name="Google Shape;1157;g27414de0e3b_0_2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pic>
        <p:nvPicPr>
          <p:cNvPr id="1163" name="Google Shape;1163;g27414de0e3b_0_31"/>
          <p:cNvPicPr preferRelativeResize="0"/>
          <p:nvPr/>
        </p:nvPicPr>
        <p:blipFill rotWithShape="1">
          <a:blip r:embed="rId3">
            <a:alphaModFix/>
          </a:blip>
          <a:srcRect t="79" b="89"/>
          <a:stretch/>
        </p:blipFill>
        <p:spPr>
          <a:xfrm>
            <a:off x="2122875" y="1417134"/>
            <a:ext cx="4898251" cy="3500419"/>
          </a:xfrm>
          <a:prstGeom prst="rect">
            <a:avLst/>
          </a:prstGeom>
          <a:noFill/>
          <a:ln>
            <a:noFill/>
          </a:ln>
          <a:effectLst>
            <a:outerShdw blurRad="71438" dist="19050" dir="5400000" algn="bl" rotWithShape="0">
              <a:srgbClr val="000000">
                <a:alpha val="17647"/>
              </a:srgbClr>
            </a:outerShdw>
          </a:effectLst>
        </p:spPr>
      </p:pic>
      <p:sp>
        <p:nvSpPr>
          <p:cNvPr id="1164" name="Google Shape;1164;g27414de0e3b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65" name="Google Shape;1165;g27414de0e3b_0_3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66" name="Google Shape;1166;g27414de0e3b_0_31"/>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pic>
        <p:nvPicPr>
          <p:cNvPr id="1172" name="Google Shape;1172;g321199d22d6_1_24"/>
          <p:cNvPicPr preferRelativeResize="0"/>
          <p:nvPr/>
        </p:nvPicPr>
        <p:blipFill rotWithShape="1">
          <a:blip r:embed="rId3">
            <a:alphaModFix/>
          </a:blip>
          <a:srcRect/>
          <a:stretch/>
        </p:blipFill>
        <p:spPr>
          <a:xfrm>
            <a:off x="2122875" y="1417133"/>
            <a:ext cx="4898251" cy="3500419"/>
          </a:xfrm>
          <a:prstGeom prst="rect">
            <a:avLst/>
          </a:prstGeom>
          <a:noFill/>
          <a:ln>
            <a:noFill/>
          </a:ln>
          <a:effectLst>
            <a:outerShdw blurRad="71438" dist="19050" dir="5400000" algn="bl" rotWithShape="0">
              <a:srgbClr val="000000">
                <a:alpha val="17650"/>
              </a:srgbClr>
            </a:outerShdw>
          </a:effectLst>
        </p:spPr>
      </p:pic>
      <p:sp>
        <p:nvSpPr>
          <p:cNvPr id="1173" name="Google Shape;1173;g321199d22d6_1_24"/>
          <p:cNvSpPr txBox="1">
            <a:spLocks noGrp="1"/>
          </p:cNvSpPr>
          <p:nvPr>
            <p:ph type="title"/>
          </p:nvPr>
        </p:nvSpPr>
        <p:spPr>
          <a:xfrm>
            <a:off x="750650" y="5568500"/>
            <a:ext cx="7642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74" name="Google Shape;1174;g321199d22d6_1_2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75" name="Google Shape;1175;g321199d22d6_1_2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pic>
        <p:nvPicPr>
          <p:cNvPr id="1181" name="Google Shape;1181;g321199d22d6_1_32"/>
          <p:cNvPicPr preferRelativeResize="0"/>
          <p:nvPr/>
        </p:nvPicPr>
        <p:blipFill rotWithShape="1">
          <a:blip r:embed="rId3">
            <a:alphaModFix/>
          </a:blip>
          <a:srcRect/>
          <a:stretch/>
        </p:blipFill>
        <p:spPr>
          <a:xfrm>
            <a:off x="2122875" y="1417134"/>
            <a:ext cx="4898251" cy="3500419"/>
          </a:xfrm>
          <a:prstGeom prst="rect">
            <a:avLst/>
          </a:prstGeom>
          <a:noFill/>
          <a:ln>
            <a:noFill/>
          </a:ln>
          <a:effectLst>
            <a:outerShdw blurRad="71438" dist="19050" dir="5400000" algn="bl" rotWithShape="0">
              <a:srgbClr val="000000">
                <a:alpha val="17650"/>
              </a:srgbClr>
            </a:outerShdw>
          </a:effectLst>
        </p:spPr>
      </p:pic>
      <p:sp>
        <p:nvSpPr>
          <p:cNvPr id="1182" name="Google Shape;1182;g321199d22d6_1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83" name="Google Shape;1183;g321199d22d6_1_3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84" name="Google Shape;1184;g321199d22d6_1_32"/>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91" name="Google Shape;119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92" name="Google Shape;1192;g1f3daf8a844_0_64"/>
          <p:cNvGrpSpPr/>
          <p:nvPr/>
        </p:nvGrpSpPr>
        <p:grpSpPr>
          <a:xfrm>
            <a:off x="3024000" y="209875"/>
            <a:ext cx="3096000" cy="454800"/>
            <a:chOff x="3024000" y="209875"/>
            <a:chExt cx="3096000" cy="454800"/>
          </a:xfrm>
        </p:grpSpPr>
        <p:sp>
          <p:nvSpPr>
            <p:cNvPr id="1193" name="Google Shape;119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4" name="Google Shape;119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5" name="Google Shape;119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6" name="Google Shape;119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7" name="Google Shape;119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8" name="Google Shape;119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99" name="Google Shape;119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00" name="Google Shape;1200;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815137"/>
              </a:solidFill>
              <a:latin typeface="Poppins"/>
              <a:ea typeface="Poppins"/>
              <a:cs typeface="Poppins"/>
              <a:sym typeface="Poppins"/>
            </a:endParaRPr>
          </a:p>
        </p:txBody>
      </p:sp>
      <p:sp>
        <p:nvSpPr>
          <p:cNvPr id="1201" name="Google Shape;1201;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02" name="Google Shape;120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03" name="Google Shape;1203;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04" name="Google Shape;120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05" name="Google Shape;1205;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06" name="Google Shape;1206;g1f3daf8a844_0_6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207" name="Google Shape;1207;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208" name="Google Shape;1208;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209" name="Google Shape;1209;g1f3daf8a844_0_64"/>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10" name="Google Shape;1210;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11" name="Google Shape;1211;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12" name="Google Shape;121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213" name="Google Shape;1213;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214" name="Google Shape;1214;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215" name="Google Shape;121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0"/>
        <p:cNvGrpSpPr/>
        <p:nvPr/>
      </p:nvGrpSpPr>
      <p:grpSpPr>
        <a:xfrm>
          <a:off x="0" y="0"/>
          <a:ext cx="0" cy="0"/>
          <a:chOff x="0" y="0"/>
          <a:chExt cx="0" cy="0"/>
        </a:xfrm>
      </p:grpSpPr>
      <p:sp>
        <p:nvSpPr>
          <p:cNvPr id="1221" name="Google Shape;1221;g273c4f19169_0_1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22" name="Google Shape;1222;g273c4f19169_0_1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23" name="Google Shape;1223;g273c4f19169_0_148"/>
          <p:cNvGrpSpPr/>
          <p:nvPr/>
        </p:nvGrpSpPr>
        <p:grpSpPr>
          <a:xfrm>
            <a:off x="3024000" y="209875"/>
            <a:ext cx="3096000" cy="454800"/>
            <a:chOff x="3024000" y="209875"/>
            <a:chExt cx="3096000" cy="454800"/>
          </a:xfrm>
        </p:grpSpPr>
        <p:sp>
          <p:nvSpPr>
            <p:cNvPr id="1224" name="Google Shape;1224;g273c4f19169_0_14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5" name="Google Shape;1225;g273c4f19169_0_14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226" name="Google Shape;1226;g273c4f19169_0_14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27" name="Google Shape;1227;g273c4f19169_0_14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28" name="Google Shape;1228;g273c4f19169_0_14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29" name="Google Shape;1229;g273c4f19169_0_14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30" name="Google Shape;1230;g273c4f19169_0_14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31" name="Google Shape;1231;g273c4f19169_0_14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32" name="Google Shape;1232;g273c4f19169_0_148"/>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bre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de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f he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lth fe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ther we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ther inste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a:t>
            </a:r>
            <a:endParaRPr sz="1800" b="0" i="0" u="none" strike="noStrike" cap="none">
              <a:solidFill>
                <a:srgbClr val="B7B7B7"/>
              </a:solidFill>
              <a:latin typeface="Jost"/>
              <a:ea typeface="Jost"/>
              <a:cs typeface="Jost"/>
              <a:sym typeface="Jost"/>
            </a:endParaRPr>
          </a:p>
        </p:txBody>
      </p:sp>
      <p:sp>
        <p:nvSpPr>
          <p:cNvPr id="1233" name="Google Shape;1233;g273c4f19169_0_148"/>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5500" b="0" i="0" u="none" strike="noStrike" cap="none">
              <a:solidFill>
                <a:srgbClr val="815137"/>
              </a:solidFill>
              <a:latin typeface="Jost"/>
              <a:ea typeface="Jost"/>
              <a:cs typeface="Jost"/>
              <a:sym typeface="Jost"/>
            </a:endParaRPr>
          </a:p>
        </p:txBody>
      </p:sp>
      <p:sp>
        <p:nvSpPr>
          <p:cNvPr id="1234" name="Google Shape;1234;g273c4f19169_0_148"/>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35" name="Google Shape;1235;g273c4f19169_0_14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36" name="Google Shape;1236;g273c4f19169_0_148"/>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237" name="Google Shape;1237;g273c4f19169_0_14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38" name="Google Shape;1238;g273c4f19169_0_14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39" name="Google Shape;1239;g273c4f19169_0_148"/>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40" name="Google Shape;1240;g273c4f19169_0_148"/>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241" name="Google Shape;1241;g273c4f19169_0_148"/>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242" name="Google Shape;1242;g273c4f19169_0_148"/>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243" name="Google Shape;1243;g273c4f19169_0_148"/>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44" name="Google Shape;1244;g273c4f19169_0_148"/>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45" name="Google Shape;1245;g273c4f19169_0_148"/>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46" name="Google Shape;1246;g273c4f19169_0_1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247" name="Google Shape;1247;g273c4f19169_0_148"/>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248" name="Google Shape;1248;g273c4f19169_0_148"/>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g2c186218c5a_0_126"/>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1000"/>
              </a:spcBef>
              <a:spcAft>
                <a:spcPts val="0"/>
              </a:spcAft>
              <a:buSzPts val="1800"/>
              <a:buNone/>
            </a:pPr>
            <a:r>
              <a:rPr lang="en-US"/>
              <a:t>Sound Family /i/; y - Lesson 53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5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572</Words>
  <Application>Microsoft Office PowerPoint</Application>
  <PresentationFormat>On-screen Show (4:3)</PresentationFormat>
  <Paragraphs>206</Paragraphs>
  <Slides>35</Slides>
  <Notes>35</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 sugar love money.</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Building Words</vt:lpstr>
      <vt:lpstr>Practise Building Words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2026-05-27T05:43:10Z</dcterms:modified>
</cp:coreProperties>
</file>