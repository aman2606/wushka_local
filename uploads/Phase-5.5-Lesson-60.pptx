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2aW6MHw3JUS8CcMrOY0VuN2XC4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483D4A8-92C5-44FE-BB1F-6348F4DB3DCA}">
  <a:tblStyle styleId="{9483D4A8-92C5-44FE-BB1F-6348F4DB3DC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34107093e64_0_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34107093e64_0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34107093e64_0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34107093e64_0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34107093e64_0_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34107093e64_0_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4107093e64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34107093e64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34107093e64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4107093e64_0_1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34107093e64_0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34107093e64_0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34107093e64_0_1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34107093e64_0_1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34107093e64_0_1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34107093e64_0_1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34107093e64_0_1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34107093e64_0_1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34107093e64_0_2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34107093e64_0_2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34107093e64_0_2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34107093e64_0_2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34107093e64_0_2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34107093e64_0_2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34107093e64_0_2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34107093e64_0_2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34107093e64_0_2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34107093e64_0_27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34107093e64_0_2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34107093e64_0_2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3" name="Google Shape;108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4" name="Google Shape;108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4" name="Google Shape;109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5" name="Google Shape;109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5" name="Google Shape;110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6" name="Google Shape;110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4" name="Google Shape;111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5" name="Google Shape;111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3" name="Google Shape;1123;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4" name="Google Shape;1124;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27396dc95f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2" name="Google Shape;1162;g27396dc95f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3" name="Google Shape;1163;g27396dc95f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78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/s/</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12 -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60</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21.xml"/><Relationship Id="rId5" Type="http://schemas.openxmlformats.org/officeDocument/2006/relationships/image" Target="../media/image10.png"/><Relationship Id="rId10" Type="http://schemas.openxmlformats.org/officeDocument/2006/relationships/slide" Target="slide20.xml"/><Relationship Id="rId4" Type="http://schemas.openxmlformats.org/officeDocument/2006/relationships/image" Target="../media/image9.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8.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png"/><Relationship Id="rId26" Type="http://schemas.openxmlformats.org/officeDocument/2006/relationships/image" Target="../media/image58.png"/><Relationship Id="rId3" Type="http://schemas.openxmlformats.org/officeDocument/2006/relationships/image" Target="../media/image35.png"/><Relationship Id="rId21" Type="http://schemas.openxmlformats.org/officeDocument/2006/relationships/image" Target="../media/image53.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png"/><Relationship Id="rId25" Type="http://schemas.openxmlformats.org/officeDocument/2006/relationships/image" Target="../media/image57.png"/><Relationship Id="rId2" Type="http://schemas.openxmlformats.org/officeDocument/2006/relationships/notesSlide" Target="../notesSlides/notesSlide4.xml"/><Relationship Id="rId16" Type="http://schemas.openxmlformats.org/officeDocument/2006/relationships/image" Target="../media/image48.png"/><Relationship Id="rId20" Type="http://schemas.openxmlformats.org/officeDocument/2006/relationships/image" Target="../media/image52.png"/><Relationship Id="rId29" Type="http://schemas.openxmlformats.org/officeDocument/2006/relationships/image" Target="../media/image61.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24" Type="http://schemas.openxmlformats.org/officeDocument/2006/relationships/image" Target="../media/image56.png"/><Relationship Id="rId5" Type="http://schemas.openxmlformats.org/officeDocument/2006/relationships/image" Target="../media/image37.png"/><Relationship Id="rId15" Type="http://schemas.openxmlformats.org/officeDocument/2006/relationships/image" Target="../media/image47.png"/><Relationship Id="rId23" Type="http://schemas.openxmlformats.org/officeDocument/2006/relationships/image" Target="../media/image55.png"/><Relationship Id="rId28" Type="http://schemas.openxmlformats.org/officeDocument/2006/relationships/image" Target="../media/image60.png"/><Relationship Id="rId10" Type="http://schemas.openxmlformats.org/officeDocument/2006/relationships/image" Target="../media/image42.png"/><Relationship Id="rId19" Type="http://schemas.openxmlformats.org/officeDocument/2006/relationships/image" Target="../media/image51.png"/><Relationship Id="rId31" Type="http://schemas.openxmlformats.org/officeDocument/2006/relationships/image" Target="../media/image63.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 Id="rId22" Type="http://schemas.openxmlformats.org/officeDocument/2006/relationships/image" Target="../media/image54.png"/><Relationship Id="rId27" Type="http://schemas.openxmlformats.org/officeDocument/2006/relationships/image" Target="../media/image59.png"/><Relationship Id="rId30" Type="http://schemas.openxmlformats.org/officeDocument/2006/relationships/image" Target="../media/image62.png"/></Relationships>
</file>

<file path=ppt/slides/_rels/slide5.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image" Target="../media/image78.png"/><Relationship Id="rId26" Type="http://schemas.openxmlformats.org/officeDocument/2006/relationships/image" Target="../media/image86.png"/><Relationship Id="rId39" Type="http://schemas.openxmlformats.org/officeDocument/2006/relationships/image" Target="../media/image99.png"/><Relationship Id="rId21" Type="http://schemas.openxmlformats.org/officeDocument/2006/relationships/image" Target="../media/image81.png"/><Relationship Id="rId34" Type="http://schemas.openxmlformats.org/officeDocument/2006/relationships/image" Target="../media/image94.png"/><Relationship Id="rId42" Type="http://schemas.openxmlformats.org/officeDocument/2006/relationships/image" Target="../media/image102.png"/><Relationship Id="rId7"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image" Target="../media/image76.png"/><Relationship Id="rId20" Type="http://schemas.openxmlformats.org/officeDocument/2006/relationships/image" Target="../media/image80.png"/><Relationship Id="rId29" Type="http://schemas.openxmlformats.org/officeDocument/2006/relationships/image" Target="../media/image89.png"/><Relationship Id="rId41"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66.png"/><Relationship Id="rId11" Type="http://schemas.openxmlformats.org/officeDocument/2006/relationships/image" Target="../media/image71.png"/><Relationship Id="rId24" Type="http://schemas.openxmlformats.org/officeDocument/2006/relationships/image" Target="../media/image84.png"/><Relationship Id="rId32" Type="http://schemas.openxmlformats.org/officeDocument/2006/relationships/image" Target="../media/image92.png"/><Relationship Id="rId37" Type="http://schemas.openxmlformats.org/officeDocument/2006/relationships/image" Target="../media/image97.png"/><Relationship Id="rId40" Type="http://schemas.openxmlformats.org/officeDocument/2006/relationships/image" Target="../media/image100.png"/><Relationship Id="rId5" Type="http://schemas.openxmlformats.org/officeDocument/2006/relationships/image" Target="../media/image65.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10" Type="http://schemas.openxmlformats.org/officeDocument/2006/relationships/image" Target="../media/image70.png"/><Relationship Id="rId19" Type="http://schemas.openxmlformats.org/officeDocument/2006/relationships/image" Target="../media/image79.png"/><Relationship Id="rId31" Type="http://schemas.openxmlformats.org/officeDocument/2006/relationships/image" Target="../media/image91.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 Id="rId22" Type="http://schemas.openxmlformats.org/officeDocument/2006/relationships/image" Target="../media/image82.png"/><Relationship Id="rId27" Type="http://schemas.openxmlformats.org/officeDocument/2006/relationships/image" Target="../media/image87.png"/><Relationship Id="rId30" Type="http://schemas.openxmlformats.org/officeDocument/2006/relationships/image" Target="../media/image90.png"/><Relationship Id="rId35" Type="http://schemas.openxmlformats.org/officeDocument/2006/relationships/image" Target="../media/image95.png"/><Relationship Id="rId43" Type="http://schemas.openxmlformats.org/officeDocument/2006/relationships/image" Target="../media/image103.png"/><Relationship Id="rId8" Type="http://schemas.openxmlformats.org/officeDocument/2006/relationships/image" Target="../media/image68.png"/><Relationship Id="rId3" Type="http://schemas.openxmlformats.org/officeDocument/2006/relationships/image" Target="../media/image7.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18" Type="http://schemas.openxmlformats.org/officeDocument/2006/relationships/image" Target="../media/image119.png"/><Relationship Id="rId26" Type="http://schemas.openxmlformats.org/officeDocument/2006/relationships/image" Target="../media/image127.png"/><Relationship Id="rId3" Type="http://schemas.openxmlformats.org/officeDocument/2006/relationships/image" Target="../media/image104.png"/><Relationship Id="rId21" Type="http://schemas.openxmlformats.org/officeDocument/2006/relationships/image" Target="../media/image122.png"/><Relationship Id="rId7" Type="http://schemas.openxmlformats.org/officeDocument/2006/relationships/image" Target="../media/image108.png"/><Relationship Id="rId12" Type="http://schemas.openxmlformats.org/officeDocument/2006/relationships/image" Target="../media/image113.png"/><Relationship Id="rId17" Type="http://schemas.openxmlformats.org/officeDocument/2006/relationships/image" Target="../media/image118.png"/><Relationship Id="rId25" Type="http://schemas.openxmlformats.org/officeDocument/2006/relationships/image" Target="../media/image126.png"/><Relationship Id="rId2" Type="http://schemas.openxmlformats.org/officeDocument/2006/relationships/notesSlide" Target="../notesSlides/notesSlide6.xml"/><Relationship Id="rId16" Type="http://schemas.openxmlformats.org/officeDocument/2006/relationships/image" Target="../media/image117.png"/><Relationship Id="rId20" Type="http://schemas.openxmlformats.org/officeDocument/2006/relationships/image" Target="../media/image121.png"/><Relationship Id="rId29" Type="http://schemas.openxmlformats.org/officeDocument/2006/relationships/image" Target="../media/image130.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24" Type="http://schemas.openxmlformats.org/officeDocument/2006/relationships/image" Target="../media/image125.png"/><Relationship Id="rId5" Type="http://schemas.openxmlformats.org/officeDocument/2006/relationships/image" Target="../media/image106.png"/><Relationship Id="rId15" Type="http://schemas.openxmlformats.org/officeDocument/2006/relationships/image" Target="../media/image116.png"/><Relationship Id="rId23" Type="http://schemas.openxmlformats.org/officeDocument/2006/relationships/image" Target="../media/image124.png"/><Relationship Id="rId28" Type="http://schemas.openxmlformats.org/officeDocument/2006/relationships/image" Target="../media/image129.png"/><Relationship Id="rId10" Type="http://schemas.openxmlformats.org/officeDocument/2006/relationships/image" Target="../media/image111.png"/><Relationship Id="rId19" Type="http://schemas.openxmlformats.org/officeDocument/2006/relationships/image" Target="../media/image120.png"/><Relationship Id="rId31" Type="http://schemas.openxmlformats.org/officeDocument/2006/relationships/image" Target="../media/image5.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 Id="rId22" Type="http://schemas.openxmlformats.org/officeDocument/2006/relationships/image" Target="../media/image123.png"/><Relationship Id="rId27" Type="http://schemas.openxmlformats.org/officeDocument/2006/relationships/image" Target="../media/image128.png"/><Relationship Id="rId30"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3" Type="http://schemas.openxmlformats.org/officeDocument/2006/relationships/image" Target="../media/image131.png"/><Relationship Id="rId7" Type="http://schemas.openxmlformats.org/officeDocument/2006/relationships/image" Target="../media/image135.png"/><Relationship Id="rId12" Type="http://schemas.openxmlformats.org/officeDocument/2006/relationships/image" Target="../media/image140.png"/><Relationship Id="rId2" Type="http://schemas.openxmlformats.org/officeDocument/2006/relationships/notesSlide" Target="../notesSlides/notesSlide7.xml"/><Relationship Id="rId16" Type="http://schemas.openxmlformats.org/officeDocument/2006/relationships/image" Target="../media/image144.png"/><Relationship Id="rId1" Type="http://schemas.openxmlformats.org/officeDocument/2006/relationships/slideLayout" Target="../slideLayouts/slideLayout3.xml"/><Relationship Id="rId6" Type="http://schemas.openxmlformats.org/officeDocument/2006/relationships/image" Target="../media/image134.png"/><Relationship Id="rId11" Type="http://schemas.openxmlformats.org/officeDocument/2006/relationships/image" Target="../media/image139.png"/><Relationship Id="rId5" Type="http://schemas.openxmlformats.org/officeDocument/2006/relationships/image" Target="../media/image133.png"/><Relationship Id="rId15" Type="http://schemas.openxmlformats.org/officeDocument/2006/relationships/image" Target="../media/image14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s>
</file>

<file path=ppt/slides/_rels/slide8.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18" Type="http://schemas.openxmlformats.org/officeDocument/2006/relationships/image" Target="../media/image160.png"/><Relationship Id="rId26" Type="http://schemas.openxmlformats.org/officeDocument/2006/relationships/image" Target="../media/image168.png"/><Relationship Id="rId3" Type="http://schemas.openxmlformats.org/officeDocument/2006/relationships/image" Target="../media/image145.png"/><Relationship Id="rId21" Type="http://schemas.openxmlformats.org/officeDocument/2006/relationships/image" Target="../media/image163.png"/><Relationship Id="rId7" Type="http://schemas.openxmlformats.org/officeDocument/2006/relationships/image" Target="../media/image149.png"/><Relationship Id="rId12" Type="http://schemas.openxmlformats.org/officeDocument/2006/relationships/image" Target="../media/image154.png"/><Relationship Id="rId17" Type="http://schemas.openxmlformats.org/officeDocument/2006/relationships/image" Target="../media/image159.png"/><Relationship Id="rId25" Type="http://schemas.openxmlformats.org/officeDocument/2006/relationships/image" Target="../media/image167.png"/><Relationship Id="rId2" Type="http://schemas.openxmlformats.org/officeDocument/2006/relationships/notesSlide" Target="../notesSlides/notesSlide8.xml"/><Relationship Id="rId16" Type="http://schemas.openxmlformats.org/officeDocument/2006/relationships/image" Target="../media/image158.png"/><Relationship Id="rId20" Type="http://schemas.openxmlformats.org/officeDocument/2006/relationships/image" Target="../media/image162.png"/><Relationship Id="rId29" Type="http://schemas.openxmlformats.org/officeDocument/2006/relationships/image" Target="../media/image171.png"/><Relationship Id="rId1" Type="http://schemas.openxmlformats.org/officeDocument/2006/relationships/slideLayout" Target="../slideLayouts/slideLayout3.xml"/><Relationship Id="rId6" Type="http://schemas.openxmlformats.org/officeDocument/2006/relationships/image" Target="../media/image148.png"/><Relationship Id="rId11" Type="http://schemas.openxmlformats.org/officeDocument/2006/relationships/image" Target="../media/image153.png"/><Relationship Id="rId24" Type="http://schemas.openxmlformats.org/officeDocument/2006/relationships/image" Target="../media/image166.png"/><Relationship Id="rId5" Type="http://schemas.openxmlformats.org/officeDocument/2006/relationships/image" Target="../media/image147.png"/><Relationship Id="rId15" Type="http://schemas.openxmlformats.org/officeDocument/2006/relationships/image" Target="../media/image157.png"/><Relationship Id="rId23" Type="http://schemas.openxmlformats.org/officeDocument/2006/relationships/image" Target="../media/image165.png"/><Relationship Id="rId28" Type="http://schemas.openxmlformats.org/officeDocument/2006/relationships/image" Target="../media/image170.png"/><Relationship Id="rId10" Type="http://schemas.openxmlformats.org/officeDocument/2006/relationships/image" Target="../media/image152.png"/><Relationship Id="rId19" Type="http://schemas.openxmlformats.org/officeDocument/2006/relationships/image" Target="../media/image161.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 Id="rId22" Type="http://schemas.openxmlformats.org/officeDocument/2006/relationships/image" Target="../media/image164.png"/><Relationship Id="rId27" Type="http://schemas.openxmlformats.org/officeDocument/2006/relationships/image" Target="../media/image169.png"/><Relationship Id="rId30" Type="http://schemas.openxmlformats.org/officeDocument/2006/relationships/image" Target="../media/image172.png"/></Relationships>
</file>

<file path=ppt/slides/_rels/slide9.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73.png"/><Relationship Id="rId7" Type="http://schemas.openxmlformats.org/officeDocument/2006/relationships/image" Target="../media/image177.png"/><Relationship Id="rId12" Type="http://schemas.openxmlformats.org/officeDocument/2006/relationships/image" Target="../media/image18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75.png"/><Relationship Id="rId15" Type="http://schemas.openxmlformats.org/officeDocument/2006/relationships/image" Target="../media/image18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png"/><Relationship Id="rId14" Type="http://schemas.openxmlformats.org/officeDocument/2006/relationships/image" Target="../media/image184.png"/></Relationships>
</file>

<file path=ppt/slides/_rels/slide10.xml.rels><?xml version="1.0" encoding="UTF-8" standalone="yes"?>
<Relationships xmlns="http://schemas.openxmlformats.org/package/2006/relationships"><Relationship Id="rId8" Type="http://schemas.openxmlformats.org/officeDocument/2006/relationships/image" Target="../media/image191.png"/><Relationship Id="rId13" Type="http://schemas.openxmlformats.org/officeDocument/2006/relationships/image" Target="../media/image196.png"/><Relationship Id="rId3" Type="http://schemas.openxmlformats.org/officeDocument/2006/relationships/image" Target="../media/image186.png"/><Relationship Id="rId7" Type="http://schemas.openxmlformats.org/officeDocument/2006/relationships/image" Target="../media/image190.png"/><Relationship Id="rId12" Type="http://schemas.openxmlformats.org/officeDocument/2006/relationships/image" Target="../media/image195.png"/><Relationship Id="rId2" Type="http://schemas.openxmlformats.org/officeDocument/2006/relationships/notesSlide" Target="../notesSlides/notesSlide10.xml"/><Relationship Id="rId16" Type="http://schemas.openxmlformats.org/officeDocument/2006/relationships/image" Target="../media/image199.png"/><Relationship Id="rId1" Type="http://schemas.openxmlformats.org/officeDocument/2006/relationships/slideLayout" Target="../slideLayouts/slideLayout3.xml"/><Relationship Id="rId6" Type="http://schemas.openxmlformats.org/officeDocument/2006/relationships/image" Target="../media/image189.png"/><Relationship Id="rId11" Type="http://schemas.openxmlformats.org/officeDocument/2006/relationships/image" Target="../media/image194.png"/><Relationship Id="rId5" Type="http://schemas.openxmlformats.org/officeDocument/2006/relationships/image" Target="../media/image188.png"/><Relationship Id="rId15" Type="http://schemas.openxmlformats.org/officeDocument/2006/relationships/image" Target="../media/image198.png"/><Relationship Id="rId10" Type="http://schemas.openxmlformats.org/officeDocument/2006/relationships/image" Target="../media/image193.png"/><Relationship Id="rId4" Type="http://schemas.openxmlformats.org/officeDocument/2006/relationships/image" Target="../media/image187.png"/><Relationship Id="rId9" Type="http://schemas.openxmlformats.org/officeDocument/2006/relationships/image" Target="../media/image192.png"/><Relationship Id="rId14" Type="http://schemas.openxmlformats.org/officeDocument/2006/relationships/image" Target="../media/image197.png"/></Relationships>
</file>

<file path=ppt/slides/_rels/slide11.xml.rels><?xml version="1.0" encoding="UTF-8" standalone="yes"?>
<Relationships xmlns="http://schemas.openxmlformats.org/package/2006/relationships"><Relationship Id="rId8" Type="http://schemas.openxmlformats.org/officeDocument/2006/relationships/image" Target="../media/image205.png"/><Relationship Id="rId13" Type="http://schemas.openxmlformats.org/officeDocument/2006/relationships/image" Target="../media/image210.png"/><Relationship Id="rId18" Type="http://schemas.openxmlformats.org/officeDocument/2006/relationships/image" Target="../media/image215.png"/><Relationship Id="rId26" Type="http://schemas.openxmlformats.org/officeDocument/2006/relationships/image" Target="../media/image223.png"/><Relationship Id="rId3" Type="http://schemas.openxmlformats.org/officeDocument/2006/relationships/image" Target="../media/image200.png"/><Relationship Id="rId21" Type="http://schemas.openxmlformats.org/officeDocument/2006/relationships/image" Target="../media/image218.png"/><Relationship Id="rId7" Type="http://schemas.openxmlformats.org/officeDocument/2006/relationships/image" Target="../media/image204.png"/><Relationship Id="rId12" Type="http://schemas.openxmlformats.org/officeDocument/2006/relationships/image" Target="../media/image209.png"/><Relationship Id="rId17" Type="http://schemas.openxmlformats.org/officeDocument/2006/relationships/image" Target="../media/image214.png"/><Relationship Id="rId25" Type="http://schemas.openxmlformats.org/officeDocument/2006/relationships/image" Target="../media/image222.png"/><Relationship Id="rId2" Type="http://schemas.openxmlformats.org/officeDocument/2006/relationships/notesSlide" Target="../notesSlides/notesSlide11.xml"/><Relationship Id="rId16" Type="http://schemas.openxmlformats.org/officeDocument/2006/relationships/image" Target="../media/image213.png"/><Relationship Id="rId20" Type="http://schemas.openxmlformats.org/officeDocument/2006/relationships/image" Target="../media/image217.png"/><Relationship Id="rId1" Type="http://schemas.openxmlformats.org/officeDocument/2006/relationships/slideLayout" Target="../slideLayouts/slideLayout3.xml"/><Relationship Id="rId6" Type="http://schemas.openxmlformats.org/officeDocument/2006/relationships/image" Target="../media/image203.png"/><Relationship Id="rId11" Type="http://schemas.openxmlformats.org/officeDocument/2006/relationships/image" Target="../media/image208.png"/><Relationship Id="rId24" Type="http://schemas.openxmlformats.org/officeDocument/2006/relationships/image" Target="../media/image221.png"/><Relationship Id="rId5" Type="http://schemas.openxmlformats.org/officeDocument/2006/relationships/image" Target="../media/image202.png"/><Relationship Id="rId15" Type="http://schemas.openxmlformats.org/officeDocument/2006/relationships/image" Target="../media/image212.png"/><Relationship Id="rId23" Type="http://schemas.openxmlformats.org/officeDocument/2006/relationships/image" Target="../media/image220.png"/><Relationship Id="rId10" Type="http://schemas.openxmlformats.org/officeDocument/2006/relationships/image" Target="../media/image207.png"/><Relationship Id="rId19" Type="http://schemas.openxmlformats.org/officeDocument/2006/relationships/image" Target="../media/image216.png"/><Relationship Id="rId4" Type="http://schemas.openxmlformats.org/officeDocument/2006/relationships/image" Target="../media/image201.png"/><Relationship Id="rId9" Type="http://schemas.openxmlformats.org/officeDocument/2006/relationships/image" Target="../media/image206.png"/><Relationship Id="rId14" Type="http://schemas.openxmlformats.org/officeDocument/2006/relationships/image" Target="../media/image211.png"/><Relationship Id="rId22" Type="http://schemas.openxmlformats.org/officeDocument/2006/relationships/image" Target="../media/image219.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24.png"/><Relationship Id="rId7" Type="http://schemas.openxmlformats.org/officeDocument/2006/relationships/image" Target="../media/image22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7.png"/><Relationship Id="rId5" Type="http://schemas.openxmlformats.org/officeDocument/2006/relationships/image" Target="../media/image226.png"/><Relationship Id="rId4" Type="http://schemas.openxmlformats.org/officeDocument/2006/relationships/image" Target="../media/image225.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3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31.png"/><Relationship Id="rId5" Type="http://schemas.openxmlformats.org/officeDocument/2006/relationships/image" Target="../media/image230.png"/><Relationship Id="rId4" Type="http://schemas.openxmlformats.org/officeDocument/2006/relationships/image" Target="../media/image229.png"/></Relationships>
</file>

<file path=ppt/slides/_rels/slide14.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195.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4.png"/></Relationships>
</file>

<file path=ppt/slides/_rels/slide17.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39.png"/><Relationship Id="rId4" Type="http://schemas.openxmlformats.org/officeDocument/2006/relationships/image" Target="../media/image23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41.png"/><Relationship Id="rId4" Type="http://schemas.openxmlformats.org/officeDocument/2006/relationships/image" Target="../media/image240.png"/></Relationships>
</file>

<file path=ppt/slides/_rels/slide19.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43.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44.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212.png"/><Relationship Id="rId13" Type="http://schemas.openxmlformats.org/officeDocument/2006/relationships/image" Target="../media/image225.png"/><Relationship Id="rId18" Type="http://schemas.openxmlformats.org/officeDocument/2006/relationships/image" Target="../media/image202.png"/><Relationship Id="rId26" Type="http://schemas.openxmlformats.org/officeDocument/2006/relationships/image" Target="../media/image200.png"/><Relationship Id="rId3" Type="http://schemas.openxmlformats.org/officeDocument/2006/relationships/image" Target="../media/image206.png"/><Relationship Id="rId21" Type="http://schemas.openxmlformats.org/officeDocument/2006/relationships/image" Target="../media/image223.png"/><Relationship Id="rId7" Type="http://schemas.openxmlformats.org/officeDocument/2006/relationships/image" Target="../media/image205.png"/><Relationship Id="rId12" Type="http://schemas.openxmlformats.org/officeDocument/2006/relationships/image" Target="../media/image218.png"/><Relationship Id="rId17" Type="http://schemas.openxmlformats.org/officeDocument/2006/relationships/image" Target="../media/image224.png"/><Relationship Id="rId25" Type="http://schemas.openxmlformats.org/officeDocument/2006/relationships/image" Target="../media/image222.png"/><Relationship Id="rId2" Type="http://schemas.openxmlformats.org/officeDocument/2006/relationships/notesSlide" Target="../notesSlides/notesSlide23.xml"/><Relationship Id="rId16" Type="http://schemas.openxmlformats.org/officeDocument/2006/relationships/image" Target="../media/image217.png"/><Relationship Id="rId20" Type="http://schemas.openxmlformats.org/officeDocument/2006/relationships/image" Target="../media/image216.png"/><Relationship Id="rId29" Type="http://schemas.openxmlformats.org/officeDocument/2006/relationships/image" Target="../media/image221.png"/><Relationship Id="rId1" Type="http://schemas.openxmlformats.org/officeDocument/2006/relationships/slideLayout" Target="../slideLayouts/slideLayout4.xml"/><Relationship Id="rId6" Type="http://schemas.openxmlformats.org/officeDocument/2006/relationships/image" Target="../media/image227.png"/><Relationship Id="rId11" Type="http://schemas.openxmlformats.org/officeDocument/2006/relationships/image" Target="../media/image211.png"/><Relationship Id="rId24" Type="http://schemas.openxmlformats.org/officeDocument/2006/relationships/image" Target="../media/image215.png"/><Relationship Id="rId32" Type="http://schemas.openxmlformats.org/officeDocument/2006/relationships/image" Target="../media/image10.png"/><Relationship Id="rId5" Type="http://schemas.openxmlformats.org/officeDocument/2006/relationships/image" Target="../media/image220.png"/><Relationship Id="rId15" Type="http://schemas.openxmlformats.org/officeDocument/2006/relationships/image" Target="../media/image210.png"/><Relationship Id="rId23" Type="http://schemas.openxmlformats.org/officeDocument/2006/relationships/image" Target="../media/image208.png"/><Relationship Id="rId28" Type="http://schemas.openxmlformats.org/officeDocument/2006/relationships/image" Target="../media/image214.png"/><Relationship Id="rId10" Type="http://schemas.openxmlformats.org/officeDocument/2006/relationships/image" Target="../media/image204.png"/><Relationship Id="rId19" Type="http://schemas.openxmlformats.org/officeDocument/2006/relationships/image" Target="../media/image209.png"/><Relationship Id="rId31" Type="http://schemas.openxmlformats.org/officeDocument/2006/relationships/image" Target="../media/image219.png"/><Relationship Id="rId4" Type="http://schemas.openxmlformats.org/officeDocument/2006/relationships/image" Target="../media/image213.png"/><Relationship Id="rId9" Type="http://schemas.openxmlformats.org/officeDocument/2006/relationships/image" Target="../media/image226.png"/><Relationship Id="rId14" Type="http://schemas.openxmlformats.org/officeDocument/2006/relationships/image" Target="../media/image203.png"/><Relationship Id="rId22" Type="http://schemas.openxmlformats.org/officeDocument/2006/relationships/image" Target="../media/image201.png"/><Relationship Id="rId27" Type="http://schemas.openxmlformats.org/officeDocument/2006/relationships/image" Target="../media/image207.png"/><Relationship Id="rId30" Type="http://schemas.openxmlformats.org/officeDocument/2006/relationships/image" Target="../media/image228.png"/></Relationships>
</file>

<file path=ppt/slides/_rels/slide24.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2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Sound Family /s/</a:t>
            </a:r>
            <a:endParaRPr sz="3000"/>
          </a:p>
        </p:txBody>
      </p:sp>
      <p:sp>
        <p:nvSpPr>
          <p:cNvPr id="679" name="Google Shape;679;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60</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1" name="Google Shape;681;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4" name="Google Shape;684;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60004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6" name="Google Shape;686;p1"/>
          <p:cNvSpPr/>
          <p:nvPr/>
        </p:nvSpPr>
        <p:spPr>
          <a:xfrm>
            <a:off x="592560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7" name="Google Shape;687;p1"/>
          <p:cNvGrpSpPr/>
          <p:nvPr/>
        </p:nvGrpSpPr>
        <p:grpSpPr>
          <a:xfrm>
            <a:off x="4730792" y="3966699"/>
            <a:ext cx="4066935" cy="1850151"/>
            <a:chOff x="4730792" y="3966699"/>
            <a:chExt cx="4066935" cy="1850151"/>
          </a:xfrm>
        </p:grpSpPr>
        <p:pic>
          <p:nvPicPr>
            <p:cNvPr id="688" name="Google Shape;688;p1" title="JL686-130F.png"/>
            <p:cNvPicPr preferRelativeResize="0"/>
            <p:nvPr/>
          </p:nvPicPr>
          <p:blipFill rotWithShape="1">
            <a:blip r:embed="rId3">
              <a:alphaModFix/>
            </a:blip>
            <a:srcRect l="19" r="19"/>
            <a:stretch/>
          </p:blipFill>
          <p:spPr>
            <a:xfrm rot="713630">
              <a:off x="7581276" y="4131198"/>
              <a:ext cx="1071651" cy="1516787"/>
            </a:xfrm>
            <a:prstGeom prst="rect">
              <a:avLst/>
            </a:prstGeom>
            <a:noFill/>
            <a:ln>
              <a:noFill/>
            </a:ln>
            <a:effectLst>
              <a:outerShdw blurRad="71438" dist="38100" dir="5220000" algn="bl" rotWithShape="0">
                <a:srgbClr val="000000">
                  <a:alpha val="20000"/>
                </a:srgbClr>
              </a:outerShdw>
            </a:effectLst>
          </p:spPr>
        </p:pic>
        <p:pic>
          <p:nvPicPr>
            <p:cNvPr id="689" name="Google Shape;689;p1" title="JL686-129F.png"/>
            <p:cNvPicPr preferRelativeResize="0"/>
            <p:nvPr/>
          </p:nvPicPr>
          <p:blipFill rotWithShape="1">
            <a:blip r:embed="rId4">
              <a:alphaModFix/>
            </a:blip>
            <a:srcRect l="79" r="69"/>
            <a:stretch/>
          </p:blipFill>
          <p:spPr>
            <a:xfrm rot="193083">
              <a:off x="6666994" y="3998204"/>
              <a:ext cx="1071653" cy="1516786"/>
            </a:xfrm>
            <a:prstGeom prst="rect">
              <a:avLst/>
            </a:prstGeom>
            <a:noFill/>
            <a:ln>
              <a:noFill/>
            </a:ln>
            <a:effectLst>
              <a:outerShdw blurRad="71438" dist="38100" dir="5220000" algn="bl" rotWithShape="0">
                <a:srgbClr val="000000">
                  <a:alpha val="20000"/>
                </a:srgbClr>
              </a:outerShdw>
            </a:effectLst>
          </p:spPr>
        </p:pic>
        <p:pic>
          <p:nvPicPr>
            <p:cNvPr id="690" name="Google Shape;690;p1" title="JL686-101F.png"/>
            <p:cNvPicPr preferRelativeResize="0"/>
            <p:nvPr/>
          </p:nvPicPr>
          <p:blipFill rotWithShape="1">
            <a:blip r:embed="rId5">
              <a:alphaModFix/>
            </a:blip>
            <a:srcRect l="79" r="69"/>
            <a:stretch/>
          </p:blipFill>
          <p:spPr>
            <a:xfrm rot="-313764">
              <a:off x="5805285" y="4012380"/>
              <a:ext cx="1071652" cy="1516785"/>
            </a:xfrm>
            <a:prstGeom prst="rect">
              <a:avLst/>
            </a:prstGeom>
            <a:noFill/>
            <a:ln>
              <a:noFill/>
            </a:ln>
            <a:effectLst>
              <a:outerShdw blurRad="71438" dist="38100" dir="5220000" algn="bl" rotWithShape="0">
                <a:srgbClr val="000000">
                  <a:alpha val="20000"/>
                </a:srgbClr>
              </a:outerShdw>
            </a:effectLst>
          </p:spPr>
        </p:pic>
        <p:pic>
          <p:nvPicPr>
            <p:cNvPr id="691" name="Google Shape;691;p1" title="JL686-01F.png"/>
            <p:cNvPicPr preferRelativeResize="0"/>
            <p:nvPr/>
          </p:nvPicPr>
          <p:blipFill rotWithShape="1">
            <a:blip r:embed="rId6">
              <a:alphaModFix/>
            </a:blip>
            <a:srcRect l="79" r="69"/>
            <a:stretch/>
          </p:blipFill>
          <p:spPr>
            <a:xfrm rot="-781538">
              <a:off x="4887937" y="4198809"/>
              <a:ext cx="1071653" cy="1516788"/>
            </a:xfrm>
            <a:prstGeom prst="rect">
              <a:avLst/>
            </a:prstGeom>
            <a:noFill/>
            <a:ln>
              <a:noFill/>
            </a:ln>
            <a:effectLst>
              <a:outerShdw blurRad="71438" dist="38100" dir="5220000" algn="bl" rotWithShape="0">
                <a:srgbClr val="000000">
                  <a:alpha val="20000"/>
                </a:srgbClr>
              </a:outerShdw>
            </a:effectLst>
          </p:spPr>
        </p:pic>
      </p:grpSp>
      <p:graphicFrame>
        <p:nvGraphicFramePr>
          <p:cNvPr id="692" name="Google Shape;692;p1"/>
          <p:cNvGraphicFramePr/>
          <p:nvPr/>
        </p:nvGraphicFramePr>
        <p:xfrm>
          <a:off x="4844200" y="1646527"/>
          <a:ext cx="3784875" cy="2032200"/>
        </p:xfrm>
        <a:graphic>
          <a:graphicData uri="http://schemas.openxmlformats.org/drawingml/2006/table">
            <a:tbl>
              <a:tblPr firstRow="1" bandRow="1">
                <a:noFill/>
                <a:tableStyleId>{9483D4A8-92C5-44FE-BB1F-6348F4DB3DCA}</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/s/</a:t>
            </a:r>
            <a:r>
              <a:rPr lang="en-US"/>
              <a:t> sound family spelling patterns, including homophones and Common Exception Words.</a:t>
            </a:r>
            <a:endParaRPr/>
          </a:p>
        </p:txBody>
      </p:sp>
      <p:sp>
        <p:nvSpPr>
          <p:cNvPr id="699" name="Google Shape;699;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00" name="Google Shape;700;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title="JL686-01F.png"/>
          <p:cNvPicPr preferRelativeResize="0"/>
          <p:nvPr/>
        </p:nvPicPr>
        <p:blipFill rotWithShape="1">
          <a:blip r:embed="rId3">
            <a:alphaModFix/>
          </a:blip>
          <a:srcRect l="79" r="79"/>
          <a:stretch/>
        </p:blipFill>
        <p:spPr>
          <a:xfrm>
            <a:off x="2319758"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title="JL689-145F.png"/>
          <p:cNvPicPr preferRelativeResize="0"/>
          <p:nvPr/>
        </p:nvPicPr>
        <p:blipFill rotWithShape="1">
          <a:blip r:embed="rId4">
            <a:alphaModFix/>
          </a:blip>
          <a:srcRect l="89" r="79"/>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5492201" y="5256525"/>
            <a:ext cx="1505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lang="en-US" sz="900" b="0" i="0" u="none" strike="noStrike" cap="none">
                <a:solidFill>
                  <a:srgbClr val="757070"/>
                </a:solidFill>
                <a:latin typeface="Poppins Medium"/>
                <a:ea typeface="Poppins Medium"/>
                <a:cs typeface="Poppins Medium"/>
                <a:sym typeface="Poppins Medium"/>
              </a:rPr>
              <a:t>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title="JL687-89F.png"/>
          <p:cNvPicPr preferRelativeResize="0"/>
          <p:nvPr/>
        </p:nvPicPr>
        <p:blipFill rotWithShape="1">
          <a:blip r:embed="rId5">
            <a:alphaModFix/>
          </a:blip>
          <a:srcRect t="59" b="59"/>
          <a:stretch/>
        </p:blipFill>
        <p:spPr>
          <a:xfrm>
            <a:off x="5778959" y="4326104"/>
            <a:ext cx="931973" cy="665199"/>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535991" y="5256529"/>
            <a:ext cx="1042800" cy="230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title="JL692-144F.png"/>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title="JL693-41F.png"/>
          <p:cNvPicPr preferRelativeResize="0"/>
          <p:nvPr/>
        </p:nvPicPr>
        <p:blipFill rotWithShape="1">
          <a:blip r:embed="rId7">
            <a:alphaModFix/>
          </a:blip>
          <a:srcRect/>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715" name="Google Shape;715;g2bee4f4af4b_0_204">
            <a:hlinkClick r:id="rId8" action="ppaction://hlinksldjump"/>
          </p:cNvPr>
          <p:cNvSpPr/>
          <p:nvPr/>
        </p:nvSpPr>
        <p:spPr>
          <a:xfrm>
            <a:off x="2255964" y="372834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3298550" y="37283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4622239" y="373714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5693049" y="36788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953661"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34107093e64_0_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34107093e64_0_4"/>
          <p:cNvGrpSpPr/>
          <p:nvPr/>
        </p:nvGrpSpPr>
        <p:grpSpPr>
          <a:xfrm>
            <a:off x="930400" y="2053244"/>
            <a:ext cx="7283200" cy="3724851"/>
            <a:chOff x="930400" y="2129444"/>
            <a:chExt cx="7283200" cy="3724851"/>
          </a:xfrm>
        </p:grpSpPr>
        <p:pic>
          <p:nvPicPr>
            <p:cNvPr id="727" name="Google Shape;727;g34107093e64_0_4"/>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7093e64_0_4"/>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7093e64_0_4"/>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7093e64_0_4"/>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7093e64_0_4"/>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7093e64_0_4"/>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7093e64_0_4"/>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7093e64_0_4"/>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7093e64_0_4"/>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7093e64_0_4"/>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7093e64_0_4"/>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7093e64_0_4"/>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7093e64_0_4"/>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4107093e64_0_4"/>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4107093e64_0_4"/>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4107093e64_0_4"/>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4107093e64_0_4"/>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4107093e64_0_4"/>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4107093e64_0_4"/>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4107093e64_0_4"/>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34107093e64_0_4"/>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34107093e64_0_4"/>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34107093e64_0_4"/>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34107093e64_0_3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6" name="Google Shape;756;g34107093e64_0_33"/>
          <p:cNvGrpSpPr/>
          <p:nvPr/>
        </p:nvGrpSpPr>
        <p:grpSpPr>
          <a:xfrm>
            <a:off x="930400" y="2053250"/>
            <a:ext cx="7283201" cy="2971674"/>
            <a:chOff x="930400" y="2129450"/>
            <a:chExt cx="7283201" cy="2971674"/>
          </a:xfrm>
        </p:grpSpPr>
        <p:pic>
          <p:nvPicPr>
            <p:cNvPr id="757" name="Google Shape;757;g34107093e64_0_33"/>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34107093e64_0_33"/>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34107093e64_0_33"/>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34107093e64_0_33"/>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7093e64_0_33"/>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2" name="Google Shape;762;g34107093e64_0_33"/>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7093e64_0_33"/>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4107093e64_0_33"/>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34107093e64_0_33"/>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4107093e64_0_33"/>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7" name="Google Shape;767;g34107093e64_0_33"/>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4107093e64_0_33"/>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9" name="Google Shape;769;g34107093e64_0_33"/>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0" name="Google Shape;770;g34107093e64_0_33"/>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1" name="Google Shape;771;g34107093e64_0_33"/>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2" name="Google Shape;772;g34107093e64_0_33"/>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34107093e64_0_33"/>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4107093e64_0_33"/>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34107093e64_0_33"/>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4107093e64_0_33"/>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34107093e64_0_33"/>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34107093e64_0_33"/>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4107093e64_0_33"/>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4107093e64_0_33"/>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34107093e64_0_33"/>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34107093e64_0_33"/>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34107093e64_0_33"/>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34107093e64_0_33"/>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34107093e64_0_33"/>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34107093e64_0_6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2" name="Google Shape;792;g34107093e64_0_68"/>
          <p:cNvGrpSpPr/>
          <p:nvPr/>
        </p:nvGrpSpPr>
        <p:grpSpPr>
          <a:xfrm>
            <a:off x="930400" y="2053250"/>
            <a:ext cx="7283201" cy="2971674"/>
            <a:chOff x="930400" y="2053250"/>
            <a:chExt cx="7283201" cy="2971674"/>
          </a:xfrm>
        </p:grpSpPr>
        <p:pic>
          <p:nvPicPr>
            <p:cNvPr id="793" name="Google Shape;793;g34107093e64_0_68"/>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4" name="Google Shape;794;g34107093e64_0_68"/>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34107093e64_0_68"/>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34107093e64_0_68"/>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34107093e64_0_68"/>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8" name="Google Shape;798;g34107093e64_0_68"/>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34107093e64_0_68"/>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34107093e64_0_68"/>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01" name="Google Shape;801;g34107093e64_0_68"/>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34107093e64_0_68"/>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34107093e64_0_68"/>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4" name="Google Shape;804;g34107093e64_0_68"/>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4107093e64_0_68"/>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6" name="Google Shape;806;g34107093e64_0_68"/>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7" name="Google Shape;807;g34107093e64_0_68"/>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4107093e64_0_68"/>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34107093e64_0_68"/>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34107093e64_0_68"/>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4107093e64_0_68"/>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2" name="Google Shape;812;g34107093e64_0_68"/>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4107093e64_0_68"/>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34107093e64_0_68"/>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5" name="Google Shape;815;g34107093e64_0_68"/>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6" name="Google Shape;816;g34107093e64_0_68"/>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7" name="Google Shape;817;g34107093e64_0_68"/>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8" name="Google Shape;818;g34107093e64_0_68"/>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9" name="Google Shape;819;g34107093e64_0_68"/>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0" name="Google Shape;820;g34107093e64_0_68"/>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34107093e64_0_68"/>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34107093e64_0_68"/>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3" name="Google Shape;823;g34107093e64_0_68"/>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4" name="Google Shape;824;g34107093e64_0_68"/>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34107093e64_0_68"/>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34107093e64_0_68"/>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34107093e64_0_68"/>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8" name="Google Shape;828;g34107093e64_0_68"/>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34107093e64_0_68"/>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34107093e64_0_68"/>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1" name="Google Shape;831;g34107093e64_0_68"/>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34107093e64_0_68"/>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34107093e64_0_68"/>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34107093e64_0_11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40" name="Google Shape;840;g34107093e64_0_115"/>
          <p:cNvGrpSpPr/>
          <p:nvPr/>
        </p:nvGrpSpPr>
        <p:grpSpPr>
          <a:xfrm>
            <a:off x="930400" y="2053250"/>
            <a:ext cx="7218395" cy="2674800"/>
            <a:chOff x="930400" y="2053250"/>
            <a:chExt cx="7218395" cy="2674800"/>
          </a:xfrm>
        </p:grpSpPr>
        <p:pic>
          <p:nvPicPr>
            <p:cNvPr id="841" name="Google Shape;841;g34107093e64_0_115"/>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42" name="Google Shape;842;g34107093e64_0_115"/>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43" name="Google Shape;843;g34107093e64_0_115"/>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7093e64_0_115"/>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45" name="Google Shape;845;g34107093e64_0_115"/>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46" name="Google Shape;846;g34107093e64_0_115"/>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47" name="Google Shape;847;g34107093e64_0_115"/>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48" name="Google Shape;848;g34107093e64_0_115"/>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49" name="Google Shape;849;g34107093e64_0_115"/>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50" name="Google Shape;850;g34107093e64_0_115"/>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51" name="Google Shape;851;g34107093e64_0_115"/>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52" name="Google Shape;852;g34107093e64_0_115"/>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53" name="Google Shape;853;g34107093e64_0_115"/>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54" name="Google Shape;854;g34107093e64_0_115"/>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55" name="Google Shape;855;g34107093e64_0_115"/>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56" name="Google Shape;856;g34107093e64_0_115"/>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57" name="Google Shape;857;g34107093e64_0_115"/>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58" name="Google Shape;858;g34107093e64_0_115"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59" name="Google Shape;859;g34107093e64_0_115"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60" name="Google Shape;860;g34107093e64_0_115"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61" name="Google Shape;861;g34107093e64_0_115"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pic>
          <p:nvPicPr>
            <p:cNvPr id="862" name="Google Shape;862;g34107093e64_0_115" title="JL686-123F.png"/>
            <p:cNvPicPr preferRelativeResize="0"/>
            <p:nvPr/>
          </p:nvPicPr>
          <p:blipFill rotWithShape="1">
            <a:blip r:embed="rId24">
              <a:alphaModFix/>
            </a:blip>
            <a:srcRect l="19" r="29"/>
            <a:stretch/>
          </p:blipFill>
          <p:spPr>
            <a:xfrm>
              <a:off x="7558139" y="2972629"/>
              <a:ext cx="590656" cy="836046"/>
            </a:xfrm>
            <a:prstGeom prst="rect">
              <a:avLst/>
            </a:prstGeom>
            <a:noFill/>
            <a:ln>
              <a:noFill/>
            </a:ln>
            <a:effectLst>
              <a:outerShdw blurRad="71438" dist="28575" dir="5400000" algn="bl" rotWithShape="0">
                <a:srgbClr val="000000">
                  <a:alpha val="14900"/>
                </a:srgbClr>
              </a:outerShdw>
            </a:effectLst>
          </p:spPr>
        </p:pic>
        <p:pic>
          <p:nvPicPr>
            <p:cNvPr id="863" name="Google Shape;863;g34107093e64_0_115" title="JL686-124F.png"/>
            <p:cNvPicPr preferRelativeResize="0"/>
            <p:nvPr/>
          </p:nvPicPr>
          <p:blipFill rotWithShape="1">
            <a:blip r:embed="rId25">
              <a:alphaModFix/>
            </a:blip>
            <a:srcRect l="79" r="79"/>
            <a:stretch/>
          </p:blipFill>
          <p:spPr>
            <a:xfrm>
              <a:off x="930400" y="3892004"/>
              <a:ext cx="590656" cy="836045"/>
            </a:xfrm>
            <a:prstGeom prst="rect">
              <a:avLst/>
            </a:prstGeom>
            <a:noFill/>
            <a:ln>
              <a:noFill/>
            </a:ln>
            <a:effectLst>
              <a:outerShdw blurRad="71438" dist="28575" dir="5400000" algn="bl" rotWithShape="0">
                <a:srgbClr val="000000">
                  <a:alpha val="14900"/>
                </a:srgbClr>
              </a:outerShdw>
            </a:effectLst>
          </p:spPr>
        </p:pic>
        <p:pic>
          <p:nvPicPr>
            <p:cNvPr id="864" name="Google Shape;864;g34107093e64_0_115" title="JL686-125F.png"/>
            <p:cNvPicPr preferRelativeResize="0"/>
            <p:nvPr/>
          </p:nvPicPr>
          <p:blipFill rotWithShape="1">
            <a:blip r:embed="rId26">
              <a:alphaModFix/>
            </a:blip>
            <a:srcRect l="79" r="79"/>
            <a:stretch/>
          </p:blipFill>
          <p:spPr>
            <a:xfrm>
              <a:off x="1593175" y="3892004"/>
              <a:ext cx="590656" cy="836045"/>
            </a:xfrm>
            <a:prstGeom prst="rect">
              <a:avLst/>
            </a:prstGeom>
            <a:noFill/>
            <a:ln>
              <a:noFill/>
            </a:ln>
            <a:effectLst>
              <a:outerShdw blurRad="71438" dist="28575" dir="5400000" algn="bl" rotWithShape="0">
                <a:srgbClr val="000000">
                  <a:alpha val="14900"/>
                </a:srgbClr>
              </a:outerShdw>
            </a:effectLst>
          </p:spPr>
        </p:pic>
        <p:pic>
          <p:nvPicPr>
            <p:cNvPr id="865" name="Google Shape;865;g34107093e64_0_115" title="JL686-126F.png"/>
            <p:cNvPicPr preferRelativeResize="0"/>
            <p:nvPr/>
          </p:nvPicPr>
          <p:blipFill rotWithShape="1">
            <a:blip r:embed="rId27">
              <a:alphaModFix/>
            </a:blip>
            <a:srcRect l="19" r="29"/>
            <a:stretch/>
          </p:blipFill>
          <p:spPr>
            <a:xfrm>
              <a:off x="2255950" y="3892004"/>
              <a:ext cx="590656" cy="836046"/>
            </a:xfrm>
            <a:prstGeom prst="rect">
              <a:avLst/>
            </a:prstGeom>
            <a:noFill/>
            <a:ln>
              <a:noFill/>
            </a:ln>
            <a:effectLst>
              <a:outerShdw blurRad="71438" dist="28575" dir="5400000" algn="bl" rotWithShape="0">
                <a:srgbClr val="000000">
                  <a:alpha val="14900"/>
                </a:srgbClr>
              </a:outerShdw>
            </a:effectLst>
          </p:spPr>
        </p:pic>
        <p:pic>
          <p:nvPicPr>
            <p:cNvPr id="866" name="Google Shape;866;g34107093e64_0_115" title="JL686-127F.png"/>
            <p:cNvPicPr preferRelativeResize="0"/>
            <p:nvPr/>
          </p:nvPicPr>
          <p:blipFill rotWithShape="1">
            <a:blip r:embed="rId28">
              <a:alphaModFix/>
            </a:blip>
            <a:srcRect l="79" r="79"/>
            <a:stretch/>
          </p:blipFill>
          <p:spPr>
            <a:xfrm>
              <a:off x="2918725" y="3892004"/>
              <a:ext cx="590656" cy="836045"/>
            </a:xfrm>
            <a:prstGeom prst="rect">
              <a:avLst/>
            </a:prstGeom>
            <a:noFill/>
            <a:ln>
              <a:noFill/>
            </a:ln>
            <a:effectLst>
              <a:outerShdw blurRad="71438" dist="28575" dir="5400000" algn="bl" rotWithShape="0">
                <a:srgbClr val="000000">
                  <a:alpha val="14900"/>
                </a:srgbClr>
              </a:outerShdw>
            </a:effectLst>
          </p:spPr>
        </p:pic>
        <p:pic>
          <p:nvPicPr>
            <p:cNvPr id="867" name="Google Shape;867;g34107093e64_0_115" title="JL686-128F.png"/>
            <p:cNvPicPr preferRelativeResize="0"/>
            <p:nvPr/>
          </p:nvPicPr>
          <p:blipFill rotWithShape="1">
            <a:blip r:embed="rId29">
              <a:alphaModFix/>
            </a:blip>
            <a:srcRect l="79" r="79"/>
            <a:stretch/>
          </p:blipFill>
          <p:spPr>
            <a:xfrm>
              <a:off x="3581500" y="3892004"/>
              <a:ext cx="590656" cy="836045"/>
            </a:xfrm>
            <a:prstGeom prst="rect">
              <a:avLst/>
            </a:prstGeom>
            <a:noFill/>
            <a:ln>
              <a:noFill/>
            </a:ln>
            <a:effectLst>
              <a:outerShdw blurRad="71438" dist="28575" dir="5400000" algn="bl" rotWithShape="0">
                <a:srgbClr val="000000">
                  <a:alpha val="14900"/>
                </a:srgbClr>
              </a:outerShdw>
            </a:effectLst>
          </p:spPr>
        </p:pic>
        <p:pic>
          <p:nvPicPr>
            <p:cNvPr id="868" name="Google Shape;868;g34107093e64_0_115" title="JL686-129F.png"/>
            <p:cNvPicPr preferRelativeResize="0"/>
            <p:nvPr/>
          </p:nvPicPr>
          <p:blipFill rotWithShape="1">
            <a:blip r:embed="rId30">
              <a:alphaModFix/>
            </a:blip>
            <a:srcRect l="79" r="79"/>
            <a:stretch/>
          </p:blipFill>
          <p:spPr>
            <a:xfrm>
              <a:off x="4244275" y="3892004"/>
              <a:ext cx="590656" cy="836045"/>
            </a:xfrm>
            <a:prstGeom prst="rect">
              <a:avLst/>
            </a:prstGeom>
            <a:noFill/>
            <a:ln>
              <a:noFill/>
            </a:ln>
            <a:effectLst>
              <a:outerShdw blurRad="71438" dist="28575" dir="5400000" algn="bl" rotWithShape="0">
                <a:srgbClr val="000000">
                  <a:alpha val="14900"/>
                </a:srgbClr>
              </a:outerShdw>
            </a:effectLst>
          </p:spPr>
        </p:pic>
        <p:pic>
          <p:nvPicPr>
            <p:cNvPr id="869" name="Google Shape;869;g34107093e64_0_115" title="JL686-130F.png"/>
            <p:cNvPicPr preferRelativeResize="0"/>
            <p:nvPr/>
          </p:nvPicPr>
          <p:blipFill rotWithShape="1">
            <a:blip r:embed="rId31">
              <a:alphaModFix/>
            </a:blip>
            <a:srcRect l="19" r="29"/>
            <a:stretch/>
          </p:blipFill>
          <p:spPr>
            <a:xfrm>
              <a:off x="4907050" y="3892004"/>
              <a:ext cx="590656" cy="836046"/>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34107093e64_0_14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76" name="Google Shape;876;g34107093e64_0_148"/>
          <p:cNvGrpSpPr/>
          <p:nvPr/>
        </p:nvGrpSpPr>
        <p:grpSpPr>
          <a:xfrm>
            <a:off x="865957" y="2135925"/>
            <a:ext cx="7282807" cy="2686611"/>
            <a:chOff x="867357" y="2129450"/>
            <a:chExt cx="7282807" cy="2686611"/>
          </a:xfrm>
        </p:grpSpPr>
        <p:pic>
          <p:nvPicPr>
            <p:cNvPr id="877" name="Google Shape;877;g34107093e64_0_148"/>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8" name="Google Shape;878;g34107093e64_0_148"/>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9" name="Google Shape;879;g34107093e64_0_148"/>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34107093e64_0_148"/>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81" name="Google Shape;881;g34107093e64_0_148"/>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82" name="Google Shape;882;g34107093e64_0_148"/>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3" name="Google Shape;883;g34107093e64_0_148"/>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4" name="Google Shape;884;g34107093e64_0_148"/>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85" name="Google Shape;885;g34107093e64_0_148"/>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6" name="Google Shape;886;g34107093e64_0_148"/>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7" name="Google Shape;887;g34107093e64_0_148"/>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8" name="Google Shape;888;g34107093e64_0_148"/>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9" name="Google Shape;889;g34107093e64_0_148"/>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90" name="Google Shape;890;g34107093e64_0_148"/>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34107093e64_0_16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97" name="Google Shape;897;g34107093e64_0_168"/>
          <p:cNvGrpSpPr/>
          <p:nvPr/>
        </p:nvGrpSpPr>
        <p:grpSpPr>
          <a:xfrm>
            <a:off x="866900" y="2125438"/>
            <a:ext cx="7281864" cy="2684601"/>
            <a:chOff x="868300" y="2129450"/>
            <a:chExt cx="7281864" cy="2684601"/>
          </a:xfrm>
        </p:grpSpPr>
        <p:pic>
          <p:nvPicPr>
            <p:cNvPr id="898" name="Google Shape;898;g34107093e64_0_168"/>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9" name="Google Shape;899;g34107093e64_0_168"/>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900" name="Google Shape;900;g34107093e64_0_168"/>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901" name="Google Shape;901;g34107093e64_0_168"/>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902" name="Google Shape;902;g34107093e64_0_168"/>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903" name="Google Shape;903;g34107093e64_0_168"/>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4" name="Google Shape;904;g34107093e64_0_168"/>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5" name="Google Shape;905;g34107093e64_0_168"/>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6" name="Google Shape;906;g34107093e64_0_168"/>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7" name="Google Shape;907;g34107093e64_0_168"/>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8" name="Google Shape;908;g34107093e64_0_168"/>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9" name="Google Shape;909;g34107093e64_0_168"/>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0" name="Google Shape;910;g34107093e64_0_168"/>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11" name="Google Shape;911;g34107093e64_0_168"/>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2" name="Google Shape;912;g34107093e64_0_168"/>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3" name="Google Shape;913;g34107093e64_0_168"/>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4" name="Google Shape;914;g34107093e64_0_168"/>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15" name="Google Shape;915;g34107093e64_0_168"/>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16" name="Google Shape;916;g34107093e64_0_168"/>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7" name="Google Shape;917;g34107093e64_0_168"/>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8" name="Google Shape;918;g34107093e64_0_168"/>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9" name="Google Shape;919;g34107093e64_0_168"/>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20" name="Google Shape;920;g34107093e64_0_168"/>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21" name="Google Shape;921;g34107093e64_0_168"/>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22" name="Google Shape;922;g34107093e64_0_168"/>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23" name="Google Shape;923;g34107093e64_0_168"/>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24" name="Google Shape;924;g34107093e64_0_168"/>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25" name="Google Shape;925;g34107093e64_0_168"/>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34107093e64_0_20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32" name="Google Shape;932;g34107093e64_0_202"/>
          <p:cNvGrpSpPr/>
          <p:nvPr/>
        </p:nvGrpSpPr>
        <p:grpSpPr>
          <a:xfrm>
            <a:off x="868300" y="2129450"/>
            <a:ext cx="7281864" cy="2684601"/>
            <a:chOff x="868300" y="2053250"/>
            <a:chExt cx="7281864" cy="2684601"/>
          </a:xfrm>
        </p:grpSpPr>
        <p:pic>
          <p:nvPicPr>
            <p:cNvPr id="933" name="Google Shape;933;g34107093e64_0_202"/>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34" name="Google Shape;934;g34107093e64_0_202"/>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35" name="Google Shape;935;g34107093e64_0_202"/>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36" name="Google Shape;936;g34107093e64_0_202"/>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37" name="Google Shape;937;g34107093e64_0_202"/>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38" name="Google Shape;938;g34107093e64_0_202"/>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39" name="Google Shape;939;g34107093e64_0_202"/>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40" name="Google Shape;940;g34107093e64_0_202"/>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41" name="Google Shape;941;g34107093e64_0_202"/>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42" name="Google Shape;942;g34107093e64_0_202"/>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43" name="Google Shape;943;g34107093e64_0_202"/>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44" name="Google Shape;944;g34107093e64_0_202"/>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45" name="Google Shape;945;g34107093e64_0_202"/>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34107093e64_0_22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52" name="Google Shape;952;g34107093e64_0_221"/>
          <p:cNvGrpSpPr/>
          <p:nvPr/>
        </p:nvGrpSpPr>
        <p:grpSpPr>
          <a:xfrm>
            <a:off x="868300" y="2129450"/>
            <a:ext cx="7281864" cy="2688001"/>
            <a:chOff x="868300" y="2129450"/>
            <a:chExt cx="7281864" cy="2688001"/>
          </a:xfrm>
        </p:grpSpPr>
        <p:pic>
          <p:nvPicPr>
            <p:cNvPr id="953" name="Google Shape;953;g34107093e64_0_221"/>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54" name="Google Shape;954;g34107093e64_0_221"/>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55" name="Google Shape;955;g34107093e64_0_221"/>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56" name="Google Shape;956;g34107093e64_0_221"/>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57" name="Google Shape;957;g34107093e64_0_221"/>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58" name="Google Shape;958;g34107093e64_0_221"/>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59" name="Google Shape;959;g34107093e64_0_221"/>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60" name="Google Shape;960;g34107093e64_0_221"/>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61" name="Google Shape;961;g34107093e64_0_221"/>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62" name="Google Shape;962;g34107093e64_0_221"/>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63" name="Google Shape;963;g34107093e64_0_221"/>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64" name="Google Shape;964;g34107093e64_0_221"/>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65" name="Google Shape;965;g34107093e64_0_221"/>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66" name="Google Shape;966;g34107093e64_0_221"/>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34107093e64_0_241"/>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Review Phase 5.5 Common Exception Words </a:t>
            </a:r>
            <a:br>
              <a:rPr lang="en-US" sz="1800"/>
            </a:br>
            <a:r>
              <a:rPr lang="en-US" sz="1800">
                <a:solidFill>
                  <a:srgbClr val="2356AF"/>
                </a:solidFill>
              </a:rPr>
              <a:t>people wild child mind kind behind eye oh most only both though through who prove shoe beautiful climb Christmas school sugar love money any</a:t>
            </a:r>
            <a:r>
              <a:rPr lang="en-US" sz="1800"/>
              <a:t>…</a:t>
            </a:r>
            <a:endParaRPr sz="1800"/>
          </a:p>
        </p:txBody>
      </p:sp>
      <p:pic>
        <p:nvPicPr>
          <p:cNvPr id="973" name="Google Shape;973;g34107093e64_0_241"/>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74" name="Google Shape;974;g34107093e64_0_241"/>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75" name="Google Shape;975;g34107093e64_0_241"/>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76" name="Google Shape;976;g34107093e64_0_241"/>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77" name="Google Shape;977;g34107093e64_0_241"/>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78" name="Google Shape;978;g34107093e64_0_241"/>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79" name="Google Shape;979;g34107093e64_0_241"/>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80" name="Google Shape;980;g34107093e64_0_241"/>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81" name="Google Shape;981;g34107093e64_0_241"/>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82" name="Google Shape;982;g34107093e64_0_241"/>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83" name="Google Shape;983;g34107093e64_0_241"/>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84" name="Google Shape;984;g34107093e64_0_241"/>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pic>
        <p:nvPicPr>
          <p:cNvPr id="985" name="Google Shape;985;g34107093e64_0_241"/>
          <p:cNvPicPr preferRelativeResize="0"/>
          <p:nvPr/>
        </p:nvPicPr>
        <p:blipFill rotWithShape="1">
          <a:blip r:embed="rId15">
            <a:alphaModFix/>
          </a:blip>
          <a:srcRect l="59" r="59"/>
          <a:stretch/>
        </p:blipFill>
        <p:spPr>
          <a:xfrm>
            <a:off x="868300" y="3994500"/>
            <a:ext cx="1146813" cy="819547"/>
          </a:xfrm>
          <a:prstGeom prst="rect">
            <a:avLst/>
          </a:prstGeom>
          <a:noFill/>
          <a:ln>
            <a:noFill/>
          </a:ln>
          <a:effectLst>
            <a:outerShdw blurRad="71438" dist="19050" dir="5400000" algn="bl" rotWithShape="0">
              <a:srgbClr val="000000">
                <a:alpha val="18040"/>
              </a:srgbClr>
            </a:outerShdw>
          </a:effectLst>
        </p:spPr>
      </p:pic>
      <p:pic>
        <p:nvPicPr>
          <p:cNvPr id="986" name="Google Shape;986;g34107093e64_0_241"/>
          <p:cNvPicPr preferRelativeResize="0"/>
          <p:nvPr/>
        </p:nvPicPr>
        <p:blipFill rotWithShape="1">
          <a:blip r:embed="rId16">
            <a:alphaModFix/>
          </a:blip>
          <a:srcRect l="159" r="159"/>
          <a:stretch/>
        </p:blipFill>
        <p:spPr>
          <a:xfrm>
            <a:off x="2094526" y="3994500"/>
            <a:ext cx="1147320" cy="822955"/>
          </a:xfrm>
          <a:prstGeom prst="rect">
            <a:avLst/>
          </a:prstGeom>
          <a:noFill/>
          <a:ln>
            <a:noFill/>
          </a:ln>
          <a:effectLst>
            <a:outerShdw blurRad="71438" dist="19050" dir="5400000" algn="bl" rotWithShape="0">
              <a:srgbClr val="000000">
                <a:alpha val="18040"/>
              </a:srgbClr>
            </a:outerShdw>
          </a:effectLst>
        </p:spPr>
      </p:pic>
      <p:pic>
        <p:nvPicPr>
          <p:cNvPr id="987" name="Google Shape;987;g34107093e64_0_241"/>
          <p:cNvPicPr preferRelativeResize="0"/>
          <p:nvPr/>
        </p:nvPicPr>
        <p:blipFill rotWithShape="1">
          <a:blip r:embed="rId17">
            <a:alphaModFix/>
          </a:blip>
          <a:srcRect l="79" r="69"/>
          <a:stretch/>
        </p:blipFill>
        <p:spPr>
          <a:xfrm>
            <a:off x="3321259" y="3994500"/>
            <a:ext cx="1147320" cy="821566"/>
          </a:xfrm>
          <a:prstGeom prst="rect">
            <a:avLst/>
          </a:prstGeom>
          <a:noFill/>
          <a:ln>
            <a:noFill/>
          </a:ln>
          <a:effectLst>
            <a:outerShdw blurRad="71438" dist="19050" dir="5400000" algn="bl" rotWithShape="0">
              <a:srgbClr val="000000">
                <a:alpha val="18040"/>
              </a:srgbClr>
            </a:outerShdw>
          </a:effectLst>
        </p:spPr>
      </p:pic>
      <p:pic>
        <p:nvPicPr>
          <p:cNvPr id="988" name="Google Shape;988;g34107093e64_0_241"/>
          <p:cNvPicPr preferRelativeResize="0"/>
          <p:nvPr/>
        </p:nvPicPr>
        <p:blipFill rotWithShape="1">
          <a:blip r:embed="rId18">
            <a:alphaModFix/>
          </a:blip>
          <a:srcRect l="79" r="69"/>
          <a:stretch/>
        </p:blipFill>
        <p:spPr>
          <a:xfrm>
            <a:off x="4547991" y="3994500"/>
            <a:ext cx="1147320" cy="821566"/>
          </a:xfrm>
          <a:prstGeom prst="rect">
            <a:avLst/>
          </a:prstGeom>
          <a:noFill/>
          <a:ln>
            <a:noFill/>
          </a:ln>
          <a:effectLst>
            <a:outerShdw blurRad="71438" dist="19050" dir="5400000" algn="bl" rotWithShape="0">
              <a:srgbClr val="000000">
                <a:alpha val="18040"/>
              </a:srgbClr>
            </a:outerShdw>
          </a:effectLst>
        </p:spPr>
      </p:pic>
      <p:pic>
        <p:nvPicPr>
          <p:cNvPr id="989" name="Google Shape;989;g34107093e64_0_241"/>
          <p:cNvPicPr preferRelativeResize="0"/>
          <p:nvPr/>
        </p:nvPicPr>
        <p:blipFill rotWithShape="1">
          <a:blip r:embed="rId19">
            <a:alphaModFix/>
          </a:blip>
          <a:srcRect l="159" r="159"/>
          <a:stretch/>
        </p:blipFill>
        <p:spPr>
          <a:xfrm>
            <a:off x="5774724" y="3994500"/>
            <a:ext cx="1147320" cy="821565"/>
          </a:xfrm>
          <a:prstGeom prst="rect">
            <a:avLst/>
          </a:prstGeom>
          <a:noFill/>
          <a:ln>
            <a:noFill/>
          </a:ln>
          <a:effectLst>
            <a:outerShdw blurRad="71438" dist="19050" dir="5400000" algn="bl" rotWithShape="0">
              <a:srgbClr val="000000">
                <a:alpha val="18040"/>
              </a:srgbClr>
            </a:outerShdw>
          </a:effectLst>
        </p:spPr>
      </p:pic>
      <p:pic>
        <p:nvPicPr>
          <p:cNvPr id="990" name="Google Shape;990;g34107093e64_0_241" title="JL687-77F.png"/>
          <p:cNvPicPr preferRelativeResize="0"/>
          <p:nvPr/>
        </p:nvPicPr>
        <p:blipFill rotWithShape="1">
          <a:blip r:embed="rId20">
            <a:alphaModFix/>
          </a:blip>
          <a:srcRect l="159" r="159"/>
          <a:stretch/>
        </p:blipFill>
        <p:spPr>
          <a:xfrm>
            <a:off x="7001474" y="3994500"/>
            <a:ext cx="1147320" cy="821565"/>
          </a:xfrm>
          <a:prstGeom prst="rect">
            <a:avLst/>
          </a:prstGeom>
          <a:noFill/>
          <a:ln>
            <a:noFill/>
          </a:ln>
          <a:effectLst>
            <a:outerShdw blurRad="71438" dist="19050" dir="5400000" algn="bl" rotWithShape="0">
              <a:srgbClr val="000000">
                <a:alpha val="18040"/>
              </a:srgbClr>
            </a:outerShdw>
          </a:effectLst>
        </p:spPr>
      </p:pic>
      <p:pic>
        <p:nvPicPr>
          <p:cNvPr id="991" name="Google Shape;991;g34107093e64_0_241" title="JL687-78F.png"/>
          <p:cNvPicPr preferRelativeResize="0"/>
          <p:nvPr/>
        </p:nvPicPr>
        <p:blipFill rotWithShape="1">
          <a:blip r:embed="rId21">
            <a:alphaModFix/>
          </a:blip>
          <a:srcRect l="59" r="59"/>
          <a:stretch/>
        </p:blipFill>
        <p:spPr>
          <a:xfrm>
            <a:off x="868300" y="4928725"/>
            <a:ext cx="1146813" cy="819547"/>
          </a:xfrm>
          <a:prstGeom prst="rect">
            <a:avLst/>
          </a:prstGeom>
          <a:noFill/>
          <a:ln>
            <a:noFill/>
          </a:ln>
          <a:effectLst>
            <a:outerShdw blurRad="71438" dist="19050" dir="5400000" algn="bl" rotWithShape="0">
              <a:srgbClr val="000000">
                <a:alpha val="18040"/>
              </a:srgbClr>
            </a:outerShdw>
          </a:effectLst>
        </p:spPr>
      </p:pic>
      <p:pic>
        <p:nvPicPr>
          <p:cNvPr id="992" name="Google Shape;992;g34107093e64_0_241" title="JL687-79F.png"/>
          <p:cNvPicPr preferRelativeResize="0"/>
          <p:nvPr/>
        </p:nvPicPr>
        <p:blipFill rotWithShape="1">
          <a:blip r:embed="rId22">
            <a:alphaModFix/>
          </a:blip>
          <a:srcRect l="159" r="159"/>
          <a:stretch/>
        </p:blipFill>
        <p:spPr>
          <a:xfrm>
            <a:off x="2094526" y="4928725"/>
            <a:ext cx="1147320" cy="822955"/>
          </a:xfrm>
          <a:prstGeom prst="rect">
            <a:avLst/>
          </a:prstGeom>
          <a:noFill/>
          <a:ln>
            <a:noFill/>
          </a:ln>
          <a:effectLst>
            <a:outerShdw blurRad="71438" dist="19050" dir="5400000" algn="bl" rotWithShape="0">
              <a:srgbClr val="000000">
                <a:alpha val="18040"/>
              </a:srgbClr>
            </a:outerShdw>
          </a:effectLst>
        </p:spPr>
      </p:pic>
      <p:pic>
        <p:nvPicPr>
          <p:cNvPr id="993" name="Google Shape;993;g34107093e64_0_241" title="JL687-80F.png"/>
          <p:cNvPicPr preferRelativeResize="0"/>
          <p:nvPr/>
        </p:nvPicPr>
        <p:blipFill rotWithShape="1">
          <a:blip r:embed="rId23">
            <a:alphaModFix/>
          </a:blip>
          <a:srcRect l="159" r="159"/>
          <a:stretch/>
        </p:blipFill>
        <p:spPr>
          <a:xfrm>
            <a:off x="3321259" y="4928725"/>
            <a:ext cx="1147320" cy="821565"/>
          </a:xfrm>
          <a:prstGeom prst="rect">
            <a:avLst/>
          </a:prstGeom>
          <a:noFill/>
          <a:ln>
            <a:noFill/>
          </a:ln>
          <a:effectLst>
            <a:outerShdw blurRad="71438" dist="19050" dir="5400000" algn="bl" rotWithShape="0">
              <a:srgbClr val="000000">
                <a:alpha val="18040"/>
              </a:srgbClr>
            </a:outerShdw>
          </a:effectLst>
        </p:spPr>
      </p:pic>
      <p:pic>
        <p:nvPicPr>
          <p:cNvPr id="994" name="Google Shape;994;g34107093e64_0_241" title="JL687-81F.png"/>
          <p:cNvPicPr preferRelativeResize="0"/>
          <p:nvPr/>
        </p:nvPicPr>
        <p:blipFill rotWithShape="1">
          <a:blip r:embed="rId24">
            <a:alphaModFix/>
          </a:blip>
          <a:srcRect l="79" r="69"/>
          <a:stretch/>
        </p:blipFill>
        <p:spPr>
          <a:xfrm>
            <a:off x="4547991" y="4928725"/>
            <a:ext cx="1147320" cy="821566"/>
          </a:xfrm>
          <a:prstGeom prst="rect">
            <a:avLst/>
          </a:prstGeom>
          <a:noFill/>
          <a:ln>
            <a:noFill/>
          </a:ln>
          <a:effectLst>
            <a:outerShdw blurRad="71438" dist="19050" dir="5400000" algn="bl" rotWithShape="0">
              <a:srgbClr val="000000">
                <a:alpha val="18040"/>
              </a:srgbClr>
            </a:outerShdw>
          </a:effectLst>
        </p:spPr>
      </p:pic>
      <p:pic>
        <p:nvPicPr>
          <p:cNvPr id="995" name="Google Shape;995;g34107093e64_0_241" title="JL687-82F.png"/>
          <p:cNvPicPr preferRelativeResize="0"/>
          <p:nvPr/>
        </p:nvPicPr>
        <p:blipFill rotWithShape="1">
          <a:blip r:embed="rId25">
            <a:alphaModFix/>
          </a:blip>
          <a:srcRect l="79" r="69"/>
          <a:stretch/>
        </p:blipFill>
        <p:spPr>
          <a:xfrm>
            <a:off x="5774724" y="4928725"/>
            <a:ext cx="1147320" cy="821566"/>
          </a:xfrm>
          <a:prstGeom prst="rect">
            <a:avLst/>
          </a:prstGeom>
          <a:noFill/>
          <a:ln>
            <a:noFill/>
          </a:ln>
          <a:effectLst>
            <a:outerShdw blurRad="71438" dist="19050" dir="5400000" algn="bl" rotWithShape="0">
              <a:srgbClr val="000000">
                <a:alpha val="18040"/>
              </a:srgbClr>
            </a:outerShdw>
          </a:effectLst>
        </p:spPr>
      </p:pic>
      <p:pic>
        <p:nvPicPr>
          <p:cNvPr id="996" name="Google Shape;996;g34107093e64_0_241" title="JL687-83F.png"/>
          <p:cNvPicPr preferRelativeResize="0"/>
          <p:nvPr/>
        </p:nvPicPr>
        <p:blipFill rotWithShape="1">
          <a:blip r:embed="rId26">
            <a:alphaModFix/>
          </a:blip>
          <a:srcRect l="99" r="99"/>
          <a:stretch/>
        </p:blipFill>
        <p:spPr>
          <a:xfrm>
            <a:off x="7001474" y="4928725"/>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34107093e64_0_270"/>
          <p:cNvSpPr txBox="1">
            <a:spLocks noGrp="1"/>
          </p:cNvSpPr>
          <p:nvPr>
            <p:ph type="title"/>
          </p:nvPr>
        </p:nvSpPr>
        <p:spPr>
          <a:xfrm>
            <a:off x="995600" y="582900"/>
            <a:ext cx="71532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1800"/>
              <a:t>…</a:t>
            </a:r>
            <a:r>
              <a:rPr lang="en-US" sz="1800">
                <a:solidFill>
                  <a:srgbClr val="2356AF"/>
                </a:solidFill>
              </a:rPr>
              <a:t>many friend very busy pretty once</a:t>
            </a:r>
            <a:r>
              <a:rPr lang="en-US" sz="1800"/>
              <a:t>.</a:t>
            </a:r>
            <a:endParaRPr sz="1800"/>
          </a:p>
        </p:txBody>
      </p:sp>
      <p:grpSp>
        <p:nvGrpSpPr>
          <p:cNvPr id="1003" name="Google Shape;1003;g34107093e64_0_270"/>
          <p:cNvGrpSpPr/>
          <p:nvPr/>
        </p:nvGrpSpPr>
        <p:grpSpPr>
          <a:xfrm>
            <a:off x="868300" y="2129450"/>
            <a:ext cx="7280494" cy="822955"/>
            <a:chOff x="868300" y="2129450"/>
            <a:chExt cx="7280494" cy="822955"/>
          </a:xfrm>
        </p:grpSpPr>
        <p:pic>
          <p:nvPicPr>
            <p:cNvPr id="1004" name="Google Shape;1004;g34107093e64_0_270" title="JL687-84F.png"/>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1005" name="Google Shape;1005;g34107093e64_0_270" title="JL687-85F.png"/>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7650"/>
                </a:srgbClr>
              </a:outerShdw>
            </a:effectLst>
          </p:spPr>
        </p:pic>
        <p:pic>
          <p:nvPicPr>
            <p:cNvPr id="1006" name="Google Shape;1006;g34107093e64_0_270" title="JL687-86F.png"/>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1007" name="Google Shape;1007;g34107093e64_0_270" title="JL687-87F.png"/>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1008" name="Google Shape;1008;g34107093e64_0_270" title="JL687-88F.png"/>
            <p:cNvPicPr preferRelativeResize="0"/>
            <p:nvPr/>
          </p:nvPicPr>
          <p:blipFill rotWithShape="1">
            <a:blip r:embed="rId7">
              <a:alphaModFix/>
            </a:blip>
            <a:srcRect l="19" r="9"/>
            <a:stretch/>
          </p:blipFill>
          <p:spPr>
            <a:xfrm>
              <a:off x="5774724" y="2129450"/>
              <a:ext cx="1147320" cy="821566"/>
            </a:xfrm>
            <a:prstGeom prst="rect">
              <a:avLst/>
            </a:prstGeom>
            <a:noFill/>
            <a:ln>
              <a:noFill/>
            </a:ln>
            <a:effectLst>
              <a:outerShdw blurRad="71438" dist="19050" dir="5400000" algn="bl" rotWithShape="0">
                <a:srgbClr val="000000">
                  <a:alpha val="17650"/>
                </a:srgbClr>
              </a:outerShdw>
            </a:effectLst>
          </p:spPr>
        </p:pic>
        <p:pic>
          <p:nvPicPr>
            <p:cNvPr id="1009" name="Google Shape;1009;g34107093e64_0_270" title="JL687-89F.png"/>
            <p:cNvPicPr preferRelativeResize="0"/>
            <p:nvPr/>
          </p:nvPicPr>
          <p:blipFill rotWithShape="1">
            <a:blip r:embed="rId8">
              <a:alphaModFix/>
            </a:blip>
            <a:srcRect l="99" r="99"/>
            <a:stretch/>
          </p:blipFill>
          <p:spPr>
            <a:xfrm>
              <a:off x="7001474" y="2129450"/>
              <a:ext cx="1147320"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a:t>
            </a:r>
            <a:br>
              <a:rPr lang="en-US" sz="2000"/>
            </a:br>
            <a:r>
              <a:rPr lang="en-US" sz="2000">
                <a:solidFill>
                  <a:srgbClr val="2356AF"/>
                </a:solidFill>
              </a:rPr>
              <a:t>cell / sell, serial / cereal, muscle / mussel, lapse / laps, peace / piece</a:t>
            </a:r>
            <a:r>
              <a:rPr lang="en-US" sz="2000"/>
              <a:t>.</a:t>
            </a:r>
            <a:endParaRPr sz="2000"/>
          </a:p>
        </p:txBody>
      </p:sp>
      <p:pic>
        <p:nvPicPr>
          <p:cNvPr id="1016" name="Google Shape;1016;g26f40b1072c_1_28" title="JL693-41F.png"/>
          <p:cNvPicPr preferRelativeResize="0"/>
          <p:nvPr/>
        </p:nvPicPr>
        <p:blipFill rotWithShape="1">
          <a:blip r:embed="rId3">
            <a:alphaModFix/>
          </a:blip>
          <a:srcRect l="49" r="59"/>
          <a:stretch/>
        </p:blipFill>
        <p:spPr>
          <a:xfrm>
            <a:off x="919050" y="2136150"/>
            <a:ext cx="2264100" cy="1133250"/>
          </a:xfrm>
          <a:prstGeom prst="rect">
            <a:avLst/>
          </a:prstGeom>
          <a:noFill/>
          <a:ln>
            <a:noFill/>
          </a:ln>
          <a:effectLst>
            <a:outerShdw blurRad="57150" dist="19050" dir="5400000" algn="bl" rotWithShape="0">
              <a:srgbClr val="BFBFBF"/>
            </a:outerShdw>
          </a:effectLst>
        </p:spPr>
      </p:pic>
      <p:pic>
        <p:nvPicPr>
          <p:cNvPr id="1017" name="Google Shape;1017;g26f40b1072c_1_28" title="JL693-43F.png"/>
          <p:cNvPicPr preferRelativeResize="0"/>
          <p:nvPr/>
        </p:nvPicPr>
        <p:blipFill rotWithShape="1">
          <a:blip r:embed="rId4">
            <a:alphaModFix/>
          </a:blip>
          <a:srcRect t="49" b="59"/>
          <a:stretch/>
        </p:blipFill>
        <p:spPr>
          <a:xfrm>
            <a:off x="5808450" y="2136150"/>
            <a:ext cx="2264100" cy="1133250"/>
          </a:xfrm>
          <a:prstGeom prst="rect">
            <a:avLst/>
          </a:prstGeom>
          <a:noFill/>
          <a:ln>
            <a:noFill/>
          </a:ln>
          <a:effectLst>
            <a:outerShdw blurRad="57150" dist="19050" dir="5400000" algn="bl" rotWithShape="0">
              <a:srgbClr val="BFBFBF"/>
            </a:outerShdw>
          </a:effectLst>
        </p:spPr>
      </p:pic>
      <p:pic>
        <p:nvPicPr>
          <p:cNvPr id="1018" name="Google Shape;1018;g26f40b1072c_1_28" title="JL693-42F.png"/>
          <p:cNvPicPr preferRelativeResize="0"/>
          <p:nvPr/>
        </p:nvPicPr>
        <p:blipFill rotWithShape="1">
          <a:blip r:embed="rId5">
            <a:alphaModFix/>
          </a:blip>
          <a:srcRect l="49" r="59"/>
          <a:stretch/>
        </p:blipFill>
        <p:spPr>
          <a:xfrm>
            <a:off x="3363750" y="2136150"/>
            <a:ext cx="2264100" cy="1133250"/>
          </a:xfrm>
          <a:prstGeom prst="rect">
            <a:avLst/>
          </a:prstGeom>
          <a:noFill/>
          <a:ln>
            <a:noFill/>
          </a:ln>
          <a:effectLst>
            <a:outerShdw blurRad="57150" dist="19050" dir="5400000" algn="bl" rotWithShape="0">
              <a:srgbClr val="BFBFBF"/>
            </a:outerShdw>
          </a:effectLst>
        </p:spPr>
      </p:pic>
      <p:pic>
        <p:nvPicPr>
          <p:cNvPr id="1019" name="Google Shape;1019;g26f40b1072c_1_28" title="JL693-44F.png"/>
          <p:cNvPicPr preferRelativeResize="0"/>
          <p:nvPr/>
        </p:nvPicPr>
        <p:blipFill rotWithShape="1">
          <a:blip r:embed="rId6">
            <a:alphaModFix/>
          </a:blip>
          <a:srcRect l="49" r="59"/>
          <a:stretch/>
        </p:blipFill>
        <p:spPr>
          <a:xfrm>
            <a:off x="2141400" y="3399975"/>
            <a:ext cx="2264100" cy="1133250"/>
          </a:xfrm>
          <a:prstGeom prst="rect">
            <a:avLst/>
          </a:prstGeom>
          <a:noFill/>
          <a:ln>
            <a:noFill/>
          </a:ln>
          <a:effectLst>
            <a:outerShdw blurRad="57150" dist="19050" dir="5400000" algn="bl" rotWithShape="0">
              <a:srgbClr val="BFBFBF"/>
            </a:outerShdw>
          </a:effectLst>
        </p:spPr>
      </p:pic>
      <p:pic>
        <p:nvPicPr>
          <p:cNvPr id="1020" name="Google Shape;1020;g26f40b1072c_1_28" title="JL693-45F.png"/>
          <p:cNvPicPr preferRelativeResize="0"/>
          <p:nvPr/>
        </p:nvPicPr>
        <p:blipFill rotWithShape="1">
          <a:blip r:embed="rId7">
            <a:alphaModFix/>
          </a:blip>
          <a:srcRect l="49" r="59"/>
          <a:stretch/>
        </p:blipFill>
        <p:spPr>
          <a:xfrm>
            <a:off x="4586100" y="3399975"/>
            <a:ext cx="2264100" cy="113325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Words </a:t>
            </a:r>
            <a:r>
              <a:rPr lang="en-US" sz="2000">
                <a:solidFill>
                  <a:srgbClr val="2356AF"/>
                </a:solidFill>
              </a:rPr>
              <a:t>house mouse once</a:t>
            </a:r>
            <a:r>
              <a:rPr lang="en-US" sz="2000"/>
              <a:t>.</a:t>
            </a:r>
            <a:endParaRPr sz="2000"/>
          </a:p>
        </p:txBody>
      </p:sp>
      <p:grpSp>
        <p:nvGrpSpPr>
          <p:cNvPr id="1027" name="Google Shape;1027;g26f40b1072c_1_0"/>
          <p:cNvGrpSpPr/>
          <p:nvPr/>
        </p:nvGrpSpPr>
        <p:grpSpPr>
          <a:xfrm>
            <a:off x="933250" y="2129400"/>
            <a:ext cx="7286950" cy="1684981"/>
            <a:chOff x="933250" y="2129400"/>
            <a:chExt cx="7286950" cy="1684981"/>
          </a:xfrm>
        </p:grpSpPr>
        <p:pic>
          <p:nvPicPr>
            <p:cNvPr id="1028" name="Google Shape;1028;g26f40b1072c_1_0" title="JL687-46F.png"/>
            <p:cNvPicPr preferRelativeResize="0"/>
            <p:nvPr/>
          </p:nvPicPr>
          <p:blipFill rotWithShape="1">
            <a:blip r:embed="rId3">
              <a:alphaModFix/>
            </a:blip>
            <a:srcRect l="59" r="59"/>
            <a:stretch/>
          </p:blipFill>
          <p:spPr>
            <a:xfrm>
              <a:off x="933250" y="2129400"/>
              <a:ext cx="2357807" cy="1684981"/>
            </a:xfrm>
            <a:prstGeom prst="rect">
              <a:avLst/>
            </a:prstGeom>
            <a:noFill/>
            <a:ln>
              <a:noFill/>
            </a:ln>
            <a:effectLst>
              <a:outerShdw blurRad="57150" dist="19050" dir="5400000" algn="bl" rotWithShape="0">
                <a:srgbClr val="000000">
                  <a:alpha val="20000"/>
                </a:srgbClr>
              </a:outerShdw>
            </a:effectLst>
          </p:spPr>
        </p:pic>
        <p:pic>
          <p:nvPicPr>
            <p:cNvPr id="1029" name="Google Shape;1029;g26f40b1072c_1_0" title="JL687-47F.png"/>
            <p:cNvPicPr preferRelativeResize="0"/>
            <p:nvPr/>
          </p:nvPicPr>
          <p:blipFill rotWithShape="1">
            <a:blip r:embed="rId4">
              <a:alphaModFix/>
            </a:blip>
            <a:srcRect l="59" r="59"/>
            <a:stretch/>
          </p:blipFill>
          <p:spPr>
            <a:xfrm>
              <a:off x="3397821" y="2129400"/>
              <a:ext cx="2357807" cy="1684981"/>
            </a:xfrm>
            <a:prstGeom prst="rect">
              <a:avLst/>
            </a:prstGeom>
            <a:noFill/>
            <a:ln>
              <a:noFill/>
            </a:ln>
            <a:effectLst>
              <a:outerShdw blurRad="57150" dist="19050" dir="5400000" algn="bl" rotWithShape="0">
                <a:srgbClr val="000000">
                  <a:alpha val="20000"/>
                </a:srgbClr>
              </a:outerShdw>
            </a:effectLst>
          </p:spPr>
        </p:pic>
        <p:pic>
          <p:nvPicPr>
            <p:cNvPr id="1030" name="Google Shape;1030;g26f40b1072c_1_0" title="JL687-89F.png"/>
            <p:cNvPicPr preferRelativeResize="0"/>
            <p:nvPr/>
          </p:nvPicPr>
          <p:blipFill rotWithShape="1">
            <a:blip r:embed="rId5">
              <a:alphaModFix/>
            </a:blip>
            <a:srcRect/>
            <a:stretch/>
          </p:blipFill>
          <p:spPr>
            <a:xfrm>
              <a:off x="5862392" y="2129400"/>
              <a:ext cx="2357808" cy="1684979"/>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37" name="Google Shape;1037;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38" name="Google Shape;1038;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39" name="Google Shape;1039;g2ce718e20f2_0_845"/>
          <p:cNvGrpSpPr/>
          <p:nvPr/>
        </p:nvGrpSpPr>
        <p:grpSpPr>
          <a:xfrm>
            <a:off x="930445" y="2001075"/>
            <a:ext cx="7283111" cy="2472849"/>
            <a:chOff x="930445" y="2001075"/>
            <a:chExt cx="7283111" cy="2472849"/>
          </a:xfrm>
        </p:grpSpPr>
        <p:pic>
          <p:nvPicPr>
            <p:cNvPr id="1040" name="Google Shape;1040;g2ce718e20f2_0_845" title="JL686-01F.png"/>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4901"/>
                </a:srgbClr>
              </a:outerShdw>
            </a:effectLst>
          </p:spPr>
        </p:pic>
        <p:pic>
          <p:nvPicPr>
            <p:cNvPr id="1041" name="Google Shape;1041;g2ce718e20f2_0_845" title="JL686-101F.png"/>
            <p:cNvPicPr preferRelativeResize="0"/>
            <p:nvPr/>
          </p:nvPicPr>
          <p:blipFill rotWithShape="1">
            <a:blip r:embed="rId4">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4901"/>
                </a:srgbClr>
              </a:outerShdw>
            </a:effectLst>
          </p:spPr>
        </p:pic>
        <p:pic>
          <p:nvPicPr>
            <p:cNvPr id="1042" name="Google Shape;1042;g2ce718e20f2_0_845" title="JL686-129F.png"/>
            <p:cNvPicPr preferRelativeResize="0"/>
            <p:nvPr/>
          </p:nvPicPr>
          <p:blipFill rotWithShape="1">
            <a:blip r:embed="rId5">
              <a:alphaModFix/>
            </a:blip>
            <a:srcRect l="79" r="79"/>
            <a:stretch/>
          </p:blipFill>
          <p:spPr>
            <a:xfrm>
              <a:off x="4621153" y="2001075"/>
              <a:ext cx="1747050" cy="2472849"/>
            </a:xfrm>
            <a:prstGeom prst="rect">
              <a:avLst/>
            </a:prstGeom>
            <a:noFill/>
            <a:ln>
              <a:noFill/>
            </a:ln>
            <a:effectLst>
              <a:outerShdw blurRad="71438" dist="28575" dir="5400000" algn="bl" rotWithShape="0">
                <a:srgbClr val="000000">
                  <a:alpha val="14901"/>
                </a:srgbClr>
              </a:outerShdw>
            </a:effectLst>
          </p:spPr>
        </p:pic>
        <p:pic>
          <p:nvPicPr>
            <p:cNvPr id="1043" name="Google Shape;1043;g2ce718e20f2_0_845" title="JL686-130F.png"/>
            <p:cNvPicPr preferRelativeResize="0"/>
            <p:nvPr/>
          </p:nvPicPr>
          <p:blipFill rotWithShape="1">
            <a:blip r:embed="rId6">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50" name="Google Shape;1050;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51" name="Google Shape;1051;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52" name="Google Shape;1052;g2701ceed56d_4_329"/>
          <p:cNvGrpSpPr/>
          <p:nvPr/>
        </p:nvGrpSpPr>
        <p:grpSpPr>
          <a:xfrm>
            <a:off x="930445" y="2001075"/>
            <a:ext cx="7283111" cy="2472849"/>
            <a:chOff x="930445" y="2001075"/>
            <a:chExt cx="7283111" cy="2472849"/>
          </a:xfrm>
        </p:grpSpPr>
        <p:pic>
          <p:nvPicPr>
            <p:cNvPr id="1053" name="Google Shape;1053;g2701ceed56d_4_329" title="JL686-01B.png"/>
            <p:cNvPicPr preferRelativeResize="0"/>
            <p:nvPr/>
          </p:nvPicPr>
          <p:blipFill rotWithShape="1">
            <a:blip r:embed="rId3">
              <a:alphaModFix/>
            </a:blip>
            <a:srcRect/>
            <a:stretch/>
          </p:blipFill>
          <p:spPr>
            <a:xfrm>
              <a:off x="930445" y="2001075"/>
              <a:ext cx="1747050" cy="2472849"/>
            </a:xfrm>
            <a:prstGeom prst="rect">
              <a:avLst/>
            </a:prstGeom>
            <a:noFill/>
            <a:ln>
              <a:noFill/>
            </a:ln>
            <a:effectLst>
              <a:outerShdw blurRad="71438" dist="28575" dir="5400000" algn="bl" rotWithShape="0">
                <a:srgbClr val="000000">
                  <a:alpha val="14901"/>
                </a:srgbClr>
              </a:outerShdw>
            </a:effectLst>
          </p:spPr>
        </p:pic>
        <p:pic>
          <p:nvPicPr>
            <p:cNvPr id="1054" name="Google Shape;1054;g2701ceed56d_4_329" title="JL686-101B.png"/>
            <p:cNvPicPr preferRelativeResize="0"/>
            <p:nvPr/>
          </p:nvPicPr>
          <p:blipFill rotWithShape="1">
            <a:blip r:embed="rId4">
              <a:alphaModFix/>
            </a:blip>
            <a:srcRect l="79" r="79"/>
            <a:stretch/>
          </p:blipFill>
          <p:spPr>
            <a:xfrm>
              <a:off x="2775799" y="2001075"/>
              <a:ext cx="1747050" cy="2472849"/>
            </a:xfrm>
            <a:prstGeom prst="rect">
              <a:avLst/>
            </a:prstGeom>
            <a:noFill/>
            <a:ln>
              <a:noFill/>
            </a:ln>
            <a:effectLst>
              <a:outerShdw blurRad="71438" dist="28575" dir="5400000" algn="bl" rotWithShape="0">
                <a:srgbClr val="000000">
                  <a:alpha val="14901"/>
                </a:srgbClr>
              </a:outerShdw>
            </a:effectLst>
          </p:spPr>
        </p:pic>
        <p:pic>
          <p:nvPicPr>
            <p:cNvPr id="1055" name="Google Shape;1055;g2701ceed56d_4_329" title="JL686-129B.png"/>
            <p:cNvPicPr preferRelativeResize="0"/>
            <p:nvPr/>
          </p:nvPicPr>
          <p:blipFill rotWithShape="1">
            <a:blip r:embed="rId5">
              <a:alphaModFix/>
            </a:blip>
            <a:srcRect l="79" r="79"/>
            <a:stretch/>
          </p:blipFill>
          <p:spPr>
            <a:xfrm>
              <a:off x="4621153" y="2001075"/>
              <a:ext cx="1747050" cy="2472849"/>
            </a:xfrm>
            <a:prstGeom prst="rect">
              <a:avLst/>
            </a:prstGeom>
            <a:noFill/>
            <a:ln>
              <a:noFill/>
            </a:ln>
            <a:effectLst>
              <a:outerShdw blurRad="71438" dist="28575" dir="5400000" algn="bl" rotWithShape="0">
                <a:srgbClr val="000000">
                  <a:alpha val="14901"/>
                </a:srgbClr>
              </a:outerShdw>
            </a:effectLst>
          </p:spPr>
        </p:pic>
        <p:pic>
          <p:nvPicPr>
            <p:cNvPr id="1056" name="Google Shape;1056;g2701ceed56d_4_329" title="JL686-130B.png"/>
            <p:cNvPicPr preferRelativeResize="0"/>
            <p:nvPr/>
          </p:nvPicPr>
          <p:blipFill rotWithShape="1">
            <a:blip r:embed="rId6">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63" name="Google Shape;106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64" name="Google Shape;106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65" name="Google Shape;1065;g26b641b03cd_0_204"/>
          <p:cNvGrpSpPr/>
          <p:nvPr/>
        </p:nvGrpSpPr>
        <p:grpSpPr>
          <a:xfrm>
            <a:off x="922225" y="1828800"/>
            <a:ext cx="7299551" cy="2817401"/>
            <a:chOff x="922225" y="1828800"/>
            <a:chExt cx="7299551" cy="2817401"/>
          </a:xfrm>
        </p:grpSpPr>
        <p:pic>
          <p:nvPicPr>
            <p:cNvPr id="1066" name="Google Shape;1066;g26b641b03cd_0_204" title="JL689-145B.png"/>
            <p:cNvPicPr preferRelativeResize="0"/>
            <p:nvPr/>
          </p:nvPicPr>
          <p:blipFill rotWithShape="1">
            <a:blip r:embed="rId3">
              <a:alphaModFix/>
            </a:blip>
            <a:srcRect l="79" r="8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67" name="Google Shape;1067;g26b641b03cd_0_204" title="JL689-146B.png"/>
            <p:cNvPicPr preferRelativeResize="0"/>
            <p:nvPr/>
          </p:nvPicPr>
          <p:blipFill rotWithShape="1">
            <a:blip r:embed="rId4">
              <a:alphaModFix/>
            </a:blip>
            <a:srcRect l="79" r="8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68" name="Google Shape;1068;g26b641b03cd_0_204" title="JL689-147B.png"/>
            <p:cNvPicPr preferRelativeResize="0"/>
            <p:nvPr/>
          </p:nvPicPr>
          <p:blipFill rotWithShape="1">
            <a:blip r:embed="rId5">
              <a:alphaModFix/>
            </a:blip>
            <a:srcRect l="79" r="8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5" name="Google Shape;107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76" name="Google Shape;107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77" name="Google Shape;1077;g2c186218c5a_0_48"/>
          <p:cNvGrpSpPr/>
          <p:nvPr/>
        </p:nvGrpSpPr>
        <p:grpSpPr>
          <a:xfrm>
            <a:off x="922225" y="1828800"/>
            <a:ext cx="7299551" cy="2817401"/>
            <a:chOff x="922225" y="1828800"/>
            <a:chExt cx="7299551" cy="2817401"/>
          </a:xfrm>
        </p:grpSpPr>
        <p:pic>
          <p:nvPicPr>
            <p:cNvPr id="1078" name="Google Shape;1078;g2c186218c5a_0_48" title="JL689-145F.png"/>
            <p:cNvPicPr preferRelativeResize="0"/>
            <p:nvPr/>
          </p:nvPicPr>
          <p:blipFill rotWithShape="1">
            <a:blip r:embed="rId3">
              <a:alphaModFix/>
            </a:blip>
            <a:srcRect l="79" r="89"/>
            <a:stretch/>
          </p:blipFill>
          <p:spPr>
            <a:xfrm>
              <a:off x="922225"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79" name="Google Shape;1079;g2c186218c5a_0_48" title="JL689-146F.png"/>
            <p:cNvPicPr preferRelativeResize="0"/>
            <p:nvPr/>
          </p:nvPicPr>
          <p:blipFill rotWithShape="1">
            <a:blip r:embed="rId4">
              <a:alphaModFix/>
            </a:blip>
            <a:srcRect l="79" r="89"/>
            <a:stretch/>
          </p:blipFill>
          <p:spPr>
            <a:xfrm>
              <a:off x="3399394" y="1828800"/>
              <a:ext cx="2345214" cy="2817401"/>
            </a:xfrm>
            <a:prstGeom prst="rect">
              <a:avLst/>
            </a:prstGeom>
            <a:noFill/>
            <a:ln>
              <a:noFill/>
            </a:ln>
            <a:effectLst>
              <a:outerShdw blurRad="114300" dist="19050" dir="5400000" algn="bl" rotWithShape="0">
                <a:srgbClr val="000000">
                  <a:alpha val="20000"/>
                </a:srgbClr>
              </a:outerShdw>
            </a:effectLst>
          </p:spPr>
        </p:pic>
        <p:pic>
          <p:nvPicPr>
            <p:cNvPr id="1080" name="Google Shape;1080;g2c186218c5a_0_48" title="JL689-147F.png"/>
            <p:cNvPicPr preferRelativeResize="0"/>
            <p:nvPr/>
          </p:nvPicPr>
          <p:blipFill rotWithShape="1">
            <a:blip r:embed="rId5">
              <a:alphaModFix/>
            </a:blip>
            <a:srcRect l="79" r="89"/>
            <a:stretch/>
          </p:blipFill>
          <p:spPr>
            <a:xfrm>
              <a:off x="5876562" y="1828800"/>
              <a:ext cx="2345214" cy="28174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87" name="Google Shape;108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88" name="Google Shape;108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89" name="Google Shape;1089;g26b641b03cd_0_213"/>
          <p:cNvGrpSpPr/>
          <p:nvPr/>
        </p:nvGrpSpPr>
        <p:grpSpPr>
          <a:xfrm>
            <a:off x="2063600" y="1502899"/>
            <a:ext cx="5016799" cy="3346500"/>
            <a:chOff x="2063600" y="1502899"/>
            <a:chExt cx="5016799" cy="3346500"/>
          </a:xfrm>
        </p:grpSpPr>
        <p:pic>
          <p:nvPicPr>
            <p:cNvPr id="1090" name="Google Shape;1090;g26b641b03cd_0_213" title="JL692-144B.png"/>
            <p:cNvPicPr preferRelativeResize="0"/>
            <p:nvPr/>
          </p:nvPicPr>
          <p:blipFill rotWithShape="1">
            <a:blip r:embed="rId3">
              <a:alphaModFix/>
            </a:blip>
            <a:srcRect l="228" r="228"/>
            <a:stretch/>
          </p:blipFill>
          <p:spPr>
            <a:xfrm>
              <a:off x="2063600" y="1502899"/>
              <a:ext cx="2400313" cy="3346500"/>
            </a:xfrm>
            <a:prstGeom prst="rect">
              <a:avLst/>
            </a:prstGeom>
            <a:noFill/>
            <a:ln>
              <a:noFill/>
            </a:ln>
            <a:effectLst>
              <a:outerShdw blurRad="85725" dist="19050" dir="5400000" algn="bl" rotWithShape="0">
                <a:srgbClr val="000000">
                  <a:alpha val="20000"/>
                </a:srgbClr>
              </a:outerShdw>
            </a:effectLst>
          </p:spPr>
        </p:pic>
        <p:pic>
          <p:nvPicPr>
            <p:cNvPr id="1091" name="Google Shape;1091;g26b641b03cd_0_213" title="JL692-145B.png"/>
            <p:cNvPicPr preferRelativeResize="0"/>
            <p:nvPr/>
          </p:nvPicPr>
          <p:blipFill rotWithShape="1">
            <a:blip r:embed="rId4">
              <a:alphaModFix/>
            </a:blip>
            <a:srcRect l="228" r="228"/>
            <a:stretch/>
          </p:blipFill>
          <p:spPr>
            <a:xfrm>
              <a:off x="4680086" y="1502899"/>
              <a:ext cx="2400313" cy="3346500"/>
            </a:xfrm>
            <a:prstGeom prst="rect">
              <a:avLst/>
            </a:prstGeom>
            <a:noFill/>
            <a:ln>
              <a:noFill/>
            </a:ln>
            <a:effectLst>
              <a:outerShdw blurRad="85725" dist="19050" dir="5400000" algn="bl" rotWithShape="0">
                <a:srgbClr val="000000">
                  <a:alpha val="20000"/>
                </a:srgbClr>
              </a:outerShdw>
            </a:effectLst>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8" name="Google Shape;109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99" name="Google Shape;109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00" name="Google Shape;1100;g2c186218c5a_0_149"/>
          <p:cNvGrpSpPr/>
          <p:nvPr/>
        </p:nvGrpSpPr>
        <p:grpSpPr>
          <a:xfrm>
            <a:off x="2063600" y="1502899"/>
            <a:ext cx="5016799" cy="3346500"/>
            <a:chOff x="2063600" y="1502899"/>
            <a:chExt cx="5016799" cy="3346500"/>
          </a:xfrm>
        </p:grpSpPr>
        <p:pic>
          <p:nvPicPr>
            <p:cNvPr id="1101" name="Google Shape;1101;g2c186218c5a_0_149" title="JL692-144F.png"/>
            <p:cNvPicPr preferRelativeResize="0"/>
            <p:nvPr/>
          </p:nvPicPr>
          <p:blipFill rotWithShape="1">
            <a:blip r:embed="rId3">
              <a:alphaModFix/>
            </a:blip>
            <a:srcRect l="228" r="228"/>
            <a:stretch/>
          </p:blipFill>
          <p:spPr>
            <a:xfrm>
              <a:off x="2063600" y="1502899"/>
              <a:ext cx="2400313" cy="3346500"/>
            </a:xfrm>
            <a:prstGeom prst="rect">
              <a:avLst/>
            </a:prstGeom>
            <a:noFill/>
            <a:ln>
              <a:noFill/>
            </a:ln>
            <a:effectLst>
              <a:outerShdw blurRad="85725" dist="19050" dir="5400000" algn="bl" rotWithShape="0">
                <a:srgbClr val="000000">
                  <a:alpha val="20000"/>
                </a:srgbClr>
              </a:outerShdw>
            </a:effectLst>
          </p:spPr>
        </p:pic>
        <p:pic>
          <p:nvPicPr>
            <p:cNvPr id="1102" name="Google Shape;1102;g2c186218c5a_0_149" title="JL692-145F.png"/>
            <p:cNvPicPr preferRelativeResize="0"/>
            <p:nvPr/>
          </p:nvPicPr>
          <p:blipFill rotWithShape="1">
            <a:blip r:embed="rId4">
              <a:alphaModFix/>
            </a:blip>
            <a:srcRect l="228" r="228"/>
            <a:stretch/>
          </p:blipFill>
          <p:spPr>
            <a:xfrm>
              <a:off x="4680086" y="1502899"/>
              <a:ext cx="2400313" cy="3346500"/>
            </a:xfrm>
            <a:prstGeom prst="rect">
              <a:avLst/>
            </a:prstGeom>
            <a:noFill/>
            <a:ln>
              <a:noFill/>
            </a:ln>
            <a:effectLst>
              <a:outerShdw blurRad="85725" dist="19050" dir="5400000" algn="bl" rotWithShape="0">
                <a:srgbClr val="000000">
                  <a:alpha val="20000"/>
                </a:srgbClr>
              </a:outerShdw>
            </a:effectLst>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g26b641b03cd_0_301"/>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9" name="Google Shape;110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0" name="Google Shape;111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11" name="Google Shape;1111;g26b641b03cd_0_301" title="JL687-89F.png"/>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6"/>
        <p:cNvGrpSpPr/>
        <p:nvPr/>
      </p:nvGrpSpPr>
      <p:grpSpPr>
        <a:xfrm>
          <a:off x="0" y="0"/>
          <a:ext cx="0" cy="0"/>
          <a:chOff x="0" y="0"/>
          <a:chExt cx="0" cy="0"/>
        </a:xfrm>
      </p:grpSpPr>
      <p:sp>
        <p:nvSpPr>
          <p:cNvPr id="1117" name="Google Shape;111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8" name="Google Shape;111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9" name="Google Shape;1119;g26b641b03cd_0_308"/>
          <p:cNvSpPr txBox="1">
            <a:spLocks noGrp="1"/>
          </p:cNvSpPr>
          <p:nvPr>
            <p:ph type="title"/>
          </p:nvPr>
        </p:nvSpPr>
        <p:spPr>
          <a:xfrm>
            <a:off x="583075" y="5568500"/>
            <a:ext cx="7977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20" name="Google Shape;1120;g26b641b03cd_0_308" title="JL687-89B.png"/>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g2701ceed56d_4_0"/>
          <p:cNvSpPr txBox="1">
            <a:spLocks noGrp="1"/>
          </p:cNvSpPr>
          <p:nvPr>
            <p:ph type="title"/>
          </p:nvPr>
        </p:nvSpPr>
        <p:spPr>
          <a:xfrm>
            <a:off x="589725" y="5568500"/>
            <a:ext cx="7964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27" name="Google Shape;1127;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sp>
        <p:nvSpPr>
          <p:cNvPr id="1128" name="Google Shape;1128;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129" name="Google Shape;1129;g2701ceed56d_4_0"/>
          <p:cNvGrpSpPr/>
          <p:nvPr/>
        </p:nvGrpSpPr>
        <p:grpSpPr>
          <a:xfrm>
            <a:off x="975876" y="841623"/>
            <a:ext cx="7192248" cy="2640907"/>
            <a:chOff x="975876" y="841623"/>
            <a:chExt cx="7192248" cy="2640907"/>
          </a:xfrm>
        </p:grpSpPr>
        <p:pic>
          <p:nvPicPr>
            <p:cNvPr id="1130" name="Google Shape;1130;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131" name="Google Shape;1131;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2" name="Google Shape;1132;g2701ceed56d_4_0"/>
            <p:cNvPicPr preferRelativeResize="0"/>
            <p:nvPr/>
          </p:nvPicPr>
          <p:blipFill rotWithShape="1">
            <a:blip r:embed="rId5">
              <a:alphaModFix/>
            </a:blip>
            <a:srcRect l="59" r="59"/>
            <a:stretch/>
          </p:blipFill>
          <p:spPr>
            <a:xfrm>
              <a:off x="4612315" y="2207520"/>
              <a:ext cx="828489" cy="592062"/>
            </a:xfrm>
            <a:prstGeom prst="rect">
              <a:avLst/>
            </a:prstGeom>
            <a:noFill/>
            <a:ln>
              <a:noFill/>
            </a:ln>
            <a:effectLst>
              <a:outerShdw blurRad="57150" dist="19050" dir="5400000" algn="bl" rotWithShape="0">
                <a:srgbClr val="000000">
                  <a:alpha val="20000"/>
                </a:srgbClr>
              </a:outerShdw>
            </a:effectLst>
          </p:spPr>
        </p:pic>
        <p:pic>
          <p:nvPicPr>
            <p:cNvPr id="1133" name="Google Shape;1133;g2701ceed56d_4_0"/>
            <p:cNvPicPr preferRelativeResize="0"/>
            <p:nvPr/>
          </p:nvPicPr>
          <p:blipFill rotWithShape="1">
            <a:blip r:embed="rId6">
              <a:alphaModFix/>
            </a:blip>
            <a:srcRect t="79" b="89"/>
            <a:stretch/>
          </p:blipFill>
          <p:spPr>
            <a:xfrm>
              <a:off x="3703190" y="2890468"/>
              <a:ext cx="828489" cy="592062"/>
            </a:xfrm>
            <a:prstGeom prst="rect">
              <a:avLst/>
            </a:prstGeom>
            <a:noFill/>
            <a:ln>
              <a:noFill/>
            </a:ln>
            <a:effectLst>
              <a:outerShdw blurRad="57150" dist="19050" dir="5400000" algn="bl" rotWithShape="0">
                <a:srgbClr val="000000">
                  <a:alpha val="20000"/>
                </a:srgbClr>
              </a:outerShdw>
            </a:effectLst>
          </p:spPr>
        </p:pic>
        <p:pic>
          <p:nvPicPr>
            <p:cNvPr id="1134" name="Google Shape;1134;g2701ceed56d_4_0"/>
            <p:cNvPicPr preferRelativeResize="0"/>
            <p:nvPr/>
          </p:nvPicPr>
          <p:blipFill rotWithShape="1">
            <a:blip r:embed="rId7">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135" name="Google Shape;1135;g2701ceed56d_4_0"/>
            <p:cNvPicPr preferRelativeResize="0"/>
            <p:nvPr/>
          </p:nvPicPr>
          <p:blipFill rotWithShape="1">
            <a:blip r:embed="rId8">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136" name="Google Shape;1136;g2701ceed56d_4_0"/>
            <p:cNvPicPr preferRelativeResize="0"/>
            <p:nvPr/>
          </p:nvPicPr>
          <p:blipFill rotWithShape="1">
            <a:blip r:embed="rId9">
              <a:alphaModFix/>
            </a:blip>
            <a:srcRect/>
            <a:stretch/>
          </p:blipFill>
          <p:spPr>
            <a:xfrm>
              <a:off x="2794080" y="2890468"/>
              <a:ext cx="828489" cy="592062"/>
            </a:xfrm>
            <a:prstGeom prst="rect">
              <a:avLst/>
            </a:prstGeom>
            <a:noFill/>
            <a:ln>
              <a:noFill/>
            </a:ln>
            <a:effectLst>
              <a:outerShdw blurRad="57150" dist="19050" dir="5400000" algn="bl" rotWithShape="0">
                <a:srgbClr val="000000">
                  <a:alpha val="20000"/>
                </a:srgbClr>
              </a:outerShdw>
            </a:effectLst>
          </p:spPr>
        </p:pic>
        <p:pic>
          <p:nvPicPr>
            <p:cNvPr id="1137" name="Google Shape;1137;g2701ceed56d_4_0"/>
            <p:cNvPicPr preferRelativeResize="0"/>
            <p:nvPr/>
          </p:nvPicPr>
          <p:blipFill rotWithShape="1">
            <a:blip r:embed="rId10">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138" name="Google Shape;1138;g2701ceed56d_4_0"/>
            <p:cNvPicPr preferRelativeResize="0"/>
            <p:nvPr/>
          </p:nvPicPr>
          <p:blipFill rotWithShape="1">
            <a:blip r:embed="rId11">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139" name="Google Shape;1139;g2701ceed56d_4_0"/>
            <p:cNvPicPr preferRelativeResize="0"/>
            <p:nvPr/>
          </p:nvPicPr>
          <p:blipFill rotWithShape="1">
            <a:blip r:embed="rId12">
              <a:alphaModFix/>
            </a:blip>
            <a:srcRect l="59" r="59"/>
            <a:stretch/>
          </p:blipFill>
          <p:spPr>
            <a:xfrm>
              <a:off x="2794107" y="2207520"/>
              <a:ext cx="828489" cy="592062"/>
            </a:xfrm>
            <a:prstGeom prst="rect">
              <a:avLst/>
            </a:prstGeom>
            <a:noFill/>
            <a:ln>
              <a:noFill/>
            </a:ln>
            <a:effectLst>
              <a:outerShdw blurRad="57150" dist="19050" dir="5400000" algn="bl" rotWithShape="0">
                <a:srgbClr val="000000">
                  <a:alpha val="20000"/>
                </a:srgbClr>
              </a:outerShdw>
            </a:effectLst>
          </p:spPr>
        </p:pic>
        <p:pic>
          <p:nvPicPr>
            <p:cNvPr id="1140" name="Google Shape;1140;g2701ceed56d_4_0"/>
            <p:cNvPicPr preferRelativeResize="0"/>
            <p:nvPr/>
          </p:nvPicPr>
          <p:blipFill rotWithShape="1">
            <a:blip r:embed="rId13">
              <a:alphaModFix/>
            </a:blip>
            <a:srcRect t="79" b="89"/>
            <a:stretch/>
          </p:blipFill>
          <p:spPr>
            <a:xfrm>
              <a:off x="1884982" y="2890468"/>
              <a:ext cx="828489" cy="592062"/>
            </a:xfrm>
            <a:prstGeom prst="rect">
              <a:avLst/>
            </a:prstGeom>
            <a:noFill/>
            <a:ln>
              <a:noFill/>
            </a:ln>
            <a:effectLst>
              <a:outerShdw blurRad="57150" dist="19050" dir="5400000" algn="bl" rotWithShape="0">
                <a:srgbClr val="000000">
                  <a:alpha val="20000"/>
                </a:srgbClr>
              </a:outerShdw>
            </a:effectLst>
          </p:spPr>
        </p:pic>
        <p:pic>
          <p:nvPicPr>
            <p:cNvPr id="1141" name="Google Shape;1141;g2701ceed56d_4_0"/>
            <p:cNvPicPr preferRelativeResize="0"/>
            <p:nvPr/>
          </p:nvPicPr>
          <p:blipFill rotWithShape="1">
            <a:blip r:embed="rId14">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142" name="Google Shape;1142;g2701ceed56d_4_0"/>
            <p:cNvPicPr preferRelativeResize="0"/>
            <p:nvPr/>
          </p:nvPicPr>
          <p:blipFill rotWithShape="1">
            <a:blip r:embed="rId15">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143" name="Google Shape;1143;g2701ceed56d_4_0"/>
            <p:cNvPicPr preferRelativeResize="0"/>
            <p:nvPr/>
          </p:nvPicPr>
          <p:blipFill rotWithShape="1">
            <a:blip r:embed="rId16">
              <a:alphaModFix/>
            </a:blip>
            <a:srcRect l="59" r="59"/>
            <a:stretch/>
          </p:blipFill>
          <p:spPr>
            <a:xfrm>
              <a:off x="1885009" y="2207520"/>
              <a:ext cx="828489" cy="592062"/>
            </a:xfrm>
            <a:prstGeom prst="rect">
              <a:avLst/>
            </a:prstGeom>
            <a:noFill/>
            <a:ln>
              <a:noFill/>
            </a:ln>
            <a:effectLst>
              <a:outerShdw blurRad="57150" dist="19050" dir="5400000" algn="bl" rotWithShape="0">
                <a:srgbClr val="000000">
                  <a:alpha val="20000"/>
                </a:srgbClr>
              </a:outerShdw>
            </a:effectLst>
          </p:spPr>
        </p:pic>
        <p:pic>
          <p:nvPicPr>
            <p:cNvPr id="1144" name="Google Shape;1144;g2701ceed56d_4_0"/>
            <p:cNvPicPr preferRelativeResize="0"/>
            <p:nvPr/>
          </p:nvPicPr>
          <p:blipFill rotWithShape="1">
            <a:blip r:embed="rId17">
              <a:alphaModFix/>
            </a:blip>
            <a:srcRect/>
            <a:stretch/>
          </p:blipFill>
          <p:spPr>
            <a:xfrm>
              <a:off x="975884" y="2890468"/>
              <a:ext cx="828489" cy="592062"/>
            </a:xfrm>
            <a:prstGeom prst="rect">
              <a:avLst/>
            </a:prstGeom>
            <a:noFill/>
            <a:ln>
              <a:noFill/>
            </a:ln>
            <a:effectLst>
              <a:outerShdw blurRad="57150" dist="19050" dir="5400000" algn="bl" rotWithShape="0">
                <a:srgbClr val="000000">
                  <a:alpha val="20000"/>
                </a:srgbClr>
              </a:outerShdw>
            </a:effectLst>
          </p:spPr>
        </p:pic>
        <p:pic>
          <p:nvPicPr>
            <p:cNvPr id="1145" name="Google Shape;1145;g2701ceed56d_4_0"/>
            <p:cNvPicPr preferRelativeResize="0"/>
            <p:nvPr/>
          </p:nvPicPr>
          <p:blipFill rotWithShape="1">
            <a:blip r:embed="rId18">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146" name="Google Shape;1146;g2701ceed56d_4_0"/>
            <p:cNvPicPr preferRelativeResize="0"/>
            <p:nvPr/>
          </p:nvPicPr>
          <p:blipFill rotWithShape="1">
            <a:blip r:embed="rId19">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147" name="Google Shape;1147;g2701ceed56d_4_0"/>
            <p:cNvPicPr preferRelativeResize="0"/>
            <p:nvPr/>
          </p:nvPicPr>
          <p:blipFill rotWithShape="1">
            <a:blip r:embed="rId20">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48" name="Google Shape;1148;g2701ceed56d_4_0"/>
            <p:cNvPicPr preferRelativeResize="0"/>
            <p:nvPr/>
          </p:nvPicPr>
          <p:blipFill rotWithShape="1">
            <a:blip r:embed="rId21">
              <a:alphaModFix/>
            </a:blip>
            <a:srcRect/>
            <a:stretch/>
          </p:blipFill>
          <p:spPr>
            <a:xfrm>
              <a:off x="7339635" y="2207518"/>
              <a:ext cx="828489" cy="592062"/>
            </a:xfrm>
            <a:prstGeom prst="rect">
              <a:avLst/>
            </a:prstGeom>
            <a:noFill/>
            <a:ln>
              <a:noFill/>
            </a:ln>
            <a:effectLst>
              <a:outerShdw blurRad="57150" dist="19050" dir="5400000" algn="bl" rotWithShape="0">
                <a:srgbClr val="000000">
                  <a:alpha val="20000"/>
                </a:srgbClr>
              </a:outerShdw>
            </a:effectLst>
          </p:spPr>
        </p:pic>
        <p:pic>
          <p:nvPicPr>
            <p:cNvPr id="1149" name="Google Shape;1149;g2701ceed56d_4_0"/>
            <p:cNvPicPr preferRelativeResize="0"/>
            <p:nvPr/>
          </p:nvPicPr>
          <p:blipFill rotWithShape="1">
            <a:blip r:embed="rId22">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150" name="Google Shape;1150;g2701ceed56d_4_0"/>
            <p:cNvPicPr preferRelativeResize="0"/>
            <p:nvPr/>
          </p:nvPicPr>
          <p:blipFill rotWithShape="1">
            <a:blip r:embed="rId23">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151" name="Google Shape;1151;g2701ceed56d_4_0"/>
            <p:cNvPicPr preferRelativeResize="0"/>
            <p:nvPr/>
          </p:nvPicPr>
          <p:blipFill rotWithShape="1">
            <a:blip r:embed="rId24">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152" name="Google Shape;1152;g2701ceed56d_4_0"/>
            <p:cNvPicPr preferRelativeResize="0"/>
            <p:nvPr/>
          </p:nvPicPr>
          <p:blipFill rotWithShape="1">
            <a:blip r:embed="rId25">
              <a:alphaModFix/>
            </a:blip>
            <a:srcRect t="19" b="29"/>
            <a:stretch/>
          </p:blipFill>
          <p:spPr>
            <a:xfrm>
              <a:off x="6430526" y="2207518"/>
              <a:ext cx="828489" cy="592062"/>
            </a:xfrm>
            <a:prstGeom prst="rect">
              <a:avLst/>
            </a:prstGeom>
            <a:noFill/>
            <a:ln>
              <a:noFill/>
            </a:ln>
            <a:effectLst>
              <a:outerShdw blurRad="57150" dist="19050" dir="5400000" algn="bl" rotWithShape="0">
                <a:srgbClr val="000000">
                  <a:alpha val="20000"/>
                </a:srgbClr>
              </a:outerShdw>
            </a:effectLst>
          </p:spPr>
        </p:pic>
        <p:pic>
          <p:nvPicPr>
            <p:cNvPr id="1153" name="Google Shape;1153;g2701ceed56d_4_0"/>
            <p:cNvPicPr preferRelativeResize="0"/>
            <p:nvPr/>
          </p:nvPicPr>
          <p:blipFill rotWithShape="1">
            <a:blip r:embed="rId26">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154" name="Google Shape;1154;g2701ceed56d_4_0"/>
            <p:cNvPicPr preferRelativeResize="0"/>
            <p:nvPr/>
          </p:nvPicPr>
          <p:blipFill rotWithShape="1">
            <a:blip r:embed="rId27">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55" name="Google Shape;1155;g2701ceed56d_4_0"/>
            <p:cNvPicPr preferRelativeResize="0"/>
            <p:nvPr/>
          </p:nvPicPr>
          <p:blipFill rotWithShape="1">
            <a:blip r:embed="rId28">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156" name="Google Shape;1156;g2701ceed56d_4_0"/>
            <p:cNvPicPr preferRelativeResize="0"/>
            <p:nvPr/>
          </p:nvPicPr>
          <p:blipFill rotWithShape="1">
            <a:blip r:embed="rId29">
              <a:alphaModFix/>
            </a:blip>
            <a:srcRect t="19" b="29"/>
            <a:stretch/>
          </p:blipFill>
          <p:spPr>
            <a:xfrm>
              <a:off x="5521405" y="2207518"/>
              <a:ext cx="828489" cy="592062"/>
            </a:xfrm>
            <a:prstGeom prst="rect">
              <a:avLst/>
            </a:prstGeom>
            <a:noFill/>
            <a:ln>
              <a:noFill/>
            </a:ln>
            <a:effectLst>
              <a:outerShdw blurRad="57150" dist="19050" dir="5400000" algn="bl" rotWithShape="0">
                <a:srgbClr val="000000">
                  <a:alpha val="20000"/>
                </a:srgbClr>
              </a:outerShdw>
            </a:effectLst>
          </p:spPr>
        </p:pic>
        <p:pic>
          <p:nvPicPr>
            <p:cNvPr id="1157" name="Google Shape;1157;g2701ceed56d_4_0"/>
            <p:cNvPicPr preferRelativeResize="0"/>
            <p:nvPr/>
          </p:nvPicPr>
          <p:blipFill rotWithShape="1">
            <a:blip r:embed="rId30">
              <a:alphaModFix/>
            </a:blip>
            <a:srcRect t="79" b="89"/>
            <a:stretch/>
          </p:blipFill>
          <p:spPr>
            <a:xfrm>
              <a:off x="4612280" y="2890465"/>
              <a:ext cx="828489" cy="592062"/>
            </a:xfrm>
            <a:prstGeom prst="rect">
              <a:avLst/>
            </a:prstGeom>
            <a:noFill/>
            <a:ln>
              <a:noFill/>
            </a:ln>
            <a:effectLst>
              <a:outerShdw blurRad="57150" dist="19050" dir="5400000" algn="bl" rotWithShape="0">
                <a:srgbClr val="000000">
                  <a:alpha val="20000"/>
                </a:srgbClr>
              </a:outerShdw>
            </a:effectLst>
          </p:spPr>
        </p:pic>
        <p:pic>
          <p:nvPicPr>
            <p:cNvPr id="1158" name="Google Shape;1158;g2701ceed56d_4_0"/>
            <p:cNvPicPr preferRelativeResize="0"/>
            <p:nvPr/>
          </p:nvPicPr>
          <p:blipFill rotWithShape="1">
            <a:blip r:embed="rId31">
              <a:alphaModFix/>
            </a:blip>
            <a:srcRect t="19" b="29"/>
            <a:stretch/>
          </p:blipFill>
          <p:spPr>
            <a:xfrm>
              <a:off x="3703217" y="2207520"/>
              <a:ext cx="828489" cy="592062"/>
            </a:xfrm>
            <a:prstGeom prst="rect">
              <a:avLst/>
            </a:prstGeom>
            <a:noFill/>
            <a:ln>
              <a:noFill/>
            </a:ln>
            <a:effectLst>
              <a:outerShdw blurRad="57150" dist="19050" dir="5400000" algn="bl" rotWithShape="0">
                <a:srgbClr val="000000">
                  <a:alpha val="20000"/>
                </a:srgbClr>
              </a:outerShdw>
            </a:effectLst>
          </p:spPr>
        </p:pic>
        <p:pic>
          <p:nvPicPr>
            <p:cNvPr id="1159" name="Google Shape;1159;g2701ceed56d_4_0" title="JL687-89F.png"/>
            <p:cNvPicPr preferRelativeResize="0"/>
            <p:nvPr/>
          </p:nvPicPr>
          <p:blipFill rotWithShape="1">
            <a:blip r:embed="rId32">
              <a:alphaModFix/>
            </a:blip>
            <a:srcRect/>
            <a:stretch/>
          </p:blipFill>
          <p:spPr>
            <a:xfrm>
              <a:off x="5521380" y="2890465"/>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pic>
        <p:nvPicPr>
          <p:cNvPr id="1165" name="Google Shape;1165;g27396dc95f3_0_0"/>
          <p:cNvPicPr preferRelativeResize="0"/>
          <p:nvPr/>
        </p:nvPicPr>
        <p:blipFill rotWithShape="1">
          <a:blip r:embed="rId3">
            <a:alphaModFix/>
          </a:blip>
          <a:srcRect/>
          <a:stretch/>
        </p:blipFill>
        <p:spPr>
          <a:xfrm>
            <a:off x="739500" y="2738289"/>
            <a:ext cx="3161501" cy="1551362"/>
          </a:xfrm>
          <a:prstGeom prst="rect">
            <a:avLst/>
          </a:prstGeom>
          <a:noFill/>
          <a:ln>
            <a:noFill/>
          </a:ln>
        </p:spPr>
      </p:pic>
      <p:pic>
        <p:nvPicPr>
          <p:cNvPr id="1166" name="Google Shape;1166;g27396dc95f3_0_0"/>
          <p:cNvPicPr preferRelativeResize="0"/>
          <p:nvPr/>
        </p:nvPicPr>
        <p:blipFill rotWithShape="1">
          <a:blip r:embed="rId4">
            <a:alphaModFix/>
          </a:blip>
          <a:srcRect/>
          <a:stretch/>
        </p:blipFill>
        <p:spPr>
          <a:xfrm>
            <a:off x="5102927" y="2715524"/>
            <a:ext cx="3075524" cy="17117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409</Words>
  <Application>Microsoft Office PowerPoint</Application>
  <PresentationFormat>On-screen Show (4:3)</PresentationFormat>
  <Paragraphs>101</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 Medium</vt:lpstr>
      <vt:lpstr>Poppins SemiBold</vt:lpstr>
      <vt:lpstr>Arial</vt:lpstr>
      <vt:lpstr>Poppins</vt:lpstr>
      <vt:lpstr>Jost</vt:lpstr>
      <vt:lpstr>Calibri</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 through who prove shoe beautiful climb Christmas school sugar love money any…</vt:lpstr>
      <vt:lpstr>…many friend very busy pretty once.</vt:lpstr>
      <vt:lpstr>Teach Homophones:  cell / sell, serial / cereal, muscle / mussel, lapse / laps, peace / piece.</vt:lpstr>
      <vt:lpstr>Review Common Exception Words house mouse once.</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2026-05-29T02:55:40Z</dcterms:modified>
</cp:coreProperties>
</file>