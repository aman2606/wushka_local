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embeddedFontLst>
    <p:embeddedFont>
      <p:font typeface="Finger Paint" panose="020B0604020202020204" charset="0"/>
      <p:regular r:id="rId25"/>
    </p:embeddedFont>
    <p:embeddedFont>
      <p:font typeface="Jost" panose="020B0604020202020204" charset="0"/>
      <p:regular r:id="rId26"/>
      <p:bold r:id="rId27"/>
      <p:italic r:id="rId28"/>
      <p:boldItalic r:id="rId29"/>
    </p:embeddedFont>
    <p:embeddedFont>
      <p:font typeface="Mulish" panose="020B0604020202020204" charset="0"/>
      <p:regular r:id="rId30"/>
      <p:bold r:id="rId31"/>
      <p:italic r:id="rId32"/>
      <p:boldItalic r:id="rId33"/>
    </p:embeddedFont>
    <p:embeddedFont>
      <p:font typeface="Nunito Black" pitchFamily="2" charset="0"/>
      <p:bold r:id="rId34"/>
      <p:boldItalic r:id="rId35"/>
    </p:embeddedFont>
    <p:embeddedFont>
      <p:font typeface="Poppins" panose="00000500000000000000" pitchFamily="2" charset="0"/>
      <p:regular r:id="rId36"/>
      <p:bold r:id="rId37"/>
      <p:italic r:id="rId38"/>
      <p:boldItalic r:id="rId39"/>
    </p:embeddedFont>
    <p:embeddedFont>
      <p:font typeface="Poppins Medium" panose="00000600000000000000" pitchFamily="2" charset="0"/>
      <p:regular r:id="rId40"/>
      <p:bold r:id="rId41"/>
      <p:italic r:id="rId42"/>
      <p:boldItalic r:id="rId43"/>
    </p:embeddedFont>
    <p:embeddedFont>
      <p:font typeface="Poppins SemiBold" panose="00000700000000000000" pitchFamily="2"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gs5EXpYlmf2z8WXMg39NId5I7VD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0845C97-E7EB-401E-B42E-20F2BF8D07BD}">
  <a:tblStyle styleId="{D0845C97-E7EB-401E-B42E-20F2BF8D07BD}"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47" Type="http://schemas.openxmlformats.org/officeDocument/2006/relationships/font" Target="fonts/font23.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font" Target="fonts/font21.fntdata"/><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schemas.openxmlformats.org/officeDocument/2006/relationships/font" Target="fonts/font2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font" Target="fonts/font19.fntdata"/><Relationship Id="rId56"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font" Target="fonts/font22.fntdata"/><Relationship Id="rId20" Type="http://schemas.openxmlformats.org/officeDocument/2006/relationships/slide" Target="slides/slide19.xml"/><Relationship Id="rId41" Type="http://schemas.openxmlformats.org/officeDocument/2006/relationships/font" Target="fonts/font17.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
        <p:cNvGrpSpPr/>
        <p:nvPr/>
      </p:nvGrpSpPr>
      <p:grpSpPr>
        <a:xfrm>
          <a:off x="0" y="0"/>
          <a:ext cx="0" cy="0"/>
          <a:chOff x="0" y="0"/>
          <a:chExt cx="0" cy="0"/>
        </a:xfrm>
      </p:grpSpPr>
      <p:sp>
        <p:nvSpPr>
          <p:cNvPr id="681" name="Google Shape;68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2" name="Google Shape;682;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2" name="Google Shape;722;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3" name="Google Shape;723;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g2d9d8470c2d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0" name="Google Shape;750;g2d9d8470c2d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1" name="Google Shape;751;g2d9d8470c2d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0" name="Google Shape;760;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1" name="Google Shape;761;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9" name="Google Shape;769;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0" name="Google Shape;770;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7" name="Google Shape;787;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8" name="Google Shape;788;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6" name="Google Shape;796;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7" name="Google Shape;797;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g2c2ffdd0de5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4" name="Google Shape;804;g2c2ffdd0de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5" name="Google Shape;805;g2c2ffdd0de5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g2c56c59031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4" name="Google Shape;834;g2c56c59031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5" name="Google Shape;835;g2c56c59031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2c56c59031e_0_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4" name="Google Shape;864;g2c56c59031e_0_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5" name="Google Shape;865;g2c56c59031e_0_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4" name="Google Shape;89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5" name="Google Shape;89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2" name="Google Shape;902;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3" name="Google Shape;903;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1" name="Google Shape;911;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2" name="Google Shape;912;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0" name="Google Shape;92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1" name="Google Shape;92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9" name="Google Shape;929;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0" name="Google Shape;930;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8" name="Google Shape;938;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9" name="Google Shape;939;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7" name="Google Shape;947;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8" name="Google Shape;948;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6" name="Google Shape;956;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7" name="Google Shape;957;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g2c56c59031e_0_7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1" name="Google Shape;981;g2c56c59031e_0_7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2" name="Google Shape;982;g2c56c59031e_0_7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
        <p:cNvGrpSpPr/>
        <p:nvPr/>
      </p:nvGrpSpPr>
      <p:grpSpPr>
        <a:xfrm>
          <a:off x="0" y="0"/>
          <a:ext cx="0" cy="0"/>
          <a:chOff x="0" y="0"/>
          <a:chExt cx="0" cy="0"/>
        </a:xfrm>
      </p:grpSpPr>
      <p:sp>
        <p:nvSpPr>
          <p:cNvPr id="1007" name="Google Shape;1007;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8" name="Google Shape;1008;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9" name="Google Shape;1009;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298550" y="1895358"/>
            <a:ext cx="4850100" cy="10731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 name="Google Shape;59;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7"/>
        <p:cNvGrpSpPr/>
        <p:nvPr/>
      </p:nvGrpSpPr>
      <p:grpSpPr>
        <a:xfrm>
          <a:off x="0" y="0"/>
          <a:ext cx="0" cy="0"/>
          <a:chOff x="0" y="0"/>
          <a:chExt cx="0" cy="0"/>
        </a:xfrm>
      </p:grpSpPr>
      <p:sp>
        <p:nvSpPr>
          <p:cNvPr id="78" name="Google Shape;78;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6b641b03cd_1_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FFFF"/>
              </a:buClr>
              <a:buSzPts val="3600"/>
              <a:buFont typeface="Poppins Medium"/>
              <a:buNone/>
              <a:defRPr sz="3600">
                <a:solidFill>
                  <a:srgbClr val="FFFFFF"/>
                </a:solidFill>
                <a:latin typeface="Poppins Medium"/>
                <a:ea typeface="Poppins Medium"/>
                <a:cs typeface="Poppins Medium"/>
                <a:sym typeface="Poppins Medium"/>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88" name="Google Shape;88;g26b641b03cd_1_92"/>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grpSp>
        <p:nvGrpSpPr>
          <p:cNvPr id="89" name="Google Shape;89;g26b641b03cd_1_92"/>
          <p:cNvGrpSpPr/>
          <p:nvPr/>
        </p:nvGrpSpPr>
        <p:grpSpPr>
          <a:xfrm>
            <a:off x="-36800" y="-52000"/>
            <a:ext cx="9236100" cy="543750"/>
            <a:chOff x="-36800" y="-52000"/>
            <a:chExt cx="9236100" cy="543750"/>
          </a:xfrm>
        </p:grpSpPr>
        <p:sp>
          <p:nvSpPr>
            <p:cNvPr id="90" name="Google Shape;90;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1" name="Google Shape;91;g26b641b03cd_1_92"/>
            <p:cNvGrpSpPr/>
            <p:nvPr/>
          </p:nvGrpSpPr>
          <p:grpSpPr>
            <a:xfrm>
              <a:off x="565600" y="88250"/>
              <a:ext cx="1337400" cy="403500"/>
              <a:chOff x="565600" y="88250"/>
              <a:chExt cx="1337400" cy="403500"/>
            </a:xfrm>
          </p:grpSpPr>
          <p:grpSp>
            <p:nvGrpSpPr>
              <p:cNvPr id="92" name="Google Shape;92;g26b641b03cd_1_92"/>
              <p:cNvGrpSpPr/>
              <p:nvPr/>
            </p:nvGrpSpPr>
            <p:grpSpPr>
              <a:xfrm>
                <a:off x="565600" y="88250"/>
                <a:ext cx="1337400" cy="403500"/>
                <a:chOff x="565600" y="88250"/>
                <a:chExt cx="1337400" cy="403500"/>
              </a:xfrm>
            </p:grpSpPr>
            <p:sp>
              <p:nvSpPr>
                <p:cNvPr id="93" name="Google Shape;93;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 name="Google Shape;94;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5" name="Google Shape;95;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6" name="Google Shape;96;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3" name="Google Shape;103;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 name="Google Shape;104;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5" name="Google Shape;105;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6"/>
        <p:cNvGrpSpPr/>
        <p:nvPr/>
      </p:nvGrpSpPr>
      <p:grpSpPr>
        <a:xfrm>
          <a:off x="0" y="0"/>
          <a:ext cx="0" cy="0"/>
          <a:chOff x="0" y="0"/>
          <a:chExt cx="0" cy="0"/>
        </a:xfrm>
      </p:grpSpPr>
      <p:sp>
        <p:nvSpPr>
          <p:cNvPr id="107" name="Google Shape;107;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 name="Google Shape;111;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 name="Google Shape;112;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3" name="Google Shape;113;g26b641b03cd_0_33"/>
          <p:cNvGrpSpPr/>
          <p:nvPr/>
        </p:nvGrpSpPr>
        <p:grpSpPr>
          <a:xfrm>
            <a:off x="662575" y="6212475"/>
            <a:ext cx="586800" cy="571500"/>
            <a:chOff x="662575" y="6212475"/>
            <a:chExt cx="586800" cy="571500"/>
          </a:xfrm>
        </p:grpSpPr>
        <p:sp>
          <p:nvSpPr>
            <p:cNvPr id="114" name="Google Shape;114;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 name="Google Shape;115;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7" name="Google Shape;117;g26b641b03cd_0_33"/>
          <p:cNvGrpSpPr/>
          <p:nvPr/>
        </p:nvGrpSpPr>
        <p:grpSpPr>
          <a:xfrm>
            <a:off x="7894350" y="6212475"/>
            <a:ext cx="586800" cy="571500"/>
            <a:chOff x="7894350" y="6212475"/>
            <a:chExt cx="586800" cy="571500"/>
          </a:xfrm>
        </p:grpSpPr>
        <p:sp>
          <p:nvSpPr>
            <p:cNvPr id="118" name="Google Shape;118;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1" name="Google Shape;121;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Letter Sound 'l'</a:t>
            </a:r>
            <a:endParaRPr sz="1800" b="0" i="0" u="none" strike="noStrike" cap="none">
              <a:solidFill>
                <a:srgbClr val="FFFFFF"/>
              </a:solidFill>
              <a:latin typeface="Poppins SemiBold"/>
              <a:ea typeface="Poppins SemiBold"/>
              <a:cs typeface="Poppins SemiBold"/>
              <a:sym typeface="Poppins SemiBold"/>
            </a:endParaRPr>
          </a:p>
        </p:txBody>
      </p:sp>
      <p:sp>
        <p:nvSpPr>
          <p:cNvPr id="122" name="Google Shape;122;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6 - Monday</a:t>
            </a:r>
            <a:endParaRPr sz="1800" b="0" i="0" u="none" strike="noStrike" cap="none">
              <a:solidFill>
                <a:srgbClr val="F7941D"/>
              </a:solidFill>
              <a:latin typeface="Poppins Medium"/>
              <a:ea typeface="Poppins Medium"/>
              <a:cs typeface="Poppins Medium"/>
              <a:sym typeface="Poppins Medium"/>
            </a:endParaRPr>
          </a:p>
        </p:txBody>
      </p:sp>
      <p:sp>
        <p:nvSpPr>
          <p:cNvPr id="123" name="Google Shape;123;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26</a:t>
            </a:r>
            <a:endParaRPr sz="1800" b="0" i="0" u="none" strike="noStrike" cap="none">
              <a:solidFill>
                <a:srgbClr val="F7941D"/>
              </a:solidFill>
              <a:latin typeface="Poppins Medium"/>
              <a:ea typeface="Poppins Medium"/>
              <a:cs typeface="Poppins Medium"/>
              <a:sym typeface="Poppins Medium"/>
            </a:endParaRPr>
          </a:p>
        </p:txBody>
      </p:sp>
      <p:sp>
        <p:nvSpPr>
          <p:cNvPr id="124" name="Google Shape;124;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25" name="Google Shape;125;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6" name="Google Shape;126;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27" name="Google Shape;127;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28" name="Google Shape;128;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29"/>
        <p:cNvGrpSpPr/>
        <p:nvPr/>
      </p:nvGrpSpPr>
      <p:grpSpPr>
        <a:xfrm>
          <a:off x="0" y="0"/>
          <a:ext cx="0" cy="0"/>
          <a:chOff x="0" y="0"/>
          <a:chExt cx="0" cy="0"/>
        </a:xfrm>
      </p:grpSpPr>
      <p:sp>
        <p:nvSpPr>
          <p:cNvPr id="130" name="Google Shape;13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31" name="Google Shape;13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132" name="Google Shape;13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3" name="Google Shape;13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5" name="Google Shape;135;g26b641b03cd_0_260"/>
          <p:cNvGrpSpPr/>
          <p:nvPr/>
        </p:nvGrpSpPr>
        <p:grpSpPr>
          <a:xfrm>
            <a:off x="8199150" y="5983875"/>
            <a:ext cx="586800" cy="571500"/>
            <a:chOff x="7894350" y="6212475"/>
            <a:chExt cx="586800" cy="571500"/>
          </a:xfrm>
        </p:grpSpPr>
        <p:sp>
          <p:nvSpPr>
            <p:cNvPr id="136" name="Google Shape;136;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7" name="Google Shape;137;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 name="Google Shape;138;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9" name="Google Shape;139;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40" name="Google Shape;140;g26b641b03cd_0_260"/>
          <p:cNvGrpSpPr/>
          <p:nvPr/>
        </p:nvGrpSpPr>
        <p:grpSpPr>
          <a:xfrm>
            <a:off x="-36800" y="-52000"/>
            <a:ext cx="9236100" cy="543750"/>
            <a:chOff x="-36800" y="-52000"/>
            <a:chExt cx="9236100" cy="543750"/>
          </a:xfrm>
        </p:grpSpPr>
        <p:sp>
          <p:nvSpPr>
            <p:cNvPr id="141" name="Google Shape;14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2" name="Google Shape;142;g26b641b03cd_0_260"/>
            <p:cNvGrpSpPr/>
            <p:nvPr/>
          </p:nvGrpSpPr>
          <p:grpSpPr>
            <a:xfrm>
              <a:off x="565600" y="88250"/>
              <a:ext cx="1337400" cy="403500"/>
              <a:chOff x="565600" y="88250"/>
              <a:chExt cx="1337400" cy="403500"/>
            </a:xfrm>
          </p:grpSpPr>
          <p:grpSp>
            <p:nvGrpSpPr>
              <p:cNvPr id="143" name="Google Shape;143;g26b641b03cd_0_260"/>
              <p:cNvGrpSpPr/>
              <p:nvPr/>
            </p:nvGrpSpPr>
            <p:grpSpPr>
              <a:xfrm>
                <a:off x="565600" y="88250"/>
                <a:ext cx="1337400" cy="403500"/>
                <a:chOff x="565600" y="88250"/>
                <a:chExt cx="1337400" cy="403500"/>
              </a:xfrm>
            </p:grpSpPr>
            <p:sp>
              <p:nvSpPr>
                <p:cNvPr id="144" name="Google Shape;144;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5" name="Google Shape;145;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6" name="Google Shape;146;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47" name="Google Shape;147;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48" name="Google Shape;148;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50" name="Google Shape;150;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52" name="Google Shape;152;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3" name="Google Shape;153;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54" name="Google Shape;154;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5" name="Google Shape;155;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6" name="Google Shape;156;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91"/>
        <p:cNvGrpSpPr/>
        <p:nvPr/>
      </p:nvGrpSpPr>
      <p:grpSpPr>
        <a:xfrm>
          <a:off x="0" y="0"/>
          <a:ext cx="0" cy="0"/>
          <a:chOff x="0" y="0"/>
          <a:chExt cx="0" cy="0"/>
        </a:xfrm>
      </p:grpSpPr>
      <p:sp>
        <p:nvSpPr>
          <p:cNvPr id="192" name="Google Shape;192;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3" name="Google Shape;193;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8" name="Google Shape;198;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99" name="Google Shape;199;g2c235dd0dad_1_87"/>
          <p:cNvGrpSpPr/>
          <p:nvPr/>
        </p:nvGrpSpPr>
        <p:grpSpPr>
          <a:xfrm>
            <a:off x="662575" y="6212475"/>
            <a:ext cx="586800" cy="571500"/>
            <a:chOff x="662575" y="6212475"/>
            <a:chExt cx="586800" cy="571500"/>
          </a:xfrm>
        </p:grpSpPr>
        <p:sp>
          <p:nvSpPr>
            <p:cNvPr id="200" name="Google Shape;20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3" name="Google Shape;203;g2c235dd0dad_1_87"/>
          <p:cNvGrpSpPr/>
          <p:nvPr/>
        </p:nvGrpSpPr>
        <p:grpSpPr>
          <a:xfrm>
            <a:off x="7894350" y="6212475"/>
            <a:ext cx="586800" cy="571500"/>
            <a:chOff x="7894350" y="6212475"/>
            <a:chExt cx="586800" cy="571500"/>
          </a:xfrm>
        </p:grpSpPr>
        <p:sp>
          <p:nvSpPr>
            <p:cNvPr id="204" name="Google Shape;20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7" name="Google Shape;207;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08" name="Google Shape;208;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9" name="Google Shape;209;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10" name="Google Shape;210;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1" name="Google Shape;211;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2" name="Google Shape;212;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13" name="Google Shape;213;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214" name="Google Shape;214;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15" name="Google Shape;215;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16" name="Google Shape;216;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17" name="Google Shape;217;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18" name="Google Shape;218;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19" name="Google Shape;219;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0" name="Google Shape;220;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1" name="Google Shape;221;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2" name="Google Shape;222;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23"/>
        <p:cNvGrpSpPr/>
        <p:nvPr/>
      </p:nvGrpSpPr>
      <p:grpSpPr>
        <a:xfrm>
          <a:off x="0" y="0"/>
          <a:ext cx="0" cy="0"/>
          <a:chOff x="0" y="0"/>
          <a:chExt cx="0" cy="0"/>
        </a:xfrm>
      </p:grpSpPr>
      <p:sp>
        <p:nvSpPr>
          <p:cNvPr id="224" name="Google Shape;224;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8" name="Google Shape;228;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9" name="Google Shape;229;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30" name="Google Shape;230;g1f3daf8a844_0_32"/>
          <p:cNvGrpSpPr/>
          <p:nvPr/>
        </p:nvGrpSpPr>
        <p:grpSpPr>
          <a:xfrm>
            <a:off x="662575" y="6212475"/>
            <a:ext cx="586800" cy="571500"/>
            <a:chOff x="662575" y="6212475"/>
            <a:chExt cx="586800" cy="571500"/>
          </a:xfrm>
        </p:grpSpPr>
        <p:sp>
          <p:nvSpPr>
            <p:cNvPr id="231" name="Google Shape;231;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4" name="Google Shape;234;g1f3daf8a844_0_32"/>
          <p:cNvGrpSpPr/>
          <p:nvPr/>
        </p:nvGrpSpPr>
        <p:grpSpPr>
          <a:xfrm>
            <a:off x="7894350" y="6212475"/>
            <a:ext cx="586800" cy="571500"/>
            <a:chOff x="7894350" y="6212475"/>
            <a:chExt cx="586800" cy="571500"/>
          </a:xfrm>
        </p:grpSpPr>
        <p:sp>
          <p:nvSpPr>
            <p:cNvPr id="235" name="Google Shape;235;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7" name="Google Shape;237;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8" name="Google Shape;238;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39" name="Google Shape;23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40" name="Google Shape;24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41" name="Google Shape;24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2" name="Google Shape;24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3" name="Google Shape;24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44" name="Google Shape;24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245" name="Google Shape;24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6" name="Google Shape;24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47" name="Google Shape;24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48" name="Google Shape;24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9" name="Google Shape;24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0" name="Google Shape;25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1" name="Google Shape;25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2" name="Google Shape;25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3"/>
        <p:cNvGrpSpPr/>
        <p:nvPr/>
      </p:nvGrpSpPr>
      <p:grpSpPr>
        <a:xfrm>
          <a:off x="0" y="0"/>
          <a:ext cx="0" cy="0"/>
          <a:chOff x="0" y="0"/>
          <a:chExt cx="0" cy="0"/>
        </a:xfrm>
      </p:grpSpPr>
      <p:sp>
        <p:nvSpPr>
          <p:cNvPr id="254" name="Google Shape;254;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5" name="Google Shape;255;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6" name="Google Shape;256;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7" name="Google Shape;257;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60" name="Google Shape;260;g2c157a2fb06_0_53"/>
          <p:cNvGrpSpPr/>
          <p:nvPr/>
        </p:nvGrpSpPr>
        <p:grpSpPr>
          <a:xfrm>
            <a:off x="662575" y="6212475"/>
            <a:ext cx="586800" cy="571500"/>
            <a:chOff x="662575" y="6212475"/>
            <a:chExt cx="586800" cy="571500"/>
          </a:xfrm>
        </p:grpSpPr>
        <p:sp>
          <p:nvSpPr>
            <p:cNvPr id="261" name="Google Shape;261;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4" name="Google Shape;264;g2c157a2fb06_0_53"/>
          <p:cNvGrpSpPr/>
          <p:nvPr/>
        </p:nvGrpSpPr>
        <p:grpSpPr>
          <a:xfrm>
            <a:off x="7894350" y="6212475"/>
            <a:ext cx="586800" cy="571500"/>
            <a:chOff x="7894350" y="6212475"/>
            <a:chExt cx="586800" cy="571500"/>
          </a:xfrm>
        </p:grpSpPr>
        <p:sp>
          <p:nvSpPr>
            <p:cNvPr id="265" name="Google Shape;265;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8" name="Google Shape;268;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69" name="Google Shape;269;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70" name="Google Shape;270;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71" name="Google Shape;27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2" name="Google Shape;27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3" name="Google Shape;27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4" name="Google Shape;27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275" name="Google Shape;27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6" name="Google Shape;27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7" name="Google Shape;27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8" name="Google Shape;27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79" name="Google Shape;27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0" name="Google Shape;28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1" name="Google Shape;28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2" name="Google Shape;28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3" name="Google Shape;28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84" name="Google Shape;284;g2c157a2fb06_0_53"/>
          <p:cNvGrpSpPr/>
          <p:nvPr/>
        </p:nvGrpSpPr>
        <p:grpSpPr>
          <a:xfrm>
            <a:off x="1403031" y="6958923"/>
            <a:ext cx="6774848" cy="1291477"/>
            <a:chOff x="717231" y="7263723"/>
            <a:chExt cx="6774848" cy="1291477"/>
          </a:xfrm>
        </p:grpSpPr>
        <p:sp>
          <p:nvSpPr>
            <p:cNvPr id="285" name="Google Shape;28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86" name="Google Shape;28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87" name="Google Shape;28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88" name="Google Shape;28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89" name="Google Shape;28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90" name="Google Shape;29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91" name="Google Shape;29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92" name="Google Shape;29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93" name="Google Shape;29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96" name="Google Shape;29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97" name="Google Shape;29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8"/>
        <p:cNvGrpSpPr/>
        <p:nvPr/>
      </p:nvGrpSpPr>
      <p:grpSpPr>
        <a:xfrm>
          <a:off x="0" y="0"/>
          <a:ext cx="0" cy="0"/>
          <a:chOff x="0" y="0"/>
          <a:chExt cx="0" cy="0"/>
        </a:xfrm>
      </p:grpSpPr>
      <p:pic>
        <p:nvPicPr>
          <p:cNvPr id="299" name="Google Shape;299;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0" name="Google Shape;300;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3" name="Google Shape;303;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4" name="Google Shape;304;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5" name="Google Shape;305;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06" name="Google Shape;306;g2c157a2fb06_0_158"/>
          <p:cNvGrpSpPr/>
          <p:nvPr/>
        </p:nvGrpSpPr>
        <p:grpSpPr>
          <a:xfrm>
            <a:off x="662575" y="6212475"/>
            <a:ext cx="586800" cy="571500"/>
            <a:chOff x="662575" y="6212475"/>
            <a:chExt cx="586800" cy="571500"/>
          </a:xfrm>
        </p:grpSpPr>
        <p:sp>
          <p:nvSpPr>
            <p:cNvPr id="307" name="Google Shape;307;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8" name="Google Shape;308;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9" name="Google Shape;309;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0" name="Google Shape;310;g2c157a2fb06_0_158"/>
          <p:cNvGrpSpPr/>
          <p:nvPr/>
        </p:nvGrpSpPr>
        <p:grpSpPr>
          <a:xfrm>
            <a:off x="7894350" y="6212475"/>
            <a:ext cx="586800" cy="571500"/>
            <a:chOff x="7894350" y="6212475"/>
            <a:chExt cx="586800" cy="571500"/>
          </a:xfrm>
        </p:grpSpPr>
        <p:sp>
          <p:nvSpPr>
            <p:cNvPr id="311" name="Google Shape;311;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4" name="Google Shape;314;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15" name="Google Shape;315;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16" name="Google Shape;316;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17" name="Google Shape;31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8" name="Google Shape;31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9" name="Google Shape;31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20" name="Google Shape;32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321" name="Google Shape;32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2" name="Google Shape;32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3" name="Google Shape;32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4" name="Google Shape;32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5" name="Google Shape;32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26" name="Google Shape;32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7"/>
        <p:cNvGrpSpPr/>
        <p:nvPr/>
      </p:nvGrpSpPr>
      <p:grpSpPr>
        <a:xfrm>
          <a:off x="0" y="0"/>
          <a:ext cx="0" cy="0"/>
          <a:chOff x="0" y="0"/>
          <a:chExt cx="0" cy="0"/>
        </a:xfrm>
      </p:grpSpPr>
      <p:sp>
        <p:nvSpPr>
          <p:cNvPr id="328" name="Google Shape;328;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1" name="Google Shape;331;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34" name="Google Shape;334;g2c157a2fb06_0_263"/>
          <p:cNvGrpSpPr/>
          <p:nvPr/>
        </p:nvGrpSpPr>
        <p:grpSpPr>
          <a:xfrm>
            <a:off x="662575" y="6212475"/>
            <a:ext cx="586800" cy="571500"/>
            <a:chOff x="662575" y="6212475"/>
            <a:chExt cx="586800" cy="571500"/>
          </a:xfrm>
        </p:grpSpPr>
        <p:sp>
          <p:nvSpPr>
            <p:cNvPr id="335" name="Google Shape;335;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6" name="Google Shape;336;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7" name="Google Shape;337;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8" name="Google Shape;338;g2c157a2fb06_0_263"/>
          <p:cNvGrpSpPr/>
          <p:nvPr/>
        </p:nvGrpSpPr>
        <p:grpSpPr>
          <a:xfrm>
            <a:off x="7894350" y="6212475"/>
            <a:ext cx="586800" cy="571500"/>
            <a:chOff x="7894350" y="6212475"/>
            <a:chExt cx="586800" cy="571500"/>
          </a:xfrm>
        </p:grpSpPr>
        <p:sp>
          <p:nvSpPr>
            <p:cNvPr id="339" name="Google Shape;339;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0" name="Google Shape;340;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42" name="Google Shape;342;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43" name="Google Shape;343;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4" name="Google Shape;344;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45" name="Google Shape;34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6" name="Google Shape;34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7" name="Google Shape;34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48" name="Google Shape;34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349" name="Google Shape;34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0" name="Google Shape;35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1" name="Google Shape;35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2" name="Google Shape;35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3" name="Google Shape;353;g2c157a2fb06_0_263"/>
          <p:cNvSpPr>
            <a:spLocks noGrp="1"/>
          </p:cNvSpPr>
          <p:nvPr>
            <p:ph type="pic" idx="8"/>
          </p:nvPr>
        </p:nvSpPr>
        <p:spPr>
          <a:xfrm>
            <a:off x="5086375" y="4412425"/>
            <a:ext cx="2668800" cy="1291500"/>
          </a:xfrm>
          <a:prstGeom prst="rect">
            <a:avLst/>
          </a:prstGeom>
          <a:noFill/>
          <a:ln>
            <a:noFill/>
          </a:ln>
        </p:spPr>
      </p:sp>
      <p:sp>
        <p:nvSpPr>
          <p:cNvPr id="354" name="Google Shape;354;g2c157a2fb06_0_263"/>
          <p:cNvSpPr>
            <a:spLocks noGrp="1"/>
          </p:cNvSpPr>
          <p:nvPr>
            <p:ph type="pic" idx="9"/>
          </p:nvPr>
        </p:nvSpPr>
        <p:spPr>
          <a:xfrm>
            <a:off x="5086375" y="797675"/>
            <a:ext cx="2668800" cy="1291500"/>
          </a:xfrm>
          <a:prstGeom prst="rect">
            <a:avLst/>
          </a:prstGeom>
          <a:noFill/>
          <a:ln>
            <a:noFill/>
          </a:ln>
        </p:spPr>
      </p:sp>
      <p:sp>
        <p:nvSpPr>
          <p:cNvPr id="355" name="Google Shape;355;g2c157a2fb06_0_263"/>
          <p:cNvSpPr>
            <a:spLocks noGrp="1"/>
          </p:cNvSpPr>
          <p:nvPr>
            <p:ph type="pic" idx="13"/>
          </p:nvPr>
        </p:nvSpPr>
        <p:spPr>
          <a:xfrm>
            <a:off x="5086375" y="2002592"/>
            <a:ext cx="2668800" cy="1291500"/>
          </a:xfrm>
          <a:prstGeom prst="rect">
            <a:avLst/>
          </a:prstGeom>
          <a:noFill/>
          <a:ln>
            <a:noFill/>
          </a:ln>
        </p:spPr>
      </p:sp>
      <p:sp>
        <p:nvSpPr>
          <p:cNvPr id="356" name="Google Shape;356;g2c157a2fb06_0_263"/>
          <p:cNvSpPr>
            <a:spLocks noGrp="1"/>
          </p:cNvSpPr>
          <p:nvPr>
            <p:ph type="pic" idx="14"/>
          </p:nvPr>
        </p:nvSpPr>
        <p:spPr>
          <a:xfrm>
            <a:off x="5086375" y="3207508"/>
            <a:ext cx="2668800" cy="1291500"/>
          </a:xfrm>
          <a:prstGeom prst="rect">
            <a:avLst/>
          </a:prstGeom>
          <a:noFill/>
          <a:ln>
            <a:noFill/>
          </a:ln>
        </p:spPr>
      </p:sp>
      <p:sp>
        <p:nvSpPr>
          <p:cNvPr id="357" name="Google Shape;35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8" name="Google Shape;35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9"/>
        <p:cNvGrpSpPr/>
        <p:nvPr/>
      </p:nvGrpSpPr>
      <p:grpSpPr>
        <a:xfrm>
          <a:off x="0" y="0"/>
          <a:ext cx="0" cy="0"/>
          <a:chOff x="0" y="0"/>
          <a:chExt cx="0" cy="0"/>
        </a:xfrm>
      </p:grpSpPr>
      <p:cxnSp>
        <p:nvCxnSpPr>
          <p:cNvPr id="360" name="Google Shape;360;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1" name="Google Shape;361;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2" name="Google Shape;362;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5" name="Google Shape;365;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6" name="Google Shape;366;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7" name="Google Shape;367;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8" name="Google Shape;368;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69" name="Google Shape;369;g2c157a2fb06_0_467"/>
          <p:cNvGrpSpPr/>
          <p:nvPr/>
        </p:nvGrpSpPr>
        <p:grpSpPr>
          <a:xfrm>
            <a:off x="662575" y="6212475"/>
            <a:ext cx="586800" cy="571500"/>
            <a:chOff x="662575" y="6212475"/>
            <a:chExt cx="586800" cy="571500"/>
          </a:xfrm>
        </p:grpSpPr>
        <p:sp>
          <p:nvSpPr>
            <p:cNvPr id="370" name="Google Shape;370;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3" name="Google Shape;373;g2c157a2fb06_0_467"/>
          <p:cNvGrpSpPr/>
          <p:nvPr/>
        </p:nvGrpSpPr>
        <p:grpSpPr>
          <a:xfrm>
            <a:off x="7894350" y="6212475"/>
            <a:ext cx="586800" cy="571500"/>
            <a:chOff x="7894350" y="6212475"/>
            <a:chExt cx="586800" cy="571500"/>
          </a:xfrm>
        </p:grpSpPr>
        <p:sp>
          <p:nvSpPr>
            <p:cNvPr id="374" name="Google Shape;374;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7" name="Google Shape;377;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78" name="Google Shape;378;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9" name="Google Shape;379;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80" name="Google Shape;38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1" name="Google Shape;38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2" name="Google Shape;38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83" name="Google Shape;38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384" name="Google Shape;38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5" name="Google Shape;38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6"/>
        <p:cNvGrpSpPr/>
        <p:nvPr/>
      </p:nvGrpSpPr>
      <p:grpSpPr>
        <a:xfrm>
          <a:off x="0" y="0"/>
          <a:ext cx="0" cy="0"/>
          <a:chOff x="0" y="0"/>
          <a:chExt cx="0" cy="0"/>
        </a:xfrm>
      </p:grpSpPr>
      <p:cxnSp>
        <p:nvCxnSpPr>
          <p:cNvPr id="387" name="Google Shape;387;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8" name="Google Shape;388;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9" name="Google Shape;389;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3" name="Google Shape;393;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4" name="Google Shape;394;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5" name="Google Shape;395;g2c157a2fb06_0_629"/>
          <p:cNvGrpSpPr/>
          <p:nvPr/>
        </p:nvGrpSpPr>
        <p:grpSpPr>
          <a:xfrm>
            <a:off x="662575" y="6212475"/>
            <a:ext cx="586800" cy="571500"/>
            <a:chOff x="662575" y="6212475"/>
            <a:chExt cx="586800" cy="571500"/>
          </a:xfrm>
        </p:grpSpPr>
        <p:sp>
          <p:nvSpPr>
            <p:cNvPr id="396" name="Google Shape;396;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9" name="Google Shape;399;g2c157a2fb06_0_629"/>
          <p:cNvGrpSpPr/>
          <p:nvPr/>
        </p:nvGrpSpPr>
        <p:grpSpPr>
          <a:xfrm>
            <a:off x="7894350" y="6212475"/>
            <a:ext cx="586800" cy="571500"/>
            <a:chOff x="7894350" y="6212475"/>
            <a:chExt cx="586800" cy="571500"/>
          </a:xfrm>
        </p:grpSpPr>
        <p:sp>
          <p:nvSpPr>
            <p:cNvPr id="400" name="Google Shape;400;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3" name="Google Shape;403;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04" name="Google Shape;404;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5" name="Google Shape;405;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06" name="Google Shape;40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7" name="Google Shape;40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8" name="Google Shape;40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09" name="Google Shape;40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410" name="Google Shape;41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1" name="Google Shape;41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2" name="Google Shape;41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3"/>
        <p:cNvGrpSpPr/>
        <p:nvPr/>
      </p:nvGrpSpPr>
      <p:grpSpPr>
        <a:xfrm>
          <a:off x="0" y="0"/>
          <a:ext cx="0" cy="0"/>
          <a:chOff x="0" y="0"/>
          <a:chExt cx="0" cy="0"/>
        </a:xfrm>
      </p:grpSpPr>
      <p:cxnSp>
        <p:nvCxnSpPr>
          <p:cNvPr id="414" name="Google Shape;414;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9" name="Google Shape;419;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0" name="Google Shape;420;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1" name="Google Shape;421;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4" name="Google Shape;424;g2c157a2fb06_0_798"/>
          <p:cNvGrpSpPr/>
          <p:nvPr/>
        </p:nvGrpSpPr>
        <p:grpSpPr>
          <a:xfrm>
            <a:off x="662575" y="6212475"/>
            <a:ext cx="586800" cy="571500"/>
            <a:chOff x="662575" y="6212475"/>
            <a:chExt cx="586800" cy="571500"/>
          </a:xfrm>
        </p:grpSpPr>
        <p:sp>
          <p:nvSpPr>
            <p:cNvPr id="425" name="Google Shape;425;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8" name="Google Shape;428;g2c157a2fb06_0_798"/>
          <p:cNvGrpSpPr/>
          <p:nvPr/>
        </p:nvGrpSpPr>
        <p:grpSpPr>
          <a:xfrm>
            <a:off x="7894350" y="6212475"/>
            <a:ext cx="586800" cy="571500"/>
            <a:chOff x="7894350" y="6212475"/>
            <a:chExt cx="586800" cy="571500"/>
          </a:xfrm>
        </p:grpSpPr>
        <p:sp>
          <p:nvSpPr>
            <p:cNvPr id="429" name="Google Shape;429;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2" name="Google Shape;432;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33" name="Google Shape;43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4" name="Google Shape;434;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35" name="Google Shape;43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6" name="Google Shape;43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7" name="Google Shape;43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38" name="Google Shape;43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439" name="Google Shape;43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0" name="Google Shape;44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1"/>
        <p:cNvGrpSpPr/>
        <p:nvPr/>
      </p:nvGrpSpPr>
      <p:grpSpPr>
        <a:xfrm>
          <a:off x="0" y="0"/>
          <a:ext cx="0" cy="0"/>
          <a:chOff x="0" y="0"/>
          <a:chExt cx="0" cy="0"/>
        </a:xfrm>
      </p:grpSpPr>
      <p:cxnSp>
        <p:nvCxnSpPr>
          <p:cNvPr id="442" name="Google Shape;442;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3" name="Google Shape;443;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4" name="Google Shape;444;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5" name="Google Shape;445;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6" name="Google Shape;446;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7" name="Google Shape;447;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8" name="Google Shape;448;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9" name="Google Shape;449;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52" name="Google Shape;452;g2c157a2fb06_0_825"/>
          <p:cNvGrpSpPr/>
          <p:nvPr/>
        </p:nvGrpSpPr>
        <p:grpSpPr>
          <a:xfrm>
            <a:off x="662575" y="6212475"/>
            <a:ext cx="586800" cy="571500"/>
            <a:chOff x="662575" y="6212475"/>
            <a:chExt cx="586800" cy="571500"/>
          </a:xfrm>
        </p:grpSpPr>
        <p:sp>
          <p:nvSpPr>
            <p:cNvPr id="453" name="Google Shape;45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6" name="Google Shape;456;g2c157a2fb06_0_825"/>
          <p:cNvGrpSpPr/>
          <p:nvPr/>
        </p:nvGrpSpPr>
        <p:grpSpPr>
          <a:xfrm>
            <a:off x="7894350" y="6212475"/>
            <a:ext cx="586800" cy="571500"/>
            <a:chOff x="7894350" y="6212475"/>
            <a:chExt cx="586800" cy="571500"/>
          </a:xfrm>
        </p:grpSpPr>
        <p:sp>
          <p:nvSpPr>
            <p:cNvPr id="457" name="Google Shape;45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0" name="Google Shape;460;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61" name="Google Shape;46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2" name="Google Shape;462;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63" name="Google Shape;46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4" name="Google Shape;46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5" name="Google Shape;46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66" name="Google Shape;46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467" name="Google Shape;46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8" name="Google Shape;46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9"/>
        <p:cNvGrpSpPr/>
        <p:nvPr/>
      </p:nvGrpSpPr>
      <p:grpSpPr>
        <a:xfrm>
          <a:off x="0" y="0"/>
          <a:ext cx="0" cy="0"/>
          <a:chOff x="0" y="0"/>
          <a:chExt cx="0" cy="0"/>
        </a:xfrm>
      </p:grpSpPr>
      <p:sp>
        <p:nvSpPr>
          <p:cNvPr id="470" name="Google Shape;470;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79" name="Google Shape;479;g2c157a2fb06_0_700"/>
          <p:cNvGrpSpPr/>
          <p:nvPr/>
        </p:nvGrpSpPr>
        <p:grpSpPr>
          <a:xfrm>
            <a:off x="662575" y="6212475"/>
            <a:ext cx="586800" cy="571500"/>
            <a:chOff x="662575" y="6212475"/>
            <a:chExt cx="586800" cy="571500"/>
          </a:xfrm>
        </p:grpSpPr>
        <p:sp>
          <p:nvSpPr>
            <p:cNvPr id="480" name="Google Shape;48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3" name="Google Shape;483;g2c157a2fb06_0_700"/>
          <p:cNvGrpSpPr/>
          <p:nvPr/>
        </p:nvGrpSpPr>
        <p:grpSpPr>
          <a:xfrm>
            <a:off x="7894350" y="6212475"/>
            <a:ext cx="586800" cy="571500"/>
            <a:chOff x="7894350" y="6212475"/>
            <a:chExt cx="586800" cy="571500"/>
          </a:xfrm>
        </p:grpSpPr>
        <p:sp>
          <p:nvSpPr>
            <p:cNvPr id="484" name="Google Shape;48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6" name="Google Shape;486;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87" name="Google Shape;487;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88" name="Google Shape;488;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9" name="Google Shape;489;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90" name="Google Shape;49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1" name="Google Shape;49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2" name="Google Shape;49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493" name="Google Shape;49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4" name="Google Shape;49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6" name="Google Shape;49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8" name="Google Shape;49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9" name="Google Shape;49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1" name="Google Shape;50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3" name="Google Shape;50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5" name="Google Shape;50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7" name="Google Shape;50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08" name="Google Shape;50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9"/>
        <p:cNvGrpSpPr/>
        <p:nvPr/>
      </p:nvGrpSpPr>
      <p:grpSpPr>
        <a:xfrm>
          <a:off x="0" y="0"/>
          <a:ext cx="0" cy="0"/>
          <a:chOff x="0" y="0"/>
          <a:chExt cx="0" cy="0"/>
        </a:xfrm>
      </p:grpSpPr>
      <p:sp>
        <p:nvSpPr>
          <p:cNvPr id="510" name="Google Shape;510;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1" name="Google Shape;511;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3" name="Google Shape;513;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16" name="Google Shape;516;g2c157a2fb06_0_932"/>
          <p:cNvGrpSpPr/>
          <p:nvPr/>
        </p:nvGrpSpPr>
        <p:grpSpPr>
          <a:xfrm>
            <a:off x="662575" y="6212475"/>
            <a:ext cx="586800" cy="571500"/>
            <a:chOff x="662575" y="6212475"/>
            <a:chExt cx="586800" cy="571500"/>
          </a:xfrm>
        </p:grpSpPr>
        <p:sp>
          <p:nvSpPr>
            <p:cNvPr id="517" name="Google Shape;51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9" name="Google Shape;519;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0" name="Google Shape;520;g2c157a2fb06_0_932"/>
          <p:cNvGrpSpPr/>
          <p:nvPr/>
        </p:nvGrpSpPr>
        <p:grpSpPr>
          <a:xfrm>
            <a:off x="7894350" y="6212475"/>
            <a:ext cx="586800" cy="571500"/>
            <a:chOff x="7894350" y="6212475"/>
            <a:chExt cx="586800" cy="571500"/>
          </a:xfrm>
        </p:grpSpPr>
        <p:sp>
          <p:nvSpPr>
            <p:cNvPr id="521" name="Google Shape;52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3" name="Google Shape;523;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4" name="Google Shape;524;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25" name="Google Shape;525;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27" name="Google Shape;52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8" name="Google Shape;52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9" name="Google Shape;52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530" name="Google Shape;53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1" name="Google Shape;53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2" name="Google Shape;53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3" name="Google Shape;53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4" name="Google Shape;53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5" name="Google Shape;53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6" name="Google Shape;53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7" name="Google Shape;53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38" name="Google Shape;53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9" name="Google Shape;53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40" name="Google Shape;54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1" name="Google Shape;54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2" name="Google Shape;54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3" name="Google Shape;54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4" name="Google Shape;54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5" name="Google Shape;54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8" name="Google Shape;54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9"/>
        <p:cNvGrpSpPr/>
        <p:nvPr/>
      </p:nvGrpSpPr>
      <p:grpSpPr>
        <a:xfrm>
          <a:off x="0" y="0"/>
          <a:ext cx="0" cy="0"/>
          <a:chOff x="0" y="0"/>
          <a:chExt cx="0" cy="0"/>
        </a:xfrm>
      </p:grpSpPr>
      <p:cxnSp>
        <p:nvCxnSpPr>
          <p:cNvPr id="550" name="Google Shape;550;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1" name="Google Shape;551;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2" name="Google Shape;552;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2" name="Google Shape;562;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4" name="Google Shape;564;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6" name="Google Shape;566;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67" name="Google Shape;567;g2c157a2fb06_0_1045"/>
          <p:cNvGrpSpPr/>
          <p:nvPr/>
        </p:nvGrpSpPr>
        <p:grpSpPr>
          <a:xfrm>
            <a:off x="662575" y="6212475"/>
            <a:ext cx="586800" cy="571500"/>
            <a:chOff x="662575" y="6212475"/>
            <a:chExt cx="586800" cy="571500"/>
          </a:xfrm>
        </p:grpSpPr>
        <p:sp>
          <p:nvSpPr>
            <p:cNvPr id="568" name="Google Shape;568;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045"/>
          <p:cNvGrpSpPr/>
          <p:nvPr/>
        </p:nvGrpSpPr>
        <p:grpSpPr>
          <a:xfrm>
            <a:off x="7894350" y="6212475"/>
            <a:ext cx="586800" cy="571500"/>
            <a:chOff x="7894350" y="6212475"/>
            <a:chExt cx="586800" cy="571500"/>
          </a:xfrm>
        </p:grpSpPr>
        <p:sp>
          <p:nvSpPr>
            <p:cNvPr id="572" name="Google Shape;572;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76" name="Google Shape;576;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7" name="Google Shape;577;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9" name="Google Shape;57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1" name="Google Shape;58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582" name="Google Shape;58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3" name="Google Shape;58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4" name="Google Shape;58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5" name="Google Shape;58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6"/>
        <p:cNvGrpSpPr/>
        <p:nvPr/>
      </p:nvGrpSpPr>
      <p:grpSpPr>
        <a:xfrm>
          <a:off x="0" y="0"/>
          <a:ext cx="0" cy="0"/>
          <a:chOff x="0" y="0"/>
          <a:chExt cx="0" cy="0"/>
        </a:xfrm>
      </p:grpSpPr>
      <p:sp>
        <p:nvSpPr>
          <p:cNvPr id="587" name="Google Shape;587;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0" name="Google Shape;590;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93" name="Google Shape;593;g2c157a2fb06_0_1110"/>
          <p:cNvGrpSpPr/>
          <p:nvPr/>
        </p:nvGrpSpPr>
        <p:grpSpPr>
          <a:xfrm>
            <a:off x="662575" y="6212475"/>
            <a:ext cx="586800" cy="571500"/>
            <a:chOff x="662575" y="6212475"/>
            <a:chExt cx="586800" cy="571500"/>
          </a:xfrm>
        </p:grpSpPr>
        <p:sp>
          <p:nvSpPr>
            <p:cNvPr id="594" name="Google Shape;594;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7894350" y="6212475"/>
            <a:ext cx="586800" cy="571500"/>
            <a:chOff x="7894350" y="6212475"/>
            <a:chExt cx="586800" cy="571500"/>
          </a:xfrm>
        </p:grpSpPr>
        <p:sp>
          <p:nvSpPr>
            <p:cNvPr id="598" name="Google Shape;598;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1" name="Google Shape;601;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02" name="Google Shape;602;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3" name="Google Shape;603;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04" name="Google Shape;60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5" name="Google Shape;60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6" name="Google Shape;60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07" name="Google Shape;60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608" name="Google Shape;60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9" name="Google Shape;60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0" name="Google Shape;61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1" name="Google Shape;61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2" name="Google Shape;612;g2c157a2fb06_0_1110"/>
          <p:cNvGrpSpPr/>
          <p:nvPr/>
        </p:nvGrpSpPr>
        <p:grpSpPr>
          <a:xfrm>
            <a:off x="5806200" y="180746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6" name="Google Shape;61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7" name="Google Shape;61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18" name="Google Shape;618;g2c157a2fb06_0_1110"/>
          <p:cNvGrpSpPr/>
          <p:nvPr/>
        </p:nvGrpSpPr>
        <p:grpSpPr>
          <a:xfrm>
            <a:off x="5806200" y="2842438"/>
            <a:ext cx="756300" cy="146700"/>
            <a:chOff x="5806200" y="1807463"/>
            <a:chExt cx="756300" cy="146700"/>
          </a:xfrm>
        </p:grpSpPr>
        <p:sp>
          <p:nvSpPr>
            <p:cNvPr id="619" name="Google Shape;619;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0" name="Google Shape;620;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1" name="Google Shape;621;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2" name="Google Shape;622;g2c157a2fb06_0_1110"/>
          <p:cNvGrpSpPr/>
          <p:nvPr/>
        </p:nvGrpSpPr>
        <p:grpSpPr>
          <a:xfrm>
            <a:off x="5806200" y="3877413"/>
            <a:ext cx="756300" cy="146700"/>
            <a:chOff x="5806200" y="1807463"/>
            <a:chExt cx="756300" cy="146700"/>
          </a:xfrm>
        </p:grpSpPr>
        <p:sp>
          <p:nvSpPr>
            <p:cNvPr id="623" name="Google Shape;623;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6"/>
        <p:cNvGrpSpPr/>
        <p:nvPr/>
      </p:nvGrpSpPr>
      <p:grpSpPr>
        <a:xfrm>
          <a:off x="0" y="0"/>
          <a:ext cx="0" cy="0"/>
          <a:chOff x="0" y="0"/>
          <a:chExt cx="0" cy="0"/>
        </a:xfrm>
      </p:grpSpPr>
      <p:sp>
        <p:nvSpPr>
          <p:cNvPr id="627" name="Google Shape;627;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31" name="Google Shape;631;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8" name="Google Shape;638;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9" name="Google Shape;639;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40" name="Google Shape;640;p30"/>
          <p:cNvGrpSpPr/>
          <p:nvPr/>
        </p:nvGrpSpPr>
        <p:grpSpPr>
          <a:xfrm>
            <a:off x="6022940" y="5341706"/>
            <a:ext cx="594501" cy="305904"/>
            <a:chOff x="5672081" y="1914352"/>
            <a:chExt cx="792668" cy="305904"/>
          </a:xfrm>
        </p:grpSpPr>
        <p:sp>
          <p:nvSpPr>
            <p:cNvPr id="641" name="Google Shape;641;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3" name="Google Shape;643;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4" name="Google Shape;644;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2" name="Google Shape;652;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3" name="Google Shape;653;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5" name="Google Shape;665;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6" name="Google Shape;666;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7" name="Google Shape;667;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8" name="Google Shape;668;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9" name="Google Shape;669;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70" name="Google Shape;670;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71" name="Google Shape;671;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2"/>
        <p:cNvGrpSpPr/>
        <p:nvPr/>
      </p:nvGrpSpPr>
      <p:grpSpPr>
        <a:xfrm>
          <a:off x="0" y="0"/>
          <a:ext cx="0" cy="0"/>
          <a:chOff x="0" y="0"/>
          <a:chExt cx="0" cy="0"/>
        </a:xfrm>
      </p:grpSpPr>
      <p:sp>
        <p:nvSpPr>
          <p:cNvPr id="673" name="Google Shape;673;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4" name="Google Shape;674;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5" name="Google Shape;675;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6"/>
        <p:cNvGrpSpPr/>
        <p:nvPr/>
      </p:nvGrpSpPr>
      <p:grpSpPr>
        <a:xfrm>
          <a:off x="0" y="0"/>
          <a:ext cx="0" cy="0"/>
          <a:chOff x="0" y="0"/>
          <a:chExt cx="0" cy="0"/>
        </a:xfrm>
      </p:grpSpPr>
      <p:sp>
        <p:nvSpPr>
          <p:cNvPr id="677" name="Google Shape;677;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8" name="Google Shape;678;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9" name="Google Shape;679;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5.xml"/><Relationship Id="rId3" Type="http://schemas.openxmlformats.org/officeDocument/2006/relationships/image" Target="../media/image7.png"/><Relationship Id="rId7" Type="http://schemas.openxmlformats.org/officeDocument/2006/relationships/image" Target="../media/image6.png"/><Relationship Id="rId12" Type="http://schemas.openxmlformats.org/officeDocument/2006/relationships/slide" Target="slide18.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slide" Target="slide17.xml"/><Relationship Id="rId5" Type="http://schemas.openxmlformats.org/officeDocument/2006/relationships/image" Target="../media/image5.png"/><Relationship Id="rId10" Type="http://schemas.openxmlformats.org/officeDocument/2006/relationships/slide" Target="slide15.xml"/><Relationship Id="rId4" Type="http://schemas.openxmlformats.org/officeDocument/2006/relationships/image" Target="../media/image8.png"/><Relationship Id="rId9" Type="http://schemas.openxmlformats.org/officeDocument/2006/relationships/slide" Target="slide7.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Letter Sound 'l'</a:t>
            </a:r>
            <a:endParaRPr/>
          </a:p>
        </p:txBody>
      </p:sp>
      <p:sp>
        <p:nvSpPr>
          <p:cNvPr id="685" name="Google Shape;685;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26</a:t>
            </a:r>
            <a:endParaRPr/>
          </a:p>
        </p:txBody>
      </p:sp>
      <p:pic>
        <p:nvPicPr>
          <p:cNvPr id="688" name="Google Shape;688;p1"/>
          <p:cNvPicPr preferRelativeResize="0"/>
          <p:nvPr/>
        </p:nvPicPr>
        <p:blipFill rotWithShape="1">
          <a:blip r:embed="rId3">
            <a:alphaModFix/>
          </a:blip>
          <a:srcRect/>
          <a:stretch/>
        </p:blipFill>
        <p:spPr>
          <a:xfrm rot="227184">
            <a:off x="4009466" y="4494360"/>
            <a:ext cx="2493520" cy="997851"/>
          </a:xfrm>
          <a:prstGeom prst="rect">
            <a:avLst/>
          </a:prstGeom>
          <a:noFill/>
          <a:ln>
            <a:noFill/>
          </a:ln>
          <a:effectLst>
            <a:outerShdw blurRad="71438" dist="38100" dir="5220000" algn="bl" rotWithShape="0">
              <a:srgbClr val="000000">
                <a:alpha val="21176"/>
              </a:srgbClr>
            </a:outerShdw>
          </a:effectLst>
        </p:spPr>
      </p:pic>
      <p:pic>
        <p:nvPicPr>
          <p:cNvPr id="689" name="Google Shape;689;p1"/>
          <p:cNvPicPr preferRelativeResize="0"/>
          <p:nvPr/>
        </p:nvPicPr>
        <p:blipFill rotWithShape="1">
          <a:blip r:embed="rId4">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8039"/>
              </a:srgbClr>
            </a:outerShdw>
          </a:effectLst>
        </p:spPr>
      </p:pic>
      <p:pic>
        <p:nvPicPr>
          <p:cNvPr id="690" name="Google Shape;690;p1"/>
          <p:cNvPicPr preferRelativeResize="0"/>
          <p:nvPr/>
        </p:nvPicPr>
        <p:blipFill rotWithShape="1">
          <a:blip r:embed="rId5">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graphicFrame>
        <p:nvGraphicFramePr>
          <p:cNvPr id="691" name="Google Shape;691;p1"/>
          <p:cNvGraphicFramePr/>
          <p:nvPr/>
        </p:nvGraphicFramePr>
        <p:xfrm>
          <a:off x="4844200" y="1891197"/>
          <a:ext cx="3785000" cy="1678950"/>
        </p:xfrm>
        <a:graphic>
          <a:graphicData uri="http://schemas.openxmlformats.org/drawingml/2006/table">
            <a:tbl>
              <a:tblPr firstRow="1" bandRow="1">
                <a:noFill/>
                <a:tableStyleId>{D0845C97-E7EB-401E-B42E-20F2BF8D07BD}</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solidFill>
                            <a:schemeClr val="dk1"/>
                          </a:solidFill>
                          <a:latin typeface="Poppins"/>
                          <a:ea typeface="Poppins"/>
                          <a:cs typeface="Poppins"/>
                          <a:sym typeface="Poppins"/>
                        </a:rPr>
                        <a:t>a</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p</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m</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d</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g</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k</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ck</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b</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latin typeface="Jost"/>
                          <a:ea typeface="Jost"/>
                          <a:cs typeface="Jost"/>
                          <a:sym typeface="Jost"/>
                        </a:rPr>
                        <a:t>f</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latin typeface="Jost"/>
                          <a:ea typeface="Jost"/>
                          <a:cs typeface="Jost"/>
                          <a:sym typeface="Jost"/>
                        </a:rPr>
                        <a:t>ff</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l</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ss</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letter / sound </a:t>
            </a:r>
            <a:r>
              <a:rPr lang="en-US">
                <a:solidFill>
                  <a:srgbClr val="8DC63F"/>
                </a:solidFill>
              </a:rPr>
              <a:t>l</a:t>
            </a:r>
            <a:r>
              <a:rPr lang="en-US"/>
              <a:t>.</a:t>
            </a:r>
            <a:endParaRPr/>
          </a:p>
        </p:txBody>
      </p:sp>
      <p:sp>
        <p:nvSpPr>
          <p:cNvPr id="698" name="Google Shape;698;g2bee4f4af4b_0_204"/>
          <p:cNvSpPr txBox="1">
            <a:spLocks noGrp="1"/>
          </p:cNvSpPr>
          <p:nvPr>
            <p:ph type="body" idx="2"/>
          </p:nvPr>
        </p:nvSpPr>
        <p:spPr>
          <a:xfrm>
            <a:off x="3298550" y="1895358"/>
            <a:ext cx="4850100" cy="10731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t>
            </a:r>
            <a:r>
              <a:rPr lang="en-US">
                <a:solidFill>
                  <a:srgbClr val="8DC63F"/>
                </a:solidFill>
              </a:rPr>
              <a:t>s a t p i n m d g o c k ck e u r h b f ff</a:t>
            </a:r>
            <a:r>
              <a:rPr lang="en-US"/>
              <a:t> using flashcards.</a:t>
            </a:r>
            <a:endParaRPr/>
          </a:p>
        </p:txBody>
      </p:sp>
      <p:sp>
        <p:nvSpPr>
          <p:cNvPr id="699" name="Google Shape;699;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0" name="Google Shape;700;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1" name="Google Shape;701;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2" name="Google Shape;702;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03" name="Google Shape;70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4" name="Google Shape;704;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5" name="Google Shape;705;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06" name="Google Shape;70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7" name="Google Shape;70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8" name="Google Shape;708;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09" name="Google Shape;709;g2bee4f4af4b_0_204"/>
          <p:cNvSpPr txBox="1"/>
          <p:nvPr/>
        </p:nvSpPr>
        <p:spPr>
          <a:xfrm>
            <a:off x="61464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10" name="Google Shape;710;g2bee4f4af4b_0_204"/>
          <p:cNvSpPr txBox="1"/>
          <p:nvPr/>
        </p:nvSpPr>
        <p:spPr>
          <a:xfrm>
            <a:off x="59391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11" name="Google Shape;711;g2bee4f4af4b_0_204"/>
          <p:cNvPicPr preferRelativeResize="0"/>
          <p:nvPr/>
        </p:nvPicPr>
        <p:blipFill rotWithShape="1">
          <a:blip r:embed="rId6">
            <a:alphaModFix/>
          </a:blip>
          <a:srcRect t="89" b="99"/>
          <a:stretch/>
        </p:blipFill>
        <p:spPr>
          <a:xfrm>
            <a:off x="6159846" y="4363493"/>
            <a:ext cx="786850" cy="590421"/>
          </a:xfrm>
          <a:prstGeom prst="rect">
            <a:avLst/>
          </a:prstGeom>
          <a:noFill/>
          <a:ln>
            <a:noFill/>
          </a:ln>
          <a:effectLst>
            <a:outerShdw blurRad="71438" dist="19050" dir="5220000" algn="bl" rotWithShape="0">
              <a:srgbClr val="D8D8D8"/>
            </a:outerShdw>
          </a:effectLst>
        </p:spPr>
      </p:pic>
      <p:sp>
        <p:nvSpPr>
          <p:cNvPr id="712" name="Google Shape;712;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3" name="Google Shape;713;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4" name="Google Shape;714;g2bee4f4af4b_0_204"/>
          <p:cNvPicPr preferRelativeResize="0"/>
          <p:nvPr/>
        </p:nvPicPr>
        <p:blipFill rotWithShape="1">
          <a:blip r:embed="rId7">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5" name="Google Shape;715;g2bee4f4af4b_0_204">
            <a:hlinkClick r:id="rId8" action="ppaction://hlinksldjump"/>
          </p:cNvPr>
          <p:cNvSpPr/>
          <p:nvPr/>
        </p:nvSpPr>
        <p:spPr>
          <a:xfrm>
            <a:off x="946794" y="3921112"/>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6" name="Google Shape;716;g2bee4f4af4b_0_204">
            <a:hlinkClick r:id="rId9" action="ppaction://hlinksldjump"/>
          </p:cNvPr>
          <p:cNvSpPr/>
          <p:nvPr/>
        </p:nvSpPr>
        <p:spPr>
          <a:xfrm>
            <a:off x="2377351" y="375989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7" name="Google Shape;717;g2bee4f4af4b_0_204">
            <a:hlinkClick r:id="rId10" action="ppaction://hlinksldjump"/>
          </p:cNvPr>
          <p:cNvSpPr/>
          <p:nvPr/>
        </p:nvSpPr>
        <p:spPr>
          <a:xfrm>
            <a:off x="3616114" y="3781342"/>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8" name="Google Shape;718;g2bee4f4af4b_0_204">
            <a:hlinkClick r:id="rId11" action="ppaction://hlinksldjump"/>
          </p:cNvPr>
          <p:cNvSpPr/>
          <p:nvPr/>
        </p:nvSpPr>
        <p:spPr>
          <a:xfrm>
            <a:off x="4839359" y="3721516"/>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9" name="Google Shape;719;g2bee4f4af4b_0_204">
            <a:hlinkClick r:id="rId12" action="ppaction://hlinksldjump"/>
          </p:cNvPr>
          <p:cNvSpPr/>
          <p:nvPr/>
        </p:nvSpPr>
        <p:spPr>
          <a:xfrm>
            <a:off x="6055121" y="371513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26" name="Google Shape;726;g26b641b03cd_0_165"/>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t>
            </a:r>
            <a:r>
              <a:rPr lang="en-US">
                <a:solidFill>
                  <a:srgbClr val="8DC63F"/>
                </a:solidFill>
              </a:rPr>
              <a:t>s a t p i n m d g o c k ck e u r h b f ff</a:t>
            </a:r>
            <a:r>
              <a:rPr lang="en-US"/>
              <a:t> using flashcards.</a:t>
            </a:r>
            <a:endParaRPr/>
          </a:p>
        </p:txBody>
      </p:sp>
      <p:pic>
        <p:nvPicPr>
          <p:cNvPr id="727" name="Google Shape;727;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686"/>
              </a:srgbClr>
            </a:outerShdw>
          </a:effectLst>
        </p:spPr>
      </p:pic>
      <p:pic>
        <p:nvPicPr>
          <p:cNvPr id="728" name="Google Shape;728;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686"/>
              </a:srgbClr>
            </a:outerShdw>
          </a:effectLst>
        </p:spPr>
      </p:pic>
      <p:pic>
        <p:nvPicPr>
          <p:cNvPr id="729" name="Google Shape;729;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686"/>
              </a:srgbClr>
            </a:outerShdw>
          </a:effectLst>
        </p:spPr>
      </p:pic>
      <p:pic>
        <p:nvPicPr>
          <p:cNvPr id="730" name="Google Shape;730;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686"/>
              </a:srgbClr>
            </a:outerShdw>
          </a:effectLst>
        </p:spPr>
      </p:pic>
      <p:pic>
        <p:nvPicPr>
          <p:cNvPr id="731" name="Google Shape;731;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686"/>
              </a:srgbClr>
            </a:outerShdw>
          </a:effectLst>
        </p:spPr>
      </p:pic>
      <p:pic>
        <p:nvPicPr>
          <p:cNvPr id="732" name="Google Shape;732;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686"/>
              </a:srgbClr>
            </a:outerShdw>
          </a:effectLst>
        </p:spPr>
      </p:pic>
      <p:pic>
        <p:nvPicPr>
          <p:cNvPr id="733" name="Google Shape;733;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686"/>
              </a:srgbClr>
            </a:outerShdw>
          </a:effectLst>
        </p:spPr>
      </p:pic>
      <p:pic>
        <p:nvPicPr>
          <p:cNvPr id="734" name="Google Shape;734;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686"/>
              </a:srgbClr>
            </a:outerShdw>
          </a:effectLst>
        </p:spPr>
      </p:pic>
      <p:pic>
        <p:nvPicPr>
          <p:cNvPr id="735" name="Google Shape;735;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686"/>
              </a:srgbClr>
            </a:outerShdw>
          </a:effectLst>
        </p:spPr>
      </p:pic>
      <p:pic>
        <p:nvPicPr>
          <p:cNvPr id="736" name="Google Shape;736;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686"/>
              </a:srgbClr>
            </a:outerShdw>
          </a:effectLst>
        </p:spPr>
      </p:pic>
      <p:pic>
        <p:nvPicPr>
          <p:cNvPr id="737" name="Google Shape;737;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686"/>
              </a:srgbClr>
            </a:outerShdw>
          </a:effectLst>
        </p:spPr>
      </p:pic>
      <p:pic>
        <p:nvPicPr>
          <p:cNvPr id="738" name="Google Shape;738;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686"/>
              </a:srgbClr>
            </a:outerShdw>
          </a:effectLst>
        </p:spPr>
      </p:pic>
      <p:pic>
        <p:nvPicPr>
          <p:cNvPr id="739" name="Google Shape;739;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686"/>
              </a:srgbClr>
            </a:outerShdw>
          </a:effectLst>
        </p:spPr>
      </p:pic>
      <p:pic>
        <p:nvPicPr>
          <p:cNvPr id="740" name="Google Shape;740;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686"/>
              </a:srgbClr>
            </a:outerShdw>
          </a:effectLst>
        </p:spPr>
      </p:pic>
      <p:pic>
        <p:nvPicPr>
          <p:cNvPr id="741" name="Google Shape;741;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686"/>
              </a:srgbClr>
            </a:outerShdw>
          </a:effectLst>
        </p:spPr>
      </p:pic>
      <p:pic>
        <p:nvPicPr>
          <p:cNvPr id="742" name="Google Shape;742;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686"/>
              </a:srgbClr>
            </a:outerShdw>
          </a:effectLst>
        </p:spPr>
      </p:pic>
      <p:pic>
        <p:nvPicPr>
          <p:cNvPr id="743" name="Google Shape;743;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686"/>
              </a:srgbClr>
            </a:outerShdw>
          </a:effectLst>
        </p:spPr>
      </p:pic>
      <p:pic>
        <p:nvPicPr>
          <p:cNvPr id="744" name="Google Shape;744;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686"/>
              </a:srgbClr>
            </a:outerShdw>
          </a:effectLst>
        </p:spPr>
      </p:pic>
      <p:pic>
        <p:nvPicPr>
          <p:cNvPr id="745" name="Google Shape;745;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686"/>
              </a:srgbClr>
            </a:outerShdw>
          </a:effectLst>
        </p:spPr>
      </p:pic>
      <p:pic>
        <p:nvPicPr>
          <p:cNvPr id="746" name="Google Shape;746;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686"/>
              </a:srgbClr>
            </a:outerShdw>
          </a:effectLst>
        </p:spPr>
      </p:pic>
      <p:cxnSp>
        <p:nvCxnSpPr>
          <p:cNvPr id="747" name="Google Shape;747;g26b641b03cd_0_16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g2d9d8470c2d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54" name="Google Shape;754;g2d9d8470c2d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755" name="Google Shape;755;g2d9d8470c2d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756" name="Google Shape;756;g2d9d8470c2d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cxnSp>
        <p:nvCxnSpPr>
          <p:cNvPr id="757" name="Google Shape;757;g2d9d8470c2d_0_0"/>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64" name="Google Shape;764;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65" name="Google Shape;765;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66" name="Google Shape;766;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73" name="Google Shape;773;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74" name="Google Shape;774;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75" name="Google Shape;775;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82" name="Google Shape;782;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783" name="Google Shape;783;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627"/>
              </a:srgbClr>
            </a:outerShdw>
          </a:effectLst>
        </p:spPr>
      </p:pic>
      <p:sp>
        <p:nvSpPr>
          <p:cNvPr id="784" name="Google Shape;784;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91" name="Google Shape;791;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792" name="Google Shape;792;g26b641b03cd_0_192"/>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627"/>
              </a:srgbClr>
            </a:outerShdw>
          </a:effectLst>
        </p:spPr>
      </p:pic>
      <p:sp>
        <p:nvSpPr>
          <p:cNvPr id="793" name="Google Shape;793;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00" name="Google Shape;800;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01" name="Google Shape;801;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g2c2ffdd0de5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08" name="Google Shape;808;g2c2ffdd0de5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09" name="Google Shape;809;g2c2ffdd0de5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10" name="Google Shape;810;g2c2ffdd0de5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11" name="Google Shape;811;g2c2ffdd0de5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12" name="Google Shape;812;g2c2ffdd0de5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13" name="Google Shape;813;g2c2ffdd0de5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14" name="Google Shape;814;g2c2ffdd0de5_0_0"/>
          <p:cNvGrpSpPr/>
          <p:nvPr/>
        </p:nvGrpSpPr>
        <p:grpSpPr>
          <a:xfrm>
            <a:off x="304250" y="6984600"/>
            <a:ext cx="8330829" cy="808600"/>
            <a:chOff x="-152950" y="7365600"/>
            <a:chExt cx="8330829" cy="808600"/>
          </a:xfrm>
        </p:grpSpPr>
        <p:sp>
          <p:nvSpPr>
            <p:cNvPr id="815" name="Google Shape;815;g2c2ffdd0de5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16" name="Google Shape;816;g2c2ffdd0de5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17" name="Google Shape;817;g2c2ffdd0de5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18" name="Google Shape;818;g2c2ffdd0de5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19" name="Google Shape;819;g2c2ffdd0de5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20" name="Google Shape;820;g2c2ffdd0de5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21" name="Google Shape;821;g2c2ffdd0de5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22" name="Google Shape;822;g2c2ffdd0de5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23" name="Google Shape;823;g2c2ffdd0de5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4" name="Google Shape;824;g2c2ffdd0de5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5" name="Google Shape;825;g2c2ffdd0de5_0_0"/>
          <p:cNvSpPr/>
          <p:nvPr/>
        </p:nvSpPr>
        <p:spPr>
          <a:xfrm>
            <a:off x="33635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6" name="Google Shape;826;g2c2ffdd0de5_0_0"/>
          <p:cNvSpPr/>
          <p:nvPr/>
        </p:nvSpPr>
        <p:spPr>
          <a:xfrm>
            <a:off x="43769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7" name="Google Shape;827;g2c2ffdd0de5_0_0"/>
          <p:cNvSpPr/>
          <p:nvPr/>
        </p:nvSpPr>
        <p:spPr>
          <a:xfrm>
            <a:off x="53903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28" name="Google Shape;828;g2c2ffdd0de5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29" name="Google Shape;829;g2c2ffdd0de5_0_0"/>
          <p:cNvSpPr txBox="1">
            <a:spLocks noGrp="1"/>
          </p:cNvSpPr>
          <p:nvPr>
            <p:ph type="subTitle" idx="4294967295"/>
          </p:nvPr>
        </p:nvSpPr>
        <p:spPr>
          <a:xfrm>
            <a:off x="48207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830" name="Google Shape;830;g2c2ffdd0de5_0_0"/>
          <p:cNvSpPr txBox="1">
            <a:spLocks noGrp="1"/>
          </p:cNvSpPr>
          <p:nvPr>
            <p:ph type="subTitle" idx="4294967295"/>
          </p:nvPr>
        </p:nvSpPr>
        <p:spPr>
          <a:xfrm>
            <a:off x="27938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831" name="Google Shape;831;g2c2ffdd0de5_0_0"/>
          <p:cNvSpPr txBox="1">
            <a:spLocks noGrp="1"/>
          </p:cNvSpPr>
          <p:nvPr>
            <p:ph type="subTitle" idx="4294967295"/>
          </p:nvPr>
        </p:nvSpPr>
        <p:spPr>
          <a:xfrm>
            <a:off x="38073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g2c56c59031e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38" name="Google Shape;838;g2c56c59031e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39" name="Google Shape;839;g2c56c59031e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40" name="Google Shape;840;g2c56c59031e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41" name="Google Shape;841;g2c56c59031e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42" name="Google Shape;842;g2c56c59031e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43" name="Google Shape;843;g2c56c59031e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44" name="Google Shape;844;g2c56c59031e_0_0"/>
          <p:cNvGrpSpPr/>
          <p:nvPr/>
        </p:nvGrpSpPr>
        <p:grpSpPr>
          <a:xfrm>
            <a:off x="304250" y="6984600"/>
            <a:ext cx="8330829" cy="808600"/>
            <a:chOff x="-152950" y="7365600"/>
            <a:chExt cx="8330829" cy="808600"/>
          </a:xfrm>
        </p:grpSpPr>
        <p:sp>
          <p:nvSpPr>
            <p:cNvPr id="845" name="Google Shape;845;g2c56c59031e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46" name="Google Shape;846;g2c56c59031e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47" name="Google Shape;847;g2c56c59031e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48" name="Google Shape;848;g2c56c59031e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49" name="Google Shape;849;g2c56c59031e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50" name="Google Shape;850;g2c56c59031e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51" name="Google Shape;851;g2c56c59031e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52" name="Google Shape;852;g2c56c59031e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53" name="Google Shape;853;g2c56c59031e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4" name="Google Shape;854;g2c56c59031e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5" name="Google Shape;855;g2c56c59031e_0_0"/>
          <p:cNvSpPr/>
          <p:nvPr/>
        </p:nvSpPr>
        <p:spPr>
          <a:xfrm>
            <a:off x="31491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6" name="Google Shape;856;g2c56c59031e_0_0"/>
          <p:cNvSpPr/>
          <p:nvPr/>
        </p:nvSpPr>
        <p:spPr>
          <a:xfrm>
            <a:off x="3857788"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57" name="Google Shape;857;g2c56c59031e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58" name="Google Shape;858;g2c56c59031e_0_0"/>
          <p:cNvSpPr txBox="1">
            <a:spLocks noGrp="1"/>
          </p:cNvSpPr>
          <p:nvPr>
            <p:ph type="subTitle" idx="4294967295"/>
          </p:nvPr>
        </p:nvSpPr>
        <p:spPr>
          <a:xfrm>
            <a:off x="4177713" y="1308025"/>
            <a:ext cx="23868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ck</a:t>
            </a:r>
            <a:endParaRPr sz="15000" b="0" i="0" u="none" strike="noStrike" cap="none">
              <a:solidFill>
                <a:srgbClr val="FFD400"/>
              </a:solidFill>
              <a:latin typeface="Jost"/>
              <a:ea typeface="Jost"/>
              <a:cs typeface="Jost"/>
              <a:sym typeface="Jost"/>
            </a:endParaRPr>
          </a:p>
        </p:txBody>
      </p:sp>
      <p:sp>
        <p:nvSpPr>
          <p:cNvPr id="859" name="Google Shape;859;g2c56c59031e_0_0"/>
          <p:cNvSpPr txBox="1">
            <a:spLocks noGrp="1"/>
          </p:cNvSpPr>
          <p:nvPr>
            <p:ph type="subTitle" idx="4294967295"/>
          </p:nvPr>
        </p:nvSpPr>
        <p:spPr>
          <a:xfrm>
            <a:off x="25794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860" name="Google Shape;860;g2c56c59031e_0_0"/>
          <p:cNvSpPr txBox="1">
            <a:spLocks noGrp="1"/>
          </p:cNvSpPr>
          <p:nvPr>
            <p:ph type="subTitle" idx="4294967295"/>
          </p:nvPr>
        </p:nvSpPr>
        <p:spPr>
          <a:xfrm>
            <a:off x="32881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
        <p:nvSpPr>
          <p:cNvPr id="861" name="Google Shape;861;g2c56c59031e_0_0"/>
          <p:cNvSpPr/>
          <p:nvPr/>
        </p:nvSpPr>
        <p:spPr>
          <a:xfrm>
            <a:off x="4524390" y="4011888"/>
            <a:ext cx="17370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g2c56c59031e_0_2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68" name="Google Shape;868;g2c56c59031e_0_2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69" name="Google Shape;869;g2c56c59031e_0_29"/>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0" name="Google Shape;870;g2c56c59031e_0_29"/>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1" name="Google Shape;871;g2c56c59031e_0_29"/>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2" name="Google Shape;872;g2c56c59031e_0_2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3" name="Google Shape;873;g2c56c59031e_0_2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74" name="Google Shape;874;g2c56c59031e_0_29"/>
          <p:cNvGrpSpPr/>
          <p:nvPr/>
        </p:nvGrpSpPr>
        <p:grpSpPr>
          <a:xfrm>
            <a:off x="304250" y="6984600"/>
            <a:ext cx="8330829" cy="808600"/>
            <a:chOff x="-152950" y="7365600"/>
            <a:chExt cx="8330829" cy="808600"/>
          </a:xfrm>
        </p:grpSpPr>
        <p:sp>
          <p:nvSpPr>
            <p:cNvPr id="875" name="Google Shape;875;g2c56c59031e_0_29"/>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76" name="Google Shape;876;g2c56c59031e_0_29"/>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77" name="Google Shape;877;g2c56c59031e_0_29"/>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78" name="Google Shape;878;g2c56c59031e_0_29"/>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79" name="Google Shape;879;g2c56c59031e_0_29"/>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80" name="Google Shape;880;g2c56c59031e_0_29"/>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81" name="Google Shape;881;g2c56c59031e_0_29"/>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82" name="Google Shape;882;g2c56c59031e_0_29"/>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83" name="Google Shape;883;g2c56c59031e_0_29"/>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4" name="Google Shape;884;g2c56c59031e_0_29"/>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5" name="Google Shape;885;g2c56c59031e_0_29"/>
          <p:cNvSpPr/>
          <p:nvPr/>
        </p:nvSpPr>
        <p:spPr>
          <a:xfrm>
            <a:off x="34778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6" name="Google Shape;886;g2c56c59031e_0_29"/>
          <p:cNvSpPr/>
          <p:nvPr/>
        </p:nvSpPr>
        <p:spPr>
          <a:xfrm>
            <a:off x="42626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7" name="Google Shape;887;g2c56c59031e_0_29"/>
          <p:cNvSpPr/>
          <p:nvPr/>
        </p:nvSpPr>
        <p:spPr>
          <a:xfrm>
            <a:off x="52760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88" name="Google Shape;888;g2c56c59031e_0_2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89" name="Google Shape;889;g2c56c59031e_0_29"/>
          <p:cNvSpPr txBox="1">
            <a:spLocks noGrp="1"/>
          </p:cNvSpPr>
          <p:nvPr>
            <p:ph type="subTitle" idx="4294967295"/>
          </p:nvPr>
        </p:nvSpPr>
        <p:spPr>
          <a:xfrm>
            <a:off x="47064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890" name="Google Shape;890;g2c56c59031e_0_29"/>
          <p:cNvSpPr txBox="1">
            <a:spLocks noGrp="1"/>
          </p:cNvSpPr>
          <p:nvPr>
            <p:ph type="subTitle" idx="4294967295"/>
          </p:nvPr>
        </p:nvSpPr>
        <p:spPr>
          <a:xfrm>
            <a:off x="29081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891" name="Google Shape;891;g2c56c59031e_0_29"/>
          <p:cNvSpPr txBox="1">
            <a:spLocks noGrp="1"/>
          </p:cNvSpPr>
          <p:nvPr>
            <p:ph type="subTitle" idx="4294967295"/>
          </p:nvPr>
        </p:nvSpPr>
        <p:spPr>
          <a:xfrm>
            <a:off x="36930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98" name="Google Shape;898;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899" name="Google Shape;899;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sp>
        <p:nvSpPr>
          <p:cNvPr id="905" name="Google Shape;905;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06" name="Google Shape;906;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07" name="Google Shape;907;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08" name="Google Shape;908;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15" name="Google Shape;915;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16" name="Google Shape;916;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17" name="Google Shape;91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sp>
        <p:nvSpPr>
          <p:cNvPr id="923" name="Google Shape;923;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24" name="Google Shape;924;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25" name="Google Shape;925;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26" name="Google Shape;926;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33" name="Google Shape;933;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34" name="Google Shape;934;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35" name="Google Shape;93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941" name="Google Shape;941;g26b641b03cd_0_315"/>
          <p:cNvSpPr txBox="1">
            <a:spLocks noGrp="1"/>
          </p:cNvSpPr>
          <p:nvPr>
            <p:ph type="title"/>
          </p:nvPr>
        </p:nvSpPr>
        <p:spPr>
          <a:xfrm>
            <a:off x="969225" y="5568500"/>
            <a:ext cx="72054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High Frequency Words</a:t>
            </a:r>
            <a:endParaRPr/>
          </a:p>
        </p:txBody>
      </p:sp>
      <p:sp>
        <p:nvSpPr>
          <p:cNvPr id="942" name="Google Shape;942;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43" name="Google Shape;943;g26b641b03cd_0_315"/>
          <p:cNvPicPr preferRelativeResize="0"/>
          <p:nvPr/>
        </p:nvPicPr>
        <p:blipFill rotWithShape="1">
          <a:blip r:embed="rId3">
            <a:alphaModFix/>
          </a:blip>
          <a:srcRect t="89" b="9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44" name="Google Shape;944;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950" name="Google Shape;950;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51" name="Google Shape;951;g26b641b03cd_1_0"/>
          <p:cNvPicPr preferRelativeResize="0"/>
          <p:nvPr/>
        </p:nvPicPr>
        <p:blipFill rotWithShape="1">
          <a:blip r:embed="rId3">
            <a:alphaModFix/>
          </a:blip>
          <a:srcRect t="19" b="2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52" name="Google Shape;952;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953" name="Google Shape;953;g26b641b03cd_1_0"/>
          <p:cNvSpPr txBox="1">
            <a:spLocks noGrp="1"/>
          </p:cNvSpPr>
          <p:nvPr>
            <p:ph type="title"/>
          </p:nvPr>
        </p:nvSpPr>
        <p:spPr>
          <a:xfrm>
            <a:off x="969225" y="5568500"/>
            <a:ext cx="72054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High Frequency Words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58"/>
        <p:cNvGrpSpPr/>
        <p:nvPr/>
      </p:nvGrpSpPr>
      <p:grpSpPr>
        <a:xfrm>
          <a:off x="0" y="0"/>
          <a:ext cx="0" cy="0"/>
          <a:chOff x="0" y="0"/>
          <a:chExt cx="0" cy="0"/>
        </a:xfrm>
      </p:grpSpPr>
      <p:sp>
        <p:nvSpPr>
          <p:cNvPr id="959" name="Google Shape;959;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60" name="Google Shape;960;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961" name="Google Shape;961;g1f3daf8a844_0_64"/>
          <p:cNvGrpSpPr/>
          <p:nvPr/>
        </p:nvGrpSpPr>
        <p:grpSpPr>
          <a:xfrm>
            <a:off x="3024000" y="209875"/>
            <a:ext cx="3096000" cy="454800"/>
            <a:chOff x="3024000" y="209875"/>
            <a:chExt cx="3096000" cy="454800"/>
          </a:xfrm>
        </p:grpSpPr>
        <p:sp>
          <p:nvSpPr>
            <p:cNvPr id="962" name="Google Shape;962;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3" name="Google Shape;963;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64" name="Google Shape;964;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65" name="Google Shape;965;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66" name="Google Shape;966;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67" name="Google Shape;967;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68" name="Google Shape;968;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69" name="Google Shape;969;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970" name="Google Shape;970;g1f3daf8a844_0_64"/>
          <p:cNvSpPr txBox="1"/>
          <p:nvPr/>
        </p:nvSpPr>
        <p:spPr>
          <a:xfrm>
            <a:off x="579250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971" name="Google Shape;971;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972" name="Google Shape;972;g1f3daf8a844_0_64"/>
          <p:cNvSpPr txBox="1"/>
          <p:nvPr/>
        </p:nvSpPr>
        <p:spPr>
          <a:xfrm>
            <a:off x="3486802"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973" name="Google Shape;973;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974" name="Google Shape;974;g1f3daf8a844_0_64"/>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975" name="Google Shape;975;g1f3daf8a844_0_64"/>
          <p:cNvSpPr txBox="1"/>
          <p:nvPr/>
        </p:nvSpPr>
        <p:spPr>
          <a:xfrm>
            <a:off x="291034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976" name="Google Shape;976;g1f3daf8a844_0_64"/>
          <p:cNvSpPr txBox="1"/>
          <p:nvPr/>
        </p:nvSpPr>
        <p:spPr>
          <a:xfrm>
            <a:off x="52160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977" name="Google Shape;977;g1f3daf8a844_0_64"/>
          <p:cNvSpPr txBox="1"/>
          <p:nvPr/>
        </p:nvSpPr>
        <p:spPr>
          <a:xfrm>
            <a:off x="4639654" y="99733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2356AF"/>
              </a:solidFill>
              <a:latin typeface="Jost"/>
              <a:ea typeface="Jost"/>
              <a:cs typeface="Jost"/>
              <a:sym typeface="Jost"/>
            </a:endParaRPr>
          </a:p>
        </p:txBody>
      </p:sp>
      <p:cxnSp>
        <p:nvCxnSpPr>
          <p:cNvPr id="978" name="Google Shape;978;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83"/>
        <p:cNvGrpSpPr/>
        <p:nvPr/>
      </p:nvGrpSpPr>
      <p:grpSpPr>
        <a:xfrm>
          <a:off x="0" y="0"/>
          <a:ext cx="0" cy="0"/>
          <a:chOff x="0" y="0"/>
          <a:chExt cx="0" cy="0"/>
        </a:xfrm>
      </p:grpSpPr>
      <p:sp>
        <p:nvSpPr>
          <p:cNvPr id="984" name="Google Shape;984;g2c56c59031e_0_7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85" name="Google Shape;985;g2c56c59031e_0_7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986" name="Google Shape;986;g2c56c59031e_0_77"/>
          <p:cNvGrpSpPr/>
          <p:nvPr/>
        </p:nvGrpSpPr>
        <p:grpSpPr>
          <a:xfrm>
            <a:off x="3024000" y="209875"/>
            <a:ext cx="3096000" cy="454800"/>
            <a:chOff x="3024000" y="209875"/>
            <a:chExt cx="3096000" cy="454800"/>
          </a:xfrm>
        </p:grpSpPr>
        <p:sp>
          <p:nvSpPr>
            <p:cNvPr id="987" name="Google Shape;987;g2c56c59031e_0_77"/>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8" name="Google Shape;988;g2c56c59031e_0_77"/>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89" name="Google Shape;989;g2c56c59031e_0_77"/>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90" name="Google Shape;990;g2c56c59031e_0_77"/>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991" name="Google Shape;991;g2c56c59031e_0_77"/>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2" name="Google Shape;992;g2c56c59031e_0_77"/>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3" name="Google Shape;993;g2c56c59031e_0_77"/>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94" name="Google Shape;994;g2c56c59031e_0_77"/>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95" name="Google Shape;995;g2c56c59031e_0_77"/>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leg log lock lit lot l</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p let</a:t>
            </a:r>
            <a:endParaRPr sz="1800" b="0" i="0" u="none" strike="noStrike" cap="none">
              <a:solidFill>
                <a:srgbClr val="B7B7B7"/>
              </a:solidFill>
              <a:latin typeface="Jost"/>
              <a:ea typeface="Jost"/>
              <a:cs typeface="Jost"/>
              <a:sym typeface="Jost"/>
            </a:endParaRPr>
          </a:p>
        </p:txBody>
      </p:sp>
      <p:sp>
        <p:nvSpPr>
          <p:cNvPr id="996" name="Google Shape;996;g2c56c59031e_0_77"/>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997" name="Google Shape;997;g2c56c59031e_0_77"/>
          <p:cNvSpPr txBox="1"/>
          <p:nvPr/>
        </p:nvSpPr>
        <p:spPr>
          <a:xfrm>
            <a:off x="579250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998" name="Google Shape;998;g2c56c59031e_0_77"/>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999" name="Google Shape;999;g2c56c59031e_0_77"/>
          <p:cNvSpPr txBox="1"/>
          <p:nvPr/>
        </p:nvSpPr>
        <p:spPr>
          <a:xfrm>
            <a:off x="3486802"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cxnSp>
        <p:nvCxnSpPr>
          <p:cNvPr id="1000" name="Google Shape;1000;g2c56c59031e_0_77"/>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01" name="Google Shape;1001;g2c56c59031e_0_77"/>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02" name="Google Shape;1002;g2c56c59031e_0_77"/>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1003" name="Google Shape;1003;g2c56c59031e_0_77"/>
          <p:cNvSpPr txBox="1"/>
          <p:nvPr/>
        </p:nvSpPr>
        <p:spPr>
          <a:xfrm>
            <a:off x="291034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04" name="Google Shape;1004;g2c56c59031e_0_77"/>
          <p:cNvSpPr txBox="1"/>
          <p:nvPr/>
        </p:nvSpPr>
        <p:spPr>
          <a:xfrm>
            <a:off x="52160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05" name="Google Shape;1005;g2c56c59031e_0_77"/>
          <p:cNvSpPr txBox="1"/>
          <p:nvPr/>
        </p:nvSpPr>
        <p:spPr>
          <a:xfrm>
            <a:off x="4639654" y="99733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2356AF"/>
              </a:solidFill>
              <a:latin typeface="Jost"/>
              <a:ea typeface="Jost"/>
              <a:cs typeface="Jost"/>
              <a:sym typeface="Jos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10"/>
        <p:cNvGrpSpPr/>
        <p:nvPr/>
      </p:nvGrpSpPr>
      <p:grpSpPr>
        <a:xfrm>
          <a:off x="0" y="0"/>
          <a:ext cx="0" cy="0"/>
          <a:chOff x="0" y="0"/>
          <a:chExt cx="0" cy="0"/>
        </a:xfrm>
      </p:grpSpPr>
      <p:sp>
        <p:nvSpPr>
          <p:cNvPr id="1011" name="Google Shape;1011;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Sing ‘Little Miss Muffet’.</a:t>
            </a:r>
            <a:endParaRPr/>
          </a:p>
          <a:p>
            <a:pPr marL="457200" lvl="0" indent="-330200" algn="l" rtl="0">
              <a:lnSpc>
                <a:spcPct val="115000"/>
              </a:lnSpc>
              <a:spcBef>
                <a:spcPts val="0"/>
              </a:spcBef>
              <a:spcAft>
                <a:spcPts val="0"/>
              </a:spcAft>
              <a:buSzPts val="1600"/>
              <a:buChar char="•"/>
            </a:pPr>
            <a:r>
              <a:rPr lang="en-US"/>
              <a:t>Draw ‘</a:t>
            </a:r>
            <a:r>
              <a:rPr lang="en-US">
                <a:solidFill>
                  <a:srgbClr val="8DC63F"/>
                </a:solidFill>
              </a:rPr>
              <a:t>l</a:t>
            </a:r>
            <a:r>
              <a:rPr lang="en-US"/>
              <a:t>’ in a variety of sizes and media, for example using chalk to draw on the ground.</a:t>
            </a:r>
            <a:endParaRPr/>
          </a:p>
          <a:p>
            <a:pPr marL="457200" lvl="0" indent="-330200" algn="l" rtl="0">
              <a:lnSpc>
                <a:spcPct val="115000"/>
              </a:lnSpc>
              <a:spcBef>
                <a:spcPts val="0"/>
              </a:spcBef>
              <a:spcAft>
                <a:spcPts val="0"/>
              </a:spcAft>
              <a:buSzPts val="1600"/>
              <a:buChar char="•"/>
            </a:pPr>
            <a:r>
              <a:rPr lang="en-US"/>
              <a:t>Make grapheme with playdough.</a:t>
            </a:r>
            <a:endParaRPr/>
          </a:p>
          <a:p>
            <a:pPr marL="457200" lvl="0" indent="-330200" algn="l" rtl="0">
              <a:lnSpc>
                <a:spcPct val="115000"/>
              </a:lnSpc>
              <a:spcBef>
                <a:spcPts val="0"/>
              </a:spcBef>
              <a:spcAft>
                <a:spcPts val="0"/>
              </a:spcAft>
              <a:buSzPts val="1600"/>
              <a:buChar char="•"/>
            </a:pPr>
            <a:r>
              <a:rPr lang="en-US"/>
              <a:t>Use letters for building words and encoding.</a:t>
            </a:r>
            <a:endParaRPr/>
          </a:p>
          <a:p>
            <a:pPr marL="457200" lvl="0" indent="-330200" algn="l" rtl="0">
              <a:lnSpc>
                <a:spcPct val="115000"/>
              </a:lnSpc>
              <a:spcBef>
                <a:spcPts val="0"/>
              </a:spcBef>
              <a:spcAft>
                <a:spcPts val="0"/>
              </a:spcAft>
              <a:buSzPts val="1600"/>
              <a:buChar char="•"/>
            </a:pPr>
            <a:r>
              <a:rPr lang="en-US"/>
              <a:t>Make and decorate paper lollipops.</a:t>
            </a:r>
            <a:endParaRPr/>
          </a:p>
          <a:p>
            <a:pPr marL="457200" lvl="0" indent="-330200" algn="l" rtl="0">
              <a:lnSpc>
                <a:spcPct val="115000"/>
              </a:lnSpc>
              <a:spcBef>
                <a:spcPts val="0"/>
              </a:spcBef>
              <a:spcAft>
                <a:spcPts val="0"/>
              </a:spcAft>
              <a:buSzPts val="1600"/>
              <a:buChar char="•"/>
            </a:pPr>
            <a:r>
              <a:rPr lang="en-US"/>
              <a:t>Cut out the letter ‘</a:t>
            </a:r>
            <a:r>
              <a:rPr lang="en-US">
                <a:solidFill>
                  <a:srgbClr val="8DC63F"/>
                </a:solidFill>
              </a:rPr>
              <a:t>l</a:t>
            </a:r>
            <a:r>
              <a:rPr lang="en-US"/>
              <a:t>’ and put holes in it, then using string ‘lace’ the wool through the letter shape.</a:t>
            </a:r>
            <a:endParaRPr/>
          </a:p>
        </p:txBody>
      </p:sp>
      <p:pic>
        <p:nvPicPr>
          <p:cNvPr id="1012" name="Google Shape;1012;g2c186218c5a_0_118"/>
          <p:cNvPicPr preferRelativeResize="0"/>
          <p:nvPr/>
        </p:nvPicPr>
        <p:blipFill rotWithShape="1">
          <a:blip r:embed="rId3">
            <a:alphaModFix/>
          </a:blip>
          <a:srcRect t="268" b="278"/>
          <a:stretch/>
        </p:blipFill>
        <p:spPr>
          <a:xfrm rot="-385541">
            <a:off x="501175" y="1424050"/>
            <a:ext cx="2613275" cy="3696149"/>
          </a:xfrm>
          <a:prstGeom prst="rect">
            <a:avLst/>
          </a:prstGeom>
          <a:noFill/>
          <a:ln>
            <a:noFill/>
          </a:ln>
        </p:spPr>
      </p:pic>
      <p:sp>
        <p:nvSpPr>
          <p:cNvPr id="1013" name="Google Shape;1013;g2c186218c5a_0_118"/>
          <p:cNvSpPr txBox="1"/>
          <p:nvPr/>
        </p:nvSpPr>
        <p:spPr>
          <a:xfrm rot="362194">
            <a:off x="3041490" y="2077864"/>
            <a:ext cx="293829" cy="71348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6000"/>
              <a:buFont typeface="Arial"/>
              <a:buNone/>
            </a:pPr>
            <a:r>
              <a:rPr lang="en-US" sz="6000" b="0" i="0" u="none" strike="noStrike" cap="none">
                <a:solidFill>
                  <a:srgbClr val="2356AF"/>
                </a:solidFill>
                <a:latin typeface="Finger Paint"/>
                <a:ea typeface="Finger Paint"/>
                <a:cs typeface="Finger Paint"/>
                <a:sym typeface="Finger Paint"/>
              </a:rPr>
              <a:t>l</a:t>
            </a:r>
            <a:endParaRPr sz="6000" b="0" i="0" u="none" strike="noStrike" cap="none">
              <a:solidFill>
                <a:srgbClr val="2356AF"/>
              </a:solidFill>
              <a:latin typeface="Finger Paint"/>
              <a:ea typeface="Finger Paint"/>
              <a:cs typeface="Finger Paint"/>
              <a:sym typeface="Finger Pain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476</Words>
  <Application>Microsoft Office PowerPoint</Application>
  <PresentationFormat>On-screen Show (4:3)</PresentationFormat>
  <Paragraphs>168</Paragraphs>
  <Slides>22</Slides>
  <Notes>22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Poppins</vt:lpstr>
      <vt:lpstr>Arial</vt:lpstr>
      <vt:lpstr>Poppins Medium</vt:lpstr>
      <vt:lpstr>Nunito Black</vt:lpstr>
      <vt:lpstr>Finger Paint</vt:lpstr>
      <vt:lpstr>Mulish</vt:lpstr>
      <vt:lpstr>Poppins SemiBold</vt:lpstr>
      <vt:lpstr>Calibri</vt:lpstr>
      <vt:lpstr>Jost</vt:lpstr>
      <vt:lpstr>Office Theme</vt:lpstr>
      <vt:lpstr>PowerPoint Presentation</vt:lpstr>
      <vt:lpstr>PowerPoint Presentation</vt:lpstr>
      <vt:lpstr>PowerPoint Presentation</vt:lpstr>
      <vt:lpstr>PowerPoint Presentation</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High Frequency Words</vt:lpstr>
      <vt:lpstr>Practise High Frequency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2026-04-28T02:30:38Z</dcterms:modified>
</cp:coreProperties>
</file>