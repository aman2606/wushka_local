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jk2bdWVHVCFnaXmE771x2OQKXbN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460F693-FD31-48CA-8EEB-42EFBD0D9C3A}">
  <a:tblStyle styleId="{0460F693-FD31-48CA-8EEB-42EFBD0D9C3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0" name="Google Shape;710;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1" name="Google Shape;711;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7" name="Google Shape;747;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da58eb4fe1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da58eb4fe1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da58eb4fe1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6241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/y-oo/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6 -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28</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5.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slide" Target="slide17.xml"/><Relationship Id="rId4" Type="http://schemas.openxmlformats.org/officeDocument/2006/relationships/image" Target="../media/image6.png"/><Relationship Id="rId9" Type="http://schemas.openxmlformats.org/officeDocument/2006/relationships/slide" Target="slide16.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5.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1.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7.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3" Type="http://schemas.openxmlformats.org/officeDocument/2006/relationships/image" Target="../media/image111.png"/><Relationship Id="rId7" Type="http://schemas.openxmlformats.org/officeDocument/2006/relationships/image" Target="../media/image115.png"/><Relationship Id="rId12" Type="http://schemas.openxmlformats.org/officeDocument/2006/relationships/image" Target="../media/image120.png"/><Relationship Id="rId2" Type="http://schemas.openxmlformats.org/officeDocument/2006/relationships/notesSlide" Target="../notesSlides/notesSlide7.xml"/><Relationship Id="rId16"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5" Type="http://schemas.openxmlformats.org/officeDocument/2006/relationships/image" Target="../media/image12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 Id="rId14" Type="http://schemas.openxmlformats.org/officeDocument/2006/relationships/image" Target="../media/image122.png"/></Relationships>
</file>

<file path=ppt/slides/_rels/slide8.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png"/><Relationship Id="rId18" Type="http://schemas.openxmlformats.org/officeDocument/2006/relationships/image" Target="../media/image140.png"/><Relationship Id="rId26" Type="http://schemas.openxmlformats.org/officeDocument/2006/relationships/image" Target="../media/image148.png"/><Relationship Id="rId3" Type="http://schemas.openxmlformats.org/officeDocument/2006/relationships/image" Target="../media/image125.png"/><Relationship Id="rId21" Type="http://schemas.openxmlformats.org/officeDocument/2006/relationships/image" Target="../media/image143.png"/><Relationship Id="rId7" Type="http://schemas.openxmlformats.org/officeDocument/2006/relationships/image" Target="../media/image129.png"/><Relationship Id="rId12" Type="http://schemas.openxmlformats.org/officeDocument/2006/relationships/image" Target="../media/image134.png"/><Relationship Id="rId17" Type="http://schemas.openxmlformats.org/officeDocument/2006/relationships/image" Target="../media/image139.png"/><Relationship Id="rId25" Type="http://schemas.openxmlformats.org/officeDocument/2006/relationships/image" Target="../media/image147.png"/><Relationship Id="rId2" Type="http://schemas.openxmlformats.org/officeDocument/2006/relationships/notesSlide" Target="../notesSlides/notesSlide8.xml"/><Relationship Id="rId16" Type="http://schemas.openxmlformats.org/officeDocument/2006/relationships/image" Target="../media/image138.png"/><Relationship Id="rId20" Type="http://schemas.openxmlformats.org/officeDocument/2006/relationships/image" Target="../media/image142.png"/><Relationship Id="rId29" Type="http://schemas.openxmlformats.org/officeDocument/2006/relationships/image" Target="../media/image151.png"/><Relationship Id="rId1" Type="http://schemas.openxmlformats.org/officeDocument/2006/relationships/slideLayout" Target="../slideLayouts/slideLayout3.xml"/><Relationship Id="rId6" Type="http://schemas.openxmlformats.org/officeDocument/2006/relationships/image" Target="../media/image128.png"/><Relationship Id="rId11" Type="http://schemas.openxmlformats.org/officeDocument/2006/relationships/image" Target="../media/image133.png"/><Relationship Id="rId24" Type="http://schemas.openxmlformats.org/officeDocument/2006/relationships/image" Target="../media/image146.png"/><Relationship Id="rId5" Type="http://schemas.openxmlformats.org/officeDocument/2006/relationships/image" Target="../media/image127.png"/><Relationship Id="rId15" Type="http://schemas.openxmlformats.org/officeDocument/2006/relationships/image" Target="../media/image137.png"/><Relationship Id="rId23" Type="http://schemas.openxmlformats.org/officeDocument/2006/relationships/image" Target="../media/image145.png"/><Relationship Id="rId28" Type="http://schemas.openxmlformats.org/officeDocument/2006/relationships/image" Target="../media/image150.png"/><Relationship Id="rId10" Type="http://schemas.openxmlformats.org/officeDocument/2006/relationships/image" Target="../media/image132.png"/><Relationship Id="rId19" Type="http://schemas.openxmlformats.org/officeDocument/2006/relationships/image" Target="../media/image141.png"/><Relationship Id="rId4" Type="http://schemas.openxmlformats.org/officeDocument/2006/relationships/image" Target="../media/image126.png"/><Relationship Id="rId9" Type="http://schemas.openxmlformats.org/officeDocument/2006/relationships/image" Target="../media/image131.png"/><Relationship Id="rId14" Type="http://schemas.openxmlformats.org/officeDocument/2006/relationships/image" Target="../media/image136.png"/><Relationship Id="rId22" Type="http://schemas.openxmlformats.org/officeDocument/2006/relationships/image" Target="../media/image144.png"/><Relationship Id="rId27" Type="http://schemas.openxmlformats.org/officeDocument/2006/relationships/image" Target="../media/image149.png"/><Relationship Id="rId30" Type="http://schemas.openxmlformats.org/officeDocument/2006/relationships/image" Target="../media/image152.png"/></Relationships>
</file>

<file path=ppt/slides/_rels/slide9.xml.rels><?xml version="1.0" encoding="UTF-8" standalone="yes"?>
<Relationships xmlns="http://schemas.openxmlformats.org/package/2006/relationships"><Relationship Id="rId8" Type="http://schemas.openxmlformats.org/officeDocument/2006/relationships/image" Target="../media/image158.png"/><Relationship Id="rId13" Type="http://schemas.openxmlformats.org/officeDocument/2006/relationships/image" Target="../media/image163.png"/><Relationship Id="rId3" Type="http://schemas.openxmlformats.org/officeDocument/2006/relationships/image" Target="../media/image153.png"/><Relationship Id="rId7" Type="http://schemas.openxmlformats.org/officeDocument/2006/relationships/image" Target="../media/image157.png"/><Relationship Id="rId12" Type="http://schemas.openxmlformats.org/officeDocument/2006/relationships/image" Target="../media/image16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6.png"/><Relationship Id="rId11" Type="http://schemas.openxmlformats.org/officeDocument/2006/relationships/image" Target="../media/image161.png"/><Relationship Id="rId5" Type="http://schemas.openxmlformats.org/officeDocument/2006/relationships/image" Target="../media/image155.png"/><Relationship Id="rId15" Type="http://schemas.openxmlformats.org/officeDocument/2006/relationships/image" Target="../media/image165.png"/><Relationship Id="rId10" Type="http://schemas.openxmlformats.org/officeDocument/2006/relationships/image" Target="../media/image160.png"/><Relationship Id="rId4" Type="http://schemas.openxmlformats.org/officeDocument/2006/relationships/image" Target="../media/image154.png"/><Relationship Id="rId9" Type="http://schemas.openxmlformats.org/officeDocument/2006/relationships/image" Target="../media/image159.png"/><Relationship Id="rId14" Type="http://schemas.openxmlformats.org/officeDocument/2006/relationships/image" Target="../media/image164.png"/></Relationships>
</file>

<file path=ppt/slides/_rels/slide10.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3" Type="http://schemas.openxmlformats.org/officeDocument/2006/relationships/image" Target="../media/image166.png"/><Relationship Id="rId7" Type="http://schemas.openxmlformats.org/officeDocument/2006/relationships/image" Target="../media/image170.png"/><Relationship Id="rId12" Type="http://schemas.openxmlformats.org/officeDocument/2006/relationships/image" Target="../media/image175.png"/><Relationship Id="rId2" Type="http://schemas.openxmlformats.org/officeDocument/2006/relationships/notesSlide" Target="../notesSlides/notesSlide10.xml"/><Relationship Id="rId16"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5" Type="http://schemas.openxmlformats.org/officeDocument/2006/relationships/image" Target="../media/image178.png"/><Relationship Id="rId10" Type="http://schemas.openxmlformats.org/officeDocument/2006/relationships/image" Target="../media/image173.png"/><Relationship Id="rId4" Type="http://schemas.openxmlformats.org/officeDocument/2006/relationships/image" Target="../media/image167.png"/><Relationship Id="rId9" Type="http://schemas.openxmlformats.org/officeDocument/2006/relationships/image" Target="../media/image172.png"/><Relationship Id="rId14" Type="http://schemas.openxmlformats.org/officeDocument/2006/relationships/image" Target="../media/image177.png"/></Relationships>
</file>

<file path=ppt/slides/_rels/slide11.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18" Type="http://schemas.openxmlformats.org/officeDocument/2006/relationships/image" Target="../media/image194.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17" Type="http://schemas.openxmlformats.org/officeDocument/2006/relationships/image" Target="../media/image193.png"/><Relationship Id="rId2" Type="http://schemas.openxmlformats.org/officeDocument/2006/relationships/notesSlide" Target="../notesSlides/notesSlide11.xml"/><Relationship Id="rId16" Type="http://schemas.openxmlformats.org/officeDocument/2006/relationships/image" Target="../media/image192.png"/><Relationship Id="rId1" Type="http://schemas.openxmlformats.org/officeDocument/2006/relationships/slideLayout" Target="../slideLayouts/slideLayout3.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2800"/>
              <a:t>Sound Family /y-oo/;</a:t>
            </a:r>
            <a:br>
              <a:rPr lang="en-US" sz="2800"/>
            </a:br>
            <a:r>
              <a:rPr lang="en-US" sz="2800"/>
              <a:t>u-e</a:t>
            </a:r>
            <a:endParaRPr sz="2800"/>
          </a:p>
        </p:txBody>
      </p:sp>
      <p:pic>
        <p:nvPicPr>
          <p:cNvPr id="652" name="Google Shape;652;p1"/>
          <p:cNvPicPr preferRelativeResize="0"/>
          <p:nvPr/>
        </p:nvPicPr>
        <p:blipFill rotWithShape="1">
          <a:blip r:embed="rId3">
            <a:alphaModFix/>
          </a:blip>
          <a:srcRect l="19" r="19"/>
          <a:stretch/>
        </p:blipFill>
        <p:spPr>
          <a:xfrm rot="276457">
            <a:off x="6358100" y="3877063"/>
            <a:ext cx="1290087" cy="1825968"/>
          </a:xfrm>
          <a:prstGeom prst="rect">
            <a:avLst/>
          </a:prstGeom>
          <a:noFill/>
          <a:ln>
            <a:noFill/>
          </a:ln>
          <a:effectLst>
            <a:outerShdw blurRad="71438" dist="38100" dir="5220000" algn="bl" rotWithShape="0">
              <a:srgbClr val="000000">
                <a:alpha val="20000"/>
              </a:srgbClr>
            </a:outerShdw>
          </a:effectLst>
        </p:spPr>
      </p:pic>
      <p:sp>
        <p:nvSpPr>
          <p:cNvPr id="653" name="Google Shape;653;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28</a:t>
            </a:r>
            <a:endParaRPr/>
          </a:p>
        </p:txBody>
      </p:sp>
      <p:graphicFrame>
        <p:nvGraphicFramePr>
          <p:cNvPr id="654" name="Google Shape;654;p1"/>
          <p:cNvGraphicFramePr/>
          <p:nvPr/>
        </p:nvGraphicFramePr>
        <p:xfrm>
          <a:off x="4844200" y="1646527"/>
          <a:ext cx="3784875" cy="2032200"/>
        </p:xfrm>
        <a:graphic>
          <a:graphicData uri="http://schemas.openxmlformats.org/drawingml/2006/table">
            <a:tbl>
              <a:tblPr firstRow="1" bandRow="1">
                <a:noFill/>
                <a:tableStyleId>{0460F693-FD31-48CA-8EEB-42EFBD0D9C3A}</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/y-oo/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a:t>
            </a:r>
            <a:r>
              <a:rPr lang="en-US">
                <a:solidFill>
                  <a:srgbClr val="8DC63F"/>
                </a:solidFill>
              </a:rPr>
              <a:t> /y-oo/</a:t>
            </a:r>
            <a:r>
              <a:rPr lang="en-US"/>
              <a:t> sound family spelling patterns.</a:t>
            </a:r>
            <a:endParaRPr/>
          </a:p>
        </p:txBody>
      </p:sp>
      <p:sp>
        <p:nvSpPr>
          <p:cNvPr id="661" name="Google Shape;661;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2" name="Google Shape;662;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3" name="Google Shape;663;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4" name="Google Shape;664;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5" name="Google Shape;665;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6" name="Google Shape;666;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7" name="Google Shape;667;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8" name="Google Shape;668;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69" name="Google Shape;669;g2bee4f4af4b_0_204"/>
          <p:cNvSpPr txBox="1"/>
          <p:nvPr/>
        </p:nvSpPr>
        <p:spPr>
          <a:xfrm>
            <a:off x="4315674" y="5256525"/>
            <a:ext cx="1457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0" name="Google Shape;670;g2bee4f4af4b_0_204"/>
          <p:cNvPicPr preferRelativeResize="0"/>
          <p:nvPr/>
        </p:nvPicPr>
        <p:blipFill rotWithShape="1">
          <a:blip r:embed="rId5">
            <a:alphaModFix/>
          </a:blip>
          <a:srcRect t="89" b="79"/>
          <a:stretch/>
        </p:blipFill>
        <p:spPr>
          <a:xfrm>
            <a:off x="4578429" y="4326104"/>
            <a:ext cx="931974" cy="665199"/>
          </a:xfrm>
          <a:prstGeom prst="rect">
            <a:avLst/>
          </a:prstGeom>
          <a:noFill/>
          <a:ln>
            <a:noFill/>
          </a:ln>
          <a:effectLst>
            <a:outerShdw blurRad="71438" dist="19050" dir="5220000" algn="bl" rotWithShape="0">
              <a:srgbClr val="D8D8D8"/>
            </a:outerShdw>
          </a:effectLst>
        </p:spPr>
      </p:pic>
      <p:sp>
        <p:nvSpPr>
          <p:cNvPr id="671" name="Google Shape;671;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2" name="Google Shape;672;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3" name="Google Shape;673;g2bee4f4af4b_0_204"/>
          <p:cNvPicPr preferRelativeResize="0"/>
          <p:nvPr/>
        </p:nvPicPr>
        <p:blipFill rotWithShape="1">
          <a:blip r:embed="rId6">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4" name="Google Shape;674;g2bee4f4af4b_0_204">
            <a:hlinkClick r:id="rId7" action="ppaction://hlinksldjump"/>
          </p:cNvPr>
          <p:cNvSpPr/>
          <p:nvPr/>
        </p:nvSpPr>
        <p:spPr>
          <a:xfrm>
            <a:off x="888597" y="381473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5" name="Google Shape;675;g2bee4f4af4b_0_204">
            <a:hlinkClick r:id="rId8" action="ppaction://hlinksldjump"/>
          </p:cNvPr>
          <p:cNvSpPr/>
          <p:nvPr/>
        </p:nvSpPr>
        <p:spPr>
          <a:xfrm>
            <a:off x="2147797"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9" action="ppaction://hlinksldjump"/>
          </p:cNvPr>
          <p:cNvSpPr/>
          <p:nvPr/>
        </p:nvSpPr>
        <p:spPr>
          <a:xfrm>
            <a:off x="3335461" y="378793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10" action="ppaction://hlinksldjump"/>
          </p:cNvPr>
          <p:cNvSpPr/>
          <p:nvPr/>
        </p:nvSpPr>
        <p:spPr>
          <a:xfrm>
            <a:off x="4486896"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4" name="Google Shape;684;g26b641b03cd_0_165"/>
          <p:cNvGrpSpPr/>
          <p:nvPr/>
        </p:nvGrpSpPr>
        <p:grpSpPr>
          <a:xfrm>
            <a:off x="930400" y="2053244"/>
            <a:ext cx="7283200" cy="3724851"/>
            <a:chOff x="930400" y="2129444"/>
            <a:chExt cx="7283200" cy="3724851"/>
          </a:xfrm>
        </p:grpSpPr>
        <p:pic>
          <p:nvPicPr>
            <p:cNvPr id="685" name="Google Shape;68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4" name="Google Shape;714;g26b7edf6e71_0_26"/>
          <p:cNvGrpSpPr/>
          <p:nvPr/>
        </p:nvGrpSpPr>
        <p:grpSpPr>
          <a:xfrm>
            <a:off x="930400" y="2053250"/>
            <a:ext cx="7283201" cy="2971674"/>
            <a:chOff x="930400" y="2129450"/>
            <a:chExt cx="7283201" cy="2971674"/>
          </a:xfrm>
        </p:grpSpPr>
        <p:pic>
          <p:nvPicPr>
            <p:cNvPr id="715" name="Google Shape;715;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5" name="Google Shape;725;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0" name="Google Shape;750;g2c298da1f27_0_417"/>
          <p:cNvGrpSpPr/>
          <p:nvPr/>
        </p:nvGrpSpPr>
        <p:grpSpPr>
          <a:xfrm>
            <a:off x="930400" y="2053250"/>
            <a:ext cx="7283201" cy="2971674"/>
            <a:chOff x="930400" y="2053250"/>
            <a:chExt cx="7283201" cy="2971674"/>
          </a:xfrm>
        </p:grpSpPr>
        <p:pic>
          <p:nvPicPr>
            <p:cNvPr id="751" name="Google Shape;751;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2" name="Google Shape;752;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3" name="Google Shape;753;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1" name="Google Shape;781;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8" name="Google Shape;798;g2cdbdd49f8e_0_0"/>
          <p:cNvPicPr preferRelativeResize="0"/>
          <p:nvPr/>
        </p:nvPicPr>
        <p:blipFill rotWithShape="1">
          <a:blip r:embed="rId3">
            <a:alphaModFix/>
          </a:blip>
          <a:srcRect l="79" r="79"/>
          <a:stretch/>
        </p:blipFill>
        <p:spPr>
          <a:xfrm>
            <a:off x="930400" y="2053250"/>
            <a:ext cx="650175" cy="920300"/>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4">
            <a:alphaModFix/>
          </a:blip>
          <a:srcRect l="79" r="79"/>
          <a:stretch/>
        </p:blipFill>
        <p:spPr>
          <a:xfrm>
            <a:off x="3119078" y="2053250"/>
            <a:ext cx="650175" cy="920300"/>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5">
            <a:alphaModFix/>
          </a:blip>
          <a:srcRect l="19" r="29"/>
          <a:stretch/>
        </p:blipFill>
        <p:spPr>
          <a:xfrm>
            <a:off x="1659959" y="2053250"/>
            <a:ext cx="650175" cy="920300"/>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6">
            <a:alphaModFix/>
          </a:blip>
          <a:srcRect l="19" r="29"/>
          <a:stretch/>
        </p:blipFill>
        <p:spPr>
          <a:xfrm>
            <a:off x="2389520" y="2053250"/>
            <a:ext cx="650175" cy="920300"/>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7">
            <a:alphaModFix/>
          </a:blip>
          <a:srcRect l="19" r="29"/>
          <a:stretch/>
        </p:blipFill>
        <p:spPr>
          <a:xfrm>
            <a:off x="3848637" y="2053250"/>
            <a:ext cx="650175" cy="920300"/>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8">
            <a:alphaModFix/>
          </a:blip>
          <a:srcRect l="79" r="79"/>
          <a:stretch/>
        </p:blipFill>
        <p:spPr>
          <a:xfrm>
            <a:off x="6037316" y="2053250"/>
            <a:ext cx="650175" cy="920300"/>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9">
            <a:alphaModFix/>
          </a:blip>
          <a:srcRect l="79" r="79"/>
          <a:stretch/>
        </p:blipFill>
        <p:spPr>
          <a:xfrm>
            <a:off x="4578198" y="2053250"/>
            <a:ext cx="650175" cy="920300"/>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0">
            <a:alphaModFix/>
          </a:blip>
          <a:srcRect l="79" r="79"/>
          <a:stretch/>
        </p:blipFill>
        <p:spPr>
          <a:xfrm>
            <a:off x="5307757" y="2053250"/>
            <a:ext cx="650175" cy="920300"/>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1">
            <a:alphaModFix/>
          </a:blip>
          <a:srcRect l="19" r="29"/>
          <a:stretch/>
        </p:blipFill>
        <p:spPr>
          <a:xfrm>
            <a:off x="6766872" y="2053250"/>
            <a:ext cx="650175" cy="920300"/>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2">
            <a:alphaModFix/>
          </a:blip>
          <a:srcRect/>
          <a:stretch/>
        </p:blipFill>
        <p:spPr>
          <a:xfrm>
            <a:off x="7496424" y="2053250"/>
            <a:ext cx="650176" cy="920300"/>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4" name="Google Shape;814;g26b7edf6e71_0_109"/>
          <p:cNvGrpSpPr/>
          <p:nvPr/>
        </p:nvGrpSpPr>
        <p:grpSpPr>
          <a:xfrm>
            <a:off x="865957"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5" name="Google Shape;835;g2c298d33e0c_0_6"/>
          <p:cNvGrpSpPr/>
          <p:nvPr/>
        </p:nvGrpSpPr>
        <p:grpSpPr>
          <a:xfrm>
            <a:off x="866900" y="2140884"/>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0" name="Google Shape;870;g2c298da1f27_0_455"/>
          <p:cNvGrpSpPr/>
          <p:nvPr/>
        </p:nvGrpSpPr>
        <p:grpSpPr>
          <a:xfrm>
            <a:off x="868300" y="2129450"/>
            <a:ext cx="7281864" cy="2684601"/>
            <a:chOff x="868300" y="2053250"/>
            <a:chExt cx="7281864" cy="2684601"/>
          </a:xfrm>
        </p:grpSpPr>
        <p:pic>
          <p:nvPicPr>
            <p:cNvPr id="871" name="Google Shape;871;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90" name="Google Shape;890;g2c298da1f27_1_0"/>
          <p:cNvGrpSpPr/>
          <p:nvPr/>
        </p:nvGrpSpPr>
        <p:grpSpPr>
          <a:xfrm>
            <a:off x="868300" y="2129450"/>
            <a:ext cx="7281864" cy="2688001"/>
            <a:chOff x="868300" y="2129450"/>
            <a:chExt cx="7281864" cy="2688001"/>
          </a:xfrm>
        </p:grpSpPr>
        <p:pic>
          <p:nvPicPr>
            <p:cNvPr id="891" name="Google Shape;891;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dbdd193bb_0_343"/>
          <p:cNvSpPr txBox="1"/>
          <p:nvPr/>
        </p:nvSpPr>
        <p:spPr>
          <a:xfrm>
            <a:off x="995575" y="582900"/>
            <a:ext cx="7153200" cy="124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a:solidFill>
                  <a:srgbClr val="000000"/>
                </a:solidFill>
                <a:latin typeface="Poppins"/>
                <a:ea typeface="Poppins"/>
                <a:cs typeface="Poppins"/>
                <a:sym typeface="Poppins"/>
              </a:rPr>
              <a:t>Review Phase 5.5 </a:t>
            </a:r>
            <a:r>
              <a:rPr lang="en-US" sz="2200">
                <a:latin typeface="Poppins"/>
                <a:ea typeface="Poppins"/>
                <a:cs typeface="Poppins"/>
                <a:sym typeface="Poppins"/>
              </a:rPr>
              <a:t>Common Exception Word</a:t>
            </a:r>
            <a:r>
              <a:rPr lang="en-US" sz="2200" b="0" i="0" u="none" strike="noStrike" cap="none">
                <a:solidFill>
                  <a:srgbClr val="000000"/>
                </a:solidFill>
                <a:latin typeface="Poppins"/>
                <a:ea typeface="Poppins"/>
                <a:cs typeface="Poppins"/>
                <a:sym typeface="Poppins"/>
              </a:rPr>
              <a:t>s </a:t>
            </a:r>
            <a:br>
              <a:rPr lang="en-US" sz="2200" b="0" i="0" u="none" strike="noStrike" cap="none">
                <a:solidFill>
                  <a:srgbClr val="000000"/>
                </a:solidFill>
                <a:latin typeface="Poppins"/>
                <a:ea typeface="Poppins"/>
                <a:cs typeface="Poppins"/>
                <a:sym typeface="Poppins"/>
              </a:rPr>
            </a:br>
            <a:r>
              <a:rPr lang="en-US" sz="2200" b="0" i="0" u="none" strike="noStrike" cap="none">
                <a:solidFill>
                  <a:srgbClr val="2356AF"/>
                </a:solidFill>
                <a:latin typeface="Poppins"/>
                <a:ea typeface="Poppins"/>
                <a:cs typeface="Poppins"/>
                <a:sym typeface="Poppins"/>
              </a:rPr>
              <a:t>people wild child mind kind behind eye oh most only both though through who prove shoe</a:t>
            </a:r>
            <a:r>
              <a:rPr lang="en-US" sz="2200" b="0" i="0" u="none" strike="noStrike" cap="none">
                <a:solidFill>
                  <a:srgbClr val="000000"/>
                </a:solidFill>
                <a:latin typeface="Poppins"/>
                <a:ea typeface="Poppins"/>
                <a:cs typeface="Poppins"/>
                <a:sym typeface="Poppins"/>
              </a:rPr>
              <a:t>.</a:t>
            </a:r>
            <a:endParaRPr sz="2200" b="0" i="0" u="none" strike="noStrike" cap="none">
              <a:solidFill>
                <a:srgbClr val="000000"/>
              </a:solidFill>
              <a:latin typeface="Poppins"/>
              <a:ea typeface="Poppins"/>
              <a:cs typeface="Poppins"/>
              <a:sym typeface="Poppins"/>
            </a:endParaRPr>
          </a:p>
        </p:txBody>
      </p:sp>
      <p:pic>
        <p:nvPicPr>
          <p:cNvPr id="911" name="Google Shape;911;g2cdbdd193bb_0_343"/>
          <p:cNvPicPr preferRelativeResize="0"/>
          <p:nvPr/>
        </p:nvPicPr>
        <p:blipFill rotWithShape="1">
          <a:blip r:embed="rId3">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12" name="Google Shape;912;g2cdbdd193bb_0_343"/>
          <p:cNvPicPr preferRelativeResize="0"/>
          <p:nvPr/>
        </p:nvPicPr>
        <p:blipFill rotWithShape="1">
          <a:blip r:embed="rId4">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5">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6">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7">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8">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9">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10">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11">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2">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3">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4">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5">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6">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7">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8">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3" name="Google Shape;93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4" name="Google Shape;934;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35" name="Google Shape;93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6" name="Google Shape;936;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conf</a:t>
            </a:r>
            <a:r>
              <a:rPr lang="en-US" sz="5800" b="0" i="0" u="none" strike="noStrike" cap="none">
                <a:solidFill>
                  <a:srgbClr val="F7941D"/>
                </a:solidFill>
                <a:latin typeface="Jost"/>
                <a:ea typeface="Jost"/>
                <a:cs typeface="Jost"/>
                <a:sym typeface="Jost"/>
              </a:rPr>
              <a:t>u</a:t>
            </a:r>
            <a:r>
              <a:rPr lang="en-US" sz="5800" b="0" i="0" u="none" strike="noStrike" cap="none">
                <a:solidFill>
                  <a:srgbClr val="2356AF"/>
                </a:solidFill>
                <a:latin typeface="Jost"/>
                <a:ea typeface="Jost"/>
                <a:cs typeface="Jost"/>
                <a:sym typeface="Jost"/>
              </a:rPr>
              <a:t>s</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37" name="Google Shape;937;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m</a:t>
            </a:r>
            <a:r>
              <a:rPr lang="en-US" sz="5800" b="0" i="0" u="none" strike="noStrike" cap="none">
                <a:solidFill>
                  <a:srgbClr val="F7941D"/>
                </a:solidFill>
                <a:latin typeface="Jost"/>
                <a:ea typeface="Jost"/>
                <a:cs typeface="Jost"/>
                <a:sym typeface="Jost"/>
              </a:rPr>
              <a:t>u</a:t>
            </a:r>
            <a:r>
              <a:rPr lang="en-US" sz="5800" b="0" i="0" u="none" strike="noStrike" cap="none">
                <a:solidFill>
                  <a:srgbClr val="2356AF"/>
                </a:solidFill>
                <a:latin typeface="Jost"/>
                <a:ea typeface="Jost"/>
                <a:cs typeface="Jost"/>
                <a:sym typeface="Jost"/>
              </a:rPr>
              <a:t>t</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38" name="Google Shape;938;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h</a:t>
            </a:r>
            <a:r>
              <a:rPr lang="en-US" sz="5800" b="0" i="0" u="none" strike="noStrike" cap="none">
                <a:solidFill>
                  <a:srgbClr val="F7941D"/>
                </a:solidFill>
                <a:latin typeface="Jost"/>
                <a:ea typeface="Jost"/>
                <a:cs typeface="Jost"/>
                <a:sym typeface="Jost"/>
              </a:rPr>
              <a:t>u</a:t>
            </a:r>
            <a:r>
              <a:rPr lang="en-US" sz="5800" b="0" i="0" u="none" strike="noStrike" cap="none">
                <a:solidFill>
                  <a:srgbClr val="2356AF"/>
                </a:solidFill>
                <a:latin typeface="Jost"/>
                <a:ea typeface="Jost"/>
                <a:cs typeface="Jost"/>
                <a:sym typeface="Jost"/>
              </a:rPr>
              <a:t>g</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39" name="Google Shape;939;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100"/>
              <a:buNone/>
            </a:pPr>
            <a:r>
              <a:rPr lang="en-US"/>
              <a:t>Phase 5, Lesson 28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46" name="Google Shape;94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47" name="Google Shape;94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48" name="Google Shape;94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5" name="Google Shape;95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6" name="Google Shape;95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57" name="Google Shape;95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64" name="Google Shape;96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5" name="Google Shape;965;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66" name="Google Shape;96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3" name="Google Shape;97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4" name="Google Shape;974;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5" name="Google Shape;97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6b641b03cd_0_301"/>
          <p:cNvSpPr txBox="1">
            <a:spLocks noGrp="1"/>
          </p:cNvSpPr>
          <p:nvPr>
            <p:ph type="title"/>
          </p:nvPr>
        </p:nvSpPr>
        <p:spPr>
          <a:xfrm>
            <a:off x="801400" y="5568500"/>
            <a:ext cx="754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82" name="Google Shape;98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83" name="Google Shape;98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84" name="Google Shape;984;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91" name="Google Shape;99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92" name="Google Shape;992;g26b641b03cd_0_308"/>
          <p:cNvSpPr txBox="1">
            <a:spLocks noGrp="1"/>
          </p:cNvSpPr>
          <p:nvPr>
            <p:ph type="title"/>
          </p:nvPr>
        </p:nvSpPr>
        <p:spPr>
          <a:xfrm>
            <a:off x="795050" y="5568500"/>
            <a:ext cx="7553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993" name="Google Shape;993;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0" name="Google Shape;100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01" name="Google Shape;1001;g1f3daf8a844_0_64"/>
          <p:cNvGrpSpPr/>
          <p:nvPr/>
        </p:nvGrpSpPr>
        <p:grpSpPr>
          <a:xfrm>
            <a:off x="3024000" y="209875"/>
            <a:ext cx="3096000" cy="454800"/>
            <a:chOff x="3024000" y="209875"/>
            <a:chExt cx="3096000" cy="454800"/>
          </a:xfrm>
        </p:grpSpPr>
        <p:sp>
          <p:nvSpPr>
            <p:cNvPr id="1002" name="Google Shape;100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3" name="Google Shape;100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04" name="Google Shape;100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05" name="Google Shape;100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6" name="Google Shape;100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7" name="Google Shape;100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8" name="Google Shape;100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9" name="Google Shape;1009;g1f3daf8a844_0_64"/>
          <p:cNvSpPr txBox="1"/>
          <p:nvPr/>
        </p:nvSpPr>
        <p:spPr>
          <a:xfrm>
            <a:off x="2145125" y="960050"/>
            <a:ext cx="1395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u-e</a:t>
            </a:r>
            <a:endParaRPr sz="5500" b="0" i="0" u="none" strike="noStrike" cap="none">
              <a:solidFill>
                <a:srgbClr val="F7941D"/>
              </a:solidFill>
              <a:latin typeface="Jost"/>
              <a:ea typeface="Jost"/>
              <a:cs typeface="Jost"/>
              <a:sym typeface="Jost"/>
            </a:endParaRPr>
          </a:p>
        </p:txBody>
      </p:sp>
      <p:sp>
        <p:nvSpPr>
          <p:cNvPr id="1010" name="Google Shape;1010;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11" name="Google Shape;101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12" name="Google Shape;1012;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13" name="Google Shape;101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14" name="Google Shape;1014;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15" name="Google Shape;1015;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16" name="Google Shape;1016;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17" name="Google Shape;1017;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18" name="Google Shape;1018;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19" name="Google Shape;1019;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020" name="Google Shape;1020;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da58eb4fe1_0_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7" name="Google Shape;1027;g2da58eb4fe1_0_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28" name="Google Shape;1028;g2da58eb4fe1_0_32"/>
          <p:cNvGrpSpPr/>
          <p:nvPr/>
        </p:nvGrpSpPr>
        <p:grpSpPr>
          <a:xfrm>
            <a:off x="3024000" y="209875"/>
            <a:ext cx="3096000" cy="454800"/>
            <a:chOff x="3024000" y="209875"/>
            <a:chExt cx="3096000" cy="454800"/>
          </a:xfrm>
        </p:grpSpPr>
        <p:sp>
          <p:nvSpPr>
            <p:cNvPr id="1029" name="Google Shape;1029;g2da58eb4fe1_0_3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0" name="Google Shape;1030;g2da58eb4fe1_0_3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1" name="Google Shape;1031;g2da58eb4fe1_0_3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32" name="Google Shape;1032;g2da58eb4fe1_0_3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33" name="Google Shape;1033;g2da58eb4fe1_0_3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4" name="Google Shape;1034;g2da58eb4fe1_0_3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5" name="Google Shape;1035;g2da58eb4fe1_0_3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6" name="Google Shape;1036;g2da58eb4fe1_0_3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7" name="Google Shape;1037;g2da58eb4fe1_0_3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cube use cute mule fume mute huge</a:t>
            </a:r>
            <a:endParaRPr sz="1800" b="0" i="0" u="none" strike="noStrike" cap="none">
              <a:solidFill>
                <a:srgbClr val="B7B7B7"/>
              </a:solidFill>
              <a:latin typeface="Jost"/>
              <a:ea typeface="Jost"/>
              <a:cs typeface="Jost"/>
              <a:sym typeface="Jost"/>
            </a:endParaRPr>
          </a:p>
        </p:txBody>
      </p:sp>
      <p:sp>
        <p:nvSpPr>
          <p:cNvPr id="1038" name="Google Shape;1038;g2da58eb4fe1_0_32"/>
          <p:cNvSpPr txBox="1"/>
          <p:nvPr/>
        </p:nvSpPr>
        <p:spPr>
          <a:xfrm>
            <a:off x="2145125" y="960050"/>
            <a:ext cx="1395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u-e</a:t>
            </a:r>
            <a:endParaRPr sz="5500" b="0" i="0" u="none" strike="noStrike" cap="none">
              <a:solidFill>
                <a:srgbClr val="F7941D"/>
              </a:solidFill>
              <a:latin typeface="Jost"/>
              <a:ea typeface="Jost"/>
              <a:cs typeface="Jost"/>
              <a:sym typeface="Jost"/>
            </a:endParaRPr>
          </a:p>
        </p:txBody>
      </p:sp>
      <p:sp>
        <p:nvSpPr>
          <p:cNvPr id="1039" name="Google Shape;1039;g2da58eb4fe1_0_3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40" name="Google Shape;1040;g2da58eb4fe1_0_3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41" name="Google Shape;1041;g2da58eb4fe1_0_3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042" name="Google Shape;1042;g2da58eb4fe1_0_3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43" name="Google Shape;1043;g2da58eb4fe1_0_3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44" name="Google Shape;1044;g2da58eb4fe1_0_32"/>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45" name="Google Shape;1045;g2da58eb4fe1_0_32"/>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46" name="Google Shape;1046;g2da58eb4fe1_0_32"/>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47" name="Google Shape;1047;g2da58eb4fe1_0_32"/>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48" name="Google Shape;1048;g2da58eb4fe1_0_3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49" name="Google Shape;1049;g2da58eb4fe1_0_3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399</Words>
  <Application>Microsoft Office PowerPoint</Application>
  <PresentationFormat>On-screen Show (4:3)</PresentationFormat>
  <Paragraphs>119</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Poppins Medium</vt:lpstr>
      <vt:lpstr>Jost</vt:lpstr>
      <vt:lpstr>Poppins</vt:lpstr>
      <vt:lpstr>Calibri</vt:lpstr>
      <vt:lpstr>Nunito Black</vt:lpstr>
      <vt:lpstr>Arial</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PowerPoint Presentation</vt:lpstr>
      <vt:lpstr>Review Grapheme Caption</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2026-05-25T05:38:18Z</dcterms:modified>
</cp:coreProperties>
</file>