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4JhdoOrOqEArjgAR+L299U0Gg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81788B-A82E-4849-8CC5-6C4BE98EF31B}">
  <a:tblStyle styleId="{5481788B-A82E-4849-8CC5-6C4BE98EF31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5" name="Google Shape;72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6" name="Google Shape;74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d06756a91a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d06756a91a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d06756a91a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3" name="Google Shape;97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7" name="Google Shape;101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8" name="Google Shape;101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d06756a91a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d06756a91a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d06756a91a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2d06756a91a_0_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5" name="Google Shape;1035;g2d06756a91a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6" name="Google Shape;1036;g2d06756a91a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d06756a91a_0_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g2d06756a91a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g2d06756a91a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398577"/>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50" b="0" i="0" u="none" strike="noStrike" cap="none">
                <a:solidFill>
                  <a:srgbClr val="FFFFFF"/>
                </a:solidFill>
                <a:latin typeface="Poppins SemiBold"/>
                <a:ea typeface="Poppins SemiBold"/>
                <a:cs typeface="Poppins SemiBold"/>
                <a:sym typeface="Poppins SemiBold"/>
              </a:rPr>
              <a:t>CVCC CCVC CCVCC (long v.)</a:t>
            </a:r>
            <a:endParaRPr sz="175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996518"/>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50" b="0" i="0" u="none" strike="noStrike" cap="none">
                <a:solidFill>
                  <a:srgbClr val="8DC63F"/>
                </a:solidFill>
                <a:latin typeface="Poppins Medium"/>
                <a:ea typeface="Poppins Medium"/>
                <a:cs typeface="Poppins Medium"/>
                <a:sym typeface="Poppins Medium"/>
              </a:rPr>
              <a:t>Week 5 - Wednesday</a:t>
            </a:r>
            <a:endParaRPr sz="175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50" b="0" i="0" u="none" strike="noStrike" cap="none">
                <a:solidFill>
                  <a:srgbClr val="8DC63F"/>
                </a:solidFill>
                <a:latin typeface="Poppins Medium"/>
                <a:ea typeface="Poppins Medium"/>
                <a:cs typeface="Poppins Medium"/>
                <a:sym typeface="Poppins Medium"/>
              </a:rPr>
              <a:t>Lesson 23</a:t>
            </a:r>
            <a:endParaRPr sz="175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50" b="0" i="0" u="none" strike="noStrike" cap="none">
                <a:solidFill>
                  <a:srgbClr val="FFFFFF"/>
                </a:solidFill>
                <a:latin typeface="Poppins SemiBold"/>
                <a:ea typeface="Poppins SemiBold"/>
                <a:cs typeface="Poppins SemiBold"/>
                <a:sym typeface="Poppins SemiBold"/>
              </a:rPr>
              <a:t>Phase 4 - Blends</a:t>
            </a:r>
            <a:endParaRPr sz="175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7.png"/><Relationship Id="rId7"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5.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8.xml.rels><?xml version="1.0" encoding="UTF-8" standalone="yes"?>
<Relationships xmlns="http://schemas.openxmlformats.org/package/2006/relationships"><Relationship Id="rId3" Type="http://schemas.openxmlformats.org/officeDocument/2006/relationships/image" Target="../media/image111.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101" y="2716650"/>
            <a:ext cx="42054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2800"/>
              <a:t>CVCC CCVC CCVCC (long vowel)</a:t>
            </a:r>
            <a:endParaRPr sz="28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56005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23</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20" name="Google Shape;720;p1"/>
          <p:cNvPicPr preferRelativeResize="0"/>
          <p:nvPr/>
        </p:nvPicPr>
        <p:blipFill rotWithShape="1">
          <a:blip r:embed="rId3">
            <a:alphaModFix/>
          </a:blip>
          <a:srcRect/>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1" name="Google Shape;721;p1"/>
          <p:cNvPicPr preferRelativeResize="0"/>
          <p:nvPr/>
        </p:nvPicPr>
        <p:blipFill rotWithShape="1">
          <a:blip r:embed="rId4">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2" name="Google Shape;722;p1"/>
          <p:cNvGraphicFramePr/>
          <p:nvPr/>
        </p:nvGraphicFramePr>
        <p:xfrm>
          <a:off x="4844200" y="1891197"/>
          <a:ext cx="3785000" cy="1678950"/>
        </p:xfrm>
        <a:graphic>
          <a:graphicData uri="http://schemas.openxmlformats.org/drawingml/2006/table">
            <a:tbl>
              <a:tblPr firstRow="1" bandRow="1">
                <a:noFill/>
                <a:tableStyleId>{5481788B-A82E-4849-8CC5-6C4BE98EF31B}</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CVCC CCVC CCVCC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(long vowel)</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words containing adjacent consonants.</a:t>
            </a:r>
            <a:endParaRPr/>
          </a:p>
        </p:txBody>
      </p:sp>
      <p:sp>
        <p:nvSpPr>
          <p:cNvPr id="729" name="Google Shape;729;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30" name="Google Shape;73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31" name="Google Shape;731;g2bee4f4af4b_0_204"/>
          <p:cNvSpPr txBox="1"/>
          <p:nvPr/>
        </p:nvSpPr>
        <p:spPr>
          <a:xfrm>
            <a:off x="115583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3530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34338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94853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3">
            <a:alphaModFix/>
          </a:blip>
          <a:srcRect l="69" r="69"/>
          <a:stretch/>
        </p:blipFill>
        <p:spPr>
          <a:xfrm>
            <a:off x="1155831" y="4169988"/>
            <a:ext cx="813600" cy="977433"/>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3182824" y="5256525"/>
            <a:ext cx="1509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4">
            <a:alphaModFix/>
          </a:blip>
          <a:srcRect t="149" b="139"/>
          <a:stretch/>
        </p:blipFill>
        <p:spPr>
          <a:xfrm>
            <a:off x="3471754" y="4326104"/>
            <a:ext cx="931973" cy="665199"/>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2228786"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9" name="Google Shape;739;g2bee4f4af4b_0_204"/>
          <p:cNvPicPr preferRelativeResize="0"/>
          <p:nvPr/>
        </p:nvPicPr>
        <p:blipFill rotWithShape="1">
          <a:blip r:embed="rId5">
            <a:alphaModFix/>
          </a:blip>
          <a:srcRect/>
          <a:stretch/>
        </p:blipFill>
        <p:spPr>
          <a:xfrm>
            <a:off x="2442924" y="4232253"/>
            <a:ext cx="614525" cy="852902"/>
          </a:xfrm>
          <a:prstGeom prst="rect">
            <a:avLst/>
          </a:prstGeom>
          <a:noFill/>
          <a:ln>
            <a:noFill/>
          </a:ln>
          <a:effectLst>
            <a:outerShdw blurRad="71438" dist="19050" dir="5220000" algn="bl" rotWithShape="0">
              <a:srgbClr val="D8D8D8"/>
            </a:outerShdw>
          </a:effectLst>
        </p:spPr>
      </p:pic>
      <p:sp>
        <p:nvSpPr>
          <p:cNvPr id="740" name="Google Shape;740;g2bee4f4af4b_0_204">
            <a:hlinkClick r:id="rId6" action="ppaction://hlinksldjump"/>
          </p:cNvPr>
          <p:cNvSpPr/>
          <p:nvPr/>
        </p:nvSpPr>
        <p:spPr>
          <a:xfrm>
            <a:off x="3347749" y="376920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7" action="ppaction://hlinksldjump"/>
          </p:cNvPr>
          <p:cNvSpPr/>
          <p:nvPr/>
        </p:nvSpPr>
        <p:spPr>
          <a:xfrm>
            <a:off x="2206761" y="377712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8" action="ppaction://hlinksldjump"/>
          </p:cNvPr>
          <p:cNvSpPr/>
          <p:nvPr/>
        </p:nvSpPr>
        <p:spPr>
          <a:xfrm>
            <a:off x="948531" y="377712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9" name="Google Shape;749;g26b641b03cd_0_165"/>
          <p:cNvGrpSpPr/>
          <p:nvPr/>
        </p:nvGrpSpPr>
        <p:grpSpPr>
          <a:xfrm>
            <a:off x="930400" y="2129444"/>
            <a:ext cx="7283200" cy="3724851"/>
            <a:chOff x="930400" y="2129444"/>
            <a:chExt cx="7283200" cy="3724851"/>
          </a:xfrm>
        </p:grpSpPr>
        <p:pic>
          <p:nvPicPr>
            <p:cNvPr id="750" name="Google Shape;75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9" name="Google Shape;77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9" name="Google Shape;78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4" name="Google Shape;814;g26b7edf6e71_0_109"/>
          <p:cNvGrpSpPr/>
          <p:nvPr/>
        </p:nvGrpSpPr>
        <p:grpSpPr>
          <a:xfrm>
            <a:off x="865957"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5" name="Google Shape;835;g2c298d33e0c_0_6"/>
          <p:cNvGrpSpPr/>
          <p:nvPr/>
        </p:nvGrpSpPr>
        <p:grpSpPr>
          <a:xfrm>
            <a:off x="868300" y="2129450"/>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6b94af6077_0_0"/>
          <p:cNvSpPr txBox="1">
            <a:spLocks noGrp="1"/>
          </p:cNvSpPr>
          <p:nvPr>
            <p:ph type="title"/>
          </p:nvPr>
        </p:nvSpPr>
        <p:spPr>
          <a:xfrm>
            <a:off x="586100" y="582900"/>
            <a:ext cx="79719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a:t>
            </a:r>
            <a:r>
              <a:rPr lang="en-US">
                <a:solidFill>
                  <a:schemeClr val="dk1"/>
                </a:solidFill>
              </a:rPr>
              <a:t>.</a:t>
            </a:r>
            <a:endParaRPr/>
          </a:p>
        </p:txBody>
      </p:sp>
      <p:pic>
        <p:nvPicPr>
          <p:cNvPr id="870" name="Google Shape;870;g26b94af6077_0_0"/>
          <p:cNvPicPr preferRelativeResize="0"/>
          <p:nvPr/>
        </p:nvPicPr>
        <p:blipFill rotWithShape="1">
          <a:blip r:embed="rId3">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6b94af6077_0_0"/>
          <p:cNvPicPr preferRelativeResize="0"/>
          <p:nvPr/>
        </p:nvPicPr>
        <p:blipFill rotWithShape="1">
          <a:blip r:embed="rId4">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6b94af6077_0_0"/>
          <p:cNvPicPr preferRelativeResize="0"/>
          <p:nvPr/>
        </p:nvPicPr>
        <p:blipFill rotWithShape="1">
          <a:blip r:embed="rId5">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3" name="Google Shape;873;g26b94af6077_0_0"/>
          <p:cNvPicPr preferRelativeResize="0"/>
          <p:nvPr/>
        </p:nvPicPr>
        <p:blipFill rotWithShape="1">
          <a:blip r:embed="rId6">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74" name="Google Shape;874;g26b94af6077_0_0"/>
          <p:cNvPicPr preferRelativeResize="0"/>
          <p:nvPr/>
        </p:nvPicPr>
        <p:blipFill rotWithShape="1">
          <a:blip r:embed="rId7">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5" name="Google Shape;875;g26b94af6077_0_0"/>
          <p:cNvPicPr preferRelativeResize="0"/>
          <p:nvPr/>
        </p:nvPicPr>
        <p:blipFill rotWithShape="1">
          <a:blip r:embed="rId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6" name="Google Shape;876;g26b94af6077_0_0"/>
          <p:cNvPicPr preferRelativeResize="0"/>
          <p:nvPr/>
        </p:nvPicPr>
        <p:blipFill rotWithShape="1">
          <a:blip r:embed="rId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7" name="Google Shape;877;g26b94af6077_0_0"/>
          <p:cNvPicPr preferRelativeResize="0"/>
          <p:nvPr/>
        </p:nvPicPr>
        <p:blipFill rotWithShape="1">
          <a:blip r:embed="rId1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8" name="Google Shape;878;g26b94af6077_0_0"/>
          <p:cNvPicPr preferRelativeResize="0"/>
          <p:nvPr/>
        </p:nvPicPr>
        <p:blipFill rotWithShape="1">
          <a:blip r:embed="rId1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9" name="Google Shape;879;g26b94af6077_0_0"/>
          <p:cNvPicPr preferRelativeResize="0"/>
          <p:nvPr/>
        </p:nvPicPr>
        <p:blipFill rotWithShape="1">
          <a:blip r:embed="rId12">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6" name="Google Shape;886;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7" name="Google Shape;887;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4" name="Google Shape;89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5" name="Google Shape;89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2" name="Google Shape;902;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3" name="Google Shape;903;g2c4feb0fda9_1_0"/>
          <p:cNvSpPr/>
          <p:nvPr/>
        </p:nvSpPr>
        <p:spPr>
          <a:xfrm>
            <a:off x="3287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c4feb0fda9_1_0"/>
          <p:cNvSpPr/>
          <p:nvPr/>
        </p:nvSpPr>
        <p:spPr>
          <a:xfrm>
            <a:off x="6380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5" name="Google Shape;905;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6" name="Google Shape;906;g2c4feb0fda9_1_0"/>
          <p:cNvSpPr txBox="1">
            <a:spLocks noGrp="1"/>
          </p:cNvSpPr>
          <p:nvPr>
            <p:ph type="subTitle" idx="4294967295"/>
          </p:nvPr>
        </p:nvSpPr>
        <p:spPr>
          <a:xfrm>
            <a:off x="5811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07" name="Google Shape;907;g2c4feb0fda9_1_0"/>
          <p:cNvSpPr txBox="1">
            <a:spLocks noGrp="1"/>
          </p:cNvSpPr>
          <p:nvPr>
            <p:ph type="subTitle" idx="4294967295"/>
          </p:nvPr>
        </p:nvSpPr>
        <p:spPr>
          <a:xfrm>
            <a:off x="2717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08" name="Google Shape;908;g2c4feb0fda9_1_0"/>
          <p:cNvSpPr txBox="1">
            <a:spLocks noGrp="1"/>
          </p:cNvSpPr>
          <p:nvPr>
            <p:ph type="subTitle" idx="4294967295"/>
          </p:nvPr>
        </p:nvSpPr>
        <p:spPr>
          <a:xfrm>
            <a:off x="3883500" y="1308025"/>
            <a:ext cx="2304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oo</a:t>
            </a:r>
            <a:endParaRPr sz="15000" b="0" i="0" u="none" strike="noStrike" cap="none">
              <a:solidFill>
                <a:srgbClr val="815137"/>
              </a:solidFill>
              <a:latin typeface="Jost"/>
              <a:ea typeface="Jost"/>
              <a:cs typeface="Jost"/>
              <a:sym typeface="Jost"/>
            </a:endParaRPr>
          </a:p>
        </p:txBody>
      </p:sp>
      <p:sp>
        <p:nvSpPr>
          <p:cNvPr id="909" name="Google Shape;909;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5" name="Google Shape;915;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6" name="Google Shape;916;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7" name="Google Shape;917;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8" name="Google Shape;918;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9" name="Google Shape;919;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0" name="Google Shape;920;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1" name="Google Shape;921;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2" name="Google Shape;922;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26" name="Google Shape;926;g2c4feb0fda9_1_0"/>
          <p:cNvSpPr/>
          <p:nvPr/>
        </p:nvSpPr>
        <p:spPr>
          <a:xfrm>
            <a:off x="2372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4feb0fda9_1_0"/>
          <p:cNvSpPr txBox="1">
            <a:spLocks noGrp="1"/>
          </p:cNvSpPr>
          <p:nvPr>
            <p:ph type="subTitle" idx="4294967295"/>
          </p:nvPr>
        </p:nvSpPr>
        <p:spPr>
          <a:xfrm>
            <a:off x="1803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28" name="Google Shape;928;g2c4feb0fda9_1_0"/>
          <p:cNvSpPr/>
          <p:nvPr/>
        </p:nvSpPr>
        <p:spPr>
          <a:xfrm>
            <a:off x="4270800" y="4011888"/>
            <a:ext cx="15294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d06756a91a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5" name="Google Shape;935;g2d06756a91a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6" name="Google Shape;936;g2d06756a91a_0_12"/>
          <p:cNvSpPr/>
          <p:nvPr/>
        </p:nvSpPr>
        <p:spPr>
          <a:xfrm>
            <a:off x="296163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7" name="Google Shape;937;g2d06756a91a_0_1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8" name="Google Shape;938;g2d06756a91a_0_12"/>
          <p:cNvSpPr txBox="1">
            <a:spLocks noGrp="1"/>
          </p:cNvSpPr>
          <p:nvPr>
            <p:ph type="subTitle" idx="4294967295"/>
          </p:nvPr>
        </p:nvSpPr>
        <p:spPr>
          <a:xfrm>
            <a:off x="5607325" y="1308025"/>
            <a:ext cx="2166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939" name="Google Shape;939;g2d06756a91a_0_12"/>
          <p:cNvSpPr txBox="1">
            <a:spLocks noGrp="1"/>
          </p:cNvSpPr>
          <p:nvPr>
            <p:ph type="subTitle" idx="4294967295"/>
          </p:nvPr>
        </p:nvSpPr>
        <p:spPr>
          <a:xfrm>
            <a:off x="239193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40" name="Google Shape;940;g2d06756a91a_0_12"/>
          <p:cNvSpPr txBox="1">
            <a:spLocks noGrp="1"/>
          </p:cNvSpPr>
          <p:nvPr>
            <p:ph type="subTitle" idx="4294967295"/>
          </p:nvPr>
        </p:nvSpPr>
        <p:spPr>
          <a:xfrm>
            <a:off x="3603300" y="1308025"/>
            <a:ext cx="2304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941" name="Google Shape;941;g2d06756a91a_0_1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d06756a91a_0_1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d06756a91a_0_1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d06756a91a_0_1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d06756a91a_0_1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d06756a91a_0_1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7" name="Google Shape;947;g2d06756a91a_0_1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8" name="Google Shape;948;g2d06756a91a_0_1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9" name="Google Shape;949;g2d06756a91a_0_1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0" name="Google Shape;950;g2d06756a91a_0_1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1" name="Google Shape;951;g2d06756a91a_0_1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2" name="Google Shape;952;g2d06756a91a_0_1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3" name="Google Shape;953;g2d06756a91a_0_1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4" name="Google Shape;954;g2d06756a91a_0_1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d06756a91a_0_1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6" name="Google Shape;956;g2d06756a91a_0_1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d06756a91a_0_1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8" name="Google Shape;958;g2d06756a91a_0_12"/>
          <p:cNvSpPr/>
          <p:nvPr/>
        </p:nvSpPr>
        <p:spPr>
          <a:xfrm>
            <a:off x="1940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d06756a91a_0_12"/>
          <p:cNvSpPr txBox="1">
            <a:spLocks noGrp="1"/>
          </p:cNvSpPr>
          <p:nvPr>
            <p:ph type="subTitle" idx="4294967295"/>
          </p:nvPr>
        </p:nvSpPr>
        <p:spPr>
          <a:xfrm>
            <a:off x="1370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60" name="Google Shape;960;g2d06756a91a_0_12"/>
          <p:cNvSpPr/>
          <p:nvPr/>
        </p:nvSpPr>
        <p:spPr>
          <a:xfrm>
            <a:off x="3903275" y="4011900"/>
            <a:ext cx="17040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d06756a91a_0_12"/>
          <p:cNvSpPr/>
          <p:nvPr/>
        </p:nvSpPr>
        <p:spPr>
          <a:xfrm>
            <a:off x="5892325" y="4011900"/>
            <a:ext cx="1596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68" name="Google Shape;96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69" name="Google Shape;96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76" name="Google Shape;97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77" name="Google Shape;977;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78" name="Google Shape;97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85" name="Google Shape;98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86" name="Google Shape;986;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87" name="Google Shape;98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94" name="Google Shape;99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95" name="Google Shape;99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96" name="Google Shape;99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03" name="Google Shape;100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04" name="Google Shape;100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05" name="Google Shape;100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6b641b03cd_0_301"/>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12" name="Google Shape;101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13" name="Google Shape;1013;g26b641b03cd_0_301"/>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14" name="Google Shape;101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g26b641b03cd_0_308"/>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21" name="Google Shape;102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22" name="Google Shape;1022;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23" name="Google Shape;102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d06756a91a_0_45"/>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30" name="Google Shape;1030;g2d06756a91a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31" name="Google Shape;1031;g2d06756a91a_0_45"/>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32" name="Google Shape;1032;g2d06756a91a_0_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g2d06756a91a_0_53"/>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39" name="Google Shape;1039;g2d06756a91a_0_5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0" name="Google Shape;1040;g2d06756a91a_0_53"/>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1" name="Google Shape;1041;g2d06756a91a_0_5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8" name="Google Shape;104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49" name="Google Shape;1049;g1f3daf8a844_0_64"/>
          <p:cNvGrpSpPr/>
          <p:nvPr/>
        </p:nvGrpSpPr>
        <p:grpSpPr>
          <a:xfrm>
            <a:off x="3024000" y="209875"/>
            <a:ext cx="3096000" cy="454800"/>
            <a:chOff x="3024000" y="209875"/>
            <a:chExt cx="3096000" cy="454800"/>
          </a:xfrm>
        </p:grpSpPr>
        <p:sp>
          <p:nvSpPr>
            <p:cNvPr id="1050" name="Google Shape;105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1" name="Google Shape;105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2" name="Google Shape;105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53" name="Google Shape;105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4" name="Google Shape;105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5" name="Google Shape;105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6" name="Google Shape;105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57" name="Google Shape;1057;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58" name="Google Shape;1058;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59" name="Google Shape;1059;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60" name="Google Shape;106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61" name="Google Shape;1061;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062" name="Google Shape;106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63" name="Google Shape;1063;g1f3daf8a844_0_64"/>
          <p:cNvSpPr txBox="1"/>
          <p:nvPr/>
        </p:nvSpPr>
        <p:spPr>
          <a:xfrm>
            <a:off x="2765676" y="2160375"/>
            <a:ext cx="1442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a:t>
            </a: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064" name="Google Shape;1064;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065" name="Google Shape;1065;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66" name="Google Shape;1066;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67" name="Google Shape;1067;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cxnSp>
        <p:nvCxnSpPr>
          <p:cNvPr id="1068" name="Google Shape;106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2d06756a91a_0_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5" name="Google Shape;1075;g2d06756a91a_0_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6" name="Google Shape;1076;g2d06756a91a_0_62"/>
          <p:cNvGrpSpPr/>
          <p:nvPr/>
        </p:nvGrpSpPr>
        <p:grpSpPr>
          <a:xfrm>
            <a:off x="3024000" y="209875"/>
            <a:ext cx="3096000" cy="454800"/>
            <a:chOff x="3024000" y="209875"/>
            <a:chExt cx="3096000" cy="454800"/>
          </a:xfrm>
        </p:grpSpPr>
        <p:sp>
          <p:nvSpPr>
            <p:cNvPr id="1077" name="Google Shape;1077;g2d06756a91a_0_6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8" name="Google Shape;1078;g2d06756a91a_0_6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9" name="Google Shape;1079;g2d06756a91a_0_6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80" name="Google Shape;1080;g2d06756a91a_0_62"/>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scoop sleep sme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stoop spe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speech</a:t>
            </a:r>
            <a:endParaRPr sz="1800" b="0" i="0" u="none" strike="noStrike" cap="none">
              <a:solidFill>
                <a:srgbClr val="B7B7B7"/>
              </a:solidFill>
              <a:latin typeface="Jost"/>
              <a:ea typeface="Jost"/>
              <a:cs typeface="Jost"/>
              <a:sym typeface="Jost"/>
            </a:endParaRPr>
          </a:p>
        </p:txBody>
      </p:sp>
      <p:cxnSp>
        <p:nvCxnSpPr>
          <p:cNvPr id="1081" name="Google Shape;1081;g2d06756a91a_0_6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82" name="Google Shape;1082;g2d06756a91a_0_6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3" name="Google Shape;1083;g2d06756a91a_0_6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2d06756a91a_0_6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5" name="Google Shape;1085;g2d06756a91a_0_6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6" name="Google Shape;1086;g2d06756a91a_0_6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87" name="Google Shape;1087;g2d06756a91a_0_6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88" name="Google Shape;1088;g2d06756a91a_0_6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89" name="Google Shape;1089;g2d06756a91a_0_6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0" name="Google Shape;1090;g2d06756a91a_0_6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cxnSp>
        <p:nvCxnSpPr>
          <p:cNvPr id="1091" name="Google Shape;1091;g2d06756a91a_0_6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2" name="Google Shape;1092;g2d06756a91a_0_6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93" name="Google Shape;1093;g2d06756a91a_0_62"/>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094" name="Google Shape;1094;g2d06756a91a_0_62"/>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5" name="Google Shape;1095;g2d06756a91a_0_62"/>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96" name="Google Shape;1096;g2d06756a91a_0_62"/>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097" name="Google Shape;1097;g2d06756a91a_0_62"/>
          <p:cNvSpPr txBox="1"/>
          <p:nvPr/>
        </p:nvSpPr>
        <p:spPr>
          <a:xfrm>
            <a:off x="2765676" y="2160375"/>
            <a:ext cx="1442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a:t>
            </a:r>
            <a:r>
              <a:rPr lang="en-US" sz="48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458</Words>
  <Application>Microsoft Office PowerPoint</Application>
  <PresentationFormat>On-screen Show (4:3)</PresentationFormat>
  <Paragraphs>137</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Jost</vt:lpstr>
      <vt:lpstr>Nunito Black</vt:lpstr>
      <vt:lpstr>Poppins</vt:lpstr>
      <vt:lpstr>Arial</vt:lpstr>
      <vt:lpstr>Poppins SemiBold</vt:lpstr>
      <vt:lpstr>Poppins Medium</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vt:lpstr>
      <vt:lpstr>Review Alphabet Song</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2026-05-20T01:47:27Z</dcterms:modified>
</cp:coreProperties>
</file>