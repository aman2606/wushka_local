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HaexJDMpepGY7tuH5LFTx9GLo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760E2E-8A9B-4D62-8998-44A5633DD739}">
  <a:tblStyle styleId="{5C760E2E-8A9B-4D62-8998-44A5633DD739}"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79b9e01d10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79b9e01d1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79b9e01d1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2735bf37635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g2735bf37635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5" name="Google Shape;955;g2735bf37635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79b9e01d10_0_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6" name="Google Shape;986;g279b9e01d10_0_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7" name="Google Shape;987;g279b9e01d10_0_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6" name="Google Shape;1026;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7" name="Google Shape;1027;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3" name="Google Shape;1033;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4" name="Google Shape;1034;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2e84bffdeef_0_1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g2e84bffdeef_0_1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9" name="Google Shape;1069;g2e84bffdeef_0_1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3" name="Google Shape;1103;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4" name="Google Shape;1104;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g2735bf37635_0_5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9" name="Google Shape;1129;g2735bf37635_0_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0" name="Google Shape;1130;g2735bf37635_0_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54909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3932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3959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3580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5504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7903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Present Tense</a:t>
            </a:r>
            <a:r>
              <a:rPr lang="en-US" sz="1600" b="0" i="0" u="none" strike="noStrike" cap="none">
                <a:solidFill>
                  <a:srgbClr val="000000"/>
                </a:solidFill>
                <a:latin typeface="Poppins"/>
                <a:ea typeface="Poppins"/>
                <a:cs typeface="Poppins"/>
                <a:sym typeface="Poppins"/>
              </a:rPr>
              <a:t> – shows that an action or event is currently happening or continually happening in the present.</a:t>
            </a:r>
            <a:endParaRPr sz="1600" b="0" i="0"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Past Tense</a:t>
            </a:r>
            <a:r>
              <a:rPr lang="en-US" sz="1600" b="0" i="0" u="none" strike="noStrike" cap="none">
                <a:solidFill>
                  <a:srgbClr val="000000"/>
                </a:solidFill>
                <a:latin typeface="Poppins"/>
                <a:ea typeface="Poppins"/>
                <a:cs typeface="Poppins"/>
                <a:sym typeface="Poppins"/>
              </a:rPr>
              <a:t> – shows that an action has already occurred in the past.</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-ed suffix (past tense)</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3 - Monday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11</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7240990" y="88100"/>
              <a:ext cx="1337400" cy="403500"/>
              <a:chOff x="3235750" y="88250"/>
              <a:chExt cx="1337400" cy="403500"/>
            </a:xfrm>
          </p:grpSpPr>
          <p:sp>
            <p:nvSpPr>
              <p:cNvPr id="174" name="Google Shape;174;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0" name="Google Shape;21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1" name="Google Shape;211;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4" name="Google Shape;214;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15" name="Google Shape;215;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6" name="Google Shape;216;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9" name="Google Shape;23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0" name="Google Shape;240;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3" name="Google Shape;243;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44" name="Google Shape;244;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5" name="Google Shape;245;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7" name="Google Shape;257;g2c157a2fb06_0_53"/>
          <p:cNvGrpSpPr/>
          <p:nvPr/>
        </p:nvGrpSpPr>
        <p:grpSpPr>
          <a:xfrm>
            <a:off x="662575" y="6212475"/>
            <a:ext cx="586800" cy="571500"/>
            <a:chOff x="662575" y="6212475"/>
            <a:chExt cx="586800" cy="571500"/>
          </a:xfrm>
        </p:grpSpPr>
        <p:sp>
          <p:nvSpPr>
            <p:cNvPr id="258" name="Google Shape;25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1" name="Google Shape;261;g2c157a2fb06_0_53"/>
          <p:cNvGrpSpPr/>
          <p:nvPr/>
        </p:nvGrpSpPr>
        <p:grpSpPr>
          <a:xfrm>
            <a:off x="7894350" y="6212475"/>
            <a:ext cx="586800" cy="571500"/>
            <a:chOff x="7894350" y="6212475"/>
            <a:chExt cx="586800" cy="571500"/>
          </a:xfrm>
        </p:grpSpPr>
        <p:sp>
          <p:nvSpPr>
            <p:cNvPr id="262" name="Google Shape;26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5" name="Google Shape;265;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7" name="Google Shape;26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1" name="Google Shape;271;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3" name="Google Shape;273;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5" name="Google Shape;285;g2c157a2fb06_0_158"/>
          <p:cNvGrpSpPr/>
          <p:nvPr/>
        </p:nvGrpSpPr>
        <p:grpSpPr>
          <a:xfrm>
            <a:off x="662575" y="6212475"/>
            <a:ext cx="586800" cy="571500"/>
            <a:chOff x="662575" y="6212475"/>
            <a:chExt cx="586800" cy="571500"/>
          </a:xfrm>
        </p:grpSpPr>
        <p:sp>
          <p:nvSpPr>
            <p:cNvPr id="286" name="Google Shape;28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9" name="Google Shape;289;g2c157a2fb06_0_158"/>
          <p:cNvGrpSpPr/>
          <p:nvPr/>
        </p:nvGrpSpPr>
        <p:grpSpPr>
          <a:xfrm>
            <a:off x="7894350" y="6212475"/>
            <a:ext cx="586800" cy="571500"/>
            <a:chOff x="7894350" y="6212475"/>
            <a:chExt cx="586800" cy="571500"/>
          </a:xfrm>
        </p:grpSpPr>
        <p:sp>
          <p:nvSpPr>
            <p:cNvPr id="290" name="Google Shape;29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3" name="Google Shape;293;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5" name="Google Shape;29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6" name="Google Shape;296;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1" name="Google Shape;301;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6" name="Google Shape;316;g2c157a2fb06_0_263"/>
          <p:cNvGrpSpPr/>
          <p:nvPr/>
        </p:nvGrpSpPr>
        <p:grpSpPr>
          <a:xfrm>
            <a:off x="662575" y="6212475"/>
            <a:ext cx="586800" cy="571500"/>
            <a:chOff x="662575" y="6212475"/>
            <a:chExt cx="586800" cy="571500"/>
          </a:xfrm>
        </p:grpSpPr>
        <p:sp>
          <p:nvSpPr>
            <p:cNvPr id="317" name="Google Shape;31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263"/>
          <p:cNvGrpSpPr/>
          <p:nvPr/>
        </p:nvGrpSpPr>
        <p:grpSpPr>
          <a:xfrm>
            <a:off x="7894350" y="6212475"/>
            <a:ext cx="586800" cy="571500"/>
            <a:chOff x="7894350" y="6212475"/>
            <a:chExt cx="586800" cy="571500"/>
          </a:xfrm>
        </p:grpSpPr>
        <p:sp>
          <p:nvSpPr>
            <p:cNvPr id="321" name="Google Shape;32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4" name="Google Shape;324;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6" name="Google Shape;32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31" name="Google Shape;331;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2" name="Google Shape;332;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467"/>
          <p:cNvGrpSpPr/>
          <p:nvPr/>
        </p:nvGrpSpPr>
        <p:grpSpPr>
          <a:xfrm>
            <a:off x="662575" y="6212475"/>
            <a:ext cx="586800" cy="571500"/>
            <a:chOff x="662575" y="6212475"/>
            <a:chExt cx="586800" cy="571500"/>
          </a:xfrm>
        </p:grpSpPr>
        <p:sp>
          <p:nvSpPr>
            <p:cNvPr id="343" name="Google Shape;34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467"/>
          <p:cNvGrpSpPr/>
          <p:nvPr/>
        </p:nvGrpSpPr>
        <p:grpSpPr>
          <a:xfrm>
            <a:off x="7894350" y="6212475"/>
            <a:ext cx="586800" cy="571500"/>
            <a:chOff x="7894350" y="6212475"/>
            <a:chExt cx="586800" cy="571500"/>
          </a:xfrm>
        </p:grpSpPr>
        <p:sp>
          <p:nvSpPr>
            <p:cNvPr id="347" name="Google Shape;34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0" name="Google Shape;350;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8" name="Google Shape;358;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629"/>
          <p:cNvGrpSpPr/>
          <p:nvPr/>
        </p:nvGrpSpPr>
        <p:grpSpPr>
          <a:xfrm>
            <a:off x="662575" y="6212475"/>
            <a:ext cx="586800" cy="571500"/>
            <a:chOff x="662575" y="6212475"/>
            <a:chExt cx="586800" cy="571500"/>
          </a:xfrm>
        </p:grpSpPr>
        <p:sp>
          <p:nvSpPr>
            <p:cNvPr id="369" name="Google Shape;36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629"/>
          <p:cNvGrpSpPr/>
          <p:nvPr/>
        </p:nvGrpSpPr>
        <p:grpSpPr>
          <a:xfrm>
            <a:off x="7894350" y="6212475"/>
            <a:ext cx="586800" cy="571500"/>
            <a:chOff x="7894350" y="6212475"/>
            <a:chExt cx="586800" cy="571500"/>
          </a:xfrm>
        </p:grpSpPr>
        <p:sp>
          <p:nvSpPr>
            <p:cNvPr id="373" name="Google Shape;37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83" name="Google Shape;383;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4" name="Google Shape;384;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5" name="Google Shape;395;g2c157a2fb06_0_798"/>
          <p:cNvGrpSpPr/>
          <p:nvPr/>
        </p:nvGrpSpPr>
        <p:grpSpPr>
          <a:xfrm>
            <a:off x="662575" y="6212475"/>
            <a:ext cx="586800" cy="571500"/>
            <a:chOff x="662575" y="6212475"/>
            <a:chExt cx="586800" cy="571500"/>
          </a:xfrm>
        </p:grpSpPr>
        <p:sp>
          <p:nvSpPr>
            <p:cNvPr id="396" name="Google Shape;39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798"/>
          <p:cNvGrpSpPr/>
          <p:nvPr/>
        </p:nvGrpSpPr>
        <p:grpSpPr>
          <a:xfrm>
            <a:off x="7894350" y="6212475"/>
            <a:ext cx="586800" cy="571500"/>
            <a:chOff x="7894350" y="6212475"/>
            <a:chExt cx="586800" cy="571500"/>
          </a:xfrm>
        </p:grpSpPr>
        <p:sp>
          <p:nvSpPr>
            <p:cNvPr id="400" name="Google Shape;40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1" name="Google Shape;411;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825"/>
          <p:cNvGrpSpPr/>
          <p:nvPr/>
        </p:nvGrpSpPr>
        <p:grpSpPr>
          <a:xfrm>
            <a:off x="662575" y="6212475"/>
            <a:ext cx="586800" cy="571500"/>
            <a:chOff x="662575" y="6212475"/>
            <a:chExt cx="586800" cy="571500"/>
          </a:xfrm>
        </p:grpSpPr>
        <p:sp>
          <p:nvSpPr>
            <p:cNvPr id="423" name="Google Shape;42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825"/>
          <p:cNvGrpSpPr/>
          <p:nvPr/>
        </p:nvGrpSpPr>
        <p:grpSpPr>
          <a:xfrm>
            <a:off x="7894350" y="6212475"/>
            <a:ext cx="586800" cy="571500"/>
            <a:chOff x="7894350" y="6212475"/>
            <a:chExt cx="586800" cy="571500"/>
          </a:xfrm>
        </p:grpSpPr>
        <p:sp>
          <p:nvSpPr>
            <p:cNvPr id="427" name="Google Shape;42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0" name="Google Shape;430;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8" name="Google Shape;438;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1" name="Google Shape;461;g2c157a2fb06_0_700"/>
          <p:cNvGrpSpPr/>
          <p:nvPr/>
        </p:nvGrpSpPr>
        <p:grpSpPr>
          <a:xfrm>
            <a:off x="662575" y="6212475"/>
            <a:ext cx="586800" cy="571500"/>
            <a:chOff x="662575" y="6212475"/>
            <a:chExt cx="586800" cy="571500"/>
          </a:xfrm>
        </p:grpSpPr>
        <p:sp>
          <p:nvSpPr>
            <p:cNvPr id="462" name="Google Shape;46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5" name="Google Shape;465;g2c157a2fb06_0_700"/>
          <p:cNvGrpSpPr/>
          <p:nvPr/>
        </p:nvGrpSpPr>
        <p:grpSpPr>
          <a:xfrm>
            <a:off x="7894350" y="6212475"/>
            <a:ext cx="586800" cy="571500"/>
            <a:chOff x="7894350" y="6212475"/>
            <a:chExt cx="586800" cy="571500"/>
          </a:xfrm>
        </p:grpSpPr>
        <p:sp>
          <p:nvSpPr>
            <p:cNvPr id="466" name="Google Shape;46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9" name="Google Shape;469;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1" name="Google Shape;471;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76" name="Google Shape;476;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7" name="Google Shape;477;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0" name="Google Shape;500;g2c157a2fb06_0_932"/>
          <p:cNvGrpSpPr/>
          <p:nvPr/>
        </p:nvGrpSpPr>
        <p:grpSpPr>
          <a:xfrm>
            <a:off x="662575" y="6212475"/>
            <a:ext cx="586800" cy="571500"/>
            <a:chOff x="662575" y="6212475"/>
            <a:chExt cx="586800" cy="571500"/>
          </a:xfrm>
        </p:grpSpPr>
        <p:sp>
          <p:nvSpPr>
            <p:cNvPr id="501" name="Google Shape;50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4" name="Google Shape;504;g2c157a2fb06_0_932"/>
          <p:cNvGrpSpPr/>
          <p:nvPr/>
        </p:nvGrpSpPr>
        <p:grpSpPr>
          <a:xfrm>
            <a:off x="7894350" y="6212475"/>
            <a:ext cx="586800" cy="571500"/>
            <a:chOff x="7894350" y="6212475"/>
            <a:chExt cx="586800" cy="571500"/>
          </a:xfrm>
        </p:grpSpPr>
        <p:sp>
          <p:nvSpPr>
            <p:cNvPr id="505" name="Google Shape;50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8" name="Google Shape;508;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15" name="Google Shape;515;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6" name="Google Shape;516;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6" name="Google Shape;536;g2c157a2fb06_0_1045"/>
          <p:cNvGrpSpPr/>
          <p:nvPr/>
        </p:nvGrpSpPr>
        <p:grpSpPr>
          <a:xfrm>
            <a:off x="662575" y="6212475"/>
            <a:ext cx="586800" cy="571500"/>
            <a:chOff x="662575" y="6212475"/>
            <a:chExt cx="586800" cy="571500"/>
          </a:xfrm>
        </p:grpSpPr>
        <p:sp>
          <p:nvSpPr>
            <p:cNvPr id="537" name="Google Shape;5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1045"/>
          <p:cNvGrpSpPr/>
          <p:nvPr/>
        </p:nvGrpSpPr>
        <p:grpSpPr>
          <a:xfrm>
            <a:off x="7894350" y="6212475"/>
            <a:ext cx="586800" cy="571500"/>
            <a:chOff x="7894350" y="6212475"/>
            <a:chExt cx="586800" cy="571500"/>
          </a:xfrm>
        </p:grpSpPr>
        <p:sp>
          <p:nvSpPr>
            <p:cNvPr id="541" name="Google Shape;5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6" name="Google Shape;54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7" name="Google Shape;547;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110"/>
          <p:cNvGrpSpPr/>
          <p:nvPr/>
        </p:nvGrpSpPr>
        <p:grpSpPr>
          <a:xfrm>
            <a:off x="662575" y="6212475"/>
            <a:ext cx="586800" cy="571500"/>
            <a:chOff x="662575" y="6212475"/>
            <a:chExt cx="586800" cy="571500"/>
          </a:xfrm>
        </p:grpSpPr>
        <p:sp>
          <p:nvSpPr>
            <p:cNvPr id="576" name="Google Shape;57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110"/>
          <p:cNvGrpSpPr/>
          <p:nvPr/>
        </p:nvGrpSpPr>
        <p:grpSpPr>
          <a:xfrm>
            <a:off x="7894350" y="6212475"/>
            <a:ext cx="586800" cy="571500"/>
            <a:chOff x="7894350" y="6212475"/>
            <a:chExt cx="586800" cy="571500"/>
          </a:xfrm>
        </p:grpSpPr>
        <p:sp>
          <p:nvSpPr>
            <p:cNvPr id="580" name="Google Shape;58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3" name="Google Shape;583;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5" name="Google Shape;58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6" name="Google Shape;586;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90" name="Google Shape;590;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1" name="Google Shape;591;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6 - Suffixes</a:t>
            </a:r>
            <a:endParaRPr sz="1800" b="1"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100" y="2716650"/>
            <a:ext cx="36879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-ed suffix</a:t>
            </a:r>
            <a:br>
              <a:rPr lang="en-US"/>
            </a:br>
            <a:r>
              <a:rPr lang="en-US"/>
              <a:t>(past tense)</a:t>
            </a:r>
            <a:endParaRPr sz="3000"/>
          </a:p>
        </p:txBody>
      </p:sp>
      <p:sp>
        <p:nvSpPr>
          <p:cNvPr id="652" name="Google Shape;65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3" name="Google Shape;653;p1"/>
          <p:cNvGraphicFramePr/>
          <p:nvPr/>
        </p:nvGraphicFramePr>
        <p:xfrm>
          <a:off x="4844200" y="1891197"/>
          <a:ext cx="3785000" cy="1678950"/>
        </p:xfrm>
        <a:graphic>
          <a:graphicData uri="http://schemas.openxmlformats.org/drawingml/2006/table">
            <a:tbl>
              <a:tblPr firstRow="1" bandRow="1">
                <a:noFill/>
                <a:tableStyleId>{5C760E2E-8A9B-4D62-8998-44A5633DD739}</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-ing</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FFFFFF"/>
                          </a:solidFill>
                          <a:latin typeface="Jost"/>
                          <a:ea typeface="Jost"/>
                          <a:cs typeface="Jost"/>
                          <a:sym typeface="Jost"/>
                        </a:rPr>
                        <a:t>-ed</a:t>
                      </a:r>
                      <a:endParaRPr sz="20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-er</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4" name="Google Shape;654;p1"/>
          <p:cNvSpPr txBox="1"/>
          <p:nvPr/>
        </p:nvSpPr>
        <p:spPr>
          <a:xfrm>
            <a:off x="960292" y="37541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11</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suffix </a:t>
            </a:r>
            <a:r>
              <a:rPr lang="en-US">
                <a:solidFill>
                  <a:srgbClr val="2356AF"/>
                </a:solidFill>
              </a:rPr>
              <a:t>-ed.</a:t>
            </a:r>
            <a:endParaRPr>
              <a:solidFill>
                <a:srgbClr val="2356AF"/>
              </a:solidFill>
            </a:endParaRPr>
          </a:p>
        </p:txBody>
      </p:sp>
      <p:sp>
        <p:nvSpPr>
          <p:cNvPr id="661" name="Google Shape;661;g2bee4f4af4b_0_204"/>
          <p:cNvSpPr txBox="1">
            <a:spLocks noGrp="1"/>
          </p:cNvSpPr>
          <p:nvPr>
            <p:ph type="body" idx="2"/>
          </p:nvPr>
        </p:nvSpPr>
        <p:spPr>
          <a:xfrm>
            <a:off x="3649025" y="2106900"/>
            <a:ext cx="4858500" cy="11934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Recall Phase 5 Common Exception Words </a:t>
            </a:r>
            <a:r>
              <a:rPr lang="en-US">
                <a:solidFill>
                  <a:srgbClr val="2356AF"/>
                </a:solidFill>
              </a:rPr>
              <a:t>today house mouse hour because Mr Mrs Ms where should could would move use want</a:t>
            </a:r>
            <a:r>
              <a:rPr lang="en-US"/>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8" name="Google Shape;668;g26b641b03cd_0_165"/>
          <p:cNvGrpSpPr/>
          <p:nvPr/>
        </p:nvGrpSpPr>
        <p:grpSpPr>
          <a:xfrm>
            <a:off x="930400" y="2053244"/>
            <a:ext cx="7283200" cy="3724851"/>
            <a:chOff x="930400" y="2129444"/>
            <a:chExt cx="7283200" cy="3724851"/>
          </a:xfrm>
        </p:grpSpPr>
        <p:pic>
          <p:nvPicPr>
            <p:cNvPr id="669" name="Google Shape;66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0" name="Google Shape;67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8" name="Google Shape;698;g26b7edf6e71_0_26"/>
          <p:cNvGrpSpPr/>
          <p:nvPr/>
        </p:nvGrpSpPr>
        <p:grpSpPr>
          <a:xfrm>
            <a:off x="930400" y="2053250"/>
            <a:ext cx="7283201" cy="2971674"/>
            <a:chOff x="930400" y="2129450"/>
            <a:chExt cx="7283201" cy="2971674"/>
          </a:xfrm>
        </p:grpSpPr>
        <p:pic>
          <p:nvPicPr>
            <p:cNvPr id="699" name="Google Shape;69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0" name="Google Shape;70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1" name="Google Shape;70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09" name="Google Shape;70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6" name="Google Shape;71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4" name="Google Shape;734;g2c298da1f27_0_417"/>
          <p:cNvGrpSpPr/>
          <p:nvPr/>
        </p:nvGrpSpPr>
        <p:grpSpPr>
          <a:xfrm>
            <a:off x="930400" y="2053250"/>
            <a:ext cx="7283201" cy="2971674"/>
            <a:chOff x="930400" y="2053250"/>
            <a:chExt cx="7283201" cy="2971674"/>
          </a:xfrm>
        </p:grpSpPr>
        <p:pic>
          <p:nvPicPr>
            <p:cNvPr id="735" name="Google Shape;735;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6" name="Google Shape;736;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0" name="Google Shape;740;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2" name="Google Shape;782;g2cdbdd49f8e_0_0"/>
          <p:cNvGrpSpPr/>
          <p:nvPr/>
        </p:nvGrpSpPr>
        <p:grpSpPr>
          <a:xfrm>
            <a:off x="855905" y="2053250"/>
            <a:ext cx="7272577" cy="3316697"/>
            <a:chOff x="855905" y="2053250"/>
            <a:chExt cx="7272577" cy="3316697"/>
          </a:xfrm>
        </p:grpSpPr>
        <p:pic>
          <p:nvPicPr>
            <p:cNvPr id="783" name="Google Shape;783;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4" name="Google Shape;784;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4" name="Google Shape;834;g2c298da1f27_1_0"/>
          <p:cNvGrpSpPr/>
          <p:nvPr/>
        </p:nvGrpSpPr>
        <p:grpSpPr>
          <a:xfrm>
            <a:off x="931068" y="2129450"/>
            <a:ext cx="7281864" cy="2688001"/>
            <a:chOff x="868300" y="2129450"/>
            <a:chExt cx="7281864" cy="2688001"/>
          </a:xfrm>
        </p:grpSpPr>
        <p:pic>
          <p:nvPicPr>
            <p:cNvPr id="835" name="Google Shape;835;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6" name="Google Shape;836;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3" name="Google Shape;843;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6" name="Google Shape;856;g2ce66866dac_0_1153"/>
          <p:cNvSpPr txBox="1"/>
          <p:nvPr/>
        </p:nvSpPr>
        <p:spPr>
          <a:xfrm>
            <a:off x="1900500" y="1398975"/>
            <a:ext cx="53430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US" sz="2800" b="0" i="0" u="none" strike="noStrike" cap="none">
                <a:solidFill>
                  <a:schemeClr val="dk1"/>
                </a:solidFill>
                <a:latin typeface="Poppins"/>
                <a:ea typeface="Poppins"/>
                <a:cs typeface="Poppins"/>
                <a:sym typeface="Poppins"/>
              </a:rPr>
              <a:t>When suffix </a:t>
            </a:r>
            <a:r>
              <a:rPr lang="en-US" sz="2800" b="0" i="0" u="none" strike="noStrike" cap="none">
                <a:solidFill>
                  <a:srgbClr val="2356AF"/>
                </a:solidFill>
                <a:latin typeface="Poppins"/>
                <a:ea typeface="Poppins"/>
                <a:cs typeface="Poppins"/>
                <a:sym typeface="Poppins"/>
              </a:rPr>
              <a:t>-ed</a:t>
            </a:r>
            <a:r>
              <a:rPr lang="en-US" sz="2800" b="0" i="0" u="none" strike="noStrike" cap="none">
                <a:solidFill>
                  <a:schemeClr val="dk1"/>
                </a:solidFill>
                <a:latin typeface="Poppins"/>
                <a:ea typeface="Poppins"/>
                <a:cs typeface="Poppins"/>
                <a:sym typeface="Poppins"/>
              </a:rPr>
              <a:t> is added to the end of a verb, the verb changes to past tense form.</a:t>
            </a:r>
            <a:endParaRPr sz="28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add suffix </a:t>
            </a:r>
            <a:r>
              <a:rPr lang="en-US" sz="2200" b="0" i="0" u="none" strike="noStrike" cap="none">
                <a:solidFill>
                  <a:srgbClr val="2356AF"/>
                </a:solidFill>
                <a:latin typeface="Poppins"/>
                <a:ea typeface="Poppins"/>
                <a:cs typeface="Poppins"/>
                <a:sym typeface="Poppins"/>
              </a:rPr>
              <a:t>-ed</a:t>
            </a:r>
            <a:endParaRPr sz="2200" b="0" i="0" u="none" strike="noStrike" cap="none">
              <a:solidFill>
                <a:schemeClr val="dk1"/>
              </a:solidFill>
              <a:latin typeface="Poppins"/>
              <a:ea typeface="Poppins"/>
              <a:cs typeface="Poppins"/>
              <a:sym typeface="Poppins"/>
            </a:endParaRPr>
          </a:p>
        </p:txBody>
      </p:sp>
      <p:sp>
        <p:nvSpPr>
          <p:cNvPr id="864" name="Google Shape;864;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5" name="Google Shape;865;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6" name="Google Shape;866;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jump</a:t>
            </a:r>
            <a:endParaRPr sz="8000" b="0" i="0" u="none" strike="noStrike" cap="none">
              <a:solidFill>
                <a:srgbClr val="000000"/>
              </a:solidFill>
              <a:latin typeface="Jost"/>
              <a:ea typeface="Jost"/>
              <a:cs typeface="Jost"/>
              <a:sym typeface="Jost"/>
            </a:endParaRPr>
          </a:p>
        </p:txBody>
      </p:sp>
      <p:sp>
        <p:nvSpPr>
          <p:cNvPr id="867" name="Google Shape;867;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jump</a:t>
            </a:r>
            <a:r>
              <a:rPr lang="en-US" sz="8000" b="0" i="0" u="none" strike="noStrike" cap="none">
                <a:solidFill>
                  <a:srgbClr val="2356AF"/>
                </a:solidFill>
                <a:latin typeface="Jost"/>
                <a:ea typeface="Jost"/>
                <a:cs typeface="Jost"/>
                <a:sym typeface="Jost"/>
              </a:rPr>
              <a:t>ed</a:t>
            </a:r>
            <a:endParaRPr sz="8000" b="0" i="0" u="none" strike="noStrike" cap="none">
              <a:solidFill>
                <a:srgbClr val="2356AF"/>
              </a:solidFill>
              <a:latin typeface="Jost"/>
              <a:ea typeface="Jost"/>
              <a:cs typeface="Jost"/>
              <a:sym typeface="Jost"/>
            </a:endParaRPr>
          </a:p>
        </p:txBody>
      </p:sp>
      <p:cxnSp>
        <p:nvCxnSpPr>
          <p:cNvPr id="868" name="Google Shape;868;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75" name="Google Shape;87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2" name="Google Shape;882;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883" name="Google Shape;883;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4" name="Google Shape;884;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5" name="Google Shape;885;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6" name="Google Shape;886;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7" name="Google Shape;887;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8" name="Google Shape;888;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9" name="Google Shape;889;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0" name="Google Shape;890;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1" name="Google Shape;891;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2" name="Google Shape;892;g2c4fb7f6616_1_0"/>
          <p:cNvGrpSpPr/>
          <p:nvPr/>
        </p:nvGrpSpPr>
        <p:grpSpPr>
          <a:xfrm>
            <a:off x="-550" y="6984600"/>
            <a:ext cx="8596479" cy="808600"/>
            <a:chOff x="-550" y="6984600"/>
            <a:chExt cx="8596479" cy="808600"/>
          </a:xfrm>
        </p:grpSpPr>
        <p:sp>
          <p:nvSpPr>
            <p:cNvPr id="893" name="Google Shape;893;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4" name="Google Shape;894;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5" name="Google Shape;895;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6" name="Google Shape;896;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7" name="Google Shape;897;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98" name="Google Shape;898;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99" name="Google Shape;899;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00" name="Google Shape;900;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01" name="Google Shape;901;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02" name="Google Shape;902;g2c4fb7f6616_1_0"/>
          <p:cNvSpPr/>
          <p:nvPr/>
        </p:nvSpPr>
        <p:spPr>
          <a:xfrm>
            <a:off x="301452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3" name="Google Shape;903;g2c4fb7f6616_1_0"/>
          <p:cNvSpPr/>
          <p:nvPr/>
        </p:nvSpPr>
        <p:spPr>
          <a:xfrm>
            <a:off x="369051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4" name="Google Shape;904;g2c4fb7f6616_1_0"/>
          <p:cNvSpPr/>
          <p:nvPr/>
        </p:nvSpPr>
        <p:spPr>
          <a:xfrm>
            <a:off x="457743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5" name="Google Shape;905;g2c4fb7f6616_1_0"/>
          <p:cNvSpPr txBox="1"/>
          <p:nvPr/>
        </p:nvSpPr>
        <p:spPr>
          <a:xfrm>
            <a:off x="274619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j</a:t>
            </a:r>
            <a:endParaRPr sz="12000" b="0" i="0" u="none" strike="noStrike" cap="none">
              <a:solidFill>
                <a:srgbClr val="2356AF"/>
              </a:solidFill>
              <a:latin typeface="Jost"/>
              <a:ea typeface="Jost"/>
              <a:cs typeface="Jost"/>
              <a:sym typeface="Jost"/>
            </a:endParaRPr>
          </a:p>
        </p:txBody>
      </p:sp>
      <p:sp>
        <p:nvSpPr>
          <p:cNvPr id="906" name="Google Shape;906;g2c4fb7f6616_1_0"/>
          <p:cNvSpPr txBox="1"/>
          <p:nvPr/>
        </p:nvSpPr>
        <p:spPr>
          <a:xfrm>
            <a:off x="337566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u</a:t>
            </a:r>
            <a:endParaRPr sz="12000" b="0" i="0" u="none" strike="noStrike" cap="none">
              <a:solidFill>
                <a:srgbClr val="ED1C24"/>
              </a:solidFill>
              <a:latin typeface="Jost"/>
              <a:ea typeface="Jost"/>
              <a:cs typeface="Jost"/>
              <a:sym typeface="Jost"/>
            </a:endParaRPr>
          </a:p>
        </p:txBody>
      </p:sp>
      <p:sp>
        <p:nvSpPr>
          <p:cNvPr id="907" name="Google Shape;907;g2c4fb7f6616_1_0"/>
          <p:cNvSpPr txBox="1"/>
          <p:nvPr/>
        </p:nvSpPr>
        <p:spPr>
          <a:xfrm>
            <a:off x="426258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m</a:t>
            </a:r>
            <a:endParaRPr sz="12000" b="0" i="0" u="none" strike="noStrike" cap="none">
              <a:solidFill>
                <a:srgbClr val="2356AF"/>
              </a:solidFill>
              <a:latin typeface="Jost"/>
              <a:ea typeface="Jost"/>
              <a:cs typeface="Jost"/>
              <a:sym typeface="Jost"/>
            </a:endParaRPr>
          </a:p>
        </p:txBody>
      </p:sp>
      <p:sp>
        <p:nvSpPr>
          <p:cNvPr id="908" name="Google Shape;908;g2c4fb7f6616_1_0"/>
          <p:cNvSpPr/>
          <p:nvPr/>
        </p:nvSpPr>
        <p:spPr>
          <a:xfrm>
            <a:off x="561675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9" name="Google Shape;909;g2c4fb7f6616_1_0"/>
          <p:cNvSpPr txBox="1"/>
          <p:nvPr/>
        </p:nvSpPr>
        <p:spPr>
          <a:xfrm>
            <a:off x="537810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p</a:t>
            </a:r>
            <a:endParaRPr sz="12000" b="0" i="0" u="none" strike="noStrike" cap="none">
              <a:solidFill>
                <a:srgbClr val="2356AF"/>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79b9e01d10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6" name="Google Shape;916;g279b9e01d10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17" name="Google Shape;917;g279b9e01d10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8" name="Google Shape;918;g279b9e01d10_0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79b9e01d10_0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0" name="Google Shape;920;g279b9e01d10_0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1" name="Google Shape;921;g279b9e01d10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79b9e01d10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3" name="Google Shape;923;g279b9e01d10_0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79b9e01d10_0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5" name="Google Shape;925;g279b9e01d10_0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6" name="Google Shape;926;g279b9e01d10_0_0"/>
          <p:cNvGrpSpPr/>
          <p:nvPr/>
        </p:nvGrpSpPr>
        <p:grpSpPr>
          <a:xfrm>
            <a:off x="-550" y="6984600"/>
            <a:ext cx="8596479" cy="808600"/>
            <a:chOff x="-550" y="6984600"/>
            <a:chExt cx="8596479" cy="808600"/>
          </a:xfrm>
        </p:grpSpPr>
        <p:sp>
          <p:nvSpPr>
            <p:cNvPr id="927" name="Google Shape;927;g279b9e01d10_0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8" name="Google Shape;928;g279b9e01d10_0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9" name="Google Shape;929;g279b9e01d10_0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0" name="Google Shape;930;g279b9e01d10_0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1" name="Google Shape;931;g279b9e01d10_0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2" name="Google Shape;932;g279b9e01d10_0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3" name="Google Shape;933;g279b9e01d10_0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4" name="Google Shape;934;g279b9e01d10_0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5" name="Google Shape;935;g279b9e01d10_0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36" name="Google Shape;936;g279b9e01d10_0_0"/>
          <p:cNvSpPr/>
          <p:nvPr/>
        </p:nvSpPr>
        <p:spPr>
          <a:xfrm>
            <a:off x="216710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7" name="Google Shape;937;g279b9e01d10_0_0"/>
          <p:cNvSpPr/>
          <p:nvPr/>
        </p:nvSpPr>
        <p:spPr>
          <a:xfrm>
            <a:off x="28431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8" name="Google Shape;938;g279b9e01d10_0_0"/>
          <p:cNvSpPr/>
          <p:nvPr/>
        </p:nvSpPr>
        <p:spPr>
          <a:xfrm>
            <a:off x="373002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9" name="Google Shape;939;g279b9e01d10_0_0"/>
          <p:cNvSpPr txBox="1"/>
          <p:nvPr/>
        </p:nvSpPr>
        <p:spPr>
          <a:xfrm>
            <a:off x="1898779"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j</a:t>
            </a:r>
            <a:endParaRPr sz="12000" b="0" i="0" u="none" strike="noStrike" cap="none">
              <a:solidFill>
                <a:srgbClr val="2356AF"/>
              </a:solidFill>
              <a:latin typeface="Jost"/>
              <a:ea typeface="Jost"/>
              <a:cs typeface="Jost"/>
              <a:sym typeface="Jost"/>
            </a:endParaRPr>
          </a:p>
        </p:txBody>
      </p:sp>
      <p:sp>
        <p:nvSpPr>
          <p:cNvPr id="940" name="Google Shape;940;g279b9e01d10_0_0"/>
          <p:cNvSpPr txBox="1"/>
          <p:nvPr/>
        </p:nvSpPr>
        <p:spPr>
          <a:xfrm>
            <a:off x="252825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u</a:t>
            </a:r>
            <a:endParaRPr sz="12000" b="0" i="0" u="none" strike="noStrike" cap="none">
              <a:solidFill>
                <a:srgbClr val="ED1C24"/>
              </a:solidFill>
              <a:latin typeface="Jost"/>
              <a:ea typeface="Jost"/>
              <a:cs typeface="Jost"/>
              <a:sym typeface="Jost"/>
            </a:endParaRPr>
          </a:p>
        </p:txBody>
      </p:sp>
      <p:sp>
        <p:nvSpPr>
          <p:cNvPr id="941" name="Google Shape;941;g279b9e01d10_0_0"/>
          <p:cNvSpPr txBox="1"/>
          <p:nvPr/>
        </p:nvSpPr>
        <p:spPr>
          <a:xfrm>
            <a:off x="341517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m</a:t>
            </a:r>
            <a:endParaRPr sz="12000" b="0" i="0" u="none" strike="noStrike" cap="none">
              <a:solidFill>
                <a:srgbClr val="2356AF"/>
              </a:solidFill>
              <a:latin typeface="Jost"/>
              <a:ea typeface="Jost"/>
              <a:cs typeface="Jost"/>
              <a:sym typeface="Jost"/>
            </a:endParaRPr>
          </a:p>
        </p:txBody>
      </p:sp>
      <p:sp>
        <p:nvSpPr>
          <p:cNvPr id="942" name="Google Shape;942;g279b9e01d10_0_0"/>
          <p:cNvSpPr/>
          <p:nvPr/>
        </p:nvSpPr>
        <p:spPr>
          <a:xfrm>
            <a:off x="476934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3" name="Google Shape;943;g279b9e01d10_0_0"/>
          <p:cNvSpPr txBox="1"/>
          <p:nvPr/>
        </p:nvSpPr>
        <p:spPr>
          <a:xfrm>
            <a:off x="453069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p</a:t>
            </a:r>
            <a:endParaRPr sz="12000" b="0" i="0" u="none" strike="noStrike" cap="none">
              <a:solidFill>
                <a:srgbClr val="2356AF"/>
              </a:solidFill>
              <a:latin typeface="Jost"/>
              <a:ea typeface="Jost"/>
              <a:cs typeface="Jost"/>
              <a:sym typeface="Jost"/>
            </a:endParaRPr>
          </a:p>
        </p:txBody>
      </p:sp>
      <p:sp>
        <p:nvSpPr>
          <p:cNvPr id="944" name="Google Shape;944;g279b9e01d10_0_0"/>
          <p:cNvSpPr txBox="1"/>
          <p:nvPr/>
        </p:nvSpPr>
        <p:spPr>
          <a:xfrm>
            <a:off x="622552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945" name="Google Shape;945;g279b9e01d10_0_0"/>
          <p:cNvSpPr txBox="1"/>
          <p:nvPr/>
        </p:nvSpPr>
        <p:spPr>
          <a:xfrm>
            <a:off x="537810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D0CECE"/>
                </a:solidFill>
                <a:latin typeface="Jost"/>
                <a:ea typeface="Jost"/>
                <a:cs typeface="Jost"/>
                <a:sym typeface="Jost"/>
              </a:rPr>
              <a:t>e</a:t>
            </a:r>
            <a:endParaRPr sz="12000" b="0" i="0" u="none" strike="noStrike" cap="none">
              <a:solidFill>
                <a:srgbClr val="D0CECE"/>
              </a:solidFill>
              <a:latin typeface="Jost"/>
              <a:ea typeface="Jost"/>
              <a:cs typeface="Jost"/>
              <a:sym typeface="Jost"/>
            </a:endParaRPr>
          </a:p>
        </p:txBody>
      </p:sp>
      <p:sp>
        <p:nvSpPr>
          <p:cNvPr id="946" name="Google Shape;946;g279b9e01d10_0_0"/>
          <p:cNvSpPr/>
          <p:nvPr/>
        </p:nvSpPr>
        <p:spPr>
          <a:xfrm>
            <a:off x="5602500" y="4011900"/>
            <a:ext cx="14142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47" name="Google Shape;947;g279b9e01d10_0_0"/>
          <p:cNvGrpSpPr/>
          <p:nvPr/>
        </p:nvGrpSpPr>
        <p:grpSpPr>
          <a:xfrm>
            <a:off x="5943555" y="4970810"/>
            <a:ext cx="878117" cy="451962"/>
            <a:chOff x="2455268" y="4524573"/>
            <a:chExt cx="878117" cy="451962"/>
          </a:xfrm>
        </p:grpSpPr>
        <p:grpSp>
          <p:nvGrpSpPr>
            <p:cNvPr id="948" name="Google Shape;948;g279b9e01d10_0_0"/>
            <p:cNvGrpSpPr/>
            <p:nvPr/>
          </p:nvGrpSpPr>
          <p:grpSpPr>
            <a:xfrm>
              <a:off x="2455268" y="4524573"/>
              <a:ext cx="878117" cy="451962"/>
              <a:chOff x="5672081" y="1914352"/>
              <a:chExt cx="792668" cy="306000"/>
            </a:xfrm>
          </p:grpSpPr>
          <p:sp>
            <p:nvSpPr>
              <p:cNvPr id="949" name="Google Shape;949;g279b9e01d10_0_0"/>
              <p:cNvSpPr/>
              <p:nvPr/>
            </p:nvSpPr>
            <p:spPr>
              <a:xfrm>
                <a:off x="5672081" y="1914352"/>
                <a:ext cx="679800" cy="306000"/>
              </a:xfrm>
              <a:prstGeom prst="roundRect">
                <a:avLst>
                  <a:gd name="adj" fmla="val 28571"/>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0" name="Google Shape;950;g279b9e01d10_0_0"/>
              <p:cNvSpPr/>
              <p:nvPr/>
            </p:nvSpPr>
            <p:spPr>
              <a:xfrm rot="5400000">
                <a:off x="6346103" y="2002252"/>
                <a:ext cx="103678" cy="133613"/>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951" name="Google Shape;951;g279b9e01d10_0_0"/>
            <p:cNvSpPr txBox="1"/>
            <p:nvPr/>
          </p:nvSpPr>
          <p:spPr>
            <a:xfrm>
              <a:off x="2504975" y="4550218"/>
              <a:ext cx="638100" cy="39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2500" b="0" i="0" u="none" strike="noStrike" cap="none">
                  <a:solidFill>
                    <a:srgbClr val="FFFFFF"/>
                  </a:solidFill>
                  <a:latin typeface="Jost"/>
                  <a:ea typeface="Jost"/>
                  <a:cs typeface="Jost"/>
                  <a:sym typeface="Jost"/>
                </a:rPr>
                <a:t>/t/</a:t>
              </a:r>
              <a:endParaRPr sz="2500" b="0" i="0" u="none" strike="noStrike" cap="none">
                <a:solidFill>
                  <a:srgbClr val="FFFFFF"/>
                </a:solidFill>
                <a:latin typeface="Jost"/>
                <a:ea typeface="Jost"/>
                <a:cs typeface="Jost"/>
                <a:sym typeface="Jost"/>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g2735bf37635_0_1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8" name="Google Shape;958;g2735bf37635_0_1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9" name="Google Shape;959;g2735bf37635_0_11"/>
          <p:cNvSpPr/>
          <p:nvPr/>
        </p:nvSpPr>
        <p:spPr>
          <a:xfrm>
            <a:off x="329897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0" name="Google Shape;960;g2735bf37635_0_11"/>
          <p:cNvSpPr/>
          <p:nvPr/>
        </p:nvSpPr>
        <p:spPr>
          <a:xfrm>
            <a:off x="4109693"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1" name="Google Shape;961;g2735bf37635_0_1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2" name="Google Shape;962;g2735bf37635_0_11"/>
          <p:cNvSpPr txBox="1">
            <a:spLocks noGrp="1"/>
          </p:cNvSpPr>
          <p:nvPr>
            <p:ph type="subTitle" idx="4294967295"/>
          </p:nvPr>
        </p:nvSpPr>
        <p:spPr>
          <a:xfrm>
            <a:off x="298412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p</a:t>
            </a:r>
            <a:endParaRPr sz="12000" b="0" i="0" u="none" strike="noStrike" cap="none">
              <a:solidFill>
                <a:srgbClr val="2356AF"/>
              </a:solidFill>
              <a:latin typeface="Jost"/>
              <a:ea typeface="Jost"/>
              <a:cs typeface="Jost"/>
              <a:sym typeface="Jost"/>
            </a:endParaRPr>
          </a:p>
        </p:txBody>
      </p:sp>
      <p:sp>
        <p:nvSpPr>
          <p:cNvPr id="963" name="Google Shape;963;g2735bf37635_0_11"/>
          <p:cNvSpPr txBox="1">
            <a:spLocks noGrp="1"/>
          </p:cNvSpPr>
          <p:nvPr>
            <p:ph type="subTitle" idx="4294967295"/>
          </p:nvPr>
        </p:nvSpPr>
        <p:spPr>
          <a:xfrm>
            <a:off x="379484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u</a:t>
            </a:r>
            <a:endParaRPr sz="12000" b="0" i="0" u="none" strike="noStrike" cap="none">
              <a:solidFill>
                <a:srgbClr val="ED1C24"/>
              </a:solidFill>
              <a:latin typeface="Jost"/>
              <a:ea typeface="Jost"/>
              <a:cs typeface="Jost"/>
              <a:sym typeface="Jost"/>
            </a:endParaRPr>
          </a:p>
        </p:txBody>
      </p:sp>
      <p:sp>
        <p:nvSpPr>
          <p:cNvPr id="964" name="Google Shape;964;g2735bf37635_0_11"/>
          <p:cNvSpPr txBox="1">
            <a:spLocks noGrp="1"/>
          </p:cNvSpPr>
          <p:nvPr>
            <p:ph type="subTitle" idx="4294967295"/>
          </p:nvPr>
        </p:nvSpPr>
        <p:spPr>
          <a:xfrm>
            <a:off x="4681777" y="1308025"/>
            <a:ext cx="14781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0"/>
                </a:solidFill>
                <a:latin typeface="Jost"/>
                <a:ea typeface="Jost"/>
                <a:cs typeface="Jost"/>
                <a:sym typeface="Jost"/>
              </a:rPr>
              <a:t>sh</a:t>
            </a:r>
            <a:endParaRPr sz="12000" b="0" i="0" u="none" strike="noStrike" cap="none">
              <a:solidFill>
                <a:srgbClr val="FFD400"/>
              </a:solidFill>
              <a:latin typeface="Jost"/>
              <a:ea typeface="Jost"/>
              <a:cs typeface="Jost"/>
              <a:sym typeface="Jost"/>
            </a:endParaRPr>
          </a:p>
        </p:txBody>
      </p:sp>
      <p:sp>
        <p:nvSpPr>
          <p:cNvPr id="965" name="Google Shape;965;g2735bf37635_0_1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6" name="Google Shape;966;g2735bf37635_0_1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735bf37635_0_1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735bf37635_0_1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9" name="Google Shape;969;g2735bf37635_0_1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735bf37635_0_1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735bf37635_0_11"/>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2" name="Google Shape;972;g2735bf37635_0_1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73" name="Google Shape;973;g2735bf37635_0_11"/>
          <p:cNvGrpSpPr/>
          <p:nvPr/>
        </p:nvGrpSpPr>
        <p:grpSpPr>
          <a:xfrm>
            <a:off x="-550" y="6984600"/>
            <a:ext cx="8596479" cy="808600"/>
            <a:chOff x="-550" y="6984600"/>
            <a:chExt cx="8596479" cy="808600"/>
          </a:xfrm>
        </p:grpSpPr>
        <p:sp>
          <p:nvSpPr>
            <p:cNvPr id="974" name="Google Shape;974;g2735bf37635_0_1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5" name="Google Shape;975;g2735bf37635_0_1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6" name="Google Shape;976;g2735bf37635_0_1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7" name="Google Shape;977;g2735bf37635_0_1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8" name="Google Shape;978;g2735bf37635_0_1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9" name="Google Shape;979;g2735bf37635_0_11"/>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0" name="Google Shape;980;g2735bf37635_0_1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1" name="Google Shape;981;g2735bf37635_0_1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2" name="Google Shape;982;g2735bf37635_0_1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83" name="Google Shape;983;g2735bf37635_0_11"/>
          <p:cNvSpPr/>
          <p:nvPr/>
        </p:nvSpPr>
        <p:spPr>
          <a:xfrm>
            <a:off x="4836733" y="4011900"/>
            <a:ext cx="11871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g279b9e01d10_0_4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0" name="Google Shape;990;g279b9e01d10_0_4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1" name="Google Shape;991;g279b9e01d10_0_41"/>
          <p:cNvSpPr/>
          <p:nvPr/>
        </p:nvSpPr>
        <p:spPr>
          <a:xfrm>
            <a:off x="2426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2" name="Google Shape;992;g279b9e01d10_0_41"/>
          <p:cNvSpPr/>
          <p:nvPr/>
        </p:nvSpPr>
        <p:spPr>
          <a:xfrm>
            <a:off x="323712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3" name="Google Shape;993;g279b9e01d10_0_4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4" name="Google Shape;994;g279b9e01d10_0_41"/>
          <p:cNvSpPr txBox="1">
            <a:spLocks noGrp="1"/>
          </p:cNvSpPr>
          <p:nvPr>
            <p:ph type="subTitle" idx="4294967295"/>
          </p:nvPr>
        </p:nvSpPr>
        <p:spPr>
          <a:xfrm>
            <a:off x="211155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p</a:t>
            </a:r>
            <a:endParaRPr sz="12000" b="0" i="0" u="none" strike="noStrike" cap="none">
              <a:solidFill>
                <a:srgbClr val="2356AF"/>
              </a:solidFill>
              <a:latin typeface="Jost"/>
              <a:ea typeface="Jost"/>
              <a:cs typeface="Jost"/>
              <a:sym typeface="Jost"/>
            </a:endParaRPr>
          </a:p>
        </p:txBody>
      </p:sp>
      <p:sp>
        <p:nvSpPr>
          <p:cNvPr id="995" name="Google Shape;995;g279b9e01d10_0_41"/>
          <p:cNvSpPr txBox="1">
            <a:spLocks noGrp="1"/>
          </p:cNvSpPr>
          <p:nvPr>
            <p:ph type="subTitle" idx="4294967295"/>
          </p:nvPr>
        </p:nvSpPr>
        <p:spPr>
          <a:xfrm>
            <a:off x="292227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u</a:t>
            </a:r>
            <a:endParaRPr sz="12000" b="0" i="0" u="none" strike="noStrike" cap="none">
              <a:solidFill>
                <a:srgbClr val="ED1C24"/>
              </a:solidFill>
              <a:latin typeface="Jost"/>
              <a:ea typeface="Jost"/>
              <a:cs typeface="Jost"/>
              <a:sym typeface="Jost"/>
            </a:endParaRPr>
          </a:p>
        </p:txBody>
      </p:sp>
      <p:sp>
        <p:nvSpPr>
          <p:cNvPr id="996" name="Google Shape;996;g279b9e01d10_0_41"/>
          <p:cNvSpPr txBox="1">
            <a:spLocks noGrp="1"/>
          </p:cNvSpPr>
          <p:nvPr>
            <p:ph type="subTitle" idx="4294967295"/>
          </p:nvPr>
        </p:nvSpPr>
        <p:spPr>
          <a:xfrm>
            <a:off x="3809204" y="1308025"/>
            <a:ext cx="14781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0"/>
                </a:solidFill>
                <a:latin typeface="Jost"/>
                <a:ea typeface="Jost"/>
                <a:cs typeface="Jost"/>
                <a:sym typeface="Jost"/>
              </a:rPr>
              <a:t>sh</a:t>
            </a:r>
            <a:endParaRPr sz="12000" b="0" i="0" u="none" strike="noStrike" cap="none">
              <a:solidFill>
                <a:srgbClr val="FFD400"/>
              </a:solidFill>
              <a:latin typeface="Jost"/>
              <a:ea typeface="Jost"/>
              <a:cs typeface="Jost"/>
              <a:sym typeface="Jost"/>
            </a:endParaRPr>
          </a:p>
        </p:txBody>
      </p:sp>
      <p:sp>
        <p:nvSpPr>
          <p:cNvPr id="997" name="Google Shape;997;g279b9e01d10_0_4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8" name="Google Shape;998;g279b9e01d10_0_4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9" name="Google Shape;999;g279b9e01d10_0_4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0" name="Google Shape;1000;g279b9e01d10_0_4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1" name="Google Shape;1001;g279b9e01d10_0_4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2" name="Google Shape;1002;g279b9e01d10_0_4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3" name="Google Shape;1003;g279b9e01d10_0_41"/>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279b9e01d10_0_4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05" name="Google Shape;1005;g279b9e01d10_0_41"/>
          <p:cNvGrpSpPr/>
          <p:nvPr/>
        </p:nvGrpSpPr>
        <p:grpSpPr>
          <a:xfrm>
            <a:off x="-550" y="6984600"/>
            <a:ext cx="8596479" cy="808600"/>
            <a:chOff x="-550" y="6984600"/>
            <a:chExt cx="8596479" cy="808600"/>
          </a:xfrm>
        </p:grpSpPr>
        <p:sp>
          <p:nvSpPr>
            <p:cNvPr id="1006" name="Google Shape;1006;g279b9e01d10_0_4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7" name="Google Shape;1007;g279b9e01d10_0_4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8" name="Google Shape;1008;g279b9e01d10_0_4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9" name="Google Shape;1009;g279b9e01d10_0_4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10" name="Google Shape;1010;g279b9e01d10_0_4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11" name="Google Shape;1011;g279b9e01d10_0_41"/>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12" name="Google Shape;1012;g279b9e01d10_0_4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3" name="Google Shape;1013;g279b9e01d10_0_4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4" name="Google Shape;1014;g279b9e01d10_0_4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15" name="Google Shape;1015;g279b9e01d10_0_41"/>
          <p:cNvSpPr/>
          <p:nvPr/>
        </p:nvSpPr>
        <p:spPr>
          <a:xfrm>
            <a:off x="3964161" y="4011900"/>
            <a:ext cx="11871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6" name="Google Shape;1016;g279b9e01d10_0_41"/>
          <p:cNvSpPr txBox="1"/>
          <p:nvPr/>
        </p:nvSpPr>
        <p:spPr>
          <a:xfrm>
            <a:off x="598902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1017" name="Google Shape;1017;g279b9e01d10_0_41"/>
          <p:cNvSpPr txBox="1"/>
          <p:nvPr/>
        </p:nvSpPr>
        <p:spPr>
          <a:xfrm>
            <a:off x="514160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D0CECE"/>
                </a:solidFill>
                <a:latin typeface="Jost"/>
                <a:ea typeface="Jost"/>
                <a:cs typeface="Jost"/>
                <a:sym typeface="Jost"/>
              </a:rPr>
              <a:t>e</a:t>
            </a:r>
            <a:endParaRPr sz="12000" b="0" i="0" u="none" strike="noStrike" cap="none">
              <a:solidFill>
                <a:srgbClr val="D0CECE"/>
              </a:solidFill>
              <a:latin typeface="Jost"/>
              <a:ea typeface="Jost"/>
              <a:cs typeface="Jost"/>
              <a:sym typeface="Jost"/>
            </a:endParaRPr>
          </a:p>
        </p:txBody>
      </p:sp>
      <p:sp>
        <p:nvSpPr>
          <p:cNvPr id="1018" name="Google Shape;1018;g279b9e01d10_0_41"/>
          <p:cNvSpPr/>
          <p:nvPr/>
        </p:nvSpPr>
        <p:spPr>
          <a:xfrm>
            <a:off x="5365999" y="4011900"/>
            <a:ext cx="14142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9" name="Google Shape;1019;g279b9e01d10_0_41"/>
          <p:cNvGrpSpPr/>
          <p:nvPr/>
        </p:nvGrpSpPr>
        <p:grpSpPr>
          <a:xfrm>
            <a:off x="5715143" y="4970810"/>
            <a:ext cx="878117" cy="451962"/>
            <a:chOff x="2455268" y="4524573"/>
            <a:chExt cx="878117" cy="451962"/>
          </a:xfrm>
        </p:grpSpPr>
        <p:grpSp>
          <p:nvGrpSpPr>
            <p:cNvPr id="1020" name="Google Shape;1020;g279b9e01d10_0_41"/>
            <p:cNvGrpSpPr/>
            <p:nvPr/>
          </p:nvGrpSpPr>
          <p:grpSpPr>
            <a:xfrm>
              <a:off x="2455268" y="4524573"/>
              <a:ext cx="878117" cy="451962"/>
              <a:chOff x="5672081" y="1914352"/>
              <a:chExt cx="792668" cy="306000"/>
            </a:xfrm>
          </p:grpSpPr>
          <p:sp>
            <p:nvSpPr>
              <p:cNvPr id="1021" name="Google Shape;1021;g279b9e01d10_0_41"/>
              <p:cNvSpPr/>
              <p:nvPr/>
            </p:nvSpPr>
            <p:spPr>
              <a:xfrm>
                <a:off x="5672081" y="1914352"/>
                <a:ext cx="679800" cy="306000"/>
              </a:xfrm>
              <a:prstGeom prst="roundRect">
                <a:avLst>
                  <a:gd name="adj" fmla="val 28571"/>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2" name="Google Shape;1022;g279b9e01d10_0_41"/>
              <p:cNvSpPr/>
              <p:nvPr/>
            </p:nvSpPr>
            <p:spPr>
              <a:xfrm rot="5400000">
                <a:off x="6346103" y="2002252"/>
                <a:ext cx="103678" cy="133613"/>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1023" name="Google Shape;1023;g279b9e01d10_0_41"/>
            <p:cNvSpPr txBox="1"/>
            <p:nvPr/>
          </p:nvSpPr>
          <p:spPr>
            <a:xfrm>
              <a:off x="2504975" y="4550218"/>
              <a:ext cx="638100" cy="390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2500" b="0" i="0" u="none" strike="noStrike" cap="none">
                  <a:solidFill>
                    <a:srgbClr val="FFFFFF"/>
                  </a:solidFill>
                  <a:latin typeface="Jost"/>
                  <a:ea typeface="Jost"/>
                  <a:cs typeface="Jost"/>
                  <a:sym typeface="Jost"/>
                </a:rPr>
                <a:t>/t/</a:t>
              </a:r>
              <a:endParaRPr sz="2500" b="0" i="0" u="none" strike="noStrike" cap="none">
                <a:solidFill>
                  <a:srgbClr val="FFFFFF"/>
                </a:solidFill>
                <a:latin typeface="Jost"/>
                <a:ea typeface="Jost"/>
                <a:cs typeface="Jost"/>
                <a:sym typeface="Jost"/>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30" name="Google Shape;1030;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37" name="Google Shape;1037;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38" name="Google Shape;1038;g2dadbbe58d1_1_3"/>
          <p:cNvGrpSpPr/>
          <p:nvPr/>
        </p:nvGrpSpPr>
        <p:grpSpPr>
          <a:xfrm>
            <a:off x="3024000" y="209875"/>
            <a:ext cx="3096000" cy="454800"/>
            <a:chOff x="3024000" y="209875"/>
            <a:chExt cx="3096000" cy="454800"/>
          </a:xfrm>
        </p:grpSpPr>
        <p:sp>
          <p:nvSpPr>
            <p:cNvPr id="1039" name="Google Shape;1039;g2dadbbe58d1_1_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0" name="Google Shape;1040;g2dadbbe58d1_1_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41" name="Google Shape;1041;g2dadbbe58d1_1_3"/>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42" name="Google Shape;1042;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pic>
        <p:nvPicPr>
          <p:cNvPr id="1043" name="Google Shape;1043;g2dadbbe58d1_1_3"/>
          <p:cNvPicPr preferRelativeResize="0"/>
          <p:nvPr/>
        </p:nvPicPr>
        <p:blipFill rotWithShape="1">
          <a:blip r:embed="rId4">
            <a:alphaModFix/>
          </a:blip>
          <a:srcRect l="26530" r="26530"/>
          <a:stretch/>
        </p:blipFill>
        <p:spPr>
          <a:xfrm>
            <a:off x="2707824" y="546725"/>
            <a:ext cx="3922049" cy="2644599"/>
          </a:xfrm>
          <a:prstGeom prst="rect">
            <a:avLst/>
          </a:prstGeom>
          <a:noFill/>
          <a:ln>
            <a:noFill/>
          </a:ln>
        </p:spPr>
      </p:pic>
      <p:grpSp>
        <p:nvGrpSpPr>
          <p:cNvPr id="1044" name="Google Shape;1044;g2dadbbe58d1_1_3"/>
          <p:cNvGrpSpPr/>
          <p:nvPr/>
        </p:nvGrpSpPr>
        <p:grpSpPr>
          <a:xfrm>
            <a:off x="1662101" y="3614075"/>
            <a:ext cx="5819797" cy="1851900"/>
            <a:chOff x="1631503" y="3614075"/>
            <a:chExt cx="5819797" cy="1851900"/>
          </a:xfrm>
        </p:grpSpPr>
        <p:sp>
          <p:nvSpPr>
            <p:cNvPr id="1045" name="Google Shape;1045;g2dadbbe58d1_1_3"/>
            <p:cNvSpPr/>
            <p:nvPr/>
          </p:nvSpPr>
          <p:spPr>
            <a:xfrm flipH="1">
              <a:off x="1631588" y="3629300"/>
              <a:ext cx="58197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46" name="Google Shape;1046;g2dadbbe58d1_1_3"/>
            <p:cNvGrpSpPr/>
            <p:nvPr/>
          </p:nvGrpSpPr>
          <p:grpSpPr>
            <a:xfrm flipH="1">
              <a:off x="1631503" y="4063875"/>
              <a:ext cx="5819635" cy="1170725"/>
              <a:chOff x="1181252" y="4063875"/>
              <a:chExt cx="6294900" cy="1170725"/>
            </a:xfrm>
          </p:grpSpPr>
          <p:cxnSp>
            <p:nvCxnSpPr>
              <p:cNvPr id="1047" name="Google Shape;1047;g2dadbbe58d1_1_3"/>
              <p:cNvCxnSpPr/>
              <p:nvPr/>
            </p:nvCxnSpPr>
            <p:spPr>
              <a:xfrm>
                <a:off x="1181252" y="4367725"/>
                <a:ext cx="6294900" cy="0"/>
              </a:xfrm>
              <a:prstGeom prst="straightConnector1">
                <a:avLst/>
              </a:prstGeom>
              <a:noFill/>
              <a:ln w="28575" cap="flat" cmpd="sng">
                <a:solidFill>
                  <a:srgbClr val="C2EDFF"/>
                </a:solidFill>
                <a:prstDash val="lgDash"/>
                <a:miter lim="800000"/>
                <a:headEnd type="none" w="sm" len="sm"/>
                <a:tailEnd type="none" w="sm" len="sm"/>
              </a:ln>
            </p:spPr>
          </p:cxnSp>
          <p:cxnSp>
            <p:nvCxnSpPr>
              <p:cNvPr id="1048" name="Google Shape;1048;g2dadbbe58d1_1_3"/>
              <p:cNvCxnSpPr/>
              <p:nvPr/>
            </p:nvCxnSpPr>
            <p:spPr>
              <a:xfrm>
                <a:off x="1181252" y="4063875"/>
                <a:ext cx="6294900" cy="0"/>
              </a:xfrm>
              <a:prstGeom prst="straightConnector1">
                <a:avLst/>
              </a:prstGeom>
              <a:noFill/>
              <a:ln w="28575" cap="flat" cmpd="sng">
                <a:solidFill>
                  <a:srgbClr val="C2EDFF"/>
                </a:solidFill>
                <a:prstDash val="lgDash"/>
                <a:miter lim="800000"/>
                <a:headEnd type="none" w="sm" len="sm"/>
                <a:tailEnd type="none" w="sm" len="sm"/>
              </a:ln>
            </p:spPr>
          </p:cxnSp>
          <p:cxnSp>
            <p:nvCxnSpPr>
              <p:cNvPr id="1049" name="Google Shape;1049;g2dadbbe58d1_1_3"/>
              <p:cNvCxnSpPr/>
              <p:nvPr/>
            </p:nvCxnSpPr>
            <p:spPr>
              <a:xfrm>
                <a:off x="1181252" y="4971261"/>
                <a:ext cx="6294900" cy="0"/>
              </a:xfrm>
              <a:prstGeom prst="straightConnector1">
                <a:avLst/>
              </a:prstGeom>
              <a:noFill/>
              <a:ln w="28575" cap="flat" cmpd="sng">
                <a:solidFill>
                  <a:srgbClr val="C2EDFF"/>
                </a:solidFill>
                <a:prstDash val="solid"/>
                <a:miter lim="800000"/>
                <a:headEnd type="none" w="sm" len="sm"/>
                <a:tailEnd type="none" w="sm" len="sm"/>
              </a:ln>
            </p:spPr>
          </p:cxnSp>
          <p:cxnSp>
            <p:nvCxnSpPr>
              <p:cNvPr id="1050" name="Google Shape;1050;g2dadbbe58d1_1_3"/>
              <p:cNvCxnSpPr/>
              <p:nvPr/>
            </p:nvCxnSpPr>
            <p:spPr>
              <a:xfrm>
                <a:off x="1181252" y="5234600"/>
                <a:ext cx="62949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51" name="Google Shape;1051;g2dadbbe58d1_1_3"/>
            <p:cNvCxnSpPr/>
            <p:nvPr/>
          </p:nvCxnSpPr>
          <p:spPr>
            <a:xfrm rot="10800000">
              <a:off x="2538918"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52" name="Google Shape;1052;g2dadbbe58d1_1_3"/>
            <p:cNvCxnSpPr/>
            <p:nvPr/>
          </p:nvCxnSpPr>
          <p:spPr>
            <a:xfrm rot="10800000">
              <a:off x="3235446"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53" name="Google Shape;1053;g2dadbbe58d1_1_3"/>
            <p:cNvGrpSpPr/>
            <p:nvPr/>
          </p:nvGrpSpPr>
          <p:grpSpPr>
            <a:xfrm flipH="1">
              <a:off x="4889267" y="3629300"/>
              <a:ext cx="2562033" cy="1828800"/>
              <a:chOff x="1116992" y="3631675"/>
              <a:chExt cx="2562033" cy="1828800"/>
            </a:xfrm>
          </p:grpSpPr>
          <p:sp>
            <p:nvSpPr>
              <p:cNvPr id="1054" name="Google Shape;1054;g2dadbbe58d1_1_3"/>
              <p:cNvSpPr/>
              <p:nvPr/>
            </p:nvSpPr>
            <p:spPr>
              <a:xfrm rot="-5400000">
                <a:off x="1410842" y="3337825"/>
                <a:ext cx="1828800" cy="24165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55" name="Google Shape;1055;g2dadbbe58d1_1_3"/>
              <p:cNvGrpSpPr/>
              <p:nvPr/>
            </p:nvGrpSpPr>
            <p:grpSpPr>
              <a:xfrm>
                <a:off x="3415325" y="4484375"/>
                <a:ext cx="263700" cy="263700"/>
                <a:chOff x="3415325" y="4484375"/>
                <a:chExt cx="263700" cy="263700"/>
              </a:xfrm>
            </p:grpSpPr>
            <p:sp>
              <p:nvSpPr>
                <p:cNvPr id="1056" name="Google Shape;1056;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57" name="Google Shape;1057;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58" name="Google Shape;1058;g2dadbbe58d1_1_3"/>
            <p:cNvCxnSpPr/>
            <p:nvPr/>
          </p:nvCxnSpPr>
          <p:spPr>
            <a:xfrm rot="10800000">
              <a:off x="4086566"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59" name="Google Shape;1059;g2dadbbe58d1_1_3"/>
            <p:cNvCxnSpPr/>
            <p:nvPr/>
          </p:nvCxnSpPr>
          <p:spPr>
            <a:xfrm rot="10800000">
              <a:off x="6023436"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60" name="Google Shape;1060;g2dadbbe58d1_1_3"/>
          <p:cNvSpPr txBox="1"/>
          <p:nvPr/>
        </p:nvSpPr>
        <p:spPr>
          <a:xfrm>
            <a:off x="1721261"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s</a:t>
            </a:r>
            <a:endParaRPr sz="8500" b="0" i="0" u="none" strike="noStrike" cap="none">
              <a:solidFill>
                <a:srgbClr val="2356AF"/>
              </a:solidFill>
              <a:latin typeface="Jost"/>
              <a:ea typeface="Jost"/>
              <a:cs typeface="Jost"/>
              <a:sym typeface="Jost"/>
            </a:endParaRPr>
          </a:p>
        </p:txBody>
      </p:sp>
      <p:sp>
        <p:nvSpPr>
          <p:cNvPr id="1061" name="Google Shape;1061;g2dadbbe58d1_1_3"/>
          <p:cNvSpPr txBox="1"/>
          <p:nvPr/>
        </p:nvSpPr>
        <p:spPr>
          <a:xfrm>
            <a:off x="3282063" y="4064350"/>
            <a:ext cx="835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o</a:t>
            </a:r>
            <a:endParaRPr sz="8500" b="0" i="0" u="none" strike="noStrike" cap="none">
              <a:solidFill>
                <a:srgbClr val="ED1C24"/>
              </a:solidFill>
              <a:latin typeface="Jost"/>
              <a:ea typeface="Jost"/>
              <a:cs typeface="Jost"/>
              <a:sym typeface="Jost"/>
            </a:endParaRPr>
          </a:p>
        </p:txBody>
      </p:sp>
      <p:sp>
        <p:nvSpPr>
          <p:cNvPr id="1062" name="Google Shape;1062;g2dadbbe58d1_1_3"/>
          <p:cNvSpPr txBox="1"/>
          <p:nvPr/>
        </p:nvSpPr>
        <p:spPr>
          <a:xfrm>
            <a:off x="2612161" y="4064350"/>
            <a:ext cx="64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t</a:t>
            </a:r>
            <a:endParaRPr sz="8500" b="0" i="0" u="none" strike="noStrike" cap="none">
              <a:solidFill>
                <a:srgbClr val="2356AF"/>
              </a:solidFill>
              <a:latin typeface="Jost"/>
              <a:ea typeface="Jost"/>
              <a:cs typeface="Jost"/>
              <a:sym typeface="Jost"/>
            </a:endParaRPr>
          </a:p>
        </p:txBody>
      </p:sp>
      <p:sp>
        <p:nvSpPr>
          <p:cNvPr id="1063" name="Google Shape;1063;g2dadbbe58d1_1_3"/>
          <p:cNvSpPr txBox="1"/>
          <p:nvPr/>
        </p:nvSpPr>
        <p:spPr>
          <a:xfrm>
            <a:off x="4117124"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p</a:t>
            </a:r>
            <a:endParaRPr sz="8500" b="0" i="0" u="none" strike="noStrike" cap="none">
              <a:solidFill>
                <a:srgbClr val="2356AF"/>
              </a:solidFill>
              <a:latin typeface="Jost"/>
              <a:ea typeface="Jost"/>
              <a:cs typeface="Jost"/>
              <a:sym typeface="Jost"/>
            </a:endParaRPr>
          </a:p>
        </p:txBody>
      </p:sp>
      <p:sp>
        <p:nvSpPr>
          <p:cNvPr id="1064" name="Google Shape;1064;g2dadbbe58d1_1_3"/>
          <p:cNvSpPr txBox="1"/>
          <p:nvPr/>
        </p:nvSpPr>
        <p:spPr>
          <a:xfrm>
            <a:off x="5134199"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FFD403"/>
              </a:solidFill>
              <a:latin typeface="Jost"/>
              <a:ea typeface="Jost"/>
              <a:cs typeface="Jost"/>
              <a:sym typeface="Jost"/>
            </a:endParaRPr>
          </a:p>
        </p:txBody>
      </p:sp>
      <p:sp>
        <p:nvSpPr>
          <p:cNvPr id="1065" name="Google Shape;1065;g2dadbbe58d1_1_3"/>
          <p:cNvSpPr txBox="1"/>
          <p:nvPr/>
        </p:nvSpPr>
        <p:spPr>
          <a:xfrm>
            <a:off x="6060835" y="4064350"/>
            <a:ext cx="1374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D0CECE"/>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g2e84bffdeef_0_12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72" name="Google Shape;1072;g2e84bffdeef_0_12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73" name="Google Shape;1073;g2e84bffdeef_0_120"/>
          <p:cNvGrpSpPr/>
          <p:nvPr/>
        </p:nvGrpSpPr>
        <p:grpSpPr>
          <a:xfrm>
            <a:off x="3024000" y="209875"/>
            <a:ext cx="3096000" cy="454800"/>
            <a:chOff x="3024000" y="209875"/>
            <a:chExt cx="3096000" cy="454800"/>
          </a:xfrm>
        </p:grpSpPr>
        <p:sp>
          <p:nvSpPr>
            <p:cNvPr id="1074" name="Google Shape;1074;g2e84bffdeef_0_12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5" name="Google Shape;1075;g2e84bffdeef_0_12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76" name="Google Shape;1076;g2e84bffdeef_0_120"/>
            <p:cNvPicPr preferRelativeResize="0"/>
            <p:nvPr/>
          </p:nvPicPr>
          <p:blipFill rotWithShape="1">
            <a:blip r:embed="rId3">
              <a:alphaModFix/>
            </a:blip>
            <a:srcRect/>
            <a:stretch/>
          </p:blipFill>
          <p:spPr>
            <a:xfrm>
              <a:off x="3278989" y="302008"/>
              <a:ext cx="214317" cy="246300"/>
            </a:xfrm>
            <a:prstGeom prst="rect">
              <a:avLst/>
            </a:prstGeom>
            <a:noFill/>
            <a:ln>
              <a:noFill/>
            </a:ln>
          </p:spPr>
        </p:pic>
      </p:grpSp>
      <p:grpSp>
        <p:nvGrpSpPr>
          <p:cNvPr id="1077" name="Google Shape;1077;g2e84bffdeef_0_120"/>
          <p:cNvGrpSpPr/>
          <p:nvPr/>
        </p:nvGrpSpPr>
        <p:grpSpPr>
          <a:xfrm>
            <a:off x="1662101" y="3614075"/>
            <a:ext cx="5819797" cy="1851900"/>
            <a:chOff x="1631503" y="3614075"/>
            <a:chExt cx="5819797" cy="1851900"/>
          </a:xfrm>
        </p:grpSpPr>
        <p:sp>
          <p:nvSpPr>
            <p:cNvPr id="1078" name="Google Shape;1078;g2e84bffdeef_0_120"/>
            <p:cNvSpPr/>
            <p:nvPr/>
          </p:nvSpPr>
          <p:spPr>
            <a:xfrm flipH="1">
              <a:off x="1631588" y="3629300"/>
              <a:ext cx="58197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79" name="Google Shape;1079;g2e84bffdeef_0_120"/>
            <p:cNvGrpSpPr/>
            <p:nvPr/>
          </p:nvGrpSpPr>
          <p:grpSpPr>
            <a:xfrm flipH="1">
              <a:off x="1631503" y="4063875"/>
              <a:ext cx="5819635" cy="1170725"/>
              <a:chOff x="1181252" y="4063875"/>
              <a:chExt cx="6294900" cy="1170725"/>
            </a:xfrm>
          </p:grpSpPr>
          <p:cxnSp>
            <p:nvCxnSpPr>
              <p:cNvPr id="1080" name="Google Shape;1080;g2e84bffdeef_0_120"/>
              <p:cNvCxnSpPr/>
              <p:nvPr/>
            </p:nvCxnSpPr>
            <p:spPr>
              <a:xfrm>
                <a:off x="1181252" y="4367725"/>
                <a:ext cx="6294900" cy="0"/>
              </a:xfrm>
              <a:prstGeom prst="straightConnector1">
                <a:avLst/>
              </a:prstGeom>
              <a:noFill/>
              <a:ln w="28575" cap="flat" cmpd="sng">
                <a:solidFill>
                  <a:srgbClr val="C2EDFF"/>
                </a:solidFill>
                <a:prstDash val="lgDash"/>
                <a:miter lim="800000"/>
                <a:headEnd type="none" w="sm" len="sm"/>
                <a:tailEnd type="none" w="sm" len="sm"/>
              </a:ln>
            </p:spPr>
          </p:cxnSp>
          <p:cxnSp>
            <p:nvCxnSpPr>
              <p:cNvPr id="1081" name="Google Shape;1081;g2e84bffdeef_0_120"/>
              <p:cNvCxnSpPr/>
              <p:nvPr/>
            </p:nvCxnSpPr>
            <p:spPr>
              <a:xfrm>
                <a:off x="1181252" y="4063875"/>
                <a:ext cx="6294900" cy="0"/>
              </a:xfrm>
              <a:prstGeom prst="straightConnector1">
                <a:avLst/>
              </a:prstGeom>
              <a:noFill/>
              <a:ln w="28575" cap="flat" cmpd="sng">
                <a:solidFill>
                  <a:srgbClr val="C2EDFF"/>
                </a:solidFill>
                <a:prstDash val="lgDash"/>
                <a:miter lim="800000"/>
                <a:headEnd type="none" w="sm" len="sm"/>
                <a:tailEnd type="none" w="sm" len="sm"/>
              </a:ln>
            </p:spPr>
          </p:cxnSp>
          <p:cxnSp>
            <p:nvCxnSpPr>
              <p:cNvPr id="1082" name="Google Shape;1082;g2e84bffdeef_0_120"/>
              <p:cNvCxnSpPr/>
              <p:nvPr/>
            </p:nvCxnSpPr>
            <p:spPr>
              <a:xfrm>
                <a:off x="1181252" y="4971261"/>
                <a:ext cx="6294900" cy="0"/>
              </a:xfrm>
              <a:prstGeom prst="straightConnector1">
                <a:avLst/>
              </a:prstGeom>
              <a:noFill/>
              <a:ln w="28575" cap="flat" cmpd="sng">
                <a:solidFill>
                  <a:srgbClr val="C2EDFF"/>
                </a:solidFill>
                <a:prstDash val="solid"/>
                <a:miter lim="800000"/>
                <a:headEnd type="none" w="sm" len="sm"/>
                <a:tailEnd type="none" w="sm" len="sm"/>
              </a:ln>
            </p:spPr>
          </p:cxnSp>
          <p:cxnSp>
            <p:nvCxnSpPr>
              <p:cNvPr id="1083" name="Google Shape;1083;g2e84bffdeef_0_120"/>
              <p:cNvCxnSpPr/>
              <p:nvPr/>
            </p:nvCxnSpPr>
            <p:spPr>
              <a:xfrm>
                <a:off x="1181252" y="5234600"/>
                <a:ext cx="62949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84" name="Google Shape;1084;g2e84bffdeef_0_120"/>
            <p:cNvCxnSpPr/>
            <p:nvPr/>
          </p:nvCxnSpPr>
          <p:spPr>
            <a:xfrm rot="10800000">
              <a:off x="2538918"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85" name="Google Shape;1085;g2e84bffdeef_0_120"/>
            <p:cNvCxnSpPr/>
            <p:nvPr/>
          </p:nvCxnSpPr>
          <p:spPr>
            <a:xfrm rot="10800000">
              <a:off x="3235446"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86" name="Google Shape;1086;g2e84bffdeef_0_120"/>
            <p:cNvGrpSpPr/>
            <p:nvPr/>
          </p:nvGrpSpPr>
          <p:grpSpPr>
            <a:xfrm flipH="1">
              <a:off x="4889267" y="3629300"/>
              <a:ext cx="2562033" cy="1828800"/>
              <a:chOff x="1116992" y="3631675"/>
              <a:chExt cx="2562033" cy="1828800"/>
            </a:xfrm>
          </p:grpSpPr>
          <p:sp>
            <p:nvSpPr>
              <p:cNvPr id="1087" name="Google Shape;1087;g2e84bffdeef_0_120"/>
              <p:cNvSpPr/>
              <p:nvPr/>
            </p:nvSpPr>
            <p:spPr>
              <a:xfrm rot="-5400000">
                <a:off x="1410842" y="3337825"/>
                <a:ext cx="1828800" cy="24165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88" name="Google Shape;1088;g2e84bffdeef_0_120"/>
              <p:cNvGrpSpPr/>
              <p:nvPr/>
            </p:nvGrpSpPr>
            <p:grpSpPr>
              <a:xfrm>
                <a:off x="3415325" y="4484375"/>
                <a:ext cx="263700" cy="263700"/>
                <a:chOff x="3415325" y="4484375"/>
                <a:chExt cx="263700" cy="263700"/>
              </a:xfrm>
            </p:grpSpPr>
            <p:sp>
              <p:nvSpPr>
                <p:cNvPr id="1089" name="Google Shape;1089;g2e84bffdeef_0_120"/>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90" name="Google Shape;1090;g2e84bffdeef_0_120"/>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91" name="Google Shape;1091;g2e84bffdeef_0_120"/>
            <p:cNvCxnSpPr/>
            <p:nvPr/>
          </p:nvCxnSpPr>
          <p:spPr>
            <a:xfrm rot="10800000">
              <a:off x="4086566"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92" name="Google Shape;1092;g2e84bffdeef_0_120"/>
            <p:cNvCxnSpPr/>
            <p:nvPr/>
          </p:nvCxnSpPr>
          <p:spPr>
            <a:xfrm rot="10800000">
              <a:off x="6023436" y="3614075"/>
              <a:ext cx="0" cy="1851900"/>
            </a:xfrm>
            <a:prstGeom prst="straightConnector1">
              <a:avLst/>
            </a:prstGeom>
            <a:noFill/>
            <a:ln w="28575" cap="flat" cmpd="sng">
              <a:solidFill>
                <a:srgbClr val="C2EDFF"/>
              </a:solidFill>
              <a:prstDash val="dash"/>
              <a:miter lim="800000"/>
              <a:headEnd type="none" w="sm" len="sm"/>
              <a:tailEnd type="none" w="sm" len="sm"/>
            </a:ln>
          </p:spPr>
        </p:cxnSp>
      </p:grpSp>
      <p:cxnSp>
        <p:nvCxnSpPr>
          <p:cNvPr id="1093" name="Google Shape;1093;g2e84bffdeef_0_120"/>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pic>
        <p:nvPicPr>
          <p:cNvPr id="1094" name="Google Shape;1094;g2e84bffdeef_0_120"/>
          <p:cNvPicPr preferRelativeResize="0"/>
          <p:nvPr/>
        </p:nvPicPr>
        <p:blipFill rotWithShape="1">
          <a:blip r:embed="rId4">
            <a:alphaModFix/>
          </a:blip>
          <a:srcRect l="26530" r="26530"/>
          <a:stretch/>
        </p:blipFill>
        <p:spPr>
          <a:xfrm>
            <a:off x="2707824" y="546725"/>
            <a:ext cx="3922049" cy="2644599"/>
          </a:xfrm>
          <a:prstGeom prst="rect">
            <a:avLst/>
          </a:prstGeom>
          <a:noFill/>
          <a:ln>
            <a:noFill/>
          </a:ln>
        </p:spPr>
      </p:pic>
      <p:sp>
        <p:nvSpPr>
          <p:cNvPr id="1095" name="Google Shape;1095;g2e84bffdeef_0_120"/>
          <p:cNvSpPr txBox="1"/>
          <p:nvPr/>
        </p:nvSpPr>
        <p:spPr>
          <a:xfrm>
            <a:off x="1721261"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s</a:t>
            </a:r>
            <a:endParaRPr sz="8500" b="0" i="0" u="none" strike="noStrike" cap="none">
              <a:solidFill>
                <a:srgbClr val="2356AF"/>
              </a:solidFill>
              <a:latin typeface="Jost"/>
              <a:ea typeface="Jost"/>
              <a:cs typeface="Jost"/>
              <a:sym typeface="Jost"/>
            </a:endParaRPr>
          </a:p>
        </p:txBody>
      </p:sp>
      <p:sp>
        <p:nvSpPr>
          <p:cNvPr id="1096" name="Google Shape;1096;g2e84bffdeef_0_120"/>
          <p:cNvSpPr txBox="1"/>
          <p:nvPr/>
        </p:nvSpPr>
        <p:spPr>
          <a:xfrm>
            <a:off x="3282063" y="4064350"/>
            <a:ext cx="835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o</a:t>
            </a:r>
            <a:endParaRPr sz="8500" b="0" i="0" u="none" strike="noStrike" cap="none">
              <a:solidFill>
                <a:srgbClr val="ED1C24"/>
              </a:solidFill>
              <a:latin typeface="Jost"/>
              <a:ea typeface="Jost"/>
              <a:cs typeface="Jost"/>
              <a:sym typeface="Jost"/>
            </a:endParaRPr>
          </a:p>
        </p:txBody>
      </p:sp>
      <p:sp>
        <p:nvSpPr>
          <p:cNvPr id="1097" name="Google Shape;1097;g2e84bffdeef_0_120"/>
          <p:cNvSpPr txBox="1"/>
          <p:nvPr/>
        </p:nvSpPr>
        <p:spPr>
          <a:xfrm>
            <a:off x="2612161" y="4064350"/>
            <a:ext cx="64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t</a:t>
            </a:r>
            <a:endParaRPr sz="8500" b="0" i="0" u="none" strike="noStrike" cap="none">
              <a:solidFill>
                <a:srgbClr val="2356AF"/>
              </a:solidFill>
              <a:latin typeface="Jost"/>
              <a:ea typeface="Jost"/>
              <a:cs typeface="Jost"/>
              <a:sym typeface="Jost"/>
            </a:endParaRPr>
          </a:p>
        </p:txBody>
      </p:sp>
      <p:sp>
        <p:nvSpPr>
          <p:cNvPr id="1098" name="Google Shape;1098;g2e84bffdeef_0_120"/>
          <p:cNvSpPr txBox="1"/>
          <p:nvPr/>
        </p:nvSpPr>
        <p:spPr>
          <a:xfrm>
            <a:off x="4117124"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3"/>
                </a:solidFill>
                <a:latin typeface="Jost"/>
                <a:ea typeface="Jost"/>
                <a:cs typeface="Jost"/>
                <a:sym typeface="Jost"/>
              </a:rPr>
              <a:t>p</a:t>
            </a:r>
            <a:endParaRPr sz="8500" b="0" i="0" u="none" strike="noStrike" cap="none">
              <a:solidFill>
                <a:srgbClr val="FFD403"/>
              </a:solidFill>
              <a:latin typeface="Jost"/>
              <a:ea typeface="Jost"/>
              <a:cs typeface="Jost"/>
              <a:sym typeface="Jost"/>
            </a:endParaRPr>
          </a:p>
        </p:txBody>
      </p:sp>
      <p:sp>
        <p:nvSpPr>
          <p:cNvPr id="1099" name="Google Shape;1099;g2e84bffdeef_0_120"/>
          <p:cNvSpPr txBox="1"/>
          <p:nvPr/>
        </p:nvSpPr>
        <p:spPr>
          <a:xfrm>
            <a:off x="5134199"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3"/>
                </a:solidFill>
                <a:latin typeface="Jost"/>
                <a:ea typeface="Jost"/>
                <a:cs typeface="Jost"/>
                <a:sym typeface="Jost"/>
              </a:rPr>
              <a:t>p</a:t>
            </a:r>
            <a:endParaRPr sz="8500" b="0" i="0" u="none" strike="noStrike" cap="none">
              <a:solidFill>
                <a:srgbClr val="FFD403"/>
              </a:solidFill>
              <a:latin typeface="Jost"/>
              <a:ea typeface="Jost"/>
              <a:cs typeface="Jost"/>
              <a:sym typeface="Jost"/>
            </a:endParaRPr>
          </a:p>
        </p:txBody>
      </p:sp>
      <p:sp>
        <p:nvSpPr>
          <p:cNvPr id="1100" name="Google Shape;1100;g2e84bffdeef_0_120"/>
          <p:cNvSpPr txBox="1"/>
          <p:nvPr/>
        </p:nvSpPr>
        <p:spPr>
          <a:xfrm>
            <a:off x="6060835" y="4064350"/>
            <a:ext cx="1374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D0CECE"/>
                </a:solidFill>
                <a:latin typeface="Jost"/>
                <a:ea typeface="Jost"/>
                <a:cs typeface="Jost"/>
                <a:sym typeface="Jost"/>
              </a:rPr>
              <a:t>e</a:t>
            </a:r>
            <a:r>
              <a:rPr lang="en-US" sz="8500" b="0" i="0" u="none" strike="noStrike" cap="none">
                <a:solidFill>
                  <a:srgbClr val="2356AF"/>
                </a:solidFill>
                <a:latin typeface="Jost"/>
                <a:ea typeface="Jost"/>
                <a:cs typeface="Jost"/>
                <a:sym typeface="Jost"/>
              </a:rPr>
              <a:t>d</a:t>
            </a:r>
            <a:endParaRPr sz="8500" b="0" i="0" u="none" strike="noStrike" cap="none">
              <a:solidFill>
                <a:srgbClr val="D0CECE"/>
              </a:solidFill>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7" name="Google Shape;1107;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8" name="Google Shape;1108;g1f3daf8a844_0_64"/>
          <p:cNvGrpSpPr/>
          <p:nvPr/>
        </p:nvGrpSpPr>
        <p:grpSpPr>
          <a:xfrm>
            <a:off x="3024000" y="209875"/>
            <a:ext cx="3096000" cy="454800"/>
            <a:chOff x="3024000" y="209875"/>
            <a:chExt cx="3096000" cy="454800"/>
          </a:xfrm>
        </p:grpSpPr>
        <p:sp>
          <p:nvSpPr>
            <p:cNvPr id="1109" name="Google Shape;1109;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0" name="Google Shape;1110;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1" name="Google Shape;1111;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2" name="Google Shape;1112;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3" name="Google Shape;1113;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4" name="Google Shape;1114;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5" name="Google Shape;1115;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6" name="Google Shape;1116;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17" name="Google Shape;1117;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18" name="Google Shape;1118;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19" name="Google Shape;1119;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20" name="Google Shape;1120;g1f3daf8a844_0_64"/>
          <p:cNvSpPr txBox="1"/>
          <p:nvPr/>
        </p:nvSpPr>
        <p:spPr>
          <a:xfrm>
            <a:off x="3476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ou</a:t>
            </a:r>
            <a:endParaRPr sz="5500" b="0" i="0" u="none" strike="noStrike" cap="none">
              <a:solidFill>
                <a:srgbClr val="815137"/>
              </a:solidFill>
              <a:latin typeface="Jost"/>
              <a:ea typeface="Jost"/>
              <a:cs typeface="Jost"/>
              <a:sym typeface="Jost"/>
            </a:endParaRPr>
          </a:p>
        </p:txBody>
      </p:sp>
      <p:sp>
        <p:nvSpPr>
          <p:cNvPr id="1121" name="Google Shape;1121;g1f3daf8a844_0_64"/>
          <p:cNvSpPr txBox="1"/>
          <p:nvPr/>
        </p:nvSpPr>
        <p:spPr>
          <a:xfrm>
            <a:off x="2324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122" name="Google Shape;1122;g1f3daf8a844_0_64"/>
          <p:cNvSpPr txBox="1"/>
          <p:nvPr/>
        </p:nvSpPr>
        <p:spPr>
          <a:xfrm>
            <a:off x="4629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23" name="Google Shape;1123;g1f3daf8a844_0_64"/>
          <p:cNvSpPr txBox="1"/>
          <p:nvPr/>
        </p:nvSpPr>
        <p:spPr>
          <a:xfrm>
            <a:off x="5782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124" name="Google Shape;1124;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cxnSp>
        <p:nvCxnSpPr>
          <p:cNvPr id="1125" name="Google Shape;1125;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6" name="Google Shape;1126;g1f3daf8a844_0_64"/>
          <p:cNvSpPr txBox="1"/>
          <p:nvPr/>
        </p:nvSpPr>
        <p:spPr>
          <a:xfrm>
            <a:off x="2302454" y="99950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1"/>
        <p:cNvGrpSpPr/>
        <p:nvPr/>
      </p:nvGrpSpPr>
      <p:grpSpPr>
        <a:xfrm>
          <a:off x="0" y="0"/>
          <a:ext cx="0" cy="0"/>
          <a:chOff x="0" y="0"/>
          <a:chExt cx="0" cy="0"/>
        </a:xfrm>
      </p:grpSpPr>
      <p:sp>
        <p:nvSpPr>
          <p:cNvPr id="1132" name="Google Shape;1132;g2735bf37635_0_5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3" name="Google Shape;1133;g2735bf37635_0_5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34" name="Google Shape;1134;g2735bf37635_0_57"/>
          <p:cNvGrpSpPr/>
          <p:nvPr/>
        </p:nvGrpSpPr>
        <p:grpSpPr>
          <a:xfrm>
            <a:off x="3024000" y="209875"/>
            <a:ext cx="3096000" cy="454800"/>
            <a:chOff x="3024000" y="209875"/>
            <a:chExt cx="3096000" cy="454800"/>
          </a:xfrm>
        </p:grpSpPr>
        <p:sp>
          <p:nvSpPr>
            <p:cNvPr id="1135" name="Google Shape;1135;g2735bf37635_0_5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6" name="Google Shape;1136;g2735bf37635_0_5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7" name="Google Shape;1137;g2735bf37635_0_57"/>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38" name="Google Shape;1138;g2735bf37635_0_57"/>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w</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nted shouted sorted</a:t>
            </a:r>
            <a:endParaRPr sz="1800" b="0" i="0" u="none" strike="noStrike" cap="none">
              <a:solidFill>
                <a:srgbClr val="B7B7B7"/>
              </a:solidFill>
              <a:latin typeface="Jost"/>
              <a:ea typeface="Jost"/>
              <a:cs typeface="Jost"/>
              <a:sym typeface="Jost"/>
            </a:endParaRPr>
          </a:p>
        </p:txBody>
      </p:sp>
      <p:cxnSp>
        <p:nvCxnSpPr>
          <p:cNvPr id="1139" name="Google Shape;1139;g2735bf37635_0_57"/>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40" name="Google Shape;1140;g2735bf37635_0_57"/>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1" name="Google Shape;1141;g2735bf37635_0_57"/>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2" name="Google Shape;1142;g2735bf37635_0_57"/>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3" name="Google Shape;1143;g2735bf37635_0_57"/>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44" name="Google Shape;1144;g2735bf37635_0_57"/>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45" name="Google Shape;1145;g2735bf37635_0_57"/>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46" name="Google Shape;1146;g2735bf37635_0_57"/>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cxnSp>
        <p:nvCxnSpPr>
          <p:cNvPr id="1147" name="Google Shape;1147;g2735bf37635_0_57"/>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48" name="Google Shape;1148;g2735bf37635_0_57"/>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49" name="Google Shape;1149;g2735bf37635_0_57"/>
          <p:cNvSpPr txBox="1"/>
          <p:nvPr/>
        </p:nvSpPr>
        <p:spPr>
          <a:xfrm>
            <a:off x="3476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ou</a:t>
            </a:r>
            <a:endParaRPr sz="5500" b="0" i="0" u="none" strike="noStrike" cap="none">
              <a:solidFill>
                <a:srgbClr val="815137"/>
              </a:solidFill>
              <a:latin typeface="Jost"/>
              <a:ea typeface="Jost"/>
              <a:cs typeface="Jost"/>
              <a:sym typeface="Jost"/>
            </a:endParaRPr>
          </a:p>
        </p:txBody>
      </p:sp>
      <p:sp>
        <p:nvSpPr>
          <p:cNvPr id="1150" name="Google Shape;1150;g2735bf37635_0_57"/>
          <p:cNvSpPr txBox="1"/>
          <p:nvPr/>
        </p:nvSpPr>
        <p:spPr>
          <a:xfrm>
            <a:off x="2324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151" name="Google Shape;1151;g2735bf37635_0_57"/>
          <p:cNvSpPr txBox="1"/>
          <p:nvPr/>
        </p:nvSpPr>
        <p:spPr>
          <a:xfrm>
            <a:off x="4629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52" name="Google Shape;1152;g2735bf37635_0_57"/>
          <p:cNvSpPr txBox="1"/>
          <p:nvPr/>
        </p:nvSpPr>
        <p:spPr>
          <a:xfrm>
            <a:off x="5782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153" name="Google Shape;1153;g2735bf37635_0_57"/>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54" name="Google Shape;1154;g2735bf37635_0_57"/>
          <p:cNvSpPr txBox="1"/>
          <p:nvPr/>
        </p:nvSpPr>
        <p:spPr>
          <a:xfrm>
            <a:off x="2302454" y="99950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376</Words>
  <Application>Microsoft Office PowerPoint</Application>
  <PresentationFormat>On-screen Show (4:3)</PresentationFormat>
  <Paragraphs>149</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Poppins Medium</vt:lpstr>
      <vt:lpstr>Arial</vt:lpstr>
      <vt:lpstr>Poppins</vt:lpstr>
      <vt:lpstr>Jost</vt:lpstr>
      <vt:lpstr>Nunito Black</vt:lpstr>
      <vt:lpstr>Calibri</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2026-06-03T00:42:53Z</dcterms:modified>
</cp:coreProperties>
</file>