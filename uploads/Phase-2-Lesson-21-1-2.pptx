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embeddedFontLst>
    <p:embeddedFont>
      <p:font typeface="Finger Paint" panose="020B0604020202020204" charset="0"/>
      <p:regular r:id="rId31"/>
    </p:embeddedFont>
    <p:embeddedFont>
      <p:font typeface="Jost" panose="020B0604020202020204" charset="0"/>
      <p:regular r:id="rId32"/>
      <p:bold r:id="rId33"/>
      <p:italic r:id="rId34"/>
      <p:boldItalic r:id="rId35"/>
    </p:embeddedFont>
    <p:embeddedFont>
      <p:font typeface="Mulish" panose="020B0604020202020204" charset="0"/>
      <p:regular r:id="rId36"/>
      <p:bold r:id="rId37"/>
      <p:italic r:id="rId38"/>
      <p:boldItalic r:id="rId39"/>
    </p:embeddedFont>
    <p:embeddedFont>
      <p:font typeface="Nunito Black" pitchFamily="2" charset="0"/>
      <p:bold r:id="rId40"/>
      <p:boldItalic r:id="rId41"/>
    </p:embeddedFont>
    <p:embeddedFont>
      <p:font typeface="Poppins" panose="00000500000000000000" pitchFamily="2" charset="0"/>
      <p:regular r:id="rId42"/>
      <p:bold r:id="rId43"/>
      <p:italic r:id="rId44"/>
      <p:boldItalic r:id="rId45"/>
    </p:embeddedFont>
    <p:embeddedFont>
      <p:font typeface="Poppins Medium" panose="00000600000000000000" pitchFamily="2" charset="0"/>
      <p:regular r:id="rId46"/>
      <p:bold r:id="rId47"/>
      <p:italic r:id="rId48"/>
      <p:boldItalic r:id="rId49"/>
    </p:embeddedFont>
    <p:embeddedFont>
      <p:font typeface="Poppins SemiBold" panose="00000700000000000000"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i6faw3xA0JoGNRkYEm+e0GLPFM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EB0EE8-DF15-427A-99F7-EB70455FAF59}">
  <a:tblStyle styleId="{7CEB0EE8-DF15-427A-99F7-EB70455FAF5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font" Target="fonts/font23.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 Id="rId6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d9cd22c30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d9cd22c30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d9cd22c30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1" name="Google Shape;76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49a5f98e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49a5f98e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49a5f98e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49a5f98e9_1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49a5f98e9_1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49a5f98e9_1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1ac56cd0af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31ac56cd0af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31ac56cd0af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31ac56cd0af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31ac56cd0af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1ac56cd0af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c49a5f98e9_1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c49a5f98e9_1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c49a5f98e9_1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c49a5f98e9_1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c49a5f98e9_1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c49a5f98e9_1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4efc67c87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4efc67c87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4efc67c87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'h'</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5 - Monday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21</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5.xml"/><Relationship Id="rId5" Type="http://schemas.openxmlformats.org/officeDocument/2006/relationships/image" Target="../media/image5.png"/><Relationship Id="rId10" Type="http://schemas.openxmlformats.org/officeDocument/2006/relationships/slide" Target="slide7.xml"/><Relationship Id="rId4" Type="http://schemas.openxmlformats.org/officeDocument/2006/relationships/image" Target="../media/image9.png"/><Relationship Id="rId9" Type="http://schemas.openxmlformats.org/officeDocument/2006/relationships/slide" Target="slide5.xml"/><Relationship Id="rId14"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3.xml"/><Relationship Id="rId16"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'h'</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21</a:t>
            </a:r>
            <a:endParaRPr/>
          </a:p>
        </p:txBody>
      </p:sp>
      <p:pic>
        <p:nvPicPr>
          <p:cNvPr id="689" name="Google Shape;689;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91" name="Google Shape;691;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2" name="Google Shape;692;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3" name="Google Shape;693;p1"/>
          <p:cNvGraphicFramePr/>
          <p:nvPr/>
        </p:nvGraphicFramePr>
        <p:xfrm>
          <a:off x="4844200" y="1891197"/>
          <a:ext cx="3785000" cy="1678950"/>
        </p:xfrm>
        <a:graphic>
          <a:graphicData uri="http://schemas.openxmlformats.org/drawingml/2006/table">
            <a:tbl>
              <a:tblPr firstRow="1" bandRow="1">
                <a:noFill/>
                <a:tableStyleId>{7CEB0EE8-DF15-427A-99F7-EB70455FAF59}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h</a:t>
            </a:r>
            <a:r>
              <a:rPr lang="en-US"/>
              <a:t>.</a:t>
            </a:r>
            <a:endParaRPr/>
          </a:p>
        </p:txBody>
      </p:sp>
      <p:sp>
        <p:nvSpPr>
          <p:cNvPr id="700" name="Google Shape;700;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a:t>
            </a:r>
            <a:r>
              <a:rPr lang="en-US"/>
              <a:t> using flashcards.</a:t>
            </a:r>
            <a:endParaRPr/>
          </a:p>
        </p:txBody>
      </p:sp>
      <p:sp>
        <p:nvSpPr>
          <p:cNvPr id="701" name="Google Shape;701;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2" name="Google Shape;702;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9" name="Google Shape;719;g2bee4f4af4b_0_204"/>
          <p:cNvPicPr preferRelativeResize="0"/>
          <p:nvPr/>
        </p:nvPicPr>
        <p:blipFill rotWithShape="1">
          <a:blip r:embed="rId8">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20" name="Google Shape;720;g2bee4f4af4b_0_204">
            <a:hlinkClick r:id="rId9" action="ppaction://hlinksldjump"/>
          </p:cNvPr>
          <p:cNvSpPr/>
          <p:nvPr/>
        </p:nvSpPr>
        <p:spPr>
          <a:xfrm>
            <a:off x="1048876"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0" action="ppaction://hlinksldjump"/>
          </p:cNvPr>
          <p:cNvSpPr/>
          <p:nvPr/>
        </p:nvSpPr>
        <p:spPr>
          <a:xfrm>
            <a:off x="2448938"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a:hlinkClick r:id="rId11" action="ppaction://hlinksldjump"/>
          </p:cNvPr>
          <p:cNvSpPr/>
          <p:nvPr/>
        </p:nvSpPr>
        <p:spPr>
          <a:xfrm>
            <a:off x="3569026"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3" name="Google Shape;723;g2bee4f4af4b_0_204">
            <a:hlinkClick r:id="rId12" action="ppaction://hlinksldjump"/>
          </p:cNvPr>
          <p:cNvSpPr/>
          <p:nvPr/>
        </p:nvSpPr>
        <p:spPr>
          <a:xfrm>
            <a:off x="4897903" y="376152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4" name="Google Shape;724;g2bee4f4af4b_0_204">
            <a:hlinkClick r:id="rId13" action="ppaction://hlinksldjump"/>
          </p:cNvPr>
          <p:cNvSpPr/>
          <p:nvPr/>
        </p:nvSpPr>
        <p:spPr>
          <a:xfrm>
            <a:off x="5954316" y="374585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g2bee4f4af4b_0_204">
            <a:hlinkClick r:id="rId14" action="ppaction://hlinksldjump"/>
          </p:cNvPr>
          <p:cNvSpPr/>
          <p:nvPr/>
        </p:nvSpPr>
        <p:spPr>
          <a:xfrm>
            <a:off x="7331971"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32" name="Google Shape;732;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 r</a:t>
            </a:r>
            <a:r>
              <a:rPr lang="en-US"/>
              <a:t> using flashcards.</a:t>
            </a:r>
            <a:endParaRPr/>
          </a:p>
        </p:txBody>
      </p:sp>
      <p:pic>
        <p:nvPicPr>
          <p:cNvPr id="733" name="Google Shape;73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41" name="Google Shape;74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42" name="Google Shape;74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3" name="Google Shape;74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4" name="Google Shape;74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45" name="Google Shape;74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6" name="Google Shape;74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47" name="Google Shape;74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48" name="Google Shape;74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d9cd22c307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55" name="Google Shape;755;g2d9cd22c307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56" name="Google Shape;756;g2d9cd22c307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57" name="Google Shape;757;g2d9cd22c30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4" name="Google Shape;76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5" name="Google Shape;765;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6" name="Google Shape;76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3" name="Google Shape;77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4" name="Google Shape;77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75" name="Google Shape;77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2" name="Google Shape;78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83" name="Google Shape;78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84" name="Google Shape;78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1" name="Google Shape;79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92" name="Google Shape;79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93" name="Google Shape;79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00" name="Google Shape;80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01" name="Google Shape;80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08" name="Google Shape;808;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09" name="Google Shape;809;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0" name="Google Shape;810;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1" name="Google Shape;811;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2" name="Google Shape;812;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3" name="Google Shape;813;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14" name="Google Shape;814;g2c2ffdd0de5_0_0"/>
          <p:cNvGrpSpPr/>
          <p:nvPr/>
        </p:nvGrpSpPr>
        <p:grpSpPr>
          <a:xfrm>
            <a:off x="304250" y="6984600"/>
            <a:ext cx="8330829" cy="808600"/>
            <a:chOff x="-152950" y="7365600"/>
            <a:chExt cx="8330829" cy="808600"/>
          </a:xfrm>
        </p:grpSpPr>
        <p:sp>
          <p:nvSpPr>
            <p:cNvPr id="815" name="Google Shape;815;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16" name="Google Shape;816;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17" name="Google Shape;817;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18" name="Google Shape;818;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19" name="Google Shape;819;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20" name="Google Shape;820;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21" name="Google Shape;821;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22" name="Google Shape;822;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23" name="Google Shape;823;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4" name="Google Shape;824;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5" name="Google Shape;825;g2c2ffdd0de5_0_0"/>
          <p:cNvSpPr/>
          <p:nvPr/>
        </p:nvSpPr>
        <p:spPr>
          <a:xfrm>
            <a:off x="3363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6" name="Google Shape;826;g2c2ffdd0de5_0_0"/>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7" name="Google Shape;827;g2c2ffdd0de5_0_0"/>
          <p:cNvSpPr/>
          <p:nvPr/>
        </p:nvSpPr>
        <p:spPr>
          <a:xfrm>
            <a:off x="5390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28" name="Google Shape;828;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29" name="Google Shape;829;g2c2ffdd0de5_0_0"/>
          <p:cNvSpPr txBox="1">
            <a:spLocks noGrp="1"/>
          </p:cNvSpPr>
          <p:nvPr>
            <p:ph type="subTitle" idx="4294967295"/>
          </p:nvPr>
        </p:nvSpPr>
        <p:spPr>
          <a:xfrm>
            <a:off x="4820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30" name="Google Shape;830;g2c2ffdd0de5_0_0"/>
          <p:cNvSpPr txBox="1">
            <a:spLocks noGrp="1"/>
          </p:cNvSpPr>
          <p:nvPr>
            <p:ph type="subTitle" idx="4294967295"/>
          </p:nvPr>
        </p:nvSpPr>
        <p:spPr>
          <a:xfrm>
            <a:off x="2793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831" name="Google Shape;831;g2c2ffdd0de5_0_0"/>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49a5f98e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8" name="Google Shape;838;g2c49a5f98e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9" name="Google Shape;839;g2c49a5f98e9_1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0" name="Google Shape;840;g2c49a5f98e9_1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1" name="Google Shape;841;g2c49a5f98e9_1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2" name="Google Shape;842;g2c49a5f98e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3" name="Google Shape;843;g2c49a5f98e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44" name="Google Shape;844;g2c49a5f98e9_1_0"/>
          <p:cNvGrpSpPr/>
          <p:nvPr/>
        </p:nvGrpSpPr>
        <p:grpSpPr>
          <a:xfrm>
            <a:off x="304250" y="6984600"/>
            <a:ext cx="8330829" cy="808600"/>
            <a:chOff x="-152950" y="7365600"/>
            <a:chExt cx="8330829" cy="808600"/>
          </a:xfrm>
        </p:grpSpPr>
        <p:sp>
          <p:nvSpPr>
            <p:cNvPr id="845" name="Google Shape;845;g2c49a5f98e9_1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6" name="Google Shape;846;g2c49a5f98e9_1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7" name="Google Shape;847;g2c49a5f98e9_1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8" name="Google Shape;848;g2c49a5f98e9_1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9" name="Google Shape;849;g2c49a5f98e9_1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0" name="Google Shape;850;g2c49a5f98e9_1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51" name="Google Shape;851;g2c49a5f98e9_1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52" name="Google Shape;852;g2c49a5f98e9_1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53" name="Google Shape;853;g2c49a5f98e9_1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4" name="Google Shape;854;g2c49a5f98e9_1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5" name="Google Shape;855;g2c49a5f98e9_1_0"/>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6" name="Google Shape;856;g2c49a5f98e9_1_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7" name="Google Shape;857;g2c49a5f98e9_1_0"/>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8" name="Google Shape;858;g2c49a5f98e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9" name="Google Shape;859;g2c49a5f98e9_1_0"/>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60" name="Google Shape;860;g2c49a5f98e9_1_0"/>
          <p:cNvSpPr txBox="1">
            <a:spLocks noGrp="1"/>
          </p:cNvSpPr>
          <p:nvPr>
            <p:ph type="subTitle" idx="4294967295"/>
          </p:nvPr>
        </p:nvSpPr>
        <p:spPr>
          <a:xfrm>
            <a:off x="2603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861" name="Google Shape;861;g2c49a5f98e9_1_0"/>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49a5f98e9_1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8" name="Google Shape;868;g2c49a5f98e9_1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9" name="Google Shape;869;g2c49a5f98e9_1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49a5f98e9_1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49a5f98e9_1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c49a5f98e9_1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c49a5f98e9_1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4" name="Google Shape;874;g2c49a5f98e9_1_29"/>
          <p:cNvGrpSpPr/>
          <p:nvPr/>
        </p:nvGrpSpPr>
        <p:grpSpPr>
          <a:xfrm>
            <a:off x="304250" y="6984600"/>
            <a:ext cx="8330829" cy="808600"/>
            <a:chOff x="-152950" y="7365600"/>
            <a:chExt cx="8330829" cy="808600"/>
          </a:xfrm>
        </p:grpSpPr>
        <p:sp>
          <p:nvSpPr>
            <p:cNvPr id="875" name="Google Shape;875;g2c49a5f98e9_1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6" name="Google Shape;876;g2c49a5f98e9_1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7" name="Google Shape;877;g2c49a5f98e9_1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8" name="Google Shape;878;g2c49a5f98e9_1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9" name="Google Shape;879;g2c49a5f98e9_1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0" name="Google Shape;880;g2c49a5f98e9_1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1" name="Google Shape;881;g2c49a5f98e9_1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2" name="Google Shape;882;g2c49a5f98e9_1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3" name="Google Shape;883;g2c49a5f98e9_1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c49a5f98e9_1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c49a5f98e9_1_29"/>
          <p:cNvSpPr/>
          <p:nvPr/>
        </p:nvSpPr>
        <p:spPr>
          <a:xfrm>
            <a:off x="3287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c49a5f98e9_1_29"/>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49a5f98e9_1_29"/>
          <p:cNvSpPr/>
          <p:nvPr/>
        </p:nvSpPr>
        <p:spPr>
          <a:xfrm>
            <a:off x="5466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8" name="Google Shape;888;g2c49a5f98e9_1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9" name="Google Shape;889;g2c49a5f98e9_1_29"/>
          <p:cNvSpPr txBox="1">
            <a:spLocks noGrp="1"/>
          </p:cNvSpPr>
          <p:nvPr>
            <p:ph type="subTitle" idx="4294967295"/>
          </p:nvPr>
        </p:nvSpPr>
        <p:spPr>
          <a:xfrm>
            <a:off x="4896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90" name="Google Shape;890;g2c49a5f98e9_1_29"/>
          <p:cNvSpPr txBox="1">
            <a:spLocks noGrp="1"/>
          </p:cNvSpPr>
          <p:nvPr>
            <p:ph type="subTitle" idx="4294967295"/>
          </p:nvPr>
        </p:nvSpPr>
        <p:spPr>
          <a:xfrm>
            <a:off x="2717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891" name="Google Shape;891;g2c49a5f98e9_1_29"/>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8" name="Google Shape;89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9" name="Google Shape;89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6" name="Google Shape;90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7" name="Google Shape;90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8" name="Google Shape;90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5" name="Google Shape;91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6" name="Google Shape;91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7" name="Google Shape;91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4" name="Google Shape;92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5" name="Google Shape;925;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6" name="Google Shape;92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3" name="Google Shape;93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4" name="Google Shape;934;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5" name="Google Shape;93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6b641b03cd_0_301"/>
          <p:cNvSpPr txBox="1">
            <a:spLocks noGrp="1"/>
          </p:cNvSpPr>
          <p:nvPr>
            <p:ph type="title"/>
          </p:nvPr>
        </p:nvSpPr>
        <p:spPr>
          <a:xfrm>
            <a:off x="939375" y="5568500"/>
            <a:ext cx="726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2" name="Google Shape;94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43" name="Google Shape;943;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44" name="Google Shape;94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6b641b03cd_0_308"/>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51" name="Google Shape;95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2" name="Google Shape;952;g26b641b03cd_0_308"/>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3" name="Google Shape;95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31ac56cd0af_0_8"/>
          <p:cNvSpPr txBox="1">
            <a:spLocks noGrp="1"/>
          </p:cNvSpPr>
          <p:nvPr>
            <p:ph type="title"/>
          </p:nvPr>
        </p:nvSpPr>
        <p:spPr>
          <a:xfrm>
            <a:off x="939375" y="5568500"/>
            <a:ext cx="726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60" name="Google Shape;960;g31ac56cd0af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61" name="Google Shape;961;g31ac56cd0af_0_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2" name="Google Shape;962;g31ac56cd0af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31ac56cd0af_0_16"/>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69" name="Google Shape;969;g31ac56cd0af_0_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70" name="Google Shape;970;g31ac56cd0af_0_16"/>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71" name="Google Shape;971;g31ac56cd0af_0_1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8" name="Google Shape;978;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79" name="Google Shape;979;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0" name="Google Shape;98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7" name="Google Shape;987;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88" name="Google Shape;988;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9" name="Google Shape;98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c49a5f98e9_1_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96" name="Google Shape;996;g2c49a5f98e9_1_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97" name="Google Shape;997;g2c49a5f98e9_1_59"/>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98" name="Google Shape;998;g2c49a5f98e9_1_5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c49a5f98e9_1_6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05" name="Google Shape;1005;g2c49a5f98e9_1_6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06" name="Google Shape;1006;g2c49a5f98e9_1_67"/>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07" name="Google Shape;1007;g2c49a5f98e9_1_6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4" name="Google Shape;101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15" name="Google Shape;1015;g1f3daf8a844_0_64"/>
          <p:cNvGrpSpPr/>
          <p:nvPr/>
        </p:nvGrpSpPr>
        <p:grpSpPr>
          <a:xfrm>
            <a:off x="3024000" y="209875"/>
            <a:ext cx="3096000" cy="454800"/>
            <a:chOff x="3024000" y="209875"/>
            <a:chExt cx="3096000" cy="454800"/>
          </a:xfrm>
        </p:grpSpPr>
        <p:sp>
          <p:nvSpPr>
            <p:cNvPr id="1016" name="Google Shape;101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8" name="Google Shape;101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9" name="Google Shape;1019;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0" name="Google Shape;1020;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1" name="Google Shape;102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2" name="Google Shape;1022;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3" name="Google Shape;1023;g1f3daf8a844_0_64"/>
          <p:cNvSpPr txBox="1"/>
          <p:nvPr/>
        </p:nvSpPr>
        <p:spPr>
          <a:xfrm>
            <a:off x="229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24" name="Google Shape;1024;g1f3daf8a844_0_6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h</a:t>
            </a:r>
            <a:endParaRPr sz="8000" b="0" i="0" u="none" strike="noStrike" cap="none">
              <a:solidFill>
                <a:srgbClr val="2356AF"/>
              </a:solidFill>
              <a:latin typeface="Jost"/>
              <a:ea typeface="Jost"/>
              <a:cs typeface="Jost"/>
              <a:sym typeface="Jost"/>
            </a:endParaRPr>
          </a:p>
        </p:txBody>
      </p:sp>
      <p:sp>
        <p:nvSpPr>
          <p:cNvPr id="1025" name="Google Shape;1025;g1f3daf8a844_0_6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b</a:t>
            </a:r>
            <a:endParaRPr sz="8000" b="0" i="0" u="none" strike="noStrike" cap="none">
              <a:solidFill>
                <a:srgbClr val="2356AF"/>
              </a:solidFill>
              <a:latin typeface="Jost"/>
              <a:ea typeface="Jost"/>
              <a:cs typeface="Jost"/>
              <a:sym typeface="Jost"/>
            </a:endParaRPr>
          </a:p>
        </p:txBody>
      </p:sp>
      <p:sp>
        <p:nvSpPr>
          <p:cNvPr id="1026" name="Google Shape;1026;g1f3daf8a844_0_64"/>
          <p:cNvSpPr txBox="1"/>
          <p:nvPr/>
        </p:nvSpPr>
        <p:spPr>
          <a:xfrm>
            <a:off x="34035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1027" name="Google Shape;1027;g1f3daf8a844_0_64"/>
          <p:cNvSpPr txBox="1"/>
          <p:nvPr/>
        </p:nvSpPr>
        <p:spPr>
          <a:xfrm>
            <a:off x="45147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
        <p:nvSpPr>
          <p:cNvPr id="1028" name="Google Shape;1028;g1f3daf8a844_0_64"/>
          <p:cNvSpPr txBox="1"/>
          <p:nvPr/>
        </p:nvSpPr>
        <p:spPr>
          <a:xfrm>
            <a:off x="562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ED1C24"/>
              </a:solidFill>
              <a:latin typeface="Jost"/>
              <a:ea typeface="Jost"/>
              <a:cs typeface="Jost"/>
              <a:sym typeface="Jost"/>
            </a:endParaRPr>
          </a:p>
        </p:txBody>
      </p:sp>
      <p:cxnSp>
        <p:nvCxnSpPr>
          <p:cNvPr id="1029" name="Google Shape;1029;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4efc67c87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6" name="Google Shape;1036;g2c4efc67c87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cxnSp>
        <p:nvCxnSpPr>
          <p:cNvPr id="1037" name="Google Shape;1037;g2c4efc67c87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38" name="Google Shape;1038;g2c4efc67c87_0_742"/>
          <p:cNvGrpSpPr/>
          <p:nvPr/>
        </p:nvGrpSpPr>
        <p:grpSpPr>
          <a:xfrm>
            <a:off x="3024000" y="209875"/>
            <a:ext cx="3096000" cy="454800"/>
            <a:chOff x="3024000" y="209875"/>
            <a:chExt cx="3096000" cy="454800"/>
          </a:xfrm>
        </p:grpSpPr>
        <p:sp>
          <p:nvSpPr>
            <p:cNvPr id="1039" name="Google Shape;1039;g2c4efc67c87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c4efc67c87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1" name="Google Shape;1041;g2c4efc67c87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2" name="Google Shape;1042;g2c4efc67c87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3" name="Google Shape;1043;g2c4efc67c87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4" name="Google Shape;1044;g2c4efc67c87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5" name="Google Shape;1045;g2c4efc67c87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6" name="Google Shape;1046;g2c4efc67c87_0_742"/>
          <p:cNvSpPr txBox="1"/>
          <p:nvPr/>
        </p:nvSpPr>
        <p:spPr>
          <a:xfrm>
            <a:off x="229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47" name="Google Shape;1047;g2c4efc67c87_0_742"/>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h</a:t>
            </a:r>
            <a:endParaRPr sz="8000" b="0" i="0" u="none" strike="noStrike" cap="none">
              <a:solidFill>
                <a:srgbClr val="2356AF"/>
              </a:solidFill>
              <a:latin typeface="Jost"/>
              <a:ea typeface="Jost"/>
              <a:cs typeface="Jost"/>
              <a:sym typeface="Jost"/>
            </a:endParaRPr>
          </a:p>
        </p:txBody>
      </p:sp>
      <p:sp>
        <p:nvSpPr>
          <p:cNvPr id="1048" name="Google Shape;1048;g2c4efc67c87_0_742"/>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b</a:t>
            </a:r>
            <a:endParaRPr sz="8000" b="0" i="0" u="none" strike="noStrike" cap="none">
              <a:solidFill>
                <a:srgbClr val="2356AF"/>
              </a:solidFill>
              <a:latin typeface="Jost"/>
              <a:ea typeface="Jost"/>
              <a:cs typeface="Jost"/>
              <a:sym typeface="Jost"/>
            </a:endParaRPr>
          </a:p>
        </p:txBody>
      </p:sp>
      <p:sp>
        <p:nvSpPr>
          <p:cNvPr id="1049" name="Google Shape;1049;g2c4efc67c87_0_742"/>
          <p:cNvSpPr txBox="1"/>
          <p:nvPr/>
        </p:nvSpPr>
        <p:spPr>
          <a:xfrm>
            <a:off x="34035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1050" name="Google Shape;1050;g2c4efc67c87_0_742"/>
          <p:cNvSpPr txBox="1"/>
          <p:nvPr/>
        </p:nvSpPr>
        <p:spPr>
          <a:xfrm>
            <a:off x="45147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cxnSp>
        <p:nvCxnSpPr>
          <p:cNvPr id="1051" name="Google Shape;1051;g2c4efc67c87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2" name="Google Shape;1052;g2c4efc67c87_0_74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him hot hob</a:t>
            </a:r>
            <a:endParaRPr sz="1800" b="0" i="0" u="none" strike="noStrike" cap="none">
              <a:solidFill>
                <a:srgbClr val="B7B7B7"/>
              </a:solidFill>
              <a:latin typeface="Jost"/>
              <a:ea typeface="Jost"/>
              <a:cs typeface="Jost"/>
              <a:sym typeface="Jost"/>
            </a:endParaRPr>
          </a:p>
        </p:txBody>
      </p:sp>
      <p:sp>
        <p:nvSpPr>
          <p:cNvPr id="1053" name="Google Shape;1053;g2c4efc67c87_0_742"/>
          <p:cNvSpPr txBox="1"/>
          <p:nvPr/>
        </p:nvSpPr>
        <p:spPr>
          <a:xfrm>
            <a:off x="562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ED1C24"/>
              </a:solidFill>
              <a:latin typeface="Jost"/>
              <a:ea typeface="Jost"/>
              <a:cs typeface="Jost"/>
              <a:sym typeface="Jo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‘Hickory Dickory Dock’.</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h</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Make paper hats.</a:t>
            </a:r>
            <a:endParaRPr/>
          </a:p>
        </p:txBody>
      </p:sp>
      <p:pic>
        <p:nvPicPr>
          <p:cNvPr id="1060" name="Google Shape;1060;g2c186218c5a_0_118"/>
          <p:cNvPicPr preferRelativeResize="0"/>
          <p:nvPr/>
        </p:nvPicPr>
        <p:blipFill rotWithShape="1">
          <a:blip r:embed="rId3">
            <a:alphaModFix/>
          </a:blip>
          <a:srcRect t="268" b="278"/>
          <a:stretch/>
        </p:blipFill>
        <p:spPr>
          <a:xfrm rot="-385541">
            <a:off x="501175" y="1424050"/>
            <a:ext cx="2613275" cy="3696149"/>
          </a:xfrm>
          <a:prstGeom prst="rect">
            <a:avLst/>
          </a:prstGeom>
          <a:noFill/>
          <a:ln>
            <a:noFill/>
          </a:ln>
        </p:spPr>
      </p:pic>
      <p:sp>
        <p:nvSpPr>
          <p:cNvPr id="1061" name="Google Shape;1061;g2c186218c5a_0_118"/>
          <p:cNvSpPr txBox="1"/>
          <p:nvPr/>
        </p:nvSpPr>
        <p:spPr>
          <a:xfrm rot="362194">
            <a:off x="3041490" y="2077864"/>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rgbClr val="2356AF"/>
                </a:solidFill>
                <a:latin typeface="Finger Paint"/>
                <a:ea typeface="Finger Paint"/>
                <a:cs typeface="Finger Paint"/>
                <a:sym typeface="Finger Paint"/>
              </a:rPr>
              <a:t>h</a:t>
            </a:r>
            <a:endParaRPr sz="6000" b="0" i="0" u="none" strike="noStrike" cap="none">
              <a:solidFill>
                <a:srgbClr val="2356AF"/>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490</Words>
  <Application>Microsoft Office PowerPoint</Application>
  <PresentationFormat>On-screen Show (4:3)</PresentationFormat>
  <Paragraphs>189</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Poppins SemiBold</vt:lpstr>
      <vt:lpstr>Arial</vt:lpstr>
      <vt:lpstr>Nunito Black</vt:lpstr>
      <vt:lpstr>Jost</vt:lpstr>
      <vt:lpstr>Finger Paint</vt:lpstr>
      <vt:lpstr>Calibri</vt:lpstr>
      <vt:lpstr>Poppins Medium</vt:lpstr>
      <vt:lpstr>Mulish</vt:lpstr>
      <vt:lpstr>Poppins</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2026-04-28T00:45:49Z</dcterms:modified>
</cp:coreProperties>
</file>