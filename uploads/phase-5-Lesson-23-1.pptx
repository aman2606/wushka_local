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embeddedFontLst>
    <p:embeddedFont>
      <p:font typeface="Jost"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hrBX4wiVzK9oxJNNQPIfE5WBVpz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1747078-961D-47FC-B77D-7672AD37F4C6}">
  <a:tblStyle styleId="{E1747078-961D-47FC-B77D-7672AD37F4C6}"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2" name="Google Shape;70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3" name="Google Shape;70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2" name="Google Shape;73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3" name="Google Shape;73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8" name="Google Shape;768;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9" name="Google Shape;769;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2" name="Google Shape;792;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3" name="Google Shape;793;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 name="Google Shape;813;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4" name="Google Shape;814;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9" name="Google Shape;849;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8" name="Google Shape;868;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9" name="Google Shape;869;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5" name="Google Shape;895;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6" name="Google Shape;896;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4" name="Google Shape;904;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5" name="Google Shape;905;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2" name="Google Shape;92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3" name="Google Shape;92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26f8aa7f72a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5" name="Google Shape;965;g26f8aa7f72a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26f8aa7f72a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26f8aa7f72a_0_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1" name="Google Shape;1001;g26f8aa7f72a_0_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2" name="Google Shape;1002;g26f8aa7f72a_0_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7" name="Google Shape;1037;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8" name="Google Shape;1038;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4" name="Google Shape;104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5" name="Google Shape;104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p:cNvGrpSpPr/>
        <p:nvPr/>
      </p:nvGrpSpPr>
      <p:grpSpPr>
        <a:xfrm>
          <a:off x="0" y="0"/>
          <a:ext cx="0" cy="0"/>
          <a:chOff x="0" y="0"/>
          <a:chExt cx="0" cy="0"/>
        </a:xfrm>
      </p:grpSpPr>
      <p:sp>
        <p:nvSpPr>
          <p:cNvPr id="1052" name="Google Shape;105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3" name="Google Shape;105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4" name="Google Shape;105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2" name="Google Shape;1062;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3" name="Google Shape;1063;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1" name="Google Shape;1071;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2" name="Google Shape;1072;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8"/>
        <p:cNvGrpSpPr/>
        <p:nvPr/>
      </p:nvGrpSpPr>
      <p:grpSpPr>
        <a:xfrm>
          <a:off x="0" y="0"/>
          <a:ext cx="0" cy="0"/>
          <a:chOff x="0" y="0"/>
          <a:chExt cx="0" cy="0"/>
        </a:xfrm>
      </p:grpSpPr>
      <p:sp>
        <p:nvSpPr>
          <p:cNvPr id="1079" name="Google Shape;1079;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0" name="Google Shape;1080;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1" name="Google Shape;1081;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9" name="Google Shape;1089;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0" name="Google Shape;1090;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6"/>
        <p:cNvGrpSpPr/>
        <p:nvPr/>
      </p:nvGrpSpPr>
      <p:grpSpPr>
        <a:xfrm>
          <a:off x="0" y="0"/>
          <a:ext cx="0" cy="0"/>
          <a:chOff x="0" y="0"/>
          <a:chExt cx="0" cy="0"/>
        </a:xfrm>
      </p:grpSpPr>
      <p:sp>
        <p:nvSpPr>
          <p:cNvPr id="1097" name="Google Shape;1097;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8" name="Google Shape;1098;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9" name="Google Shape;1099;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26f8aa7f72a_0_9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5" name="Google Shape;1125;g26f8aa7f72a_0_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6" name="Google Shape;1126;g26f8aa7f72a_0_9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b="1">
                <a:solidFill>
                  <a:srgbClr val="92278F"/>
                </a:solidFill>
                <a:latin typeface="Poppins SemiBold"/>
                <a:ea typeface="Poppins SemiBold"/>
                <a:cs typeface="Poppins SemiBold"/>
                <a:sym typeface="Poppins SemiBold"/>
              </a:rPr>
              <a:t>Phase 5</a:t>
            </a:r>
            <a:endParaRPr sz="6000" b="1"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4</a:t>
              </a:r>
              <a:endParaRPr sz="1300" b="1"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FFFFFF"/>
                  </a:solidFill>
                  <a:latin typeface="Poppins SemiBold"/>
                  <a:ea typeface="Poppins SemiBold"/>
                  <a:cs typeface="Poppins SemiBold"/>
                  <a:sym typeface="Poppins SemiBold"/>
                </a:rPr>
                <a:t>Phase 5</a:t>
              </a:r>
              <a:endParaRPr sz="1300" b="1"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5.5</a:t>
              </a:r>
              <a:endParaRPr sz="1300" b="1"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6</a:t>
              </a:r>
              <a:endParaRPr sz="1300" b="1"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3</a:t>
              </a:r>
              <a:endParaRPr sz="1300" b="1"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2</a:t>
              </a:r>
              <a:endParaRPr sz="1300" b="1"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4</a:t>
              </a:r>
              <a:endParaRPr sz="1300" b="1"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FFFFFF"/>
                  </a:solidFill>
                  <a:latin typeface="Poppins SemiBold"/>
                  <a:ea typeface="Poppins SemiBold"/>
                  <a:cs typeface="Poppins SemiBold"/>
                  <a:sym typeface="Poppins SemiBold"/>
                </a:rPr>
                <a:t>Phase 5</a:t>
              </a:r>
              <a:endParaRPr sz="1300" b="1"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5.5</a:t>
              </a:r>
              <a:endParaRPr sz="1300" b="1"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6</a:t>
              </a:r>
              <a:endParaRPr sz="1300" b="1"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3</a:t>
              </a:r>
              <a:endParaRPr sz="1300" b="1"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2</a:t>
              </a:r>
              <a:endParaRPr sz="1300" b="1"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4</a:t>
              </a:r>
              <a:endParaRPr sz="1300" b="1"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FFFFFF"/>
                  </a:solidFill>
                  <a:latin typeface="Poppins SemiBold"/>
                  <a:ea typeface="Poppins SemiBold"/>
                  <a:cs typeface="Poppins SemiBold"/>
                  <a:sym typeface="Poppins SemiBold"/>
                </a:rPr>
                <a:t>Phase 5</a:t>
              </a:r>
              <a:endParaRPr sz="1300" b="1"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5.5</a:t>
              </a:r>
              <a:endParaRPr sz="1300" b="1"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6</a:t>
              </a:r>
              <a:endParaRPr sz="1300" b="1"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3</a:t>
              </a:r>
              <a:endParaRPr sz="1300" b="1"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2</a:t>
              </a:r>
              <a:endParaRPr sz="1300" b="1"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Split Digraph 'i-e'</a:t>
            </a:r>
            <a:endParaRPr sz="1800" b="1"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5 - Wednesday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23</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4</a:t>
              </a:r>
              <a:endParaRPr sz="1300" b="1"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FFFFFF"/>
                  </a:solidFill>
                  <a:latin typeface="Poppins SemiBold"/>
                  <a:ea typeface="Poppins SemiBold"/>
                  <a:cs typeface="Poppins SemiBold"/>
                  <a:sym typeface="Poppins SemiBold"/>
                </a:rPr>
                <a:t>Phase 5</a:t>
              </a:r>
              <a:endParaRPr sz="1300" b="1"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5.5</a:t>
              </a:r>
              <a:endParaRPr sz="1300" b="1"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6</a:t>
              </a:r>
              <a:endParaRPr sz="1300" b="1"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3</a:t>
              </a:r>
              <a:endParaRPr sz="1300" b="1"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2</a:t>
              </a:r>
              <a:endParaRPr sz="1300" b="1"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image" Target="../media/image7.png"/><Relationship Id="rId7" Type="http://schemas.openxmlformats.org/officeDocument/2006/relationships/image" Target="../media/image6.png"/><Relationship Id="rId12" Type="http://schemas.openxmlformats.org/officeDocument/2006/relationships/slide" Target="slide2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22.xml"/><Relationship Id="rId5" Type="http://schemas.openxmlformats.org/officeDocument/2006/relationships/image" Target="../media/image5.png"/><Relationship Id="rId10" Type="http://schemas.openxmlformats.org/officeDocument/2006/relationships/slide" Target="slide20.xml"/><Relationship Id="rId4" Type="http://schemas.openxmlformats.org/officeDocument/2006/relationships/image" Target="../media/image8.png"/><Relationship Id="rId9" Type="http://schemas.openxmlformats.org/officeDocument/2006/relationships/slide" Target="slide12.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18" Type="http://schemas.openxmlformats.org/officeDocument/2006/relationships/image" Target="../media/image77.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17" Type="http://schemas.openxmlformats.org/officeDocument/2006/relationships/image" Target="../media/image76.png"/><Relationship Id="rId2" Type="http://schemas.openxmlformats.org/officeDocument/2006/relationships/notesSlide" Target="../notesSlides/notesSlide5.xml"/><Relationship Id="rId16" Type="http://schemas.openxmlformats.org/officeDocument/2006/relationships/image" Target="../media/image75.png"/><Relationship Id="rId20" Type="http://schemas.openxmlformats.org/officeDocument/2006/relationships/image" Target="../media/image79.png"/><Relationship Id="rId1" Type="http://schemas.openxmlformats.org/officeDocument/2006/relationships/slideLayout" Target="../slideLayouts/slideLayout3.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19" Type="http://schemas.openxmlformats.org/officeDocument/2006/relationships/image" Target="../media/image78.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6.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image" Target="../media/image90.png"/><Relationship Id="rId3" Type="http://schemas.openxmlformats.org/officeDocument/2006/relationships/image" Target="../media/image80.png"/><Relationship Id="rId7" Type="http://schemas.openxmlformats.org/officeDocument/2006/relationships/image" Target="../media/image84.png"/><Relationship Id="rId12" Type="http://schemas.openxmlformats.org/officeDocument/2006/relationships/image" Target="../media/image89.png"/><Relationship Id="rId2" Type="http://schemas.openxmlformats.org/officeDocument/2006/relationships/notesSlide" Target="../notesSlides/notesSlide6.xml"/><Relationship Id="rId16" Type="http://schemas.openxmlformats.org/officeDocument/2006/relationships/image" Target="../media/image93.png"/><Relationship Id="rId1" Type="http://schemas.openxmlformats.org/officeDocument/2006/relationships/slideLayout" Target="../slideLayouts/slideLayout3.xml"/><Relationship Id="rId6" Type="http://schemas.openxmlformats.org/officeDocument/2006/relationships/image" Target="../media/image83.png"/><Relationship Id="rId11" Type="http://schemas.openxmlformats.org/officeDocument/2006/relationships/image" Target="../media/image88.png"/><Relationship Id="rId5" Type="http://schemas.openxmlformats.org/officeDocument/2006/relationships/image" Target="../media/image82.png"/><Relationship Id="rId15" Type="http://schemas.openxmlformats.org/officeDocument/2006/relationships/image" Target="../media/image92.png"/><Relationship Id="rId10" Type="http://schemas.openxmlformats.org/officeDocument/2006/relationships/image" Target="../media/image87.png"/><Relationship Id="rId4" Type="http://schemas.openxmlformats.org/officeDocument/2006/relationships/image" Target="../media/image81.png"/><Relationship Id="rId9" Type="http://schemas.openxmlformats.org/officeDocument/2006/relationships/image" Target="../media/image86.png"/><Relationship Id="rId14" Type="http://schemas.openxmlformats.org/officeDocument/2006/relationships/image" Target="../media/image91.png"/></Relationships>
</file>

<file path=ppt/slides/_rels/slide7.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4.png"/><Relationship Id="rId18" Type="http://schemas.openxmlformats.org/officeDocument/2006/relationships/image" Target="../media/image109.png"/><Relationship Id="rId26" Type="http://schemas.openxmlformats.org/officeDocument/2006/relationships/image" Target="../media/image117.png"/><Relationship Id="rId3" Type="http://schemas.openxmlformats.org/officeDocument/2006/relationships/image" Target="../media/image94.png"/><Relationship Id="rId21" Type="http://schemas.openxmlformats.org/officeDocument/2006/relationships/image" Target="../media/image112.png"/><Relationship Id="rId7" Type="http://schemas.openxmlformats.org/officeDocument/2006/relationships/image" Target="../media/image98.png"/><Relationship Id="rId12" Type="http://schemas.openxmlformats.org/officeDocument/2006/relationships/image" Target="../media/image103.png"/><Relationship Id="rId17" Type="http://schemas.openxmlformats.org/officeDocument/2006/relationships/image" Target="../media/image108.png"/><Relationship Id="rId25" Type="http://schemas.openxmlformats.org/officeDocument/2006/relationships/image" Target="../media/image116.png"/><Relationship Id="rId2" Type="http://schemas.openxmlformats.org/officeDocument/2006/relationships/notesSlide" Target="../notesSlides/notesSlide7.xml"/><Relationship Id="rId16" Type="http://schemas.openxmlformats.org/officeDocument/2006/relationships/image" Target="../media/image107.png"/><Relationship Id="rId20" Type="http://schemas.openxmlformats.org/officeDocument/2006/relationships/image" Target="../media/image111.png"/><Relationship Id="rId29" Type="http://schemas.openxmlformats.org/officeDocument/2006/relationships/image" Target="../media/image120.png"/><Relationship Id="rId1" Type="http://schemas.openxmlformats.org/officeDocument/2006/relationships/slideLayout" Target="../slideLayouts/slideLayout3.xml"/><Relationship Id="rId6" Type="http://schemas.openxmlformats.org/officeDocument/2006/relationships/image" Target="../media/image97.png"/><Relationship Id="rId11" Type="http://schemas.openxmlformats.org/officeDocument/2006/relationships/image" Target="../media/image102.png"/><Relationship Id="rId24" Type="http://schemas.openxmlformats.org/officeDocument/2006/relationships/image" Target="../media/image115.png"/><Relationship Id="rId5" Type="http://schemas.openxmlformats.org/officeDocument/2006/relationships/image" Target="../media/image96.png"/><Relationship Id="rId15" Type="http://schemas.openxmlformats.org/officeDocument/2006/relationships/image" Target="../media/image106.png"/><Relationship Id="rId23" Type="http://schemas.openxmlformats.org/officeDocument/2006/relationships/image" Target="../media/image114.png"/><Relationship Id="rId28" Type="http://schemas.openxmlformats.org/officeDocument/2006/relationships/image" Target="../media/image119.png"/><Relationship Id="rId10" Type="http://schemas.openxmlformats.org/officeDocument/2006/relationships/image" Target="../media/image101.png"/><Relationship Id="rId19" Type="http://schemas.openxmlformats.org/officeDocument/2006/relationships/image" Target="../media/image110.png"/><Relationship Id="rId4" Type="http://schemas.openxmlformats.org/officeDocument/2006/relationships/image" Target="../media/image95.png"/><Relationship Id="rId9" Type="http://schemas.openxmlformats.org/officeDocument/2006/relationships/image" Target="../media/image100.png"/><Relationship Id="rId14" Type="http://schemas.openxmlformats.org/officeDocument/2006/relationships/image" Target="../media/image105.png"/><Relationship Id="rId22" Type="http://schemas.openxmlformats.org/officeDocument/2006/relationships/image" Target="../media/image113.png"/><Relationship Id="rId27" Type="http://schemas.openxmlformats.org/officeDocument/2006/relationships/image" Target="../media/image118.png"/><Relationship Id="rId30" Type="http://schemas.openxmlformats.org/officeDocument/2006/relationships/image" Target="../media/image121.png"/></Relationships>
</file>

<file path=ppt/slides/_rels/slide8.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3" Type="http://schemas.openxmlformats.org/officeDocument/2006/relationships/image" Target="../media/image122.png"/><Relationship Id="rId7" Type="http://schemas.openxmlformats.org/officeDocument/2006/relationships/image" Target="../media/image126.png"/><Relationship Id="rId12" Type="http://schemas.openxmlformats.org/officeDocument/2006/relationships/image" Target="../media/image131.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25.png"/><Relationship Id="rId11" Type="http://schemas.openxmlformats.org/officeDocument/2006/relationships/image" Target="../media/image130.png"/><Relationship Id="rId5" Type="http://schemas.openxmlformats.org/officeDocument/2006/relationships/image" Target="../media/image124.png"/><Relationship Id="rId15" Type="http://schemas.openxmlformats.org/officeDocument/2006/relationships/image" Target="../media/image134.png"/><Relationship Id="rId10" Type="http://schemas.openxmlformats.org/officeDocument/2006/relationships/image" Target="../media/image129.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133.png"/></Relationships>
</file>

<file path=ppt/slides/_rels/slide9.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45.png"/><Relationship Id="rId3" Type="http://schemas.openxmlformats.org/officeDocument/2006/relationships/image" Target="../media/image135.png"/><Relationship Id="rId7" Type="http://schemas.openxmlformats.org/officeDocument/2006/relationships/image" Target="../media/image139.png"/><Relationship Id="rId12" Type="http://schemas.openxmlformats.org/officeDocument/2006/relationships/image" Target="../media/image144.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38.png"/><Relationship Id="rId11" Type="http://schemas.openxmlformats.org/officeDocument/2006/relationships/image" Target="../media/image143.png"/><Relationship Id="rId5" Type="http://schemas.openxmlformats.org/officeDocument/2006/relationships/image" Target="../media/image137.png"/><Relationship Id="rId10" Type="http://schemas.openxmlformats.org/officeDocument/2006/relationships/image" Target="../media/image142.png"/><Relationship Id="rId4" Type="http://schemas.openxmlformats.org/officeDocument/2006/relationships/image" Target="../media/image136.png"/><Relationship Id="rId9" Type="http://schemas.openxmlformats.org/officeDocument/2006/relationships/image" Target="../media/image141.png"/><Relationship Id="rId14" Type="http://schemas.openxmlformats.org/officeDocument/2006/relationships/image" Target="../media/image14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Split Digraph 'i-e'</a:t>
            </a:r>
            <a:endParaRPr sz="3000"/>
          </a:p>
        </p:txBody>
      </p:sp>
      <p:sp>
        <p:nvSpPr>
          <p:cNvPr id="668" name="Google Shape;66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23</a:t>
            </a:r>
            <a:endParaRPr/>
          </a:p>
        </p:txBody>
      </p:sp>
      <p:graphicFrame>
        <p:nvGraphicFramePr>
          <p:cNvPr id="669" name="Google Shape;669;p1"/>
          <p:cNvGraphicFramePr/>
          <p:nvPr/>
        </p:nvGraphicFramePr>
        <p:xfrm>
          <a:off x="4844200" y="1891197"/>
          <a:ext cx="3785000" cy="1678950"/>
        </p:xfrm>
        <a:graphic>
          <a:graphicData uri="http://schemas.openxmlformats.org/drawingml/2006/table">
            <a:tbl>
              <a:tblPr firstRow="1" bandRow="1">
                <a:noFill/>
                <a:tableStyleId>{E1747078-961D-47FC-B77D-7672AD37F4C6}</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ph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i-e</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70" name="Google Shape;670;p1"/>
          <p:cNvPicPr preferRelativeResize="0"/>
          <p:nvPr/>
        </p:nvPicPr>
        <p:blipFill rotWithShape="1">
          <a:blip r:embed="rId3">
            <a:alphaModFix/>
          </a:blip>
          <a:srcRect t="99" b="109"/>
          <a:stretch/>
        </p:blipFill>
        <p:spPr>
          <a:xfrm rot="186068">
            <a:off x="4009466" y="4465909"/>
            <a:ext cx="2493520" cy="997851"/>
          </a:xfrm>
          <a:prstGeom prst="rect">
            <a:avLst/>
          </a:prstGeom>
          <a:noFill/>
          <a:ln>
            <a:noFill/>
          </a:ln>
          <a:effectLst>
            <a:outerShdw blurRad="71438" dist="38100" dir="5220000" algn="bl" rotWithShape="0">
              <a:srgbClr val="000000">
                <a:alpha val="20784"/>
              </a:srgbClr>
            </a:outerShdw>
          </a:effectLst>
        </p:spPr>
      </p:pic>
      <p:pic>
        <p:nvPicPr>
          <p:cNvPr id="671" name="Google Shape;671;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2" name="Google Shape;672;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split digraph </a:t>
            </a:r>
            <a:r>
              <a:rPr lang="en-US">
                <a:solidFill>
                  <a:srgbClr val="8DC63F"/>
                </a:solidFill>
              </a:rPr>
              <a:t>i-e</a:t>
            </a:r>
            <a:r>
              <a:rPr lang="en-US"/>
              <a:t>.</a:t>
            </a:r>
            <a:endParaRPr/>
          </a:p>
        </p:txBody>
      </p:sp>
      <p:sp>
        <p:nvSpPr>
          <p:cNvPr id="679" name="Google Shape;679;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4 Common Exception Words </a:t>
            </a:r>
            <a:r>
              <a:rPr lang="en-US">
                <a:solidFill>
                  <a:srgbClr val="2356AF"/>
                </a:solidFill>
              </a:rPr>
              <a:t>said like out have some come was what so old do little one.</a:t>
            </a:r>
            <a:endParaRPr>
              <a:solidFill>
                <a:srgbClr val="2356AF"/>
              </a:solidFill>
            </a:endParaRPr>
          </a:p>
        </p:txBody>
      </p:sp>
      <p:sp>
        <p:nvSpPr>
          <p:cNvPr id="680" name="Google Shape;68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1" name="Google Shape;68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2" name="Google Shape;682;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683" name="Google Shape;68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4" name="Google Shape;68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85" name="Google Shape;685;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686" name="Google Shape;68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7" name="Google Shape;68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88" name="Google Shape;688;g2bee4f4af4b_0_204"/>
          <p:cNvPicPr preferRelativeResize="0"/>
          <p:nvPr/>
        </p:nvPicPr>
        <p:blipFill rotWithShape="1">
          <a:blip r:embed="rId5">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689" name="Google Shape;689;g2bee4f4af4b_0_204"/>
          <p:cNvSpPr txBox="1"/>
          <p:nvPr/>
        </p:nvSpPr>
        <p:spPr>
          <a:xfrm>
            <a:off x="61464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690" name="Google Shape;690;g2bee4f4af4b_0_204"/>
          <p:cNvSpPr txBox="1"/>
          <p:nvPr/>
        </p:nvSpPr>
        <p:spPr>
          <a:xfrm>
            <a:off x="59391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691" name="Google Shape;691;g2bee4f4af4b_0_204"/>
          <p:cNvPicPr preferRelativeResize="0"/>
          <p:nvPr/>
        </p:nvPicPr>
        <p:blipFill rotWithShape="1">
          <a:blip r:embed="rId6">
            <a:alphaModFix/>
          </a:blip>
          <a:srcRect l="69" r="69"/>
          <a:stretch/>
        </p:blipFill>
        <p:spPr>
          <a:xfrm>
            <a:off x="6159846" y="4363493"/>
            <a:ext cx="786850" cy="590422"/>
          </a:xfrm>
          <a:prstGeom prst="rect">
            <a:avLst/>
          </a:prstGeom>
          <a:noFill/>
          <a:ln>
            <a:noFill/>
          </a:ln>
          <a:effectLst>
            <a:outerShdw blurRad="71438" dist="19050" dir="5220000" algn="bl" rotWithShape="0">
              <a:srgbClr val="D8D8D8"/>
            </a:outerShdw>
          </a:effectLst>
        </p:spPr>
      </p:pic>
      <p:sp>
        <p:nvSpPr>
          <p:cNvPr id="692" name="Google Shape;692;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3" name="Google Shape;693;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4" name="Google Shape;694;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5" name="Google Shape;695;g2bee4f4af4b_0_204">
            <a:hlinkClick r:id="rId8" action="ppaction://hlinksldjump"/>
          </p:cNvPr>
          <p:cNvSpPr/>
          <p:nvPr/>
        </p:nvSpPr>
        <p:spPr>
          <a:xfrm>
            <a:off x="996651" y="3885807"/>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6" name="Google Shape;696;g2bee4f4af4b_0_204">
            <a:hlinkClick r:id="rId9" action="ppaction://hlinksldjump"/>
          </p:cNvPr>
          <p:cNvSpPr/>
          <p:nvPr/>
        </p:nvSpPr>
        <p:spPr>
          <a:xfrm>
            <a:off x="2430038" y="3754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7" name="Google Shape;697;g2bee4f4af4b_0_204">
            <a:hlinkClick r:id="rId10" action="ppaction://hlinksldjump"/>
          </p:cNvPr>
          <p:cNvSpPr/>
          <p:nvPr/>
        </p:nvSpPr>
        <p:spPr>
          <a:xfrm>
            <a:off x="3605233" y="3816807"/>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8" name="Google Shape;698;g2bee4f4af4b_0_204">
            <a:hlinkClick r:id="rId11" action="ppaction://hlinksldjump"/>
          </p:cNvPr>
          <p:cNvSpPr/>
          <p:nvPr/>
        </p:nvSpPr>
        <p:spPr>
          <a:xfrm>
            <a:off x="4905138" y="378794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g2bee4f4af4b_0_204">
            <a:hlinkClick r:id="rId12" action="ppaction://hlinksldjump"/>
          </p:cNvPr>
          <p:cNvSpPr/>
          <p:nvPr/>
        </p:nvSpPr>
        <p:spPr>
          <a:xfrm>
            <a:off x="6078906" y="3747807"/>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5" name="Google Shape;70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6" name="Google Shape;706;g26b641b03cd_0_165"/>
          <p:cNvGrpSpPr/>
          <p:nvPr/>
        </p:nvGrpSpPr>
        <p:grpSpPr>
          <a:xfrm>
            <a:off x="930400" y="2053244"/>
            <a:ext cx="7283200" cy="3724851"/>
            <a:chOff x="930400" y="2129444"/>
            <a:chExt cx="7283200" cy="3724851"/>
          </a:xfrm>
        </p:grpSpPr>
        <p:pic>
          <p:nvPicPr>
            <p:cNvPr id="707" name="Google Shape;70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6" name="Google Shape;736;g26b7edf6e71_0_26"/>
          <p:cNvGrpSpPr/>
          <p:nvPr/>
        </p:nvGrpSpPr>
        <p:grpSpPr>
          <a:xfrm>
            <a:off x="930400" y="2053250"/>
            <a:ext cx="7283201" cy="2971674"/>
            <a:chOff x="930400" y="2129450"/>
            <a:chExt cx="7283201" cy="2971674"/>
          </a:xfrm>
        </p:grpSpPr>
        <p:pic>
          <p:nvPicPr>
            <p:cNvPr id="737" name="Google Shape;737;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3" name="Google Shape;743;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4" name="Google Shape;744;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7" name="Google Shape;747;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51" name="Google Shape;751;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2" name="Google Shape;752;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3" name="Google Shape;753;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2" name="Google Shape;772;g2c298da1f27_0_417"/>
          <p:cNvPicPr preferRelativeResize="0"/>
          <p:nvPr/>
        </p:nvPicPr>
        <p:blipFill rotWithShape="1">
          <a:blip r:embed="rId3">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4"/>
              </a:srgbClr>
            </a:outerShdw>
          </a:effectLst>
        </p:spPr>
      </p:pic>
      <p:pic>
        <p:nvPicPr>
          <p:cNvPr id="773" name="Google Shape;773;g2c298da1f27_0_417"/>
          <p:cNvPicPr preferRelativeResize="0"/>
          <p:nvPr/>
        </p:nvPicPr>
        <p:blipFill rotWithShape="1">
          <a:blip r:embed="rId4">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5">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6">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7">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8">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2c298da1f27_0_417"/>
          <p:cNvPicPr preferRelativeResize="0"/>
          <p:nvPr/>
        </p:nvPicPr>
        <p:blipFill rotWithShape="1">
          <a:blip r:embed="rId9">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10">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0" name="Google Shape;780;g2c298da1f27_0_417"/>
          <p:cNvPicPr preferRelativeResize="0"/>
          <p:nvPr/>
        </p:nvPicPr>
        <p:blipFill rotWithShape="1">
          <a:blip r:embed="rId11">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12">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13">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14">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15">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16">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17">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18">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19">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20">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96" name="Google Shape;796;g26b7edf6e71_0_109"/>
          <p:cNvGrpSpPr/>
          <p:nvPr/>
        </p:nvGrpSpPr>
        <p:grpSpPr>
          <a:xfrm>
            <a:off x="865957" y="2135925"/>
            <a:ext cx="7282807" cy="2686611"/>
            <a:chOff x="867357" y="2129450"/>
            <a:chExt cx="7282807" cy="2686611"/>
          </a:xfrm>
        </p:grpSpPr>
        <p:pic>
          <p:nvPicPr>
            <p:cNvPr id="797" name="Google Shape;797;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01" name="Google Shape;801;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02" name="Google Shape;802;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03" name="Google Shape;803;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04" name="Google Shape;804;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05" name="Google Shape;805;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06" name="Google Shape;806;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07" name="Google Shape;807;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08" name="Google Shape;808;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09" name="Google Shape;809;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10" name="Google Shape;810;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17" name="Google Shape;817;g2c298d33e0c_0_6"/>
          <p:cNvGrpSpPr/>
          <p:nvPr/>
        </p:nvGrpSpPr>
        <p:grpSpPr>
          <a:xfrm>
            <a:off x="866900" y="2079100"/>
            <a:ext cx="7281864" cy="2684601"/>
            <a:chOff x="868300" y="2129450"/>
            <a:chExt cx="7281864" cy="2684601"/>
          </a:xfrm>
        </p:grpSpPr>
        <p:pic>
          <p:nvPicPr>
            <p:cNvPr id="818" name="Google Shape;818;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19" name="Google Shape;819;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20" name="Google Shape;820;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21" name="Google Shape;821;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22" name="Google Shape;822;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7" name="Google Shape;827;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52" name="Google Shape;852;g2c298da1f27_0_455"/>
          <p:cNvGrpSpPr/>
          <p:nvPr/>
        </p:nvGrpSpPr>
        <p:grpSpPr>
          <a:xfrm>
            <a:off x="868300" y="2129450"/>
            <a:ext cx="7281864" cy="2684601"/>
            <a:chOff x="868300" y="2053250"/>
            <a:chExt cx="7281864" cy="2684601"/>
          </a:xfrm>
        </p:grpSpPr>
        <p:pic>
          <p:nvPicPr>
            <p:cNvPr id="853" name="Google Shape;853;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54" name="Google Shape;854;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55" name="Google Shape;855;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56" name="Google Shape;856;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57" name="Google Shape;857;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58" name="Google Shape;858;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59" name="Google Shape;859;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60" name="Google Shape;860;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61" name="Google Shape;861;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62" name="Google Shape;862;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63" name="Google Shape;863;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64" name="Google Shape;864;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65" name="Google Shape;865;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a:t>
            </a:r>
            <a:r>
              <a:rPr lang="en-US"/>
              <a:t>.</a:t>
            </a:r>
            <a:endParaRPr/>
          </a:p>
        </p:txBody>
      </p:sp>
      <p:pic>
        <p:nvPicPr>
          <p:cNvPr id="872" name="Google Shape;872;g2c298da1f27_1_0"/>
          <p:cNvPicPr preferRelativeResize="0"/>
          <p:nvPr/>
        </p:nvPicPr>
        <p:blipFill rotWithShape="1">
          <a:blip r:embed="rId3">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1_0"/>
          <p:cNvPicPr preferRelativeResize="0"/>
          <p:nvPr/>
        </p:nvPicPr>
        <p:blipFill rotWithShape="1">
          <a:blip r:embed="rId4">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1_0"/>
          <p:cNvPicPr preferRelativeResize="0"/>
          <p:nvPr/>
        </p:nvPicPr>
        <p:blipFill rotWithShape="1">
          <a:blip r:embed="rId5">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1_0"/>
          <p:cNvPicPr preferRelativeResize="0"/>
          <p:nvPr/>
        </p:nvPicPr>
        <p:blipFill rotWithShape="1">
          <a:blip r:embed="rId6">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1_0"/>
          <p:cNvPicPr preferRelativeResize="0"/>
          <p:nvPr/>
        </p:nvPicPr>
        <p:blipFill rotWithShape="1">
          <a:blip r:embed="rId7">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1_0"/>
          <p:cNvPicPr preferRelativeResize="0"/>
          <p:nvPr/>
        </p:nvPicPr>
        <p:blipFill rotWithShape="1">
          <a:blip r:embed="rId8">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1_0"/>
          <p:cNvPicPr preferRelativeResize="0"/>
          <p:nvPr/>
        </p:nvPicPr>
        <p:blipFill rotWithShape="1">
          <a:blip r:embed="rId9">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1_0"/>
          <p:cNvPicPr preferRelativeResize="0"/>
          <p:nvPr/>
        </p:nvPicPr>
        <p:blipFill rotWithShape="1">
          <a:blip r:embed="rId10">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1_0"/>
          <p:cNvPicPr preferRelativeResize="0"/>
          <p:nvPr/>
        </p:nvPicPr>
        <p:blipFill rotWithShape="1">
          <a:blip r:embed="rId11">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81" name="Google Shape;881;g2c298da1f27_1_0"/>
          <p:cNvPicPr preferRelativeResize="0"/>
          <p:nvPr/>
        </p:nvPicPr>
        <p:blipFill rotWithShape="1">
          <a:blip r:embed="rId1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82" name="Google Shape;882;g2c298da1f27_1_0"/>
          <p:cNvPicPr preferRelativeResize="0"/>
          <p:nvPr/>
        </p:nvPicPr>
        <p:blipFill rotWithShape="1">
          <a:blip r:embed="rId1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83" name="Google Shape;883;g2c298da1f27_1_0"/>
          <p:cNvPicPr preferRelativeResize="0"/>
          <p:nvPr/>
        </p:nvPicPr>
        <p:blipFill rotWithShape="1">
          <a:blip r:embed="rId1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90" name="Google Shape;890;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91" name="Google Shape;891;g2c186218c5a_0_17"/>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92" name="Google Shape;892;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99" name="Google Shape;899;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00" name="Google Shape;900;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01" name="Google Shape;901;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08" name="Google Shape;908;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09" name="Google Shape;909;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910" name="Google Shape;910;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17" name="Google Shape;917;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918" name="Google Shape;918;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919" name="Google Shape;919;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26" name="Google Shape;926;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3" name="Google Shape;933;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4" name="Google Shape;934;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5" name="Google Shape;935;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6" name="Google Shape;936;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0" name="Google Shape;940;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1" name="Google Shape;941;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2" name="Google Shape;942;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3" name="Google Shape;943;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4" name="Google Shape;944;g2c4fb7f6616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5" name="Google Shape;945;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6" name="Google Shape;946;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47" name="Google Shape;947;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8" name="Google Shape;948;g2c4fb7f6616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9" name="Google Shape;949;g2c4fb7f6616_1_0"/>
          <p:cNvSpPr/>
          <p:nvPr/>
        </p:nvSpPr>
        <p:spPr>
          <a:xfrm>
            <a:off x="32225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0" name="Google Shape;950;g2c4fb7f6616_1_0"/>
          <p:cNvSpPr/>
          <p:nvPr/>
        </p:nvSpPr>
        <p:spPr>
          <a:xfrm>
            <a:off x="3778788"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2c4fb7f6616_1_0"/>
          <p:cNvSpPr/>
          <p:nvPr/>
        </p:nvSpPr>
        <p:spPr>
          <a:xfrm>
            <a:off x="45635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2" name="Google Shape;952;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3" name="Google Shape;953;g2c4fb7f6616_1_0"/>
          <p:cNvSpPr txBox="1">
            <a:spLocks noGrp="1"/>
          </p:cNvSpPr>
          <p:nvPr>
            <p:ph type="subTitle" idx="4294967295"/>
          </p:nvPr>
        </p:nvSpPr>
        <p:spPr>
          <a:xfrm>
            <a:off x="39939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954" name="Google Shape;954;g2c4fb7f6616_1_0"/>
          <p:cNvSpPr txBox="1">
            <a:spLocks noGrp="1"/>
          </p:cNvSpPr>
          <p:nvPr>
            <p:ph type="subTitle" idx="4294967295"/>
          </p:nvPr>
        </p:nvSpPr>
        <p:spPr>
          <a:xfrm>
            <a:off x="26528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55" name="Google Shape;955;g2c4fb7f6616_1_0"/>
          <p:cNvSpPr txBox="1">
            <a:spLocks noGrp="1"/>
          </p:cNvSpPr>
          <p:nvPr>
            <p:ph type="subTitle" idx="4294967295"/>
          </p:nvPr>
        </p:nvSpPr>
        <p:spPr>
          <a:xfrm>
            <a:off x="32091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i</a:t>
            </a:r>
            <a:endParaRPr sz="15000" b="0" i="0" u="none" strike="noStrike" cap="none">
              <a:solidFill>
                <a:srgbClr val="F7941D"/>
              </a:solidFill>
              <a:latin typeface="Jost"/>
              <a:ea typeface="Jost"/>
              <a:cs typeface="Jost"/>
              <a:sym typeface="Jost"/>
            </a:endParaRPr>
          </a:p>
        </p:txBody>
      </p:sp>
      <p:sp>
        <p:nvSpPr>
          <p:cNvPr id="956" name="Google Shape;956;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58" name="Google Shape;958;g2c4fb7f6616_1_0"/>
          <p:cNvSpPr txBox="1">
            <a:spLocks noGrp="1"/>
          </p:cNvSpPr>
          <p:nvPr>
            <p:ph type="subTitle" idx="4294967295"/>
          </p:nvPr>
        </p:nvSpPr>
        <p:spPr>
          <a:xfrm>
            <a:off x="49617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grpSp>
        <p:nvGrpSpPr>
          <p:cNvPr id="959" name="Google Shape;959;g2c4fb7f6616_1_0"/>
          <p:cNvGrpSpPr/>
          <p:nvPr/>
        </p:nvGrpSpPr>
        <p:grpSpPr>
          <a:xfrm>
            <a:off x="3883761" y="1128025"/>
            <a:ext cx="1932664" cy="926600"/>
            <a:chOff x="3883761" y="1128025"/>
            <a:chExt cx="1932664" cy="926600"/>
          </a:xfrm>
        </p:grpSpPr>
        <p:sp>
          <p:nvSpPr>
            <p:cNvPr id="960" name="Google Shape;960;g2c4fb7f6616_1_0"/>
            <p:cNvSpPr/>
            <p:nvPr/>
          </p:nvSpPr>
          <p:spPr>
            <a:xfrm rot="-5400000">
              <a:off x="3721475" y="1358875"/>
              <a:ext cx="4617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1" name="Google Shape;961;g2c4fb7f6616_1_0"/>
            <p:cNvSpPr/>
            <p:nvPr/>
          </p:nvSpPr>
          <p:spPr>
            <a:xfrm>
              <a:off x="3883761" y="1128025"/>
              <a:ext cx="19326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2" name="Google Shape;962;g2c4fb7f6616_1_0"/>
            <p:cNvSpPr/>
            <p:nvPr/>
          </p:nvSpPr>
          <p:spPr>
            <a:xfrm rot="5400000">
              <a:off x="5317675" y="1555875"/>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g26f8aa7f72a_0_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9" name="Google Shape;969;g26f8aa7f72a_0_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0" name="Google Shape;970;g26f8aa7f72a_0_1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6f8aa7f72a_0_1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6f8aa7f72a_0_1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6f8aa7f72a_0_1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6f8aa7f72a_0_1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5" name="Google Shape;975;g26f8aa7f72a_0_1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6" name="Google Shape;976;g26f8aa7f72a_0_1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7" name="Google Shape;977;g26f8aa7f72a_0_1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8" name="Google Shape;978;g26f8aa7f72a_0_1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9" name="Google Shape;979;g26f8aa7f72a_0_1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0" name="Google Shape;980;g26f8aa7f72a_0_13"/>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1" name="Google Shape;981;g26f8aa7f72a_0_1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2" name="Google Shape;982;g26f8aa7f72a_0_1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3" name="Google Shape;983;g26f8aa7f72a_0_1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26f8aa7f72a_0_13"/>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5" name="Google Shape;985;g26f8aa7f72a_0_13"/>
          <p:cNvSpPr/>
          <p:nvPr/>
        </p:nvSpPr>
        <p:spPr>
          <a:xfrm>
            <a:off x="31082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6" name="Google Shape;986;g26f8aa7f72a_0_13"/>
          <p:cNvSpPr/>
          <p:nvPr/>
        </p:nvSpPr>
        <p:spPr>
          <a:xfrm>
            <a:off x="3664488"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7" name="Google Shape;987;g26f8aa7f72a_0_13"/>
          <p:cNvSpPr/>
          <p:nvPr/>
        </p:nvSpPr>
        <p:spPr>
          <a:xfrm>
            <a:off x="45254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8" name="Google Shape;988;g26f8aa7f72a_0_1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9" name="Google Shape;989;g26f8aa7f72a_0_13"/>
          <p:cNvSpPr txBox="1">
            <a:spLocks noGrp="1"/>
          </p:cNvSpPr>
          <p:nvPr>
            <p:ph type="subTitle" idx="4294967295"/>
          </p:nvPr>
        </p:nvSpPr>
        <p:spPr>
          <a:xfrm>
            <a:off x="39558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90" name="Google Shape;990;g26f8aa7f72a_0_13"/>
          <p:cNvSpPr txBox="1">
            <a:spLocks noGrp="1"/>
          </p:cNvSpPr>
          <p:nvPr>
            <p:ph type="subTitle" idx="4294967295"/>
          </p:nvPr>
        </p:nvSpPr>
        <p:spPr>
          <a:xfrm>
            <a:off x="25385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91" name="Google Shape;991;g26f8aa7f72a_0_13"/>
          <p:cNvSpPr txBox="1">
            <a:spLocks noGrp="1"/>
          </p:cNvSpPr>
          <p:nvPr>
            <p:ph type="subTitle" idx="4294967295"/>
          </p:nvPr>
        </p:nvSpPr>
        <p:spPr>
          <a:xfrm>
            <a:off x="30948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i</a:t>
            </a:r>
            <a:endParaRPr sz="15000" b="0" i="0" u="none" strike="noStrike" cap="none">
              <a:solidFill>
                <a:srgbClr val="F7941D"/>
              </a:solidFill>
              <a:latin typeface="Jost"/>
              <a:ea typeface="Jost"/>
              <a:cs typeface="Jost"/>
              <a:sym typeface="Jost"/>
            </a:endParaRPr>
          </a:p>
        </p:txBody>
      </p:sp>
      <p:sp>
        <p:nvSpPr>
          <p:cNvPr id="992" name="Google Shape;992;g26f8aa7f72a_0_1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3" name="Google Shape;993;g26f8aa7f72a_0_1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94" name="Google Shape;994;g26f8aa7f72a_0_13"/>
          <p:cNvSpPr txBox="1">
            <a:spLocks noGrp="1"/>
          </p:cNvSpPr>
          <p:nvPr>
            <p:ph type="subTitle" idx="4294967295"/>
          </p:nvPr>
        </p:nvSpPr>
        <p:spPr>
          <a:xfrm>
            <a:off x="50760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grpSp>
        <p:nvGrpSpPr>
          <p:cNvPr id="995" name="Google Shape;995;g26f8aa7f72a_0_13"/>
          <p:cNvGrpSpPr/>
          <p:nvPr/>
        </p:nvGrpSpPr>
        <p:grpSpPr>
          <a:xfrm>
            <a:off x="3790963" y="1058150"/>
            <a:ext cx="2118311" cy="933175"/>
            <a:chOff x="3790963" y="1058150"/>
            <a:chExt cx="2118311" cy="933175"/>
          </a:xfrm>
        </p:grpSpPr>
        <p:sp>
          <p:nvSpPr>
            <p:cNvPr id="996" name="Google Shape;996;g26f8aa7f72a_0_13"/>
            <p:cNvSpPr/>
            <p:nvPr/>
          </p:nvSpPr>
          <p:spPr>
            <a:xfrm rot="-5400000">
              <a:off x="3628663" y="1295575"/>
              <a:ext cx="4617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7" name="Google Shape;997;g26f8aa7f72a_0_13"/>
            <p:cNvSpPr/>
            <p:nvPr/>
          </p:nvSpPr>
          <p:spPr>
            <a:xfrm>
              <a:off x="3790974" y="1058150"/>
              <a:ext cx="21183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8" name="Google Shape;998;g26f8aa7f72a_0_13"/>
            <p:cNvSpPr/>
            <p:nvPr/>
          </p:nvSpPr>
          <p:spPr>
            <a:xfrm rot="5400000">
              <a:off x="5410513" y="1492575"/>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g26f8aa7f72a_0_4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5" name="Google Shape;1005;g26f8aa7f72a_0_4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06" name="Google Shape;1006;g26f8aa7f72a_0_47"/>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7" name="Google Shape;1007;g26f8aa7f72a_0_47"/>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8" name="Google Shape;1008;g26f8aa7f72a_0_47"/>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9" name="Google Shape;1009;g26f8aa7f72a_0_4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0" name="Google Shape;1010;g26f8aa7f72a_0_4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1" name="Google Shape;1011;g26f8aa7f72a_0_47"/>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12" name="Google Shape;1012;g26f8aa7f72a_0_47"/>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13" name="Google Shape;1013;g26f8aa7f72a_0_47"/>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14" name="Google Shape;1014;g26f8aa7f72a_0_47"/>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15" name="Google Shape;1015;g26f8aa7f72a_0_47"/>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16" name="Google Shape;1016;g26f8aa7f72a_0_47"/>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17" name="Google Shape;1017;g26f8aa7f72a_0_47"/>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18" name="Google Shape;1018;g26f8aa7f72a_0_47"/>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19" name="Google Shape;1019;g26f8aa7f72a_0_47"/>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0" name="Google Shape;1020;g26f8aa7f72a_0_47"/>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1" name="Google Shape;1021;g26f8aa7f72a_0_47"/>
          <p:cNvSpPr/>
          <p:nvPr/>
        </p:nvSpPr>
        <p:spPr>
          <a:xfrm>
            <a:off x="30701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2" name="Google Shape;1022;g26f8aa7f72a_0_47"/>
          <p:cNvSpPr/>
          <p:nvPr/>
        </p:nvSpPr>
        <p:spPr>
          <a:xfrm>
            <a:off x="3854988"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3" name="Google Shape;1023;g26f8aa7f72a_0_47"/>
          <p:cNvSpPr/>
          <p:nvPr/>
        </p:nvSpPr>
        <p:spPr>
          <a:xfrm>
            <a:off x="46397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24" name="Google Shape;1024;g26f8aa7f72a_0_4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5" name="Google Shape;1025;g26f8aa7f72a_0_47"/>
          <p:cNvSpPr txBox="1">
            <a:spLocks noGrp="1"/>
          </p:cNvSpPr>
          <p:nvPr>
            <p:ph type="subTitle" idx="4294967295"/>
          </p:nvPr>
        </p:nvSpPr>
        <p:spPr>
          <a:xfrm>
            <a:off x="40701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26" name="Google Shape;1026;g26f8aa7f72a_0_47"/>
          <p:cNvSpPr txBox="1">
            <a:spLocks noGrp="1"/>
          </p:cNvSpPr>
          <p:nvPr>
            <p:ph type="subTitle" idx="4294967295"/>
          </p:nvPr>
        </p:nvSpPr>
        <p:spPr>
          <a:xfrm>
            <a:off x="25004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1027" name="Google Shape;1027;g26f8aa7f72a_0_47"/>
          <p:cNvSpPr txBox="1">
            <a:spLocks noGrp="1"/>
          </p:cNvSpPr>
          <p:nvPr>
            <p:ph type="subTitle" idx="4294967295"/>
          </p:nvPr>
        </p:nvSpPr>
        <p:spPr>
          <a:xfrm>
            <a:off x="32853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i</a:t>
            </a:r>
            <a:endParaRPr sz="15000" b="0" i="0" u="none" strike="noStrike" cap="none">
              <a:solidFill>
                <a:srgbClr val="F7941D"/>
              </a:solidFill>
              <a:latin typeface="Jost"/>
              <a:ea typeface="Jost"/>
              <a:cs typeface="Jost"/>
              <a:sym typeface="Jost"/>
            </a:endParaRPr>
          </a:p>
        </p:txBody>
      </p:sp>
      <p:sp>
        <p:nvSpPr>
          <p:cNvPr id="1028" name="Google Shape;1028;g26f8aa7f72a_0_47"/>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9" name="Google Shape;1029;g26f8aa7f72a_0_47"/>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30" name="Google Shape;1030;g26f8aa7f72a_0_47"/>
          <p:cNvSpPr txBox="1">
            <a:spLocks noGrp="1"/>
          </p:cNvSpPr>
          <p:nvPr>
            <p:ph type="subTitle" idx="4294967295"/>
          </p:nvPr>
        </p:nvSpPr>
        <p:spPr>
          <a:xfrm>
            <a:off x="51141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grpSp>
        <p:nvGrpSpPr>
          <p:cNvPr id="1031" name="Google Shape;1031;g26f8aa7f72a_0_47"/>
          <p:cNvGrpSpPr/>
          <p:nvPr/>
        </p:nvGrpSpPr>
        <p:grpSpPr>
          <a:xfrm>
            <a:off x="3981463" y="1121500"/>
            <a:ext cx="1965912" cy="926600"/>
            <a:chOff x="3981463" y="1121500"/>
            <a:chExt cx="1965912" cy="926600"/>
          </a:xfrm>
        </p:grpSpPr>
        <p:sp>
          <p:nvSpPr>
            <p:cNvPr id="1032" name="Google Shape;1032;g26f8aa7f72a_0_47"/>
            <p:cNvSpPr/>
            <p:nvPr/>
          </p:nvSpPr>
          <p:spPr>
            <a:xfrm rot="-5400000">
              <a:off x="3819163" y="1352350"/>
              <a:ext cx="4617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3" name="Google Shape;1033;g26f8aa7f72a_0_47"/>
            <p:cNvSpPr/>
            <p:nvPr/>
          </p:nvSpPr>
          <p:spPr>
            <a:xfrm>
              <a:off x="3981475" y="1121500"/>
              <a:ext cx="19659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4" name="Google Shape;1034;g26f8aa7f72a_0_47"/>
            <p:cNvSpPr/>
            <p:nvPr/>
          </p:nvSpPr>
          <p:spPr>
            <a:xfrm rot="5400000">
              <a:off x="5448613" y="1549350"/>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41" name="Google Shape;1041;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48" name="Google Shape;104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9" name="Google Shape;1049;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50" name="Google Shape;105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57" name="Google Shape;105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58" name="Google Shape;1058;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59" name="Google Shape;1059;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66" name="Google Shape;1066;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67" name="Google Shape;1067;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68" name="Google Shape;1068;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sp>
        <p:nvSpPr>
          <p:cNvPr id="1074" name="Google Shape;1074;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75" name="Google Shape;1075;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76" name="Google Shape;1076;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77" name="Google Shape;1077;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84" name="Google Shape;1084;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085" name="Google Shape;1085;g26b641b03cd_0_315"/>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86" name="Google Shape;1086;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sp>
        <p:nvSpPr>
          <p:cNvPr id="1092" name="Google Shape;1092;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93" name="Google Shape;1093;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094" name="Google Shape;1094;g26b641b03cd_1_0"/>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95" name="Google Shape;1095;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2" name="Google Shape;1102;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3" name="Google Shape;1103;g1f3daf8a844_0_64"/>
          <p:cNvGrpSpPr/>
          <p:nvPr/>
        </p:nvGrpSpPr>
        <p:grpSpPr>
          <a:xfrm>
            <a:off x="3024000" y="209875"/>
            <a:ext cx="3096000" cy="454800"/>
            <a:chOff x="3024000" y="209875"/>
            <a:chExt cx="3096000" cy="454800"/>
          </a:xfrm>
        </p:grpSpPr>
        <p:sp>
          <p:nvSpPr>
            <p:cNvPr id="1104" name="Google Shape;1104;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5" name="Google Shape;1105;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6" name="Google Shape;1106;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07" name="Google Shape;1107;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8" name="Google Shape;1108;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9" name="Google Shape;1109;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0" name="Google Shape;1110;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1" name="Google Shape;1111;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12" name="Google Shape;1112;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13" name="Google Shape;1113;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14" name="Google Shape;1114;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15" name="Google Shape;1115;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16" name="Google Shape;1116;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117" name="Google Shape;1117;g1f3daf8a844_0_64"/>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18" name="Google Shape;1118;g1f3daf8a844_0_64"/>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i-e</a:t>
            </a:r>
            <a:endParaRPr sz="5500" b="0" i="0" u="none" strike="noStrike" cap="none">
              <a:solidFill>
                <a:srgbClr val="F7941D"/>
              </a:solidFill>
              <a:latin typeface="Jost"/>
              <a:ea typeface="Jost"/>
              <a:cs typeface="Jost"/>
              <a:sym typeface="Jost"/>
            </a:endParaRPr>
          </a:p>
        </p:txBody>
      </p:sp>
      <p:sp>
        <p:nvSpPr>
          <p:cNvPr id="1119" name="Google Shape;1119;g1f3daf8a844_0_64"/>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20" name="Google Shape;1120;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21" name="Google Shape;1121;g1f3daf8a844_0_64"/>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cxnSp>
        <p:nvCxnSpPr>
          <p:cNvPr id="1122" name="Google Shape;1122;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27"/>
        <p:cNvGrpSpPr/>
        <p:nvPr/>
      </p:nvGrpSpPr>
      <p:grpSpPr>
        <a:xfrm>
          <a:off x="0" y="0"/>
          <a:ext cx="0" cy="0"/>
          <a:chOff x="0" y="0"/>
          <a:chExt cx="0" cy="0"/>
        </a:xfrm>
      </p:grpSpPr>
      <p:sp>
        <p:nvSpPr>
          <p:cNvPr id="1128" name="Google Shape;1128;g26f8aa7f72a_0_9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9" name="Google Shape;1129;g26f8aa7f72a_0_9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30" name="Google Shape;1130;g26f8aa7f72a_0_95"/>
          <p:cNvGrpSpPr/>
          <p:nvPr/>
        </p:nvGrpSpPr>
        <p:grpSpPr>
          <a:xfrm>
            <a:off x="3024000" y="209875"/>
            <a:ext cx="3096000" cy="454800"/>
            <a:chOff x="3024000" y="209875"/>
            <a:chExt cx="3096000" cy="454800"/>
          </a:xfrm>
        </p:grpSpPr>
        <p:sp>
          <p:nvSpPr>
            <p:cNvPr id="1131" name="Google Shape;1131;g26f8aa7f72a_0_95"/>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2" name="Google Shape;1132;g26f8aa7f72a_0_95"/>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3" name="Google Shape;1133;g26f8aa7f72a_0_95"/>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34" name="Google Shape;1134;g26f8aa7f72a_0_95"/>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35" name="Google Shape;1135;g26f8aa7f72a_0_95"/>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6" name="Google Shape;1136;g26f8aa7f72a_0_95"/>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7" name="Google Shape;1137;g26f8aa7f72a_0_95"/>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8" name="Google Shape;1138;g26f8aa7f72a_0_95"/>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9" name="Google Shape;1139;g26f8aa7f72a_0_95"/>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like ripe pine side shine wide slide stride</a:t>
            </a:r>
            <a:endParaRPr sz="1800" b="0" i="0" u="none" strike="noStrike" cap="none">
              <a:solidFill>
                <a:srgbClr val="B7B7B7"/>
              </a:solidFill>
              <a:latin typeface="Jost"/>
              <a:ea typeface="Jost"/>
              <a:cs typeface="Jost"/>
              <a:sym typeface="Jost"/>
            </a:endParaRPr>
          </a:p>
        </p:txBody>
      </p:sp>
      <p:sp>
        <p:nvSpPr>
          <p:cNvPr id="1140" name="Google Shape;1140;g26f8aa7f72a_0_95"/>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41" name="Google Shape;1141;g26f8aa7f72a_0_95"/>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42" name="Google Shape;1142;g26f8aa7f72a_0_95"/>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43" name="Google Shape;1143;g26f8aa7f72a_0_95"/>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44" name="Google Shape;1144;g26f8aa7f72a_0_95"/>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cxnSp>
        <p:nvCxnSpPr>
          <p:cNvPr id="1145" name="Google Shape;1145;g26f8aa7f72a_0_95"/>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46" name="Google Shape;1146;g26f8aa7f72a_0_95"/>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147" name="Google Shape;1147;g26f8aa7f72a_0_95"/>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48" name="Google Shape;1148;g26f8aa7f72a_0_95"/>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i-e</a:t>
            </a:r>
            <a:endParaRPr sz="5500" b="0" i="0" u="none" strike="noStrike" cap="none">
              <a:solidFill>
                <a:srgbClr val="F7941D"/>
              </a:solidFill>
              <a:latin typeface="Jost"/>
              <a:ea typeface="Jost"/>
              <a:cs typeface="Jost"/>
              <a:sym typeface="Jost"/>
            </a:endParaRPr>
          </a:p>
        </p:txBody>
      </p:sp>
      <p:sp>
        <p:nvSpPr>
          <p:cNvPr id="1149" name="Google Shape;1149;g26f8aa7f72a_0_95"/>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50" name="Google Shape;1150;g26f8aa7f72a_0_95"/>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51" name="Google Shape;1151;g26f8aa7f72a_0_95"/>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429</Words>
  <Application>Microsoft Office PowerPoint</Application>
  <PresentationFormat>On-screen Show (4:3)</PresentationFormat>
  <Paragraphs>172</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Calibri</vt:lpstr>
      <vt:lpstr>Poppins</vt:lpstr>
      <vt:lpstr>Nunito Black</vt:lpstr>
      <vt:lpstr>Poppins Medium</vt:lpstr>
      <vt:lpstr>Jost</vt:lpstr>
      <vt:lpstr>Arial</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2026-05-20T06:39:57Z</dcterms:modified>
</cp:coreProperties>
</file>