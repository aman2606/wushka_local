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Mulish"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0JfS4LTw99uvUoZs7ZZSEWRV4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DF86A4-2C24-4FB0-A7E5-027F1F38F33F}">
  <a:tblStyle styleId="{8CDF86A4-2C24-4FB0-A7E5-027F1F38F33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6cdb9f407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6cdb9f407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6cdb9f407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6cdb9f407_0_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6cdb9f407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6cdb9f407_0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Consonant Digraph 'ch'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5 -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22</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5.xml"/><Relationship Id="rId16" Type="http://schemas.openxmlformats.org/officeDocument/2006/relationships/image" Target="../media/image53.png"/><Relationship Id="rId1" Type="http://schemas.openxmlformats.org/officeDocument/2006/relationships/slideLayout" Target="../slideLayouts/slideLayout3.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9" y="2693575"/>
            <a:ext cx="35334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Consonant Digraph 'ch'</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22</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{8CDF86A4-2C24-4FB0-A7E5-027F1F38F33F}</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ch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87990">
            <a:off x="4023966" y="4478635"/>
            <a:ext cx="2493519"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ch</a:t>
            </a:r>
            <a:r>
              <a:rPr lang="en-US"/>
              <a:t>.</a:t>
            </a:r>
            <a:endParaRPr/>
          </a:p>
        </p:txBody>
      </p:sp>
      <p:sp>
        <p:nvSpPr>
          <p:cNvPr id="698" name="Google Shape;698;g2bee4f4af4b_0_204"/>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699" name="Google Shape;699;g2bee4f4af4b_0_204"/>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982263"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59857"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626245"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902864" y="379157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930400" y="2129450"/>
            <a:ext cx="815204" cy="1153868"/>
          </a:xfrm>
          <a:prstGeom prst="rect">
            <a:avLst/>
          </a:prstGeom>
          <a:noFill/>
          <a:ln>
            <a:noFill/>
          </a:ln>
          <a:effectLst>
            <a:outerShdw blurRad="71438" dist="28575" dir="5400000" algn="bl" rotWithShape="0">
              <a:srgbClr val="000000">
                <a:alpha val="15686"/>
              </a:srgbClr>
            </a:outerShdw>
          </a:effectLst>
        </p:spPr>
      </p:pic>
      <p:pic>
        <p:nvPicPr>
          <p:cNvPr id="753" name="Google Shape;753;g26b7edf6e71_0_26"/>
          <p:cNvPicPr preferRelativeResize="0"/>
          <p:nvPr/>
        </p:nvPicPr>
        <p:blipFill rotWithShape="1">
          <a:blip r:embed="rId4">
            <a:alphaModFix/>
          </a:blip>
          <a:srcRect l="79" r="79"/>
          <a:stretch/>
        </p:blipFill>
        <p:spPr>
          <a:xfrm>
            <a:off x="3674616" y="2129450"/>
            <a:ext cx="815204" cy="1153868"/>
          </a:xfrm>
          <a:prstGeom prst="rect">
            <a:avLst/>
          </a:prstGeom>
          <a:noFill/>
          <a:ln>
            <a:noFill/>
          </a:ln>
          <a:effectLst>
            <a:outerShdw blurRad="71438" dist="28575" dir="5400000" algn="bl" rotWithShape="0">
              <a:srgbClr val="000000">
                <a:alpha val="15686"/>
              </a:srgbClr>
            </a:outerShdw>
          </a:effectLst>
        </p:spPr>
      </p:pic>
      <p:pic>
        <p:nvPicPr>
          <p:cNvPr id="754" name="Google Shape;754;g26b7edf6e71_0_26"/>
          <p:cNvPicPr preferRelativeResize="0"/>
          <p:nvPr/>
        </p:nvPicPr>
        <p:blipFill rotWithShape="1">
          <a:blip r:embed="rId5">
            <a:alphaModFix/>
          </a:blip>
          <a:srcRect l="79" r="79"/>
          <a:stretch/>
        </p:blipFill>
        <p:spPr>
          <a:xfrm>
            <a:off x="1845138" y="2129450"/>
            <a:ext cx="815204" cy="1153868"/>
          </a:xfrm>
          <a:prstGeom prst="rect">
            <a:avLst/>
          </a:prstGeom>
          <a:noFill/>
          <a:ln>
            <a:noFill/>
          </a:ln>
          <a:effectLst>
            <a:outerShdw blurRad="71438" dist="28575" dir="5400000" algn="bl" rotWithShape="0">
              <a:srgbClr val="000000">
                <a:alpha val="15686"/>
              </a:srgbClr>
            </a:outerShdw>
          </a:effectLst>
        </p:spPr>
      </p:pic>
      <p:pic>
        <p:nvPicPr>
          <p:cNvPr id="755" name="Google Shape;755;g26b7edf6e71_0_26"/>
          <p:cNvPicPr preferRelativeResize="0"/>
          <p:nvPr/>
        </p:nvPicPr>
        <p:blipFill rotWithShape="1">
          <a:blip r:embed="rId6">
            <a:alphaModFix/>
          </a:blip>
          <a:srcRect l="19" r="29"/>
          <a:stretch/>
        </p:blipFill>
        <p:spPr>
          <a:xfrm>
            <a:off x="2759878" y="2129450"/>
            <a:ext cx="815204" cy="1153867"/>
          </a:xfrm>
          <a:prstGeom prst="rect">
            <a:avLst/>
          </a:prstGeom>
          <a:noFill/>
          <a:ln>
            <a:noFill/>
          </a:ln>
          <a:effectLst>
            <a:outerShdw blurRad="71438" dist="28575" dir="5400000" algn="bl" rotWithShape="0">
              <a:srgbClr val="000000">
                <a:alpha val="15686"/>
              </a:srgbClr>
            </a:outerShdw>
          </a:effectLst>
        </p:spPr>
      </p:pic>
      <p:pic>
        <p:nvPicPr>
          <p:cNvPr id="756" name="Google Shape;756;g26b7edf6e71_0_26"/>
          <p:cNvPicPr preferRelativeResize="0"/>
          <p:nvPr/>
        </p:nvPicPr>
        <p:blipFill rotWithShape="1">
          <a:blip r:embed="rId7">
            <a:alphaModFix/>
          </a:blip>
          <a:srcRect l="19" r="29"/>
          <a:stretch/>
        </p:blipFill>
        <p:spPr>
          <a:xfrm>
            <a:off x="4589354" y="2129450"/>
            <a:ext cx="815204" cy="1153867"/>
          </a:xfrm>
          <a:prstGeom prst="rect">
            <a:avLst/>
          </a:prstGeom>
          <a:noFill/>
          <a:ln>
            <a:noFill/>
          </a:ln>
          <a:effectLst>
            <a:outerShdw blurRad="71438" dist="28575" dir="5400000" algn="bl" rotWithShape="0">
              <a:srgbClr val="000000">
                <a:alpha val="15686"/>
              </a:srgbClr>
            </a:outerShdw>
          </a:effectLst>
        </p:spPr>
      </p:pic>
      <p:pic>
        <p:nvPicPr>
          <p:cNvPr id="757" name="Google Shape;757;g26b7edf6e71_0_26"/>
          <p:cNvPicPr preferRelativeResize="0"/>
          <p:nvPr/>
        </p:nvPicPr>
        <p:blipFill rotWithShape="1">
          <a:blip r:embed="rId8">
            <a:alphaModFix/>
          </a:blip>
          <a:srcRect l="79" r="79"/>
          <a:stretch/>
        </p:blipFill>
        <p:spPr>
          <a:xfrm>
            <a:off x="7333570" y="2129450"/>
            <a:ext cx="815204" cy="1153868"/>
          </a:xfrm>
          <a:prstGeom prst="rect">
            <a:avLst/>
          </a:prstGeom>
          <a:noFill/>
          <a:ln>
            <a:noFill/>
          </a:ln>
          <a:effectLst>
            <a:outerShdw blurRad="71438" dist="28575" dir="5400000" algn="bl" rotWithShape="0">
              <a:srgbClr val="000000">
                <a:alpha val="15686"/>
              </a:srgbClr>
            </a:outerShdw>
          </a:effectLst>
        </p:spPr>
      </p:pic>
      <p:pic>
        <p:nvPicPr>
          <p:cNvPr id="758" name="Google Shape;758;g26b7edf6e71_0_26"/>
          <p:cNvPicPr preferRelativeResize="0"/>
          <p:nvPr/>
        </p:nvPicPr>
        <p:blipFill rotWithShape="1">
          <a:blip r:embed="rId9">
            <a:alphaModFix/>
          </a:blip>
          <a:srcRect l="79" r="79"/>
          <a:stretch/>
        </p:blipFill>
        <p:spPr>
          <a:xfrm>
            <a:off x="5504094" y="2129450"/>
            <a:ext cx="815204" cy="1153868"/>
          </a:xfrm>
          <a:prstGeom prst="rect">
            <a:avLst/>
          </a:prstGeom>
          <a:noFill/>
          <a:ln>
            <a:noFill/>
          </a:ln>
          <a:effectLst>
            <a:outerShdw blurRad="71438" dist="28575" dir="5400000" algn="bl" rotWithShape="0">
              <a:srgbClr val="000000">
                <a:alpha val="15686"/>
              </a:srgbClr>
            </a:outerShdw>
          </a:effectLst>
        </p:spPr>
      </p:pic>
      <p:pic>
        <p:nvPicPr>
          <p:cNvPr id="759" name="Google Shape;759;g26b7edf6e71_0_26"/>
          <p:cNvPicPr preferRelativeResize="0"/>
          <p:nvPr/>
        </p:nvPicPr>
        <p:blipFill rotWithShape="1">
          <a:blip r:embed="rId10">
            <a:alphaModFix/>
          </a:blip>
          <a:srcRect l="79" r="79"/>
          <a:stretch/>
        </p:blipFill>
        <p:spPr>
          <a:xfrm>
            <a:off x="6418832" y="2129450"/>
            <a:ext cx="815204" cy="115386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66" name="Google Shape;766;g26b7edf6e71_0_109"/>
          <p:cNvGrpSpPr/>
          <p:nvPr/>
        </p:nvGrpSpPr>
        <p:grpSpPr>
          <a:xfrm>
            <a:off x="867357" y="2129450"/>
            <a:ext cx="7282807" cy="2686611"/>
            <a:chOff x="867357" y="2129450"/>
            <a:chExt cx="7282807" cy="2686611"/>
          </a:xfrm>
        </p:grpSpPr>
        <p:pic>
          <p:nvPicPr>
            <p:cNvPr id="767" name="Google Shape;76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74" name="Google Shape;77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76" name="Google Shape;77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8" name="Google Shape;77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9" name="Google Shape;77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7" name="Google Shape;78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8" name="Google Shape;788;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9" name="Google Shape;78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6" name="Google Shape;79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7" name="Google Shape;79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8" name="Google Shape;79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5" name="Google Shape;80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6" name="Google Shape;806;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07" name="Google Shape;80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4" name="Google Shape;81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15" name="Google Shape;815;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16" name="Google Shape;81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3" name="Google Shape;82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4" name="Google Shape;82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1" name="Google Shape;831;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2" name="Google Shape;832;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6" name="Google Shape;836;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7" name="Google Shape;837;g2c4fd7a3c22_2_0"/>
          <p:cNvGrpSpPr/>
          <p:nvPr/>
        </p:nvGrpSpPr>
        <p:grpSpPr>
          <a:xfrm>
            <a:off x="304250" y="6984600"/>
            <a:ext cx="8330829" cy="808600"/>
            <a:chOff x="-152950" y="7365600"/>
            <a:chExt cx="8330829" cy="808600"/>
          </a:xfrm>
        </p:grpSpPr>
        <p:sp>
          <p:nvSpPr>
            <p:cNvPr id="838" name="Google Shape;838;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5" name="Google Shape;845;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6" name="Google Shape;846;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8" name="Google Shape;848;g2c4fd7a3c22_2_0"/>
          <p:cNvSpPr/>
          <p:nvPr/>
        </p:nvSpPr>
        <p:spPr>
          <a:xfrm>
            <a:off x="43264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c4fd7a3c22_2_0"/>
          <p:cNvSpPr/>
          <p:nvPr/>
        </p:nvSpPr>
        <p:spPr>
          <a:xfrm>
            <a:off x="52040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0" name="Google Shape;850;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1" name="Google Shape;851;g2c4fd7a3c22_2_0"/>
          <p:cNvSpPr txBox="1">
            <a:spLocks noGrp="1"/>
          </p:cNvSpPr>
          <p:nvPr>
            <p:ph type="subTitle" idx="4294967295"/>
          </p:nvPr>
        </p:nvSpPr>
        <p:spPr>
          <a:xfrm>
            <a:off x="4617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52" name="Google Shape;852;g2c4fd7a3c22_2_0"/>
          <p:cNvSpPr txBox="1">
            <a:spLocks noGrp="1"/>
          </p:cNvSpPr>
          <p:nvPr>
            <p:ph type="subTitle" idx="4294967295"/>
          </p:nvPr>
        </p:nvSpPr>
        <p:spPr>
          <a:xfrm>
            <a:off x="1940475" y="1308025"/>
            <a:ext cx="2677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853" name="Google Shape;853;g2c4fd7a3c22_2_0"/>
          <p:cNvSpPr txBox="1">
            <a:spLocks noGrp="1"/>
          </p:cNvSpPr>
          <p:nvPr>
            <p:ph type="subTitle" idx="4294967295"/>
          </p:nvPr>
        </p:nvSpPr>
        <p:spPr>
          <a:xfrm>
            <a:off x="3756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854" name="Google Shape;854;g2c4fd7a3c22_2_0"/>
          <p:cNvSpPr/>
          <p:nvPr/>
        </p:nvSpPr>
        <p:spPr>
          <a:xfrm>
            <a:off x="2421044" y="4011900"/>
            <a:ext cx="1716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5" name="Google Shape;855;g2c4fd7a3c22_2_0"/>
          <p:cNvSpPr/>
          <p:nvPr/>
        </p:nvSpPr>
        <p:spPr>
          <a:xfrm>
            <a:off x="62438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6" name="Google Shape;856;g2c4fd7a3c22_2_0"/>
          <p:cNvSpPr txBox="1">
            <a:spLocks noGrp="1"/>
          </p:cNvSpPr>
          <p:nvPr>
            <p:ph type="subTitle" idx="4294967295"/>
          </p:nvPr>
        </p:nvSpPr>
        <p:spPr>
          <a:xfrm>
            <a:off x="5674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6cdb9f407_0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3" name="Google Shape;863;g2c6cdb9f407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4" name="Google Shape;864;g2c6cdb9f407_0_3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c6cdb9f407_0_3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c6cdb9f407_0_3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7" name="Google Shape;867;g2c6cdb9f407_0_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8" name="Google Shape;868;g2c6cdb9f407_0_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9" name="Google Shape;869;g2c6cdb9f407_0_32"/>
          <p:cNvGrpSpPr/>
          <p:nvPr/>
        </p:nvGrpSpPr>
        <p:grpSpPr>
          <a:xfrm>
            <a:off x="304250" y="6984600"/>
            <a:ext cx="8330829" cy="808600"/>
            <a:chOff x="-152950" y="7365600"/>
            <a:chExt cx="8330829" cy="808600"/>
          </a:xfrm>
        </p:grpSpPr>
        <p:sp>
          <p:nvSpPr>
            <p:cNvPr id="870" name="Google Shape;870;g2c6cdb9f407_0_3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1" name="Google Shape;871;g2c6cdb9f407_0_3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2" name="Google Shape;872;g2c6cdb9f407_0_3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3" name="Google Shape;873;g2c6cdb9f407_0_3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4" name="Google Shape;874;g2c6cdb9f407_0_3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5" name="Google Shape;875;g2c6cdb9f407_0_3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6" name="Google Shape;876;g2c6cdb9f407_0_3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7" name="Google Shape;877;g2c6cdb9f407_0_3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8" name="Google Shape;878;g2c6cdb9f407_0_3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9" name="Google Shape;879;g2c6cdb9f407_0_3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0" name="Google Shape;880;g2c6cdb9f407_0_32"/>
          <p:cNvSpPr/>
          <p:nvPr/>
        </p:nvSpPr>
        <p:spPr>
          <a:xfrm>
            <a:off x="48546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1" name="Google Shape;881;g2c6cdb9f407_0_32"/>
          <p:cNvSpPr/>
          <p:nvPr/>
        </p:nvSpPr>
        <p:spPr>
          <a:xfrm>
            <a:off x="5944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2" name="Google Shape;882;g2c6cdb9f407_0_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3" name="Google Shape;883;g2c6cdb9f407_0_32"/>
          <p:cNvSpPr txBox="1">
            <a:spLocks noGrp="1"/>
          </p:cNvSpPr>
          <p:nvPr>
            <p:ph type="subTitle" idx="4294967295"/>
          </p:nvPr>
        </p:nvSpPr>
        <p:spPr>
          <a:xfrm>
            <a:off x="5374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84" name="Google Shape;884;g2c6cdb9f407_0_32"/>
          <p:cNvSpPr txBox="1">
            <a:spLocks noGrp="1"/>
          </p:cNvSpPr>
          <p:nvPr>
            <p:ph type="subTitle" idx="4294967295"/>
          </p:nvPr>
        </p:nvSpPr>
        <p:spPr>
          <a:xfrm>
            <a:off x="2240075" y="1308025"/>
            <a:ext cx="2677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885" name="Google Shape;885;g2c6cdb9f407_0_32"/>
          <p:cNvSpPr txBox="1">
            <a:spLocks noGrp="1"/>
          </p:cNvSpPr>
          <p:nvPr>
            <p:ph type="subTitle" idx="4294967295"/>
          </p:nvPr>
        </p:nvSpPr>
        <p:spPr>
          <a:xfrm>
            <a:off x="42849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886" name="Google Shape;886;g2c6cdb9f407_0_32"/>
          <p:cNvSpPr/>
          <p:nvPr/>
        </p:nvSpPr>
        <p:spPr>
          <a:xfrm>
            <a:off x="2720644" y="4011900"/>
            <a:ext cx="1716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3" name="Google Shape;89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4" name="Google Shape;89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1" name="Google Shape;90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2" name="Google Shape;902;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3" name="Google Shape;90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0" name="Google Shape;91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1" name="Google Shape;911;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2" name="Google Shape;91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9" name="Google Shape;91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0" name="Google Shape;920;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1" name="Google Shape;92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8" name="Google Shape;92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9" name="Google Shape;929;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0" name="Google Shape;93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37" name="Google Shape;93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38" name="Google Shape;938;g1f3daf8a844_0_64"/>
          <p:cNvGrpSpPr/>
          <p:nvPr/>
        </p:nvGrpSpPr>
        <p:grpSpPr>
          <a:xfrm>
            <a:off x="3024000" y="209875"/>
            <a:ext cx="3096000" cy="454800"/>
            <a:chOff x="3024000" y="209875"/>
            <a:chExt cx="3096000" cy="454800"/>
          </a:xfrm>
        </p:grpSpPr>
        <p:sp>
          <p:nvSpPr>
            <p:cNvPr id="939" name="Google Shape;93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41" name="Google Shape;94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42" name="Google Shape;94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43" name="Google Shape;94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44" name="Google Shape;94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45" name="Google Shape;94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46" name="Google Shape;94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47" name="Google Shape;94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48" name="Google Shape;94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49" name="Google Shape;949;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50" name="Google Shape;950;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951" name="Google Shape;951;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52" name="Google Shape;952;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53" name="Google Shape;953;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954" name="Google Shape;954;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955" name="Google Shape;955;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956" name="Google Shape;956;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57" name="Google Shape;957;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cxnSp>
        <p:nvCxnSpPr>
          <p:cNvPr id="958" name="Google Shape;95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6cdb9f407_0_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65" name="Google Shape;965;g2c6cdb9f407_0_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66" name="Google Shape;966;g2c6cdb9f407_0_63"/>
          <p:cNvGrpSpPr/>
          <p:nvPr/>
        </p:nvGrpSpPr>
        <p:grpSpPr>
          <a:xfrm>
            <a:off x="3024000" y="209875"/>
            <a:ext cx="3096000" cy="454800"/>
            <a:chOff x="3024000" y="209875"/>
            <a:chExt cx="3096000" cy="454800"/>
          </a:xfrm>
        </p:grpSpPr>
        <p:sp>
          <p:nvSpPr>
            <p:cNvPr id="967" name="Google Shape;967;g2c6cdb9f407_0_6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6cdb9f407_0_6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69" name="Google Shape;969;g2c6cdb9f407_0_6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0" name="Google Shape;970;g2c6cdb9f407_0_6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71" name="Google Shape;971;g2c6cdb9f407_0_6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2" name="Google Shape;972;g2c6cdb9f407_0_6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3" name="Google Shape;973;g2c6cdb9f407_0_6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74" name="Google Shape;974;g2c6cdb9f407_0_6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75" name="Google Shape;975;g2c6cdb9f407_0_6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chop chin chip chill check chick such rich much</a:t>
            </a:r>
            <a:endParaRPr sz="1800" b="0" i="0" u="none" strike="noStrike" cap="none">
              <a:solidFill>
                <a:srgbClr val="B7B7B7"/>
              </a:solidFill>
              <a:latin typeface="Jost"/>
              <a:ea typeface="Jost"/>
              <a:cs typeface="Jost"/>
              <a:sym typeface="Jost"/>
            </a:endParaRPr>
          </a:p>
        </p:txBody>
      </p:sp>
      <p:sp>
        <p:nvSpPr>
          <p:cNvPr id="976" name="Google Shape;976;g2c6cdb9f407_0_6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77" name="Google Shape;977;g2c6cdb9f407_0_6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78" name="Google Shape;978;g2c6cdb9f407_0_6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79" name="Google Shape;979;g2c6cdb9f407_0_6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80" name="Google Shape;980;g2c6cdb9f407_0_6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cxnSp>
        <p:nvCxnSpPr>
          <p:cNvPr id="981" name="Google Shape;981;g2c6cdb9f407_0_6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82" name="Google Shape;982;g2c6cdb9f407_0_6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83" name="Google Shape;983;g2c6cdb9f407_0_63"/>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84" name="Google Shape;984;g2c6cdb9f407_0_63"/>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985" name="Google Shape;985;g2c6cdb9f407_0_63"/>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986" name="Google Shape;986;g2c6cdb9f407_0_63"/>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987" name="Google Shape;987;g2c6cdb9f407_0_63"/>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88" name="Google Shape;988;g2c6cdb9f407_0_63"/>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309</Words>
  <Application>Microsoft Office PowerPoint</Application>
  <PresentationFormat>On-screen Show (4:3)</PresentationFormat>
  <Paragraphs>144</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Jost</vt:lpstr>
      <vt:lpstr>Poppins Medium</vt:lpstr>
      <vt:lpstr>Poppins</vt:lpstr>
      <vt:lpstr>Poppins SemiBold</vt:lpstr>
      <vt:lpstr>Calibri</vt:lpstr>
      <vt:lpstr>Mulish</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2026-04-28T05:17:36Z</dcterms:modified>
</cp:coreProperties>
</file>