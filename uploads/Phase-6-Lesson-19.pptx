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ikx01L8/12gqVI/THdIw8B3ysd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A57430-B692-4080-AEBF-AB53F88DA778}">
  <a:tblStyle styleId="{AFA57430-B692-4080-AEBF-AB53F88DA77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e66897e79f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e66897e79f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e66897e79f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ee8c1d72b0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ee8c1d72b0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ee8c1d72b0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74c5dee283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74c5dee283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74c5dee283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ee8c1d72b0_0_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ee8c1d72b0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ee8c1d72b0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74c5dee283_0_1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74c5dee283_0_1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74c5dee283_0_1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e66897e79f_0_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2e66897e79f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2e66897e79f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854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714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Adjective</a:t>
            </a:r>
            <a:r>
              <a:rPr lang="en-US" sz="1600" b="0" i="0" u="none" strike="noStrike" cap="none">
                <a:solidFill>
                  <a:srgbClr val="000000"/>
                </a:solidFill>
                <a:latin typeface="Poppins"/>
                <a:ea typeface="Poppins"/>
                <a:cs typeface="Poppins"/>
                <a:sym typeface="Poppins"/>
              </a:rPr>
              <a:t> - a word naming an attribute to a noun, used to describe things. </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chemeClr val="dk1"/>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800096"/>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-er suffix (comparative adjective)</a:t>
            </a:r>
            <a:endParaRPr sz="17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6342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700" b="0" i="0" u="none" strike="noStrike" cap="none">
                <a:solidFill>
                  <a:srgbClr val="E82625"/>
                </a:solidFill>
                <a:latin typeface="Poppins Medium"/>
                <a:ea typeface="Poppins Medium"/>
                <a:cs typeface="Poppins Medium"/>
                <a:sym typeface="Poppins Medium"/>
              </a:rPr>
              <a:t>Week 4 - Thursday</a:t>
            </a:r>
            <a:endParaRPr sz="17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E82625"/>
                </a:solidFill>
                <a:latin typeface="Poppins Medium"/>
                <a:ea typeface="Poppins Medium"/>
                <a:cs typeface="Poppins Medium"/>
                <a:sym typeface="Poppins Medium"/>
              </a:rPr>
              <a:t>Lesson 19</a:t>
            </a:r>
            <a:endParaRPr sz="17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700" b="0" i="0" u="none" strike="noStrike" cap="none">
                <a:solidFill>
                  <a:srgbClr val="FFFFFF"/>
                </a:solidFill>
                <a:latin typeface="Poppins SemiBold"/>
                <a:ea typeface="Poppins SemiBold"/>
                <a:cs typeface="Poppins SemiBold"/>
                <a:sym typeface="Poppins SemiBold"/>
              </a:rPr>
              <a:t>Phase 6 - Suffixes</a:t>
            </a:r>
            <a:endParaRPr sz="17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-er suffix </a:t>
            </a:r>
            <a:br>
              <a:rPr lang="en-US"/>
            </a:br>
            <a:r>
              <a:rPr lang="en-US" sz="2300"/>
              <a:t>(comparative adjective)</a:t>
            </a:r>
            <a:endParaRPr sz="23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{AFA57430-B692-4080-AEBF-AB53F88DA778}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-er</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19</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-er.</a:t>
            </a:r>
            <a:endParaRPr>
              <a:solidFill>
                <a:srgbClr val="2356AF"/>
              </a:solidFill>
            </a:endParaRPr>
          </a:p>
        </p:txBody>
      </p:sp>
      <p:sp>
        <p:nvSpPr>
          <p:cNvPr id="661" name="Google Shape;661;g2bee4f4af4b_0_204"/>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a:t>
            </a:r>
            <a:r>
              <a:rPr lang="en-US">
                <a:solidFill>
                  <a:srgbClr val="2356AF"/>
                </a:solidFill>
              </a:rPr>
              <a:t> 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401400" y="1398975"/>
            <a:ext cx="63411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500" b="0" i="0" u="none" strike="noStrike" cap="none">
                <a:solidFill>
                  <a:schemeClr val="dk1"/>
                </a:solidFill>
                <a:latin typeface="Poppins"/>
                <a:ea typeface="Poppins"/>
                <a:cs typeface="Poppins"/>
                <a:sym typeface="Poppins"/>
              </a:rPr>
              <a:t>When suffix</a:t>
            </a:r>
            <a:r>
              <a:rPr lang="en-US" sz="2500" b="0" i="0" u="none" strike="noStrike" cap="none">
                <a:solidFill>
                  <a:srgbClr val="1A30E8"/>
                </a:solidFill>
                <a:latin typeface="Poppins"/>
                <a:ea typeface="Poppins"/>
                <a:cs typeface="Poppins"/>
                <a:sym typeface="Poppins"/>
              </a:rPr>
              <a:t> </a:t>
            </a:r>
            <a:r>
              <a:rPr lang="en-US" sz="2500" b="0" i="0" u="none" strike="noStrike" cap="none">
                <a:solidFill>
                  <a:srgbClr val="2356AF"/>
                </a:solidFill>
                <a:latin typeface="Poppins"/>
                <a:ea typeface="Poppins"/>
                <a:cs typeface="Poppins"/>
                <a:sym typeface="Poppins"/>
              </a:rPr>
              <a:t>-er</a:t>
            </a:r>
            <a:r>
              <a:rPr lang="en-US" sz="2500" b="0" i="0" u="none" strike="noStrike" cap="none">
                <a:solidFill>
                  <a:schemeClr val="dk1"/>
                </a:solidFill>
                <a:latin typeface="Poppins"/>
                <a:ea typeface="Poppins"/>
                <a:cs typeface="Poppins"/>
                <a:sym typeface="Poppins"/>
              </a:rPr>
              <a:t> is added to the end of an adjective, the adjective changes to a comparative adjective. </a:t>
            </a:r>
            <a:endParaRPr sz="25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5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500" b="0" i="0" u="none" strike="noStrike" cap="none">
                <a:solidFill>
                  <a:schemeClr val="dk1"/>
                </a:solidFill>
                <a:latin typeface="Poppins"/>
                <a:ea typeface="Poppins"/>
                <a:cs typeface="Poppins"/>
                <a:sym typeface="Poppins"/>
              </a:rPr>
              <a:t>A comparative adjective is used to say that something is more of a certain quality / adjective than something else.</a:t>
            </a:r>
            <a:endParaRPr sz="25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4" name="Google Shape;864;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5" name="Google Shape;865;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long</a:t>
            </a:r>
            <a:endParaRPr sz="8000" b="0" i="0" u="none" strike="noStrike" cap="none">
              <a:solidFill>
                <a:srgbClr val="000000"/>
              </a:solidFill>
              <a:latin typeface="Jost"/>
              <a:ea typeface="Jost"/>
              <a:cs typeface="Jost"/>
              <a:sym typeface="Jost"/>
            </a:endParaRPr>
          </a:p>
        </p:txBody>
      </p:sp>
      <p:sp>
        <p:nvSpPr>
          <p:cNvPr id="866" name="Google Shape;866;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long</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67" name="Google Shape;867;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8" name="Google Shape;868;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rgbClr val="000000"/>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-er</a:t>
            </a:r>
            <a:endParaRPr sz="2200" b="0" i="0" u="none" strike="noStrike" cap="none">
              <a:solidFill>
                <a:srgbClr val="00000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5" name="Google Shape;87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e66897e79f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e66897e79f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83" name="Google Shape;883;g2e66897e79f_0_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4" name="Google Shape;884;g2e66897e79f_0_3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5" name="Google Shape;885;g2e66897e79f_0_3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e66897e79f_0_3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e66897e79f_0_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e66897e79f_0_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e66897e79f_0_3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e66897e79f_0_3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e66897e79f_0_3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2" name="Google Shape;892;g2e66897e79f_0_32"/>
          <p:cNvGrpSpPr/>
          <p:nvPr/>
        </p:nvGrpSpPr>
        <p:grpSpPr>
          <a:xfrm>
            <a:off x="-550" y="6984600"/>
            <a:ext cx="8596479" cy="808600"/>
            <a:chOff x="-550" y="6984600"/>
            <a:chExt cx="8596479" cy="808600"/>
          </a:xfrm>
        </p:grpSpPr>
        <p:sp>
          <p:nvSpPr>
            <p:cNvPr id="893" name="Google Shape;893;g2e66897e79f_0_3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4" name="Google Shape;894;g2e66897e79f_0_3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5" name="Google Shape;895;g2e66897e79f_0_3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6" name="Google Shape;896;g2e66897e79f_0_3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7" name="Google Shape;897;g2e66897e79f_0_3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8" name="Google Shape;898;g2e66897e79f_0_3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9" name="Google Shape;899;g2e66897e79f_0_3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0" name="Google Shape;900;g2e66897e79f_0_3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1" name="Google Shape;901;g2e66897e79f_0_3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2" name="Google Shape;902;g2e66897e79f_0_32"/>
          <p:cNvSpPr/>
          <p:nvPr/>
        </p:nvSpPr>
        <p:spPr>
          <a:xfrm>
            <a:off x="368426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e66897e79f_0_32"/>
          <p:cNvSpPr/>
          <p:nvPr/>
        </p:nvSpPr>
        <p:spPr>
          <a:xfrm>
            <a:off x="438230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e66897e79f_0_32"/>
          <p:cNvSpPr txBox="1"/>
          <p:nvPr/>
        </p:nvSpPr>
        <p:spPr>
          <a:xfrm>
            <a:off x="336178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05" name="Google Shape;905;g2e66897e79f_0_32"/>
          <p:cNvSpPr txBox="1"/>
          <p:nvPr/>
        </p:nvSpPr>
        <p:spPr>
          <a:xfrm>
            <a:off x="406745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06" name="Google Shape;906;g2e66897e79f_0_32"/>
          <p:cNvSpPr txBox="1"/>
          <p:nvPr/>
        </p:nvSpPr>
        <p:spPr>
          <a:xfrm>
            <a:off x="476251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g</a:t>
            </a:r>
            <a:endParaRPr sz="12000" b="0" i="0" u="none" strike="noStrike" cap="none">
              <a:solidFill>
                <a:srgbClr val="2356AF"/>
              </a:solidFill>
              <a:latin typeface="Jost"/>
              <a:ea typeface="Jost"/>
              <a:cs typeface="Jost"/>
              <a:sym typeface="Jost"/>
            </a:endParaRPr>
          </a:p>
        </p:txBody>
      </p:sp>
      <p:sp>
        <p:nvSpPr>
          <p:cNvPr id="907" name="Google Shape;907;g2e66897e79f_0_32"/>
          <p:cNvSpPr/>
          <p:nvPr/>
        </p:nvSpPr>
        <p:spPr>
          <a:xfrm>
            <a:off x="507735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ee8c1d72b0_0_1"/>
          <p:cNvSpPr/>
          <p:nvPr/>
        </p:nvSpPr>
        <p:spPr>
          <a:xfrm>
            <a:off x="3837821" y="4011900"/>
            <a:ext cx="15222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ee8c1d72b0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5" name="Google Shape;915;g2ee8c1d72b0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16" name="Google Shape;916;g2ee8c1d72b0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7" name="Google Shape;917;g2ee8c1d72b0_0_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ee8c1d72b0_0_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ee8c1d72b0_0_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ee8c1d72b0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ee8c1d72b0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ee8c1d72b0_0_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ee8c1d72b0_0_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ee8c1d72b0_0_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5" name="Google Shape;925;g2ee8c1d72b0_0_1"/>
          <p:cNvGrpSpPr/>
          <p:nvPr/>
        </p:nvGrpSpPr>
        <p:grpSpPr>
          <a:xfrm>
            <a:off x="-550" y="6984600"/>
            <a:ext cx="8596479" cy="808600"/>
            <a:chOff x="-550" y="6984600"/>
            <a:chExt cx="8596479" cy="808600"/>
          </a:xfrm>
        </p:grpSpPr>
        <p:sp>
          <p:nvSpPr>
            <p:cNvPr id="926" name="Google Shape;926;g2ee8c1d72b0_0_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7" name="Google Shape;927;g2ee8c1d72b0_0_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8" name="Google Shape;928;g2ee8c1d72b0_0_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9" name="Google Shape;929;g2ee8c1d72b0_0_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0" name="Google Shape;930;g2ee8c1d72b0_0_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1" name="Google Shape;931;g2ee8c1d72b0_0_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2" name="Google Shape;932;g2ee8c1d72b0_0_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3" name="Google Shape;933;g2ee8c1d72b0_0_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4" name="Google Shape;934;g2ee8c1d72b0_0_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5" name="Google Shape;935;g2ee8c1d72b0_0_1"/>
          <p:cNvSpPr/>
          <p:nvPr/>
        </p:nvSpPr>
        <p:spPr>
          <a:xfrm>
            <a:off x="24904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ee8c1d72b0_0_1"/>
          <p:cNvSpPr/>
          <p:nvPr/>
        </p:nvSpPr>
        <p:spPr>
          <a:xfrm>
            <a:off x="324265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ee8c1d72b0_0_1"/>
          <p:cNvSpPr txBox="1"/>
          <p:nvPr/>
        </p:nvSpPr>
        <p:spPr>
          <a:xfrm>
            <a:off x="222213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38" name="Google Shape;938;g2ee8c1d72b0_0_1"/>
          <p:cNvSpPr txBox="1"/>
          <p:nvPr/>
        </p:nvSpPr>
        <p:spPr>
          <a:xfrm>
            <a:off x="292780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39" name="Google Shape;939;g2ee8c1d72b0_0_1"/>
          <p:cNvSpPr txBox="1"/>
          <p:nvPr/>
        </p:nvSpPr>
        <p:spPr>
          <a:xfrm>
            <a:off x="362286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g</a:t>
            </a:r>
            <a:endParaRPr sz="12000" b="0" i="0" u="none" strike="noStrike" cap="none">
              <a:solidFill>
                <a:srgbClr val="FFD403"/>
              </a:solidFill>
              <a:latin typeface="Jost"/>
              <a:ea typeface="Jost"/>
              <a:cs typeface="Jost"/>
              <a:sym typeface="Jost"/>
            </a:endParaRPr>
          </a:p>
        </p:txBody>
      </p:sp>
      <p:sp>
        <p:nvSpPr>
          <p:cNvPr id="940" name="Google Shape;940;g2ee8c1d72b0_0_1"/>
          <p:cNvSpPr txBox="1"/>
          <p:nvPr/>
        </p:nvSpPr>
        <p:spPr>
          <a:xfrm>
            <a:off x="452557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g</a:t>
            </a:r>
            <a:endParaRPr sz="12000" b="0" i="0" u="none" strike="noStrike" cap="none">
              <a:solidFill>
                <a:srgbClr val="FFD403"/>
              </a:solidFill>
              <a:latin typeface="Jost"/>
              <a:ea typeface="Jost"/>
              <a:cs typeface="Jost"/>
              <a:sym typeface="Jost"/>
            </a:endParaRPr>
          </a:p>
        </p:txBody>
      </p:sp>
      <p:sp>
        <p:nvSpPr>
          <p:cNvPr id="941" name="Google Shape;941;g2ee8c1d72b0_0_1"/>
          <p:cNvSpPr txBox="1"/>
          <p:nvPr/>
        </p:nvSpPr>
        <p:spPr>
          <a:xfrm>
            <a:off x="5399662" y="1308025"/>
            <a:ext cx="1522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942" name="Google Shape;942;g2ee8c1d72b0_0_1"/>
          <p:cNvSpPr/>
          <p:nvPr/>
        </p:nvSpPr>
        <p:spPr>
          <a:xfrm>
            <a:off x="5512938" y="4011900"/>
            <a:ext cx="1191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ee8c1d72b0_0_1"/>
          <p:cNvSpPr/>
          <p:nvPr/>
        </p:nvSpPr>
        <p:spPr>
          <a:xfrm>
            <a:off x="451038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74c5dee283_0_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0" name="Google Shape;950;g274c5dee283_0_6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51" name="Google Shape;951;g274c5dee283_0_6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2" name="Google Shape;952;g274c5dee283_0_6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74c5dee283_0_6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74c5dee283_0_6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74c5dee283_0_6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74c5dee283_0_6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74c5dee283_0_6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74c5dee283_0_6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74c5dee283_0_6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0" name="Google Shape;960;g274c5dee283_0_68"/>
          <p:cNvGrpSpPr/>
          <p:nvPr/>
        </p:nvGrpSpPr>
        <p:grpSpPr>
          <a:xfrm>
            <a:off x="-550" y="6984600"/>
            <a:ext cx="8596479" cy="808600"/>
            <a:chOff x="-550" y="6984600"/>
            <a:chExt cx="8596479" cy="808600"/>
          </a:xfrm>
        </p:grpSpPr>
        <p:sp>
          <p:nvSpPr>
            <p:cNvPr id="961" name="Google Shape;961;g274c5dee283_0_6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2" name="Google Shape;962;g274c5dee283_0_6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3" name="Google Shape;963;g274c5dee283_0_6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4" name="Google Shape;964;g274c5dee283_0_6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5" name="Google Shape;965;g274c5dee283_0_6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6" name="Google Shape;966;g274c5dee283_0_6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7" name="Google Shape;967;g274c5dee283_0_6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8" name="Google Shape;968;g274c5dee283_0_6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9" name="Google Shape;969;g274c5dee283_0_6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0" name="Google Shape;970;g274c5dee283_0_68"/>
          <p:cNvSpPr/>
          <p:nvPr/>
        </p:nvSpPr>
        <p:spPr>
          <a:xfrm>
            <a:off x="332258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74c5dee283_0_68"/>
          <p:cNvSpPr/>
          <p:nvPr/>
        </p:nvSpPr>
        <p:spPr>
          <a:xfrm>
            <a:off x="395122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74c5dee283_0_68"/>
          <p:cNvSpPr txBox="1"/>
          <p:nvPr/>
        </p:nvSpPr>
        <p:spPr>
          <a:xfrm>
            <a:off x="305425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73" name="Google Shape;973;g274c5dee283_0_68"/>
          <p:cNvSpPr txBox="1"/>
          <p:nvPr/>
        </p:nvSpPr>
        <p:spPr>
          <a:xfrm>
            <a:off x="363637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74" name="Google Shape;974;g274c5dee283_0_68"/>
          <p:cNvSpPr txBox="1"/>
          <p:nvPr/>
        </p:nvSpPr>
        <p:spPr>
          <a:xfrm>
            <a:off x="4247743" y="1308025"/>
            <a:ext cx="1842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ch</a:t>
            </a:r>
            <a:endParaRPr sz="12000" b="0" i="0" u="none" strike="noStrike" cap="none">
              <a:solidFill>
                <a:srgbClr val="FFD400"/>
              </a:solidFill>
              <a:latin typeface="Jost"/>
              <a:ea typeface="Jost"/>
              <a:cs typeface="Jost"/>
              <a:sym typeface="Jost"/>
            </a:endParaRPr>
          </a:p>
        </p:txBody>
      </p:sp>
      <p:sp>
        <p:nvSpPr>
          <p:cNvPr id="975" name="Google Shape;975;g274c5dee283_0_68"/>
          <p:cNvSpPr/>
          <p:nvPr/>
        </p:nvSpPr>
        <p:spPr>
          <a:xfrm>
            <a:off x="4522814" y="4011900"/>
            <a:ext cx="1299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ee8c1d72b0_0_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2" name="Google Shape;982;g2ee8c1d72b0_0_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83" name="Google Shape;983;g2ee8c1d72b0_0_3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4" name="Google Shape;984;g2ee8c1d72b0_0_3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ee8c1d72b0_0_3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ee8c1d72b0_0_3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ee8c1d72b0_0_3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ee8c1d72b0_0_3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ee8c1d72b0_0_3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ee8c1d72b0_0_3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ee8c1d72b0_0_3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2" name="Google Shape;992;g2ee8c1d72b0_0_37"/>
          <p:cNvGrpSpPr/>
          <p:nvPr/>
        </p:nvGrpSpPr>
        <p:grpSpPr>
          <a:xfrm>
            <a:off x="-550" y="6984600"/>
            <a:ext cx="8596479" cy="808600"/>
            <a:chOff x="-550" y="6984600"/>
            <a:chExt cx="8596479" cy="808600"/>
          </a:xfrm>
        </p:grpSpPr>
        <p:sp>
          <p:nvSpPr>
            <p:cNvPr id="993" name="Google Shape;993;g2ee8c1d72b0_0_3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4" name="Google Shape;994;g2ee8c1d72b0_0_3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5" name="Google Shape;995;g2ee8c1d72b0_0_3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6" name="Google Shape;996;g2ee8c1d72b0_0_3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7" name="Google Shape;997;g2ee8c1d72b0_0_3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8" name="Google Shape;998;g2ee8c1d72b0_0_3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9" name="Google Shape;999;g2ee8c1d72b0_0_3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0" name="Google Shape;1000;g2ee8c1d72b0_0_3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1" name="Google Shape;1001;g2ee8c1d72b0_0_3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2" name="Google Shape;1002;g2ee8c1d72b0_0_37"/>
          <p:cNvSpPr/>
          <p:nvPr/>
        </p:nvSpPr>
        <p:spPr>
          <a:xfrm>
            <a:off x="264422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ee8c1d72b0_0_37"/>
          <p:cNvSpPr/>
          <p:nvPr/>
        </p:nvSpPr>
        <p:spPr>
          <a:xfrm>
            <a:off x="327286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ee8c1d72b0_0_37"/>
          <p:cNvSpPr txBox="1"/>
          <p:nvPr/>
        </p:nvSpPr>
        <p:spPr>
          <a:xfrm>
            <a:off x="237589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1005" name="Google Shape;1005;g2ee8c1d72b0_0_37"/>
          <p:cNvSpPr txBox="1"/>
          <p:nvPr/>
        </p:nvSpPr>
        <p:spPr>
          <a:xfrm>
            <a:off x="295801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1006" name="Google Shape;1006;g2ee8c1d72b0_0_37"/>
          <p:cNvSpPr txBox="1"/>
          <p:nvPr/>
        </p:nvSpPr>
        <p:spPr>
          <a:xfrm>
            <a:off x="3569383" y="1308025"/>
            <a:ext cx="1842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ch</a:t>
            </a:r>
            <a:endParaRPr sz="12000" b="0" i="0" u="none" strike="noStrike" cap="none">
              <a:solidFill>
                <a:srgbClr val="FFD400"/>
              </a:solidFill>
              <a:latin typeface="Jost"/>
              <a:ea typeface="Jost"/>
              <a:cs typeface="Jost"/>
              <a:sym typeface="Jost"/>
            </a:endParaRPr>
          </a:p>
        </p:txBody>
      </p:sp>
      <p:sp>
        <p:nvSpPr>
          <p:cNvPr id="1007" name="Google Shape;1007;g2ee8c1d72b0_0_37"/>
          <p:cNvSpPr txBox="1"/>
          <p:nvPr/>
        </p:nvSpPr>
        <p:spPr>
          <a:xfrm>
            <a:off x="5169703" y="1308025"/>
            <a:ext cx="1522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1008" name="Google Shape;1008;g2ee8c1d72b0_0_37"/>
          <p:cNvSpPr/>
          <p:nvPr/>
        </p:nvSpPr>
        <p:spPr>
          <a:xfrm>
            <a:off x="5359179" y="4011900"/>
            <a:ext cx="1191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ee8c1d72b0_0_37"/>
          <p:cNvSpPr/>
          <p:nvPr/>
        </p:nvSpPr>
        <p:spPr>
          <a:xfrm>
            <a:off x="5189066"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ee8c1d72b0_0_37"/>
          <p:cNvSpPr/>
          <p:nvPr/>
        </p:nvSpPr>
        <p:spPr>
          <a:xfrm>
            <a:off x="3844453" y="4011900"/>
            <a:ext cx="1299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7" name="Google Shape;101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24" name="Google Shape;1024;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25" name="Google Shape;1025;g2dadbbe58d1_1_3"/>
          <p:cNvPicPr preferRelativeResize="0"/>
          <p:nvPr/>
        </p:nvPicPr>
        <p:blipFill rotWithShape="1">
          <a:blip r:embed="rId3">
            <a:alphaModFix/>
          </a:blip>
          <a:srcRect l="28090" t="52958" r="37275"/>
          <a:stretch/>
        </p:blipFill>
        <p:spPr>
          <a:xfrm>
            <a:off x="3226437" y="1272075"/>
            <a:ext cx="2691126" cy="1154025"/>
          </a:xfrm>
          <a:prstGeom prst="rect">
            <a:avLst/>
          </a:prstGeom>
          <a:noFill/>
          <a:ln>
            <a:noFill/>
          </a:ln>
        </p:spPr>
      </p:pic>
      <p:cxnSp>
        <p:nvCxnSpPr>
          <p:cNvPr id="1026" name="Google Shape;1026;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27" name="Google Shape;1027;g2dadbbe58d1_1_3"/>
          <p:cNvGrpSpPr/>
          <p:nvPr/>
        </p:nvGrpSpPr>
        <p:grpSpPr>
          <a:xfrm>
            <a:off x="2147963" y="3614075"/>
            <a:ext cx="4848075" cy="1851900"/>
            <a:chOff x="2223800" y="3614075"/>
            <a:chExt cx="4848075" cy="1851900"/>
          </a:xfrm>
        </p:grpSpPr>
        <p:sp>
          <p:nvSpPr>
            <p:cNvPr id="1028" name="Google Shape;1028;g2dadbbe58d1_1_3"/>
            <p:cNvSpPr/>
            <p:nvPr/>
          </p:nvSpPr>
          <p:spPr>
            <a:xfrm flipH="1">
              <a:off x="2223800" y="3629300"/>
              <a:ext cx="48480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29" name="Google Shape;1029;g2dadbbe58d1_1_3"/>
            <p:cNvGrpSpPr/>
            <p:nvPr/>
          </p:nvGrpSpPr>
          <p:grpSpPr>
            <a:xfrm flipH="1">
              <a:off x="2223944" y="4063875"/>
              <a:ext cx="4847931" cy="1170725"/>
              <a:chOff x="1181250" y="4063875"/>
              <a:chExt cx="6419400" cy="1170725"/>
            </a:xfrm>
          </p:grpSpPr>
          <p:cxnSp>
            <p:nvCxnSpPr>
              <p:cNvPr id="1030" name="Google Shape;1030;g2dadbbe58d1_1_3"/>
              <p:cNvCxnSpPr/>
              <p:nvPr/>
            </p:nvCxnSpPr>
            <p:spPr>
              <a:xfrm>
                <a:off x="1181250" y="4367725"/>
                <a:ext cx="6419400" cy="0"/>
              </a:xfrm>
              <a:prstGeom prst="straightConnector1">
                <a:avLst/>
              </a:prstGeom>
              <a:noFill/>
              <a:ln w="28575" cap="flat" cmpd="sng">
                <a:solidFill>
                  <a:srgbClr val="C2EDFF"/>
                </a:solidFill>
                <a:prstDash val="lgDash"/>
                <a:miter lim="800000"/>
                <a:headEnd type="none" w="sm" len="sm"/>
                <a:tailEnd type="none" w="sm" len="sm"/>
              </a:ln>
            </p:spPr>
          </p:cxnSp>
          <p:cxnSp>
            <p:nvCxnSpPr>
              <p:cNvPr id="1031" name="Google Shape;1031;g2dadbbe58d1_1_3"/>
              <p:cNvCxnSpPr/>
              <p:nvPr/>
            </p:nvCxnSpPr>
            <p:spPr>
              <a:xfrm>
                <a:off x="1181250" y="4063875"/>
                <a:ext cx="6419400" cy="0"/>
              </a:xfrm>
              <a:prstGeom prst="straightConnector1">
                <a:avLst/>
              </a:prstGeom>
              <a:noFill/>
              <a:ln w="28575" cap="flat" cmpd="sng">
                <a:solidFill>
                  <a:srgbClr val="C2EDFF"/>
                </a:solidFill>
                <a:prstDash val="lgDash"/>
                <a:miter lim="800000"/>
                <a:headEnd type="none" w="sm" len="sm"/>
                <a:tailEnd type="none" w="sm" len="sm"/>
              </a:ln>
            </p:spPr>
          </p:cxnSp>
          <p:cxnSp>
            <p:nvCxnSpPr>
              <p:cNvPr id="1032" name="Google Shape;1032;g2dadbbe58d1_1_3"/>
              <p:cNvCxnSpPr/>
              <p:nvPr/>
            </p:nvCxnSpPr>
            <p:spPr>
              <a:xfrm>
                <a:off x="1181250" y="4971261"/>
                <a:ext cx="6419400" cy="0"/>
              </a:xfrm>
              <a:prstGeom prst="straightConnector1">
                <a:avLst/>
              </a:prstGeom>
              <a:noFill/>
              <a:ln w="28575" cap="flat" cmpd="sng">
                <a:solidFill>
                  <a:srgbClr val="C2EDFF"/>
                </a:solidFill>
                <a:prstDash val="solid"/>
                <a:miter lim="800000"/>
                <a:headEnd type="none" w="sm" len="sm"/>
                <a:tailEnd type="none" w="sm" len="sm"/>
              </a:ln>
            </p:spPr>
          </p:cxnSp>
          <p:cxnSp>
            <p:nvCxnSpPr>
              <p:cNvPr id="1033" name="Google Shape;1033;g2dadbbe58d1_1_3"/>
              <p:cNvCxnSpPr/>
              <p:nvPr/>
            </p:nvCxnSpPr>
            <p:spPr>
              <a:xfrm>
                <a:off x="1181250" y="5234600"/>
                <a:ext cx="64194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34" name="Google Shape;1034;g2dadbbe58d1_1_3"/>
            <p:cNvCxnSpPr/>
            <p:nvPr/>
          </p:nvCxnSpPr>
          <p:spPr>
            <a:xfrm rot="10800000">
              <a:off x="301530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35" name="Google Shape;1035;g2dadbbe58d1_1_3"/>
            <p:cNvCxnSpPr/>
            <p:nvPr/>
          </p:nvCxnSpPr>
          <p:spPr>
            <a:xfrm rot="10800000">
              <a:off x="3983737"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36" name="Google Shape;1036;g2dadbbe58d1_1_3"/>
            <p:cNvGrpSpPr/>
            <p:nvPr/>
          </p:nvGrpSpPr>
          <p:grpSpPr>
            <a:xfrm flipH="1">
              <a:off x="5376592" y="3629300"/>
              <a:ext cx="1695208" cy="1828800"/>
              <a:chOff x="1983817" y="3631675"/>
              <a:chExt cx="1695208" cy="1828800"/>
            </a:xfrm>
          </p:grpSpPr>
          <p:sp>
            <p:nvSpPr>
              <p:cNvPr id="1037" name="Google Shape;1037;g2dadbbe58d1_1_3"/>
              <p:cNvSpPr/>
              <p:nvPr/>
            </p:nvSpPr>
            <p:spPr>
              <a:xfrm rot="-5400000">
                <a:off x="1844317" y="3771175"/>
                <a:ext cx="1828800" cy="15498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8" name="Google Shape;1038;g2dadbbe58d1_1_3"/>
              <p:cNvGrpSpPr/>
              <p:nvPr/>
            </p:nvGrpSpPr>
            <p:grpSpPr>
              <a:xfrm>
                <a:off x="3415325" y="4484375"/>
                <a:ext cx="263700" cy="263700"/>
                <a:chOff x="3415325" y="4484375"/>
                <a:chExt cx="263700" cy="263700"/>
              </a:xfrm>
            </p:grpSpPr>
            <p:sp>
              <p:nvSpPr>
                <p:cNvPr id="1039" name="Google Shape;1039;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40" name="Google Shape;1040;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sp>
        <p:nvSpPr>
          <p:cNvPr id="1041" name="Google Shape;1041;g2dadbbe58d1_1_3"/>
          <p:cNvSpPr txBox="1"/>
          <p:nvPr/>
        </p:nvSpPr>
        <p:spPr>
          <a:xfrm>
            <a:off x="2217989" y="4064350"/>
            <a:ext cx="760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42" name="Google Shape;1042;g2dadbbe58d1_1_3"/>
          <p:cNvSpPr txBox="1"/>
          <p:nvPr/>
        </p:nvSpPr>
        <p:spPr>
          <a:xfrm>
            <a:off x="2978932"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o</a:t>
            </a:r>
            <a:endParaRPr sz="8500" b="0" i="0" u="none" strike="noStrike" cap="none">
              <a:solidFill>
                <a:srgbClr val="ED1C24"/>
              </a:solidFill>
              <a:latin typeface="Jost"/>
              <a:ea typeface="Jost"/>
              <a:cs typeface="Jost"/>
              <a:sym typeface="Jost"/>
            </a:endParaRPr>
          </a:p>
        </p:txBody>
      </p:sp>
      <p:sp>
        <p:nvSpPr>
          <p:cNvPr id="1043" name="Google Shape;1043;g2dadbbe58d1_1_3"/>
          <p:cNvSpPr txBox="1"/>
          <p:nvPr/>
        </p:nvSpPr>
        <p:spPr>
          <a:xfrm>
            <a:off x="3831688" y="4064350"/>
            <a:ext cx="155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ng</a:t>
            </a:r>
            <a:endParaRPr sz="8500" b="0" i="0" u="none" strike="noStrike" cap="none">
              <a:solidFill>
                <a:srgbClr val="FFD400"/>
              </a:solidFill>
              <a:latin typeface="Jost"/>
              <a:ea typeface="Jost"/>
              <a:cs typeface="Jost"/>
              <a:sym typeface="Jost"/>
            </a:endParaRPr>
          </a:p>
        </p:txBody>
      </p:sp>
      <p:sp>
        <p:nvSpPr>
          <p:cNvPr id="1044" name="Google Shape;1044;g2dadbbe58d1_1_3"/>
          <p:cNvSpPr txBox="1"/>
          <p:nvPr/>
        </p:nvSpPr>
        <p:spPr>
          <a:xfrm>
            <a:off x="5537813" y="4064350"/>
            <a:ext cx="1297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993FA2"/>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74c5dee283_0_15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1" name="Google Shape;1051;g274c5dee283_0_15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52" name="Google Shape;1052;g274c5dee283_0_154"/>
          <p:cNvPicPr preferRelativeResize="0"/>
          <p:nvPr/>
        </p:nvPicPr>
        <p:blipFill rotWithShape="1">
          <a:blip r:embed="rId3">
            <a:alphaModFix/>
          </a:blip>
          <a:srcRect l="28090" r="14320"/>
          <a:stretch/>
        </p:blipFill>
        <p:spPr>
          <a:xfrm>
            <a:off x="2368250" y="588400"/>
            <a:ext cx="4474673" cy="2453275"/>
          </a:xfrm>
          <a:prstGeom prst="rect">
            <a:avLst/>
          </a:prstGeom>
          <a:noFill/>
          <a:ln>
            <a:noFill/>
          </a:ln>
        </p:spPr>
      </p:pic>
      <p:grpSp>
        <p:nvGrpSpPr>
          <p:cNvPr id="1053" name="Google Shape;1053;g274c5dee283_0_154"/>
          <p:cNvGrpSpPr/>
          <p:nvPr/>
        </p:nvGrpSpPr>
        <p:grpSpPr>
          <a:xfrm>
            <a:off x="2147963" y="3614075"/>
            <a:ext cx="4848075" cy="1851900"/>
            <a:chOff x="2223800" y="3614075"/>
            <a:chExt cx="4848075" cy="1851900"/>
          </a:xfrm>
        </p:grpSpPr>
        <p:sp>
          <p:nvSpPr>
            <p:cNvPr id="1054" name="Google Shape;1054;g274c5dee283_0_154"/>
            <p:cNvSpPr/>
            <p:nvPr/>
          </p:nvSpPr>
          <p:spPr>
            <a:xfrm flipH="1">
              <a:off x="2223800" y="3629300"/>
              <a:ext cx="48480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55" name="Google Shape;1055;g274c5dee283_0_154"/>
            <p:cNvGrpSpPr/>
            <p:nvPr/>
          </p:nvGrpSpPr>
          <p:grpSpPr>
            <a:xfrm flipH="1">
              <a:off x="2223944" y="4063875"/>
              <a:ext cx="4847931" cy="1170725"/>
              <a:chOff x="1181250" y="4063875"/>
              <a:chExt cx="6419400" cy="1170725"/>
            </a:xfrm>
          </p:grpSpPr>
          <p:cxnSp>
            <p:nvCxnSpPr>
              <p:cNvPr id="1056" name="Google Shape;1056;g274c5dee283_0_154"/>
              <p:cNvCxnSpPr/>
              <p:nvPr/>
            </p:nvCxnSpPr>
            <p:spPr>
              <a:xfrm>
                <a:off x="1181250" y="4367725"/>
                <a:ext cx="6419400" cy="0"/>
              </a:xfrm>
              <a:prstGeom prst="straightConnector1">
                <a:avLst/>
              </a:prstGeom>
              <a:noFill/>
              <a:ln w="28575" cap="flat" cmpd="sng">
                <a:solidFill>
                  <a:srgbClr val="C2EDFF"/>
                </a:solidFill>
                <a:prstDash val="lgDash"/>
                <a:miter lim="800000"/>
                <a:headEnd type="none" w="sm" len="sm"/>
                <a:tailEnd type="none" w="sm" len="sm"/>
              </a:ln>
            </p:spPr>
          </p:cxnSp>
          <p:cxnSp>
            <p:nvCxnSpPr>
              <p:cNvPr id="1057" name="Google Shape;1057;g274c5dee283_0_154"/>
              <p:cNvCxnSpPr/>
              <p:nvPr/>
            </p:nvCxnSpPr>
            <p:spPr>
              <a:xfrm>
                <a:off x="1181250" y="4063875"/>
                <a:ext cx="6419400" cy="0"/>
              </a:xfrm>
              <a:prstGeom prst="straightConnector1">
                <a:avLst/>
              </a:prstGeom>
              <a:noFill/>
              <a:ln w="28575" cap="flat" cmpd="sng">
                <a:solidFill>
                  <a:srgbClr val="C2EDFF"/>
                </a:solidFill>
                <a:prstDash val="lgDash"/>
                <a:miter lim="800000"/>
                <a:headEnd type="none" w="sm" len="sm"/>
                <a:tailEnd type="none" w="sm" len="sm"/>
              </a:ln>
            </p:spPr>
          </p:cxnSp>
          <p:cxnSp>
            <p:nvCxnSpPr>
              <p:cNvPr id="1058" name="Google Shape;1058;g274c5dee283_0_154"/>
              <p:cNvCxnSpPr/>
              <p:nvPr/>
            </p:nvCxnSpPr>
            <p:spPr>
              <a:xfrm>
                <a:off x="1181250" y="4971261"/>
                <a:ext cx="6419400" cy="0"/>
              </a:xfrm>
              <a:prstGeom prst="straightConnector1">
                <a:avLst/>
              </a:prstGeom>
              <a:noFill/>
              <a:ln w="28575" cap="flat" cmpd="sng">
                <a:solidFill>
                  <a:srgbClr val="C2EDFF"/>
                </a:solidFill>
                <a:prstDash val="solid"/>
                <a:miter lim="800000"/>
                <a:headEnd type="none" w="sm" len="sm"/>
                <a:tailEnd type="none" w="sm" len="sm"/>
              </a:ln>
            </p:spPr>
          </p:cxnSp>
          <p:cxnSp>
            <p:nvCxnSpPr>
              <p:cNvPr id="1059" name="Google Shape;1059;g274c5dee283_0_154"/>
              <p:cNvCxnSpPr/>
              <p:nvPr/>
            </p:nvCxnSpPr>
            <p:spPr>
              <a:xfrm>
                <a:off x="1181250" y="5234600"/>
                <a:ext cx="64194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60" name="Google Shape;1060;g274c5dee283_0_154"/>
            <p:cNvCxnSpPr/>
            <p:nvPr/>
          </p:nvCxnSpPr>
          <p:spPr>
            <a:xfrm rot="10800000">
              <a:off x="301530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61" name="Google Shape;1061;g274c5dee283_0_154"/>
            <p:cNvCxnSpPr/>
            <p:nvPr/>
          </p:nvCxnSpPr>
          <p:spPr>
            <a:xfrm rot="10800000">
              <a:off x="3983737"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62" name="Google Shape;1062;g274c5dee283_0_154"/>
            <p:cNvGrpSpPr/>
            <p:nvPr/>
          </p:nvGrpSpPr>
          <p:grpSpPr>
            <a:xfrm flipH="1">
              <a:off x="5376592" y="3629300"/>
              <a:ext cx="1695208" cy="1828800"/>
              <a:chOff x="1983817" y="3631675"/>
              <a:chExt cx="1695208" cy="1828800"/>
            </a:xfrm>
          </p:grpSpPr>
          <p:sp>
            <p:nvSpPr>
              <p:cNvPr id="1063" name="Google Shape;1063;g274c5dee283_0_154"/>
              <p:cNvSpPr/>
              <p:nvPr/>
            </p:nvSpPr>
            <p:spPr>
              <a:xfrm rot="-5400000">
                <a:off x="1844317" y="3771175"/>
                <a:ext cx="1828800" cy="15498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4" name="Google Shape;1064;g274c5dee283_0_154"/>
              <p:cNvGrpSpPr/>
              <p:nvPr/>
            </p:nvGrpSpPr>
            <p:grpSpPr>
              <a:xfrm>
                <a:off x="3415325" y="4484375"/>
                <a:ext cx="263700" cy="263700"/>
                <a:chOff x="3415325" y="4484375"/>
                <a:chExt cx="263700" cy="263700"/>
              </a:xfrm>
            </p:grpSpPr>
            <p:sp>
              <p:nvSpPr>
                <p:cNvPr id="1065" name="Google Shape;1065;g274c5dee283_0_154"/>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66" name="Google Shape;1066;g274c5dee283_0_154"/>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cxnSp>
        <p:nvCxnSpPr>
          <p:cNvPr id="1067" name="Google Shape;1067;g274c5dee283_0_154"/>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68" name="Google Shape;1068;g274c5dee283_0_154"/>
          <p:cNvSpPr txBox="1"/>
          <p:nvPr/>
        </p:nvSpPr>
        <p:spPr>
          <a:xfrm>
            <a:off x="2217989" y="4064350"/>
            <a:ext cx="760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69" name="Google Shape;1069;g274c5dee283_0_154"/>
          <p:cNvSpPr txBox="1"/>
          <p:nvPr/>
        </p:nvSpPr>
        <p:spPr>
          <a:xfrm>
            <a:off x="2978932"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o</a:t>
            </a:r>
            <a:endParaRPr sz="8500" b="0" i="0" u="none" strike="noStrike" cap="none">
              <a:solidFill>
                <a:srgbClr val="ED1C24"/>
              </a:solidFill>
              <a:latin typeface="Jost"/>
              <a:ea typeface="Jost"/>
              <a:cs typeface="Jost"/>
              <a:sym typeface="Jost"/>
            </a:endParaRPr>
          </a:p>
        </p:txBody>
      </p:sp>
      <p:sp>
        <p:nvSpPr>
          <p:cNvPr id="1070" name="Google Shape;1070;g274c5dee283_0_154"/>
          <p:cNvSpPr txBox="1"/>
          <p:nvPr/>
        </p:nvSpPr>
        <p:spPr>
          <a:xfrm>
            <a:off x="3831688" y="4064350"/>
            <a:ext cx="155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ng</a:t>
            </a:r>
            <a:endParaRPr sz="8500" b="0" i="0" u="none" strike="noStrike" cap="none">
              <a:solidFill>
                <a:srgbClr val="FFD400"/>
              </a:solidFill>
              <a:latin typeface="Jost"/>
              <a:ea typeface="Jost"/>
              <a:cs typeface="Jost"/>
              <a:sym typeface="Jost"/>
            </a:endParaRPr>
          </a:p>
        </p:txBody>
      </p:sp>
      <p:sp>
        <p:nvSpPr>
          <p:cNvPr id="1071" name="Google Shape;1071;g274c5dee283_0_154"/>
          <p:cNvSpPr txBox="1"/>
          <p:nvPr/>
        </p:nvSpPr>
        <p:spPr>
          <a:xfrm>
            <a:off x="5537813" y="4064350"/>
            <a:ext cx="1297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er</a:t>
            </a:r>
            <a:endParaRPr sz="8500" b="0" i="0" u="none" strike="noStrike" cap="none">
              <a:solidFill>
                <a:srgbClr val="993FA2"/>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8" name="Google Shape;107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9" name="Google Shape;1079;g1f3daf8a844_0_64"/>
          <p:cNvGrpSpPr/>
          <p:nvPr/>
        </p:nvGrpSpPr>
        <p:grpSpPr>
          <a:xfrm>
            <a:off x="3024000" y="209875"/>
            <a:ext cx="3096000" cy="454800"/>
            <a:chOff x="3024000" y="209875"/>
            <a:chExt cx="3096000" cy="454800"/>
          </a:xfrm>
        </p:grpSpPr>
        <p:sp>
          <p:nvSpPr>
            <p:cNvPr id="1080" name="Google Shape;108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2" name="Google Shape;108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3" name="Google Shape;108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6" name="Google Shape;108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7" name="Google Shape;108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88" name="Google Shape;108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089" name="Google Shape;108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4" name="Google Shape;1094;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ng</a:t>
            </a:r>
            <a:endParaRPr sz="5500" b="0" i="0" u="none" strike="noStrike" cap="none">
              <a:solidFill>
                <a:srgbClr val="FFD403"/>
              </a:solidFill>
              <a:latin typeface="Jost"/>
              <a:ea typeface="Jost"/>
              <a:cs typeface="Jost"/>
              <a:sym typeface="Jost"/>
            </a:endParaRPr>
          </a:p>
        </p:txBody>
      </p:sp>
      <p:sp>
        <p:nvSpPr>
          <p:cNvPr id="1098" name="Google Shape;1098;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9" name="Google Shape;1099;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0" name="Google Shape;1100;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1" name="Google Shape;1101;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2" name="Google Shape;1102;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3" name="Google Shape;1103;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4" name="Google Shape;1104;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5" name="Google Shape;1105;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06" name="Google Shape;1106;g1f3daf8a844_0_64"/>
          <p:cNvGrpSpPr/>
          <p:nvPr/>
        </p:nvGrpSpPr>
        <p:grpSpPr>
          <a:xfrm>
            <a:off x="-550" y="6984600"/>
            <a:ext cx="8596479" cy="808600"/>
            <a:chOff x="-550" y="6984600"/>
            <a:chExt cx="8596479" cy="808600"/>
          </a:xfrm>
        </p:grpSpPr>
        <p:sp>
          <p:nvSpPr>
            <p:cNvPr id="1107" name="Google Shape;1107;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08" name="Google Shape;1108;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09" name="Google Shape;1109;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10" name="Google Shape;1110;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11" name="Google Shape;1111;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12" name="Google Shape;1112;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13" name="Google Shape;1113;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14" name="Google Shape;1114;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15" name="Google Shape;1115;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16" name="Google Shape;1116;g1f3daf8a844_0_64"/>
          <p:cNvSpPr txBox="1"/>
          <p:nvPr/>
        </p:nvSpPr>
        <p:spPr>
          <a:xfrm>
            <a:off x="1158138" y="219156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17" name="Google Shape;111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2e66897e79f_0_7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4" name="Google Shape;1124;g2e66897e79f_0_7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5" name="Google Shape;1125;g2e66897e79f_0_78"/>
          <p:cNvGrpSpPr/>
          <p:nvPr/>
        </p:nvGrpSpPr>
        <p:grpSpPr>
          <a:xfrm>
            <a:off x="3024000" y="209875"/>
            <a:ext cx="3096000" cy="454800"/>
            <a:chOff x="3024000" y="209875"/>
            <a:chExt cx="3096000" cy="454800"/>
          </a:xfrm>
        </p:grpSpPr>
        <p:sp>
          <p:nvSpPr>
            <p:cNvPr id="1126" name="Google Shape;1126;g2e66897e79f_0_7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2e66897e79f_0_7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8" name="Google Shape;1128;g2e66897e79f_0_7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29" name="Google Shape;1129;g2e66897e79f_0_78"/>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big bigger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tter long longer </a:t>
            </a:r>
            <a:endParaRPr sz="1800" b="0" i="0" u="none" strike="noStrike" cap="none">
              <a:solidFill>
                <a:srgbClr val="B7B7B7"/>
              </a:solidFill>
              <a:latin typeface="Jost"/>
              <a:ea typeface="Jost"/>
              <a:cs typeface="Jost"/>
              <a:sym typeface="Jost"/>
            </a:endParaRPr>
          </a:p>
        </p:txBody>
      </p:sp>
      <p:cxnSp>
        <p:nvCxnSpPr>
          <p:cNvPr id="1130" name="Google Shape;1130;g2e66897e79f_0_7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1" name="Google Shape;1131;g2e66897e79f_0_7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2" name="Google Shape;1132;g2e66897e79f_0_7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2e66897e79f_0_7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4" name="Google Shape;1134;g2e66897e79f_0_7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5" name="Google Shape;1135;g2e66897e79f_0_78"/>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6" name="Google Shape;1136;g2e66897e79f_0_78"/>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37" name="Google Shape;1137;g2e66897e79f_0_7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38" name="Google Shape;1138;g2e66897e79f_0_78"/>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39" name="Google Shape;1139;g2e66897e79f_0_7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0" name="Google Shape;1140;g2e66897e79f_0_7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1" name="Google Shape;1141;g2e66897e79f_0_78"/>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2" name="Google Shape;1142;g2e66897e79f_0_78"/>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3" name="Google Shape;1143;g2e66897e79f_0_78"/>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4" name="Google Shape;1144;g2e66897e79f_0_78"/>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5" name="Google Shape;1145;g2e66897e79f_0_78"/>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46" name="Google Shape;1146;g2e66897e79f_0_78"/>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ng</a:t>
            </a:r>
            <a:endParaRPr sz="5500" b="0" i="0" u="none" strike="noStrike" cap="none">
              <a:solidFill>
                <a:srgbClr val="FFD403"/>
              </a:solidFill>
              <a:latin typeface="Jost"/>
              <a:ea typeface="Jost"/>
              <a:cs typeface="Jost"/>
              <a:sym typeface="Jost"/>
            </a:endParaRPr>
          </a:p>
        </p:txBody>
      </p:sp>
      <p:sp>
        <p:nvSpPr>
          <p:cNvPr id="1147" name="Google Shape;1147;g2e66897e79f_0_7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8" name="Google Shape;1148;g2e66897e79f_0_7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9" name="Google Shape;1149;g2e66897e79f_0_7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0" name="Google Shape;1150;g2e66897e79f_0_7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1" name="Google Shape;1151;g2e66897e79f_0_7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2" name="Google Shape;1152;g2e66897e79f_0_7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3" name="Google Shape;1153;g2e66897e79f_0_7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4" name="Google Shape;1154;g2e66897e79f_0_7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55" name="Google Shape;1155;g2e66897e79f_0_78"/>
          <p:cNvGrpSpPr/>
          <p:nvPr/>
        </p:nvGrpSpPr>
        <p:grpSpPr>
          <a:xfrm>
            <a:off x="-550" y="6984600"/>
            <a:ext cx="8596479" cy="808600"/>
            <a:chOff x="-550" y="6984600"/>
            <a:chExt cx="8596479" cy="808600"/>
          </a:xfrm>
        </p:grpSpPr>
        <p:sp>
          <p:nvSpPr>
            <p:cNvPr id="1156" name="Google Shape;1156;g2e66897e79f_0_7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57" name="Google Shape;1157;g2e66897e79f_0_7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58" name="Google Shape;1158;g2e66897e79f_0_7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59" name="Google Shape;1159;g2e66897e79f_0_7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60" name="Google Shape;1160;g2e66897e79f_0_7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61" name="Google Shape;1161;g2e66897e79f_0_7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62" name="Google Shape;1162;g2e66897e79f_0_7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63" name="Google Shape;1163;g2e66897e79f_0_7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64" name="Google Shape;1164;g2e66897e79f_0_7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65" name="Google Shape;1165;g2e66897e79f_0_78"/>
          <p:cNvSpPr txBox="1"/>
          <p:nvPr/>
        </p:nvSpPr>
        <p:spPr>
          <a:xfrm>
            <a:off x="1158138" y="219156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424</Words>
  <Application>Microsoft Office PowerPoint</Application>
  <PresentationFormat>On-screen Show (4:3)</PresentationFormat>
  <Paragraphs>163</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Arial</vt:lpstr>
      <vt:lpstr>Jost</vt:lpstr>
      <vt:lpstr>Poppins</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2026-06-03T00:56:47Z</dcterms:modified>
</cp:coreProperties>
</file>