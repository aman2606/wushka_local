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9144000" cy="6858000" type="screen4x3"/>
  <p:notesSz cx="6858000" cy="9144000"/>
  <p:embeddedFontLst>
    <p:embeddedFont>
      <p:font typeface="Jost" panose="020B0604020202020204" charset="0"/>
      <p:regular r:id="rId24"/>
      <p:bold r:id="rId25"/>
      <p:italic r:id="rId26"/>
      <p:boldItalic r:id="rId27"/>
    </p:embeddedFont>
    <p:embeddedFont>
      <p:font typeface="Nunito Black" pitchFamily="2" charset="0"/>
      <p:bold r:id="rId28"/>
      <p:boldItalic r:id="rId29"/>
    </p:embeddedFont>
    <p:embeddedFont>
      <p:font typeface="Poppins" panose="00000500000000000000" pitchFamily="2" charset="0"/>
      <p:regular r:id="rId30"/>
      <p:bold r:id="rId31"/>
      <p:italic r:id="rId32"/>
      <p:boldItalic r:id="rId33"/>
    </p:embeddedFont>
    <p:embeddedFont>
      <p:font typeface="Poppins Medium" panose="00000600000000000000" pitchFamily="2" charset="0"/>
      <p:regular r:id="rId34"/>
      <p:bold r:id="rId35"/>
      <p:italic r:id="rId36"/>
      <p:boldItalic r:id="rId37"/>
    </p:embeddedFont>
    <p:embeddedFont>
      <p:font typeface="Poppins SemiBold" panose="00000700000000000000" pitchFamily="2" charset="0"/>
      <p:regular r:id="rId38"/>
      <p:bold r:id="rId39"/>
      <p:italic r:id="rId40"/>
      <p:boldItalic r:id="rId4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8" roundtripDataSignature="AMtx7mhEFBSzln+ANjEIk/VK/XvZ9wkoZ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53E1E59-30AA-4C63-B083-EE1B4B691E10}">
  <a:tblStyle styleId="{653E1E59-30AA-4C63-B083-EE1B4B691E10}"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9" Type="http://schemas.openxmlformats.org/officeDocument/2006/relationships/font" Target="fonts/font16.fntdata"/><Relationship Id="rId21" Type="http://schemas.openxmlformats.org/officeDocument/2006/relationships/slide" Target="slides/slide20.xml"/><Relationship Id="rId34" Type="http://schemas.openxmlformats.org/officeDocument/2006/relationships/font" Target="fonts/font11.fntdata"/><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font" Target="fonts/font9.fntdata"/><Relationship Id="rId37" Type="http://schemas.openxmlformats.org/officeDocument/2006/relationships/font" Target="fonts/font14.fntdata"/><Relationship Id="rId40" Type="http://schemas.openxmlformats.org/officeDocument/2006/relationships/font" Target="fonts/font17.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5.fntdata"/><Relationship Id="rId36" Type="http://schemas.openxmlformats.org/officeDocument/2006/relationships/font" Target="fonts/font13.fntdata"/><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8.fntdata"/><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font" Target="fonts/font12.fntdata"/><Relationship Id="rId48" Type="http://customschemas.google.com/relationships/presentationmetadata" Target="metadata"/><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schemas.openxmlformats.org/officeDocument/2006/relationships/font" Target="fonts/font10.fntdata"/><Relationship Id="rId38" Type="http://schemas.openxmlformats.org/officeDocument/2006/relationships/font" Target="fonts/font15.fntdata"/><Relationship Id="rId20" Type="http://schemas.openxmlformats.org/officeDocument/2006/relationships/slide" Target="slides/slide19.xml"/><Relationship Id="rId41" Type="http://schemas.openxmlformats.org/officeDocument/2006/relationships/font" Target="fonts/font18.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7"/>
        <p:cNvGrpSpPr/>
        <p:nvPr/>
      </p:nvGrpSpPr>
      <p:grpSpPr>
        <a:xfrm>
          <a:off x="0" y="0"/>
          <a:ext cx="0" cy="0"/>
          <a:chOff x="0" y="0"/>
          <a:chExt cx="0" cy="0"/>
        </a:xfrm>
      </p:grpSpPr>
      <p:sp>
        <p:nvSpPr>
          <p:cNvPr id="648" name="Google Shape;648;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49" name="Google Shape;649;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5"/>
        <p:cNvGrpSpPr/>
        <p:nvPr/>
      </p:nvGrpSpPr>
      <p:grpSpPr>
        <a:xfrm>
          <a:off x="0" y="0"/>
          <a:ext cx="0" cy="0"/>
          <a:chOff x="0" y="0"/>
          <a:chExt cx="0" cy="0"/>
        </a:xfrm>
      </p:grpSpPr>
      <p:sp>
        <p:nvSpPr>
          <p:cNvPr id="656" name="Google Shape;656;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7" name="Google Shape;657;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58" name="Google Shape;658;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2"/>
        <p:cNvGrpSpPr/>
        <p:nvPr/>
      </p:nvGrpSpPr>
      <p:grpSpPr>
        <a:xfrm>
          <a:off x="0" y="0"/>
          <a:ext cx="0" cy="0"/>
          <a:chOff x="0" y="0"/>
          <a:chExt cx="0" cy="0"/>
        </a:xfrm>
      </p:grpSpPr>
      <p:sp>
        <p:nvSpPr>
          <p:cNvPr id="663" name="Google Shape;663;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64" name="Google Shape;664;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65" name="Google Shape;665;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2"/>
        <p:cNvGrpSpPr/>
        <p:nvPr/>
      </p:nvGrpSpPr>
      <p:grpSpPr>
        <a:xfrm>
          <a:off x="0" y="0"/>
          <a:ext cx="0" cy="0"/>
          <a:chOff x="0" y="0"/>
          <a:chExt cx="0" cy="0"/>
        </a:xfrm>
      </p:grpSpPr>
      <p:sp>
        <p:nvSpPr>
          <p:cNvPr id="693" name="Google Shape;693;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4" name="Google Shape;694;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95" name="Google Shape;695;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8"/>
        <p:cNvGrpSpPr/>
        <p:nvPr/>
      </p:nvGrpSpPr>
      <p:grpSpPr>
        <a:xfrm>
          <a:off x="0" y="0"/>
          <a:ext cx="0" cy="0"/>
          <a:chOff x="0" y="0"/>
          <a:chExt cx="0" cy="0"/>
        </a:xfrm>
      </p:grpSpPr>
      <p:sp>
        <p:nvSpPr>
          <p:cNvPr id="729" name="Google Shape;729;g2c298da1f27_0_4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0" name="Google Shape;730;g2c298da1f27_0_4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31" name="Google Shape;731;g2c298da1f27_0_4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6"/>
        <p:cNvGrpSpPr/>
        <p:nvPr/>
      </p:nvGrpSpPr>
      <p:grpSpPr>
        <a:xfrm>
          <a:off x="0" y="0"/>
          <a:ext cx="0" cy="0"/>
          <a:chOff x="0" y="0"/>
          <a:chExt cx="0" cy="0"/>
        </a:xfrm>
      </p:grpSpPr>
      <p:sp>
        <p:nvSpPr>
          <p:cNvPr id="777" name="Google Shape;777;g2cdbdd49f8e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8" name="Google Shape;778;g2cdbdd49f8e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79" name="Google Shape;779;g2cdbdd49f8e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8"/>
        <p:cNvGrpSpPr/>
        <p:nvPr/>
      </p:nvGrpSpPr>
      <p:grpSpPr>
        <a:xfrm>
          <a:off x="0" y="0"/>
          <a:ext cx="0" cy="0"/>
          <a:chOff x="0" y="0"/>
          <a:chExt cx="0" cy="0"/>
        </a:xfrm>
      </p:grpSpPr>
      <p:sp>
        <p:nvSpPr>
          <p:cNvPr id="829" name="Google Shape;829;g2c298da1f27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0" name="Google Shape;830;g2c298da1f27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1" name="Google Shape;831;g2c298da1f27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0"/>
        <p:cNvGrpSpPr/>
        <p:nvPr/>
      </p:nvGrpSpPr>
      <p:grpSpPr>
        <a:xfrm>
          <a:off x="0" y="0"/>
          <a:ext cx="0" cy="0"/>
          <a:chOff x="0" y="0"/>
          <a:chExt cx="0" cy="0"/>
        </a:xfrm>
      </p:grpSpPr>
      <p:sp>
        <p:nvSpPr>
          <p:cNvPr id="851" name="Google Shape;851;g2ce66866dac_0_115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2" name="Google Shape;852;g2ce66866dac_0_115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3" name="Google Shape;853;g2ce66866dac_0_115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7"/>
        <p:cNvGrpSpPr/>
        <p:nvPr/>
      </p:nvGrpSpPr>
      <p:grpSpPr>
        <a:xfrm>
          <a:off x="0" y="0"/>
          <a:ext cx="0" cy="0"/>
          <a:chOff x="0" y="0"/>
          <a:chExt cx="0" cy="0"/>
        </a:xfrm>
      </p:grpSpPr>
      <p:sp>
        <p:nvSpPr>
          <p:cNvPr id="858" name="Google Shape;858;g2ce66866dac_0_115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9" name="Google Shape;859;g2ce66866dac_0_115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0" name="Google Shape;860;g2ce66866dac_0_115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9"/>
        <p:cNvGrpSpPr/>
        <p:nvPr/>
      </p:nvGrpSpPr>
      <p:grpSpPr>
        <a:xfrm>
          <a:off x="0" y="0"/>
          <a:ext cx="0" cy="0"/>
          <a:chOff x="0" y="0"/>
          <a:chExt cx="0" cy="0"/>
        </a:xfrm>
      </p:grpSpPr>
      <p:sp>
        <p:nvSpPr>
          <p:cNvPr id="870" name="Google Shape;870;g2735da4d7f8_0_1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1" name="Google Shape;871;g2735da4d7f8_0_1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2" name="Google Shape;872;g2735da4d7f8_0_1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1"/>
        <p:cNvGrpSpPr/>
        <p:nvPr/>
      </p:nvGrpSpPr>
      <p:grpSpPr>
        <a:xfrm>
          <a:off x="0" y="0"/>
          <a:ext cx="0" cy="0"/>
          <a:chOff x="0" y="0"/>
          <a:chExt cx="0" cy="0"/>
        </a:xfrm>
      </p:grpSpPr>
      <p:sp>
        <p:nvSpPr>
          <p:cNvPr id="882" name="Google Shape;882;g2735da4d7f8_0_2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3" name="Google Shape;883;g2735da4d7f8_0_2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4" name="Google Shape;884;g2735da4d7f8_0_2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3"/>
        <p:cNvGrpSpPr/>
        <p:nvPr/>
      </p:nvGrpSpPr>
      <p:grpSpPr>
        <a:xfrm>
          <a:off x="0" y="0"/>
          <a:ext cx="0" cy="0"/>
          <a:chOff x="0" y="0"/>
          <a:chExt cx="0" cy="0"/>
        </a:xfrm>
      </p:grpSpPr>
      <p:sp>
        <p:nvSpPr>
          <p:cNvPr id="894" name="Google Shape;894;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5" name="Google Shape;895;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6" name="Google Shape;896;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0"/>
        <p:cNvGrpSpPr/>
        <p:nvPr/>
      </p:nvGrpSpPr>
      <p:grpSpPr>
        <a:xfrm>
          <a:off x="0" y="0"/>
          <a:ext cx="0" cy="0"/>
          <a:chOff x="0" y="0"/>
          <a:chExt cx="0" cy="0"/>
        </a:xfrm>
      </p:grpSpPr>
      <p:sp>
        <p:nvSpPr>
          <p:cNvPr id="901" name="Google Shape;901;g2735da4d7f8_0_11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2" name="Google Shape;902;g2735da4d7f8_0_11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3" name="Google Shape;903;g2735da4d7f8_0_11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2"/>
        <p:cNvGrpSpPr/>
        <p:nvPr/>
      </p:nvGrpSpPr>
      <p:grpSpPr>
        <a:xfrm>
          <a:off x="0" y="0"/>
          <a:ext cx="0" cy="0"/>
          <a:chOff x="0" y="0"/>
          <a:chExt cx="0" cy="0"/>
        </a:xfrm>
      </p:grpSpPr>
      <p:sp>
        <p:nvSpPr>
          <p:cNvPr id="933" name="Google Shape;933;g2ee8a780566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4" name="Google Shape;934;g2ee8a780566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5" name="Google Shape;935;g2ee8a780566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2"/>
        <p:cNvGrpSpPr/>
        <p:nvPr/>
      </p:nvGrpSpPr>
      <p:grpSpPr>
        <a:xfrm>
          <a:off x="0" y="0"/>
          <a:ext cx="0" cy="0"/>
          <a:chOff x="0" y="0"/>
          <a:chExt cx="0" cy="0"/>
        </a:xfrm>
      </p:grpSpPr>
      <p:sp>
        <p:nvSpPr>
          <p:cNvPr id="973" name="Google Shape;973;g2c4fb7f6616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4" name="Google Shape;974;g2c4fb7f6616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5" name="Google Shape;975;g2c4fb7f6616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4"/>
        <p:cNvGrpSpPr/>
        <p:nvPr/>
      </p:nvGrpSpPr>
      <p:grpSpPr>
        <a:xfrm>
          <a:off x="0" y="0"/>
          <a:ext cx="0" cy="0"/>
          <a:chOff x="0" y="0"/>
          <a:chExt cx="0" cy="0"/>
        </a:xfrm>
      </p:grpSpPr>
      <p:sp>
        <p:nvSpPr>
          <p:cNvPr id="1005" name="Google Shape;1005;g2ee8a780566_0_3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6" name="Google Shape;1006;g2ee8a780566_0_3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7" name="Google Shape;1007;g2ee8a780566_0_3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4"/>
        <p:cNvGrpSpPr/>
        <p:nvPr/>
      </p:nvGrpSpPr>
      <p:grpSpPr>
        <a:xfrm>
          <a:off x="0" y="0"/>
          <a:ext cx="0" cy="0"/>
          <a:chOff x="0" y="0"/>
          <a:chExt cx="0" cy="0"/>
        </a:xfrm>
      </p:grpSpPr>
      <p:sp>
        <p:nvSpPr>
          <p:cNvPr id="1045" name="Google Shape;1045;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6" name="Google Shape;1046;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7" name="Google Shape;1047;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1"/>
        <p:cNvGrpSpPr/>
        <p:nvPr/>
      </p:nvGrpSpPr>
      <p:grpSpPr>
        <a:xfrm>
          <a:off x="0" y="0"/>
          <a:ext cx="0" cy="0"/>
          <a:chOff x="0" y="0"/>
          <a:chExt cx="0" cy="0"/>
        </a:xfrm>
      </p:grpSpPr>
      <p:sp>
        <p:nvSpPr>
          <p:cNvPr id="1052" name="Google Shape;1052;g274b8b5b626_0_7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3" name="Google Shape;1053;g274b8b5b626_0_7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54" name="Google Shape;1054;g274b8b5b626_0_7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4"/>
        <p:cNvGrpSpPr/>
        <p:nvPr/>
      </p:nvGrpSpPr>
      <p:grpSpPr>
        <a:xfrm>
          <a:off x="0" y="0"/>
          <a:ext cx="0" cy="0"/>
          <a:chOff x="0" y="0"/>
          <a:chExt cx="0" cy="0"/>
        </a:xfrm>
      </p:grpSpPr>
      <p:sp>
        <p:nvSpPr>
          <p:cNvPr id="1085" name="Google Shape;1085;g274b8b5b626_0_1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6" name="Google Shape;1086;g274b8b5b626_0_1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7" name="Google Shape;1087;g274b8b5b626_0_1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8"/>
        <p:cNvGrpSpPr/>
        <p:nvPr/>
      </p:nvGrpSpPr>
      <p:grpSpPr>
        <a:xfrm>
          <a:off x="0" y="0"/>
          <a:ext cx="0" cy="0"/>
          <a:chOff x="0" y="0"/>
          <a:chExt cx="0" cy="0"/>
        </a:xfrm>
      </p:grpSpPr>
      <p:sp>
        <p:nvSpPr>
          <p:cNvPr id="1119" name="Google Shape;1119;g1f3daf8a844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20" name="Google Shape;1120;g1f3daf8a844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1" name="Google Shape;1121;g1f3daf8a844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4"/>
        <p:cNvGrpSpPr/>
        <p:nvPr/>
      </p:nvGrpSpPr>
      <p:grpSpPr>
        <a:xfrm>
          <a:off x="0" y="0"/>
          <a:ext cx="0" cy="0"/>
          <a:chOff x="0" y="0"/>
          <a:chExt cx="0" cy="0"/>
        </a:xfrm>
      </p:grpSpPr>
      <p:sp>
        <p:nvSpPr>
          <p:cNvPr id="1145" name="Google Shape;1145;g2735da4d7f8_0_3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46" name="Google Shape;1146;g2735da4d7f8_0_3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47" name="Google Shape;1147;g2735da4d7f8_0_3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21</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Autofit/>
          </a:bodyPr>
          <a:lstStyle>
            <a:lvl1pPr lvl="0" algn="l">
              <a:lnSpc>
                <a:spcPct val="100000"/>
              </a:lnSpc>
              <a:spcBef>
                <a:spcPts val="1000"/>
              </a:spcBef>
              <a:spcAft>
                <a:spcPts val="0"/>
              </a:spcAft>
              <a:buClr>
                <a:srgbClr val="262626"/>
              </a:buClr>
              <a:buSzPts val="3000"/>
              <a:buNone/>
              <a:defRPr sz="3000" b="0">
                <a:solidFill>
                  <a:srgbClr val="262626"/>
                </a:solidFill>
                <a:latin typeface="Poppins"/>
                <a:ea typeface="Poppins"/>
                <a:cs typeface="Poppins"/>
                <a:sym typeface="Poppins"/>
              </a:defRPr>
            </a:lvl1pPr>
            <a:lvl2pPr lvl="1" algn="ctr">
              <a:lnSpc>
                <a:spcPct val="100000"/>
              </a:lnSpc>
              <a:spcBef>
                <a:spcPts val="500"/>
              </a:spcBef>
              <a:spcAft>
                <a:spcPts val="0"/>
              </a:spcAft>
              <a:buClr>
                <a:schemeClr val="dk1"/>
              </a:buClr>
              <a:buSzPts val="3000"/>
              <a:buNone/>
              <a:defRPr sz="3000"/>
            </a:lvl2pPr>
            <a:lvl3pPr lvl="2" algn="ctr">
              <a:lnSpc>
                <a:spcPct val="100000"/>
              </a:lnSpc>
              <a:spcBef>
                <a:spcPts val="500"/>
              </a:spcBef>
              <a:spcAft>
                <a:spcPts val="0"/>
              </a:spcAft>
              <a:buClr>
                <a:schemeClr val="dk1"/>
              </a:buClr>
              <a:buSzPts val="3000"/>
              <a:buNone/>
              <a:defRPr sz="3000"/>
            </a:lvl3pPr>
            <a:lvl4pPr lvl="3" algn="ctr">
              <a:lnSpc>
                <a:spcPct val="100000"/>
              </a:lnSpc>
              <a:spcBef>
                <a:spcPts val="500"/>
              </a:spcBef>
              <a:spcAft>
                <a:spcPts val="0"/>
              </a:spcAft>
              <a:buClr>
                <a:schemeClr val="dk1"/>
              </a:buClr>
              <a:buSzPts val="3000"/>
              <a:buNone/>
              <a:defRPr sz="3000"/>
            </a:lvl4pPr>
            <a:lvl5pPr lvl="4" algn="ctr">
              <a:lnSpc>
                <a:spcPct val="100000"/>
              </a:lnSpc>
              <a:spcBef>
                <a:spcPts val="500"/>
              </a:spcBef>
              <a:spcAft>
                <a:spcPts val="0"/>
              </a:spcAft>
              <a:buClr>
                <a:schemeClr val="dk1"/>
              </a:buClr>
              <a:buSzPts val="3000"/>
              <a:buNone/>
              <a:defRPr sz="3000"/>
            </a:lvl5pPr>
            <a:lvl6pPr lvl="5" algn="ctr">
              <a:lnSpc>
                <a:spcPct val="100000"/>
              </a:lnSpc>
              <a:spcBef>
                <a:spcPts val="500"/>
              </a:spcBef>
              <a:spcAft>
                <a:spcPts val="0"/>
              </a:spcAft>
              <a:buClr>
                <a:schemeClr val="dk1"/>
              </a:buClr>
              <a:buSzPts val="3000"/>
              <a:buNone/>
              <a:defRPr sz="3000"/>
            </a:lvl6pPr>
            <a:lvl7pPr lvl="6" algn="ctr">
              <a:lnSpc>
                <a:spcPct val="100000"/>
              </a:lnSpc>
              <a:spcBef>
                <a:spcPts val="500"/>
              </a:spcBef>
              <a:spcAft>
                <a:spcPts val="0"/>
              </a:spcAft>
              <a:buClr>
                <a:schemeClr val="dk1"/>
              </a:buClr>
              <a:buSzPts val="3000"/>
              <a:buNone/>
              <a:defRPr sz="3000"/>
            </a:lvl7pPr>
            <a:lvl8pPr lvl="7" algn="ctr">
              <a:lnSpc>
                <a:spcPct val="100000"/>
              </a:lnSpc>
              <a:spcBef>
                <a:spcPts val="500"/>
              </a:spcBef>
              <a:spcAft>
                <a:spcPts val="0"/>
              </a:spcAft>
              <a:buClr>
                <a:schemeClr val="dk1"/>
              </a:buClr>
              <a:buSzPts val="3000"/>
              <a:buNone/>
              <a:defRPr sz="3000"/>
            </a:lvl8pPr>
            <a:lvl9pPr lvl="8" algn="ctr">
              <a:lnSpc>
                <a:spcPct val="100000"/>
              </a:lnSpc>
              <a:spcBef>
                <a:spcPts val="500"/>
              </a:spcBef>
              <a:spcAft>
                <a:spcPts val="0"/>
              </a:spcAft>
              <a:buClr>
                <a:schemeClr val="dk1"/>
              </a:buClr>
              <a:buSzPts val="3000"/>
              <a:buNone/>
              <a:defRPr sz="3000"/>
            </a:lvl9pPr>
          </a:lstStyle>
          <a:p>
            <a:endParaRPr/>
          </a:p>
        </p:txBody>
      </p:sp>
      <p:sp>
        <p:nvSpPr>
          <p:cNvPr id="17" name="Google Shape;17;p14"/>
          <p:cNvSpPr txBox="1"/>
          <p:nvPr/>
        </p:nvSpPr>
        <p:spPr>
          <a:xfrm>
            <a:off x="804225" y="1600125"/>
            <a:ext cx="49059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E82625"/>
                </a:solidFill>
                <a:latin typeface="Poppins SemiBold"/>
                <a:ea typeface="Poppins SemiBold"/>
                <a:cs typeface="Poppins SemiBold"/>
                <a:sym typeface="Poppins SemiBold"/>
              </a:rPr>
              <a:t>Phase 6</a:t>
            </a:r>
            <a:endParaRPr sz="6000" b="0" i="0" u="none" strike="noStrike" cap="none">
              <a:solidFill>
                <a:srgbClr val="E82625"/>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600"/>
            <a:chOff x="-36800" y="-52000"/>
            <a:chExt cx="9236100" cy="54360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7240990" y="88100"/>
              <a:ext cx="1337400" cy="403500"/>
              <a:chOff x="3235750" y="88250"/>
              <a:chExt cx="1337400" cy="403500"/>
            </a:xfrm>
          </p:grpSpPr>
          <p:sp>
            <p:nvSpPr>
              <p:cNvPr id="28" name="Google Shape;28;p14"/>
              <p:cNvSpPr/>
              <p:nvPr/>
            </p:nvSpPr>
            <p:spPr>
              <a:xfrm>
                <a:off x="3235750" y="88250"/>
                <a:ext cx="1337400" cy="240000"/>
              </a:xfrm>
              <a:prstGeom prst="roundRect">
                <a:avLst>
                  <a:gd name="adj" fmla="val 16667"/>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29" name="Google Shape;29;p14"/>
              <p:cNvSpPr/>
              <p:nvPr/>
            </p:nvSpPr>
            <p:spPr>
              <a:xfrm>
                <a:off x="3235750" y="251750"/>
                <a:ext cx="1337400" cy="240000"/>
              </a:xfrm>
              <a:prstGeom prst="rect">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30" name="Google Shape;30;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31" name="Google Shape;31;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3" name="Google Shape;33;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 name="Google Shape;34;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6</a:t>
              </a:r>
              <a:endParaRPr sz="1300" b="0" i="0" u="none" strike="noStrike" cap="none">
                <a:solidFill>
                  <a:srgbClr val="FFFFFF"/>
                </a:solidFill>
                <a:latin typeface="Poppins SemiBold"/>
                <a:ea typeface="Poppins SemiBold"/>
                <a:cs typeface="Poppins SemiBold"/>
                <a:sym typeface="Poppins SemiBold"/>
              </a:endParaRPr>
            </a:p>
          </p:txBody>
        </p:sp>
        <p:sp>
          <p:nvSpPr>
            <p:cNvPr id="35" name="Google Shape;35;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 name="Google Shape;36;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37" name="Google Shape;37;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38" name="Google Shape;38;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 name="Google Shape;39;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 name="Google Shape;40;p14"/>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649025" y="1038275"/>
            <a:ext cx="44997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649025" y="2393250"/>
            <a:ext cx="44997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5" name="Google Shape;45;p15"/>
          <p:cNvGrpSpPr/>
          <p:nvPr/>
        </p:nvGrpSpPr>
        <p:grpSpPr>
          <a:xfrm>
            <a:off x="357775" y="5983875"/>
            <a:ext cx="586800" cy="571500"/>
            <a:chOff x="662575" y="6212475"/>
            <a:chExt cx="586800" cy="571500"/>
          </a:xfrm>
        </p:grpSpPr>
        <p:sp>
          <p:nvSpPr>
            <p:cNvPr id="46" name="Google Shape;46;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 name="Google Shape;47;p15">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 name="Google Shape;48;p15">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9" name="Google Shape;49;p15"/>
          <p:cNvGrpSpPr/>
          <p:nvPr/>
        </p:nvGrpSpPr>
        <p:grpSpPr>
          <a:xfrm>
            <a:off x="8199150" y="5983875"/>
            <a:ext cx="586800" cy="571500"/>
            <a:chOff x="7894350" y="6212475"/>
            <a:chExt cx="586800" cy="571500"/>
          </a:xfrm>
        </p:grpSpPr>
        <p:sp>
          <p:nvSpPr>
            <p:cNvPr id="50" name="Google Shape;50;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 name="Google Shape;51;p15">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 name="Google Shape;52;p15">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3" name="Google Shape;53;p15"/>
          <p:cNvSpPr txBox="1"/>
          <p:nvPr/>
        </p:nvSpPr>
        <p:spPr>
          <a:xfrm>
            <a:off x="856325" y="4319725"/>
            <a:ext cx="28866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E82625"/>
                </a:solidFill>
                <a:latin typeface="Poppins Medium"/>
                <a:ea typeface="Poppins Medium"/>
                <a:cs typeface="Poppins Medium"/>
                <a:sym typeface="Poppins Medium"/>
              </a:rPr>
              <a:t>Terminology</a:t>
            </a:r>
            <a:endParaRPr sz="3200" b="0" i="0" u="none" strike="noStrike" cap="none">
              <a:solidFill>
                <a:srgbClr val="E82625"/>
              </a:solidFill>
              <a:latin typeface="Poppins Medium"/>
              <a:ea typeface="Poppins Medium"/>
              <a:cs typeface="Poppins Medium"/>
              <a:sym typeface="Poppins Medium"/>
            </a:endParaRPr>
          </a:p>
        </p:txBody>
      </p:sp>
      <p:sp>
        <p:nvSpPr>
          <p:cNvPr id="54" name="Google Shape;54;p15"/>
          <p:cNvSpPr txBox="1"/>
          <p:nvPr/>
        </p:nvSpPr>
        <p:spPr>
          <a:xfrm>
            <a:off x="9530850" y="948800"/>
            <a:ext cx="3348000" cy="5110200"/>
          </a:xfrm>
          <a:prstGeom prst="rect">
            <a:avLst/>
          </a:prstGeom>
          <a:noFill/>
          <a:ln>
            <a:noFill/>
          </a:ln>
        </p:spPr>
        <p:txBody>
          <a:bodyPr spcFirstLastPara="1" wrap="square" lIns="91425" tIns="91425" rIns="91425" bIns="91425" anchor="ctr"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Suffix</a:t>
            </a:r>
            <a:r>
              <a:rPr lang="en-US" sz="1600" b="0" i="0" u="none" strike="noStrike" cap="none">
                <a:solidFill>
                  <a:srgbClr val="000000"/>
                </a:solidFill>
                <a:latin typeface="Poppins"/>
                <a:ea typeface="Poppins"/>
                <a:cs typeface="Poppins"/>
                <a:sym typeface="Poppins"/>
              </a:rPr>
              <a:t> - a letter or group of letters placed at the end of a word to make a new word.</a:t>
            </a:r>
            <a:endParaRPr sz="16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Root Word</a:t>
            </a:r>
            <a:r>
              <a:rPr lang="en-US" sz="1600" b="0" i="0" u="none" strike="noStrike" cap="none">
                <a:solidFill>
                  <a:srgbClr val="000000"/>
                </a:solidFill>
                <a:latin typeface="Poppins"/>
                <a:ea typeface="Poppins"/>
                <a:cs typeface="Poppins"/>
                <a:sym typeface="Poppins"/>
              </a:rPr>
              <a:t> - a word that forms the basis of new words though the addition of prefixes and suffixes.</a:t>
            </a:r>
            <a:endParaRPr sz="16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Syllable</a:t>
            </a:r>
            <a:r>
              <a:rPr lang="en-US" sz="1600" b="0" i="0" u="none" strike="noStrike" cap="none">
                <a:solidFill>
                  <a:srgbClr val="000000"/>
                </a:solidFill>
                <a:latin typeface="Poppins"/>
                <a:ea typeface="Poppins"/>
                <a:cs typeface="Poppins"/>
                <a:sym typeface="Poppins"/>
              </a:rPr>
              <a:t> - a unit of pronunciation that has one vowel sound with or without surrounding consonants.</a:t>
            </a:r>
            <a:endParaRPr sz="16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Noun</a:t>
            </a:r>
            <a:r>
              <a:rPr lang="en-US" sz="1600" b="0" i="0" u="none" strike="noStrike" cap="none">
                <a:solidFill>
                  <a:srgbClr val="000000"/>
                </a:solidFill>
                <a:latin typeface="Poppins"/>
                <a:ea typeface="Poppins"/>
                <a:cs typeface="Poppins"/>
                <a:sym typeface="Poppins"/>
              </a:rPr>
              <a:t> - a noun is the name for an object or set of objects, such as a thing, a person, an animal, a place, a quality, an idea or an action.</a:t>
            </a:r>
            <a:endParaRPr sz="16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Verb</a:t>
            </a:r>
            <a:r>
              <a:rPr lang="en-US" sz="1600" b="0" i="0" u="none" strike="noStrike" cap="none">
                <a:solidFill>
                  <a:srgbClr val="000000"/>
                </a:solidFill>
                <a:latin typeface="Poppins"/>
                <a:ea typeface="Poppins"/>
                <a:cs typeface="Poppins"/>
                <a:sym typeface="Poppins"/>
              </a:rPr>
              <a:t> - a verb is a doing word used to describe an action. </a:t>
            </a:r>
            <a:endParaRPr sz="16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Plural</a:t>
            </a:r>
            <a:r>
              <a:rPr lang="en-US" sz="1600" b="0" i="0" u="none" strike="noStrike" cap="none">
                <a:solidFill>
                  <a:srgbClr val="000000"/>
                </a:solidFill>
                <a:latin typeface="Poppins"/>
                <a:ea typeface="Poppins"/>
                <a:cs typeface="Poppins"/>
                <a:sym typeface="Poppins"/>
              </a:rPr>
              <a:t> - denotes more than one of a noun.</a:t>
            </a:r>
            <a:endParaRPr sz="1600" b="0" i="0" u="none" strike="noStrike" cap="none">
              <a:solidFill>
                <a:srgbClr val="000000"/>
              </a:solidFill>
              <a:latin typeface="Poppins"/>
              <a:ea typeface="Poppins"/>
              <a:cs typeface="Poppins"/>
              <a:sym typeface="Poppins"/>
            </a:endParaRPr>
          </a:p>
        </p:txBody>
      </p:sp>
      <p:sp>
        <p:nvSpPr>
          <p:cNvPr id="55" name="Google Shape;55;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E82625"/>
                </a:solidFill>
                <a:latin typeface="Poppins Medium"/>
                <a:ea typeface="Poppins Medium"/>
                <a:cs typeface="Poppins Medium"/>
                <a:sym typeface="Poppins Medium"/>
              </a:rPr>
              <a:t>Objective</a:t>
            </a:r>
            <a:endParaRPr sz="3200" b="0" i="0" u="none" strike="noStrike" cap="none">
              <a:solidFill>
                <a:srgbClr val="E82625"/>
              </a:solidFill>
              <a:latin typeface="Poppins Medium"/>
              <a:ea typeface="Poppins Medium"/>
              <a:cs typeface="Poppins Medium"/>
              <a:sym typeface="Poppins Medium"/>
            </a:endParaRPr>
          </a:p>
        </p:txBody>
      </p:sp>
      <p:sp>
        <p:nvSpPr>
          <p:cNvPr id="56" name="Google Shape;56;p15"/>
          <p:cNvSpPr txBox="1"/>
          <p:nvPr/>
        </p:nvSpPr>
        <p:spPr>
          <a:xfrm>
            <a:off x="856314" y="2358003"/>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E82625"/>
                </a:solidFill>
                <a:latin typeface="Poppins Medium"/>
                <a:ea typeface="Poppins Medium"/>
                <a:cs typeface="Poppins Medium"/>
                <a:sym typeface="Poppins Medium"/>
              </a:rPr>
              <a:t>Review</a:t>
            </a:r>
            <a:endParaRPr sz="3200" b="0" i="0" u="none" strike="noStrike" cap="none">
              <a:solidFill>
                <a:srgbClr val="E82625"/>
              </a:solidFill>
              <a:latin typeface="Poppins Medium"/>
              <a:ea typeface="Poppins Medium"/>
              <a:cs typeface="Poppins Medium"/>
              <a:sym typeface="Poppins Medium"/>
            </a:endParaRPr>
          </a:p>
        </p:txBody>
      </p:sp>
      <p:cxnSp>
        <p:nvCxnSpPr>
          <p:cNvPr id="57" name="Google Shape;57;p15"/>
          <p:cNvCxnSpPr/>
          <p:nvPr/>
        </p:nvCxnSpPr>
        <p:spPr>
          <a:xfrm>
            <a:off x="865586" y="3550406"/>
            <a:ext cx="7283100" cy="0"/>
          </a:xfrm>
          <a:prstGeom prst="straightConnector1">
            <a:avLst/>
          </a:prstGeom>
          <a:noFill/>
          <a:ln w="9525" cap="flat" cmpd="sng">
            <a:solidFill>
              <a:srgbClr val="BFBFBF"/>
            </a:solidFill>
            <a:prstDash val="solid"/>
            <a:miter lim="800000"/>
            <a:headEnd type="none" w="sm" len="sm"/>
            <a:tailEnd type="none" w="sm" len="sm"/>
          </a:ln>
        </p:spPr>
      </p:cxnSp>
      <p:cxnSp>
        <p:nvCxnSpPr>
          <p:cNvPr id="58" name="Google Shape;58;p15"/>
          <p:cNvCxnSpPr/>
          <p:nvPr/>
        </p:nvCxnSpPr>
        <p:spPr>
          <a:xfrm>
            <a:off x="865586" y="1853949"/>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9" name="Google Shape;59;p15"/>
          <p:cNvGrpSpPr/>
          <p:nvPr/>
        </p:nvGrpSpPr>
        <p:grpSpPr>
          <a:xfrm>
            <a:off x="-36800" y="-52000"/>
            <a:ext cx="9236100" cy="543600"/>
            <a:chOff x="-36800" y="-52000"/>
            <a:chExt cx="9236100" cy="54360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7240990" y="88100"/>
              <a:ext cx="1337400" cy="403500"/>
              <a:chOff x="3235750" y="88250"/>
              <a:chExt cx="1337400" cy="403500"/>
            </a:xfrm>
          </p:grpSpPr>
          <p:sp>
            <p:nvSpPr>
              <p:cNvPr id="62" name="Google Shape;62;p15"/>
              <p:cNvSpPr/>
              <p:nvPr/>
            </p:nvSpPr>
            <p:spPr>
              <a:xfrm>
                <a:off x="3235750" y="88250"/>
                <a:ext cx="1337400" cy="240000"/>
              </a:xfrm>
              <a:prstGeom prst="roundRect">
                <a:avLst>
                  <a:gd name="adj" fmla="val 16667"/>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63" name="Google Shape;63;p15"/>
              <p:cNvSpPr/>
              <p:nvPr/>
            </p:nvSpPr>
            <p:spPr>
              <a:xfrm>
                <a:off x="3235750" y="251750"/>
                <a:ext cx="1337400" cy="240000"/>
              </a:xfrm>
              <a:prstGeom prst="rect">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64" name="Google Shape;64;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65" name="Google Shape;65;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67" name="Google Shape;67;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8" name="Google Shape;68;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6</a:t>
              </a:r>
              <a:endParaRPr sz="1300" b="0" i="0" u="none" strike="noStrike" cap="none">
                <a:solidFill>
                  <a:srgbClr val="FFFFFF"/>
                </a:solidFill>
                <a:latin typeface="Poppins SemiBold"/>
                <a:ea typeface="Poppins SemiBold"/>
                <a:cs typeface="Poppins SemiBold"/>
                <a:sym typeface="Poppins SemiBold"/>
              </a:endParaRPr>
            </a:p>
          </p:txBody>
        </p:sp>
        <p:sp>
          <p:nvSpPr>
            <p:cNvPr id="69" name="Google Shape;69;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 name="Google Shape;70;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1" name="Google Shape;71;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2" name="Google Shape;72;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 name="Google Shape;73;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 name="Google Shape;74;p15"/>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75" name="Google Shape;75;p15"/>
          <p:cNvSpPr txBox="1"/>
          <p:nvPr/>
        </p:nvSpPr>
        <p:spPr>
          <a:xfrm>
            <a:off x="3742925" y="3714175"/>
            <a:ext cx="4405800" cy="2054700"/>
          </a:xfrm>
          <a:prstGeom prst="rect">
            <a:avLst/>
          </a:prstGeom>
          <a:noFill/>
          <a:ln>
            <a:noFill/>
          </a:ln>
        </p:spPr>
        <p:txBody>
          <a:bodyPr spcFirstLastPara="1" wrap="square" lIns="91425" tIns="91425" rIns="0" bIns="91425" anchor="ctr" anchorCtr="0">
            <a:noAutofit/>
          </a:bodyPr>
          <a:lstStyle/>
          <a:p>
            <a:pPr marL="0" marR="0" lvl="0" indent="0" algn="l" rtl="0">
              <a:lnSpc>
                <a:spcPct val="115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Verb</a:t>
            </a:r>
            <a:r>
              <a:rPr lang="en-US" sz="1600" b="0" i="0" u="none" strike="noStrike" cap="none">
                <a:solidFill>
                  <a:srgbClr val="000000"/>
                </a:solidFill>
                <a:latin typeface="Poppins"/>
                <a:ea typeface="Poppins"/>
                <a:cs typeface="Poppins"/>
                <a:sym typeface="Poppins"/>
              </a:rPr>
              <a:t> - a verb is a doing word used to describe an action. </a:t>
            </a:r>
            <a:endParaRPr sz="1600" b="0" i="0" u="none" strike="noStrike" cap="none">
              <a:solidFill>
                <a:srgbClr val="000000"/>
              </a:solidFill>
              <a:latin typeface="Poppins"/>
              <a:ea typeface="Poppins"/>
              <a:cs typeface="Poppins"/>
              <a:sym typeface="Poppins"/>
            </a:endParaRPr>
          </a:p>
          <a:p>
            <a:pPr marL="0" marR="0" lvl="0" indent="0" algn="l" rtl="0">
              <a:lnSpc>
                <a:spcPct val="115000"/>
              </a:lnSpc>
              <a:spcBef>
                <a:spcPts val="0"/>
              </a:spcBef>
              <a:spcAft>
                <a:spcPts val="0"/>
              </a:spcAft>
              <a:buClr>
                <a:srgbClr val="000000"/>
              </a:buClr>
              <a:buSzPts val="1100"/>
              <a:buFont typeface="Arial"/>
              <a:buNone/>
            </a:pPr>
            <a:r>
              <a:rPr lang="en-US" sz="1600" b="0" i="0" u="none" strike="noStrike" cap="none">
                <a:solidFill>
                  <a:srgbClr val="000000"/>
                </a:solidFill>
                <a:latin typeface="Poppins SemiBold"/>
                <a:ea typeface="Poppins SemiBold"/>
                <a:cs typeface="Poppins SemiBold"/>
                <a:sym typeface="Poppins SemiBold"/>
              </a:rPr>
              <a:t>Present Tense</a:t>
            </a:r>
            <a:r>
              <a:rPr lang="en-US" sz="1600" b="0" i="0" u="none" strike="noStrike" cap="none">
                <a:solidFill>
                  <a:srgbClr val="000000"/>
                </a:solidFill>
                <a:latin typeface="Poppins"/>
                <a:ea typeface="Poppins"/>
                <a:cs typeface="Poppins"/>
                <a:sym typeface="Poppins"/>
              </a:rPr>
              <a:t> – shows that an action or event is currently happening or continually happening in the present.</a:t>
            </a:r>
            <a:endParaRPr sz="1600" b="0" i="0" u="none" strike="noStrike" cap="none">
              <a:solidFill>
                <a:srgbClr val="000000"/>
              </a:solidFill>
              <a:latin typeface="Poppins"/>
              <a:ea typeface="Poppins"/>
              <a:cs typeface="Poppins"/>
              <a:sym typeface="Poppins"/>
            </a:endParaRPr>
          </a:p>
          <a:p>
            <a:pPr marL="0" marR="0" lvl="0" indent="0" algn="l" rtl="0">
              <a:lnSpc>
                <a:spcPct val="115000"/>
              </a:lnSpc>
              <a:spcBef>
                <a:spcPts val="0"/>
              </a:spcBef>
              <a:spcAft>
                <a:spcPts val="0"/>
              </a:spcAft>
              <a:buClr>
                <a:srgbClr val="000000"/>
              </a:buClr>
              <a:buSzPts val="1100"/>
              <a:buFont typeface="Arial"/>
              <a:buNone/>
            </a:pPr>
            <a:r>
              <a:rPr lang="en-US" sz="1600" b="0" i="0" u="none" strike="noStrike" cap="none">
                <a:solidFill>
                  <a:srgbClr val="000000"/>
                </a:solidFill>
                <a:latin typeface="Poppins SemiBold"/>
                <a:ea typeface="Poppins SemiBold"/>
                <a:cs typeface="Poppins SemiBold"/>
                <a:sym typeface="Poppins SemiBold"/>
              </a:rPr>
              <a:t>Past Tense</a:t>
            </a:r>
            <a:r>
              <a:rPr lang="en-US" sz="1600" b="0" i="0" u="none" strike="noStrike" cap="none">
                <a:solidFill>
                  <a:srgbClr val="000000"/>
                </a:solidFill>
                <a:latin typeface="Poppins"/>
                <a:ea typeface="Poppins"/>
                <a:cs typeface="Poppins"/>
                <a:sym typeface="Poppins"/>
              </a:rPr>
              <a:t> – shows that an action has already occurred in the past.</a:t>
            </a:r>
            <a:endParaRPr sz="1600" b="0" i="0" u="none" strike="noStrike" cap="none">
              <a:solidFill>
                <a:srgbClr val="000000"/>
              </a:solidFill>
              <a:latin typeface="Poppins"/>
              <a:ea typeface="Poppins"/>
              <a:cs typeface="Poppins"/>
              <a:sym typeface="Poppin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6"/>
        <p:cNvGrpSpPr/>
        <p:nvPr/>
      </p:nvGrpSpPr>
      <p:grpSpPr>
        <a:xfrm>
          <a:off x="0" y="0"/>
          <a:ext cx="0" cy="0"/>
          <a:chOff x="0" y="0"/>
          <a:chExt cx="0" cy="0"/>
        </a:xfrm>
      </p:grpSpPr>
      <p:sp>
        <p:nvSpPr>
          <p:cNvPr id="77" name="Google Shape;77;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8" name="Google Shape;78;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9" name="Google Shape;79;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80" name="Google Shape;80;g26b641b03cd_1_92"/>
          <p:cNvGrpSpPr/>
          <p:nvPr/>
        </p:nvGrpSpPr>
        <p:grpSpPr>
          <a:xfrm>
            <a:off x="357775" y="5983875"/>
            <a:ext cx="586800" cy="571500"/>
            <a:chOff x="662575" y="6212475"/>
            <a:chExt cx="586800" cy="571500"/>
          </a:xfrm>
        </p:grpSpPr>
        <p:sp>
          <p:nvSpPr>
            <p:cNvPr id="81" name="Google Shape;81;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3" name="Google Shape;83;g26b641b03cd_1_92">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4" name="Google Shape;84;g26b641b03cd_1_92"/>
          <p:cNvGrpSpPr/>
          <p:nvPr/>
        </p:nvGrpSpPr>
        <p:grpSpPr>
          <a:xfrm>
            <a:off x="8199150" y="5983875"/>
            <a:ext cx="586800" cy="571500"/>
            <a:chOff x="7894350" y="6212475"/>
            <a:chExt cx="586800" cy="571500"/>
          </a:xfrm>
        </p:grpSpPr>
        <p:sp>
          <p:nvSpPr>
            <p:cNvPr id="85" name="Google Shape;85;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7" name="Google Shape;87;g26b641b03cd_1_92">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8" name="Google Shape;88;g26b641b03cd_1_92"/>
          <p:cNvGrpSpPr/>
          <p:nvPr/>
        </p:nvGrpSpPr>
        <p:grpSpPr>
          <a:xfrm>
            <a:off x="-36800" y="-52000"/>
            <a:ext cx="9236100" cy="543600"/>
            <a:chOff x="-36800" y="-52000"/>
            <a:chExt cx="9236100" cy="543600"/>
          </a:xfrm>
        </p:grpSpPr>
        <p:sp>
          <p:nvSpPr>
            <p:cNvPr id="89" name="Google Shape;89;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90" name="Google Shape;90;g26b641b03cd_1_92"/>
            <p:cNvGrpSpPr/>
            <p:nvPr/>
          </p:nvGrpSpPr>
          <p:grpSpPr>
            <a:xfrm>
              <a:off x="7240990" y="88100"/>
              <a:ext cx="1337400" cy="403500"/>
              <a:chOff x="3235750" y="88250"/>
              <a:chExt cx="1337400" cy="403500"/>
            </a:xfrm>
          </p:grpSpPr>
          <p:sp>
            <p:nvSpPr>
              <p:cNvPr id="91" name="Google Shape;91;g26b641b03cd_1_92"/>
              <p:cNvSpPr/>
              <p:nvPr/>
            </p:nvSpPr>
            <p:spPr>
              <a:xfrm>
                <a:off x="3235750" y="88250"/>
                <a:ext cx="1337400" cy="240000"/>
              </a:xfrm>
              <a:prstGeom prst="roundRect">
                <a:avLst>
                  <a:gd name="adj" fmla="val 16667"/>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92" name="Google Shape;92;g26b641b03cd_1_92"/>
              <p:cNvSpPr/>
              <p:nvPr/>
            </p:nvSpPr>
            <p:spPr>
              <a:xfrm>
                <a:off x="3235750" y="251750"/>
                <a:ext cx="1337400" cy="240000"/>
              </a:xfrm>
              <a:prstGeom prst="rect">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95" name="Google Shape;95;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96" name="Google Shape;96;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6</a:t>
              </a:r>
              <a:endParaRPr sz="1300" b="0" i="0" u="none" strike="noStrike" cap="none">
                <a:solidFill>
                  <a:srgbClr val="FFFFFF"/>
                </a:solidFill>
                <a:latin typeface="Poppins SemiBold"/>
                <a:ea typeface="Poppins SemiBold"/>
                <a:cs typeface="Poppins SemiBold"/>
                <a:sym typeface="Poppins SemiBold"/>
              </a:endParaRPr>
            </a:p>
          </p:txBody>
        </p:sp>
        <p:sp>
          <p:nvSpPr>
            <p:cNvPr id="98" name="Google Shape;98;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0" name="Google Shape;100;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01" name="Google Shape;101;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 name="Google Shape;102;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3" name="Google Shape;103;g26b641b03cd_1_92"/>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4"/>
        <p:cNvGrpSpPr/>
        <p:nvPr/>
      </p:nvGrpSpPr>
      <p:grpSpPr>
        <a:xfrm>
          <a:off x="0" y="0"/>
          <a:ext cx="0" cy="0"/>
          <a:chOff x="0" y="0"/>
          <a:chExt cx="0" cy="0"/>
        </a:xfrm>
      </p:grpSpPr>
      <p:sp>
        <p:nvSpPr>
          <p:cNvPr id="105" name="Google Shape;105;g26b641b03cd_0_33"/>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6" name="Google Shape;106;g26b641b03cd_0_33"/>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07" name="Google Shape;107;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8" name="Google Shape;108;g26b641b03cd_0_33"/>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0" name="Google Shape;110;g26b641b03cd_0_33"/>
          <p:cNvSpPr/>
          <p:nvPr/>
        </p:nvSpPr>
        <p:spPr>
          <a:xfrm rot="-5400000" flipH="1">
            <a:off x="-938345" y="20148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1" name="Google Shape;111;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-ed suffix (drop y, add i)</a:t>
            </a:r>
            <a:endParaRPr sz="1800" b="0" i="0" u="none" strike="noStrike" cap="none">
              <a:solidFill>
                <a:srgbClr val="FFFFFF"/>
              </a:solidFill>
              <a:latin typeface="Poppins SemiBold"/>
              <a:ea typeface="Poppins SemiBold"/>
              <a:cs typeface="Poppins SemiBold"/>
              <a:sym typeface="Poppins SemiBold"/>
            </a:endParaRPr>
          </a:p>
        </p:txBody>
      </p:sp>
      <p:sp>
        <p:nvSpPr>
          <p:cNvPr id="112" name="Google Shape;112;g26b641b03cd_0_33"/>
          <p:cNvSpPr txBox="1"/>
          <p:nvPr/>
        </p:nvSpPr>
        <p:spPr>
          <a:xfrm rot="-5400000">
            <a:off x="-1852558" y="55804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Week 3 - Wednesday</a:t>
            </a:r>
            <a:endParaRPr sz="1800" b="0" i="0" u="none" strike="noStrike" cap="none">
              <a:solidFill>
                <a:srgbClr val="E82625"/>
              </a:solidFill>
              <a:latin typeface="Poppins Medium"/>
              <a:ea typeface="Poppins Medium"/>
              <a:cs typeface="Poppins Medium"/>
              <a:sym typeface="Poppins Medium"/>
            </a:endParaRPr>
          </a:p>
        </p:txBody>
      </p:sp>
      <p:sp>
        <p:nvSpPr>
          <p:cNvPr id="113" name="Google Shape;113;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Lesson 13</a:t>
            </a:r>
            <a:endParaRPr sz="1800" b="0" i="0" u="none" strike="noStrike" cap="none">
              <a:solidFill>
                <a:srgbClr val="E82625"/>
              </a:solidFill>
              <a:latin typeface="Poppins Medium"/>
              <a:ea typeface="Poppins Medium"/>
              <a:cs typeface="Poppins Medium"/>
              <a:sym typeface="Poppins Medium"/>
            </a:endParaRPr>
          </a:p>
        </p:txBody>
      </p:sp>
      <p:sp>
        <p:nvSpPr>
          <p:cNvPr id="114" name="Google Shape;114;g26b641b03cd_0_3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
        <p:nvSpPr>
          <p:cNvPr id="115" name="Google Shape;115;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6" name="Google Shape;116;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7" name="Google Shape;117;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E82625"/>
              </a:buClr>
              <a:buSzPts val="3200"/>
              <a:buFont typeface="Poppins Medium"/>
              <a:buNone/>
              <a:defRPr sz="3200">
                <a:solidFill>
                  <a:srgbClr val="E82625"/>
                </a:solidFill>
                <a:latin typeface="Poppins Medium"/>
                <a:ea typeface="Poppins Medium"/>
                <a:cs typeface="Poppins Medium"/>
                <a:sym typeface="Poppins Medium"/>
              </a:defRPr>
            </a:lvl1pPr>
            <a:lvl2pPr lvl="1" algn="ctr">
              <a:lnSpc>
                <a:spcPct val="100000"/>
              </a:lnSpc>
              <a:spcBef>
                <a:spcPts val="0"/>
              </a:spcBef>
              <a:spcAft>
                <a:spcPts val="0"/>
              </a:spcAft>
              <a:buClr>
                <a:srgbClr val="E82625"/>
              </a:buClr>
              <a:buSzPts val="3600"/>
              <a:buNone/>
              <a:defRPr sz="3600">
                <a:solidFill>
                  <a:srgbClr val="E82625"/>
                </a:solidFill>
              </a:defRPr>
            </a:lvl2pPr>
            <a:lvl3pPr lvl="2" algn="ctr">
              <a:lnSpc>
                <a:spcPct val="100000"/>
              </a:lnSpc>
              <a:spcBef>
                <a:spcPts val="0"/>
              </a:spcBef>
              <a:spcAft>
                <a:spcPts val="0"/>
              </a:spcAft>
              <a:buClr>
                <a:srgbClr val="E82625"/>
              </a:buClr>
              <a:buSzPts val="3600"/>
              <a:buNone/>
              <a:defRPr sz="3600">
                <a:solidFill>
                  <a:srgbClr val="E82625"/>
                </a:solidFill>
              </a:defRPr>
            </a:lvl3pPr>
            <a:lvl4pPr lvl="3" algn="ctr">
              <a:lnSpc>
                <a:spcPct val="100000"/>
              </a:lnSpc>
              <a:spcBef>
                <a:spcPts val="0"/>
              </a:spcBef>
              <a:spcAft>
                <a:spcPts val="0"/>
              </a:spcAft>
              <a:buClr>
                <a:srgbClr val="E82625"/>
              </a:buClr>
              <a:buSzPts val="3600"/>
              <a:buNone/>
              <a:defRPr sz="3600">
                <a:solidFill>
                  <a:srgbClr val="E82625"/>
                </a:solidFill>
              </a:defRPr>
            </a:lvl4pPr>
            <a:lvl5pPr lvl="4" algn="ctr">
              <a:lnSpc>
                <a:spcPct val="100000"/>
              </a:lnSpc>
              <a:spcBef>
                <a:spcPts val="0"/>
              </a:spcBef>
              <a:spcAft>
                <a:spcPts val="0"/>
              </a:spcAft>
              <a:buClr>
                <a:srgbClr val="E82625"/>
              </a:buClr>
              <a:buSzPts val="3600"/>
              <a:buNone/>
              <a:defRPr sz="3600">
                <a:solidFill>
                  <a:srgbClr val="E82625"/>
                </a:solidFill>
              </a:defRPr>
            </a:lvl5pPr>
            <a:lvl6pPr lvl="5" algn="ctr">
              <a:lnSpc>
                <a:spcPct val="100000"/>
              </a:lnSpc>
              <a:spcBef>
                <a:spcPts val="0"/>
              </a:spcBef>
              <a:spcAft>
                <a:spcPts val="0"/>
              </a:spcAft>
              <a:buClr>
                <a:srgbClr val="E82625"/>
              </a:buClr>
              <a:buSzPts val="3600"/>
              <a:buNone/>
              <a:defRPr sz="3600">
                <a:solidFill>
                  <a:srgbClr val="E82625"/>
                </a:solidFill>
              </a:defRPr>
            </a:lvl6pPr>
            <a:lvl7pPr lvl="6" algn="ctr">
              <a:lnSpc>
                <a:spcPct val="100000"/>
              </a:lnSpc>
              <a:spcBef>
                <a:spcPts val="0"/>
              </a:spcBef>
              <a:spcAft>
                <a:spcPts val="0"/>
              </a:spcAft>
              <a:buClr>
                <a:srgbClr val="E82625"/>
              </a:buClr>
              <a:buSzPts val="3600"/>
              <a:buNone/>
              <a:defRPr sz="3600">
                <a:solidFill>
                  <a:srgbClr val="E82625"/>
                </a:solidFill>
              </a:defRPr>
            </a:lvl7pPr>
            <a:lvl8pPr lvl="7" algn="ctr">
              <a:lnSpc>
                <a:spcPct val="100000"/>
              </a:lnSpc>
              <a:spcBef>
                <a:spcPts val="0"/>
              </a:spcBef>
              <a:spcAft>
                <a:spcPts val="0"/>
              </a:spcAft>
              <a:buClr>
                <a:srgbClr val="E82625"/>
              </a:buClr>
              <a:buSzPts val="3600"/>
              <a:buNone/>
              <a:defRPr sz="3600">
                <a:solidFill>
                  <a:srgbClr val="E82625"/>
                </a:solidFill>
              </a:defRPr>
            </a:lvl8pPr>
            <a:lvl9pPr lvl="8" algn="ctr">
              <a:lnSpc>
                <a:spcPct val="100000"/>
              </a:lnSpc>
              <a:spcBef>
                <a:spcPts val="0"/>
              </a:spcBef>
              <a:spcAft>
                <a:spcPts val="0"/>
              </a:spcAft>
              <a:buClr>
                <a:srgbClr val="E82625"/>
              </a:buClr>
              <a:buSzPts val="3600"/>
              <a:buNone/>
              <a:defRPr sz="3600">
                <a:solidFill>
                  <a:srgbClr val="E82625"/>
                </a:solidFill>
              </a:defRPr>
            </a:lvl9pPr>
          </a:lstStyle>
          <a:p>
            <a:endParaRPr/>
          </a:p>
        </p:txBody>
      </p:sp>
      <p:sp>
        <p:nvSpPr>
          <p:cNvPr id="118" name="Google Shape;118;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9" name="Google Shape;119;g26b641b03cd_0_33"/>
          <p:cNvGrpSpPr/>
          <p:nvPr/>
        </p:nvGrpSpPr>
        <p:grpSpPr>
          <a:xfrm>
            <a:off x="662575" y="6212475"/>
            <a:ext cx="586800" cy="571500"/>
            <a:chOff x="662575" y="6212475"/>
            <a:chExt cx="586800" cy="571500"/>
          </a:xfrm>
        </p:grpSpPr>
        <p:sp>
          <p:nvSpPr>
            <p:cNvPr id="120" name="Google Shape;120;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2" name="Google Shape;122;g26b641b03cd_0_33">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3" name="Google Shape;123;g26b641b03cd_0_33"/>
          <p:cNvGrpSpPr/>
          <p:nvPr/>
        </p:nvGrpSpPr>
        <p:grpSpPr>
          <a:xfrm>
            <a:off x="7894350" y="6212475"/>
            <a:ext cx="586800" cy="571500"/>
            <a:chOff x="7894350" y="6212475"/>
            <a:chExt cx="586800" cy="571500"/>
          </a:xfrm>
        </p:grpSpPr>
        <p:sp>
          <p:nvSpPr>
            <p:cNvPr id="124" name="Google Shape;124;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6" name="Google Shape;126;g26b641b03cd_0_33">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60"/>
        <p:cNvGrpSpPr/>
        <p:nvPr/>
      </p:nvGrpSpPr>
      <p:grpSpPr>
        <a:xfrm>
          <a:off x="0" y="0"/>
          <a:ext cx="0" cy="0"/>
          <a:chOff x="0" y="0"/>
          <a:chExt cx="0" cy="0"/>
        </a:xfrm>
      </p:grpSpPr>
      <p:sp>
        <p:nvSpPr>
          <p:cNvPr id="161" name="Google Shape;161;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62" name="Google Shape;162;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E82625"/>
                </a:solidFill>
                <a:latin typeface="Poppins Medium"/>
                <a:ea typeface="Poppins Medium"/>
                <a:cs typeface="Poppins Medium"/>
                <a:sym typeface="Poppins Medium"/>
              </a:rPr>
              <a:t>End of Session</a:t>
            </a:r>
            <a:endParaRPr sz="3200" b="0" i="0" u="none" strike="noStrike" cap="none">
              <a:solidFill>
                <a:srgbClr val="E82625"/>
              </a:solidFill>
              <a:latin typeface="Poppins Medium"/>
              <a:ea typeface="Poppins Medium"/>
              <a:cs typeface="Poppins Medium"/>
              <a:sym typeface="Poppins Medium"/>
            </a:endParaRPr>
          </a:p>
        </p:txBody>
      </p:sp>
      <p:cxnSp>
        <p:nvCxnSpPr>
          <p:cNvPr id="163" name="Google Shape;163;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64" name="Google Shape;164;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5" name="Google Shape;165;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67" name="Google Shape;167;g26b641b03cd_0_260"/>
          <p:cNvGrpSpPr/>
          <p:nvPr/>
        </p:nvGrpSpPr>
        <p:grpSpPr>
          <a:xfrm>
            <a:off x="8199150" y="5983875"/>
            <a:ext cx="586800" cy="571500"/>
            <a:chOff x="7894350" y="6212475"/>
            <a:chExt cx="586800" cy="571500"/>
          </a:xfrm>
        </p:grpSpPr>
        <p:sp>
          <p:nvSpPr>
            <p:cNvPr id="168" name="Google Shape;168;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9" name="Google Shape;169;g26b641b03cd_0_260">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0" name="Google Shape;170;g26b641b03cd_0_260">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71" name="Google Shape;171;g26b641b03cd_0_260"/>
          <p:cNvGrpSpPr/>
          <p:nvPr/>
        </p:nvGrpSpPr>
        <p:grpSpPr>
          <a:xfrm>
            <a:off x="-36800" y="-52000"/>
            <a:ext cx="9236100" cy="543600"/>
            <a:chOff x="-36800" y="-52000"/>
            <a:chExt cx="9236100" cy="543600"/>
          </a:xfrm>
        </p:grpSpPr>
        <p:sp>
          <p:nvSpPr>
            <p:cNvPr id="172" name="Google Shape;172;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3" name="Google Shape;173;g26b641b03cd_0_260"/>
            <p:cNvGrpSpPr/>
            <p:nvPr/>
          </p:nvGrpSpPr>
          <p:grpSpPr>
            <a:xfrm>
              <a:off x="7240990" y="88100"/>
              <a:ext cx="1337400" cy="403500"/>
              <a:chOff x="3235750" y="88250"/>
              <a:chExt cx="1337400" cy="403500"/>
            </a:xfrm>
          </p:grpSpPr>
          <p:sp>
            <p:nvSpPr>
              <p:cNvPr id="174" name="Google Shape;174;g26b641b03cd_0_260"/>
              <p:cNvSpPr/>
              <p:nvPr/>
            </p:nvSpPr>
            <p:spPr>
              <a:xfrm>
                <a:off x="3235750" y="88250"/>
                <a:ext cx="1337400" cy="240000"/>
              </a:xfrm>
              <a:prstGeom prst="roundRect">
                <a:avLst>
                  <a:gd name="adj" fmla="val 16667"/>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175" name="Google Shape;175;g26b641b03cd_0_260"/>
              <p:cNvSpPr/>
              <p:nvPr/>
            </p:nvSpPr>
            <p:spPr>
              <a:xfrm>
                <a:off x="3235750" y="251750"/>
                <a:ext cx="1337400" cy="240000"/>
              </a:xfrm>
              <a:prstGeom prst="rect">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176" name="Google Shape;176;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177" name="Google Shape;177;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178" name="Google Shape;178;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79" name="Google Shape;179;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0" name="Google Shape;180;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6</a:t>
              </a:r>
              <a:endParaRPr sz="1300" b="0" i="0" u="none" strike="noStrike" cap="none">
                <a:solidFill>
                  <a:srgbClr val="FFFFFF"/>
                </a:solidFill>
                <a:latin typeface="Poppins SemiBold"/>
                <a:ea typeface="Poppins SemiBold"/>
                <a:cs typeface="Poppins SemiBold"/>
                <a:sym typeface="Poppins SemiBold"/>
              </a:endParaRPr>
            </a:p>
          </p:txBody>
        </p:sp>
        <p:sp>
          <p:nvSpPr>
            <p:cNvPr id="181" name="Google Shape;181;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2" name="Google Shape;182;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83" name="Google Shape;183;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84" name="Google Shape;184;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5" name="Google Shape;185;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6" name="Google Shape;186;g26b641b03cd_0_260"/>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7"/>
        <p:cNvGrpSpPr/>
        <p:nvPr/>
      </p:nvGrpSpPr>
      <p:grpSpPr>
        <a:xfrm>
          <a:off x="0" y="0"/>
          <a:ext cx="0" cy="0"/>
          <a:chOff x="0" y="0"/>
          <a:chExt cx="0" cy="0"/>
        </a:xfrm>
      </p:grpSpPr>
      <p:sp>
        <p:nvSpPr>
          <p:cNvPr id="188" name="Google Shape;188;g2c235dd0dad_1_87"/>
          <p:cNvSpPr txBox="1">
            <a:spLocks noGrp="1"/>
          </p:cNvSpPr>
          <p:nvPr>
            <p:ph type="subTitle" idx="1"/>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89" name="Google Shape;189;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190" name="Google Shape;190;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E82625"/>
                </a:solidFill>
                <a:latin typeface="Poppins Medium"/>
                <a:ea typeface="Poppins Medium"/>
                <a:cs typeface="Poppins Medium"/>
                <a:sym typeface="Poppins Medium"/>
              </a:rPr>
              <a:t>Practise</a:t>
            </a:r>
            <a:r>
              <a:rPr lang="en-US" sz="3000" b="0" i="0" u="none" strike="noStrike" cap="none">
                <a:solidFill>
                  <a:srgbClr val="E82625"/>
                </a:solidFill>
                <a:latin typeface="Poppins Medium"/>
                <a:ea typeface="Poppins Medium"/>
                <a:cs typeface="Poppins Medium"/>
                <a:sym typeface="Poppins Medium"/>
              </a:rPr>
              <a:t> Building Words</a:t>
            </a:r>
            <a:endParaRPr sz="3000" b="0" i="0" u="none" strike="noStrike" cap="none">
              <a:solidFill>
                <a:srgbClr val="E82625"/>
              </a:solidFill>
              <a:latin typeface="Poppins Medium"/>
              <a:ea typeface="Poppins Medium"/>
              <a:cs typeface="Poppins Medium"/>
              <a:sym typeface="Poppins Medium"/>
            </a:endParaRPr>
          </a:p>
        </p:txBody>
      </p:sp>
      <p:sp>
        <p:nvSpPr>
          <p:cNvPr id="191" name="Google Shape;191;g2c235dd0dad_1_87"/>
          <p:cNvSpPr txBox="1">
            <a:spLocks noGrp="1"/>
          </p:cNvSpPr>
          <p:nvPr>
            <p:ph type="subTitle" idx="2"/>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192" name="Google Shape;192;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193" name="Google Shape;193;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94" name="Google Shape;194;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195" name="Google Shape;195;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6" name="Google Shape;196;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7" name="Google Shape;197;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198" name="Google Shape;198;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199" name="Google Shape;199;g2c235dd0dad_1_87"/>
          <p:cNvSpPr txBox="1">
            <a:spLocks noGrp="1"/>
          </p:cNvSpPr>
          <p:nvPr>
            <p:ph type="subTitle" idx="3"/>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00" name="Google Shape;200;g2c235dd0dad_1_87"/>
          <p:cNvGrpSpPr/>
          <p:nvPr/>
        </p:nvGrpSpPr>
        <p:grpSpPr>
          <a:xfrm>
            <a:off x="662575" y="6212475"/>
            <a:ext cx="586800" cy="571500"/>
            <a:chOff x="662575" y="6212475"/>
            <a:chExt cx="586800" cy="571500"/>
          </a:xfrm>
        </p:grpSpPr>
        <p:sp>
          <p:nvSpPr>
            <p:cNvPr id="201" name="Google Shape;201;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2" name="Google Shape;202;g2c235dd0dad_1_87">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3" name="Google Shape;203;g2c235dd0dad_1_87">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04" name="Google Shape;204;g2c235dd0dad_1_87"/>
          <p:cNvGrpSpPr/>
          <p:nvPr/>
        </p:nvGrpSpPr>
        <p:grpSpPr>
          <a:xfrm>
            <a:off x="7894350" y="6212475"/>
            <a:ext cx="586800" cy="571500"/>
            <a:chOff x="7894350" y="6212475"/>
            <a:chExt cx="586800" cy="571500"/>
          </a:xfrm>
        </p:grpSpPr>
        <p:sp>
          <p:nvSpPr>
            <p:cNvPr id="205" name="Google Shape;205;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6" name="Google Shape;206;g2c235dd0dad_1_87">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7" name="Google Shape;207;g2c235dd0dad_1_87">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08" name="Google Shape;208;g2c235dd0dad_1_87"/>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9" name="Google Shape;209;g2c235dd0dad_1_87"/>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10" name="Google Shape;210;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11" name="Google Shape;211;g2c235dd0dad_1_87"/>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2" name="Google Shape;212;g2c235dd0dad_1_87"/>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3" name="Google Shape;213;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14" name="Google Shape;214;g2c235dd0dad_1_8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15" name="Google Shape;215;g2c235dd0dad_1_8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216" name="Google Shape;216;g2c235dd0dad_1_87"/>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217" name="Google Shape;217;g2c235dd0dad_1_8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8"/>
        <p:cNvGrpSpPr/>
        <p:nvPr/>
      </p:nvGrpSpPr>
      <p:grpSpPr>
        <a:xfrm>
          <a:off x="0" y="0"/>
          <a:ext cx="0" cy="0"/>
          <a:chOff x="0" y="0"/>
          <a:chExt cx="0" cy="0"/>
        </a:xfrm>
      </p:grpSpPr>
      <p:sp>
        <p:nvSpPr>
          <p:cNvPr id="219" name="Google Shape;219;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220" name="Google Shape;220;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E82625"/>
                </a:solidFill>
                <a:latin typeface="Poppins Medium"/>
                <a:ea typeface="Poppins Medium"/>
                <a:cs typeface="Poppins Medium"/>
                <a:sym typeface="Poppins Medium"/>
              </a:rPr>
              <a:t>Practise</a:t>
            </a:r>
            <a:r>
              <a:rPr lang="en-US" sz="3000" b="0" i="0" u="none" strike="noStrike" cap="none">
                <a:solidFill>
                  <a:srgbClr val="E82625"/>
                </a:solidFill>
                <a:latin typeface="Poppins Medium"/>
                <a:ea typeface="Poppins Medium"/>
                <a:cs typeface="Poppins Medium"/>
                <a:sym typeface="Poppins Medium"/>
              </a:rPr>
              <a:t> Building Words</a:t>
            </a:r>
            <a:endParaRPr sz="3000" b="0" i="0" u="none" strike="noStrike" cap="none">
              <a:solidFill>
                <a:srgbClr val="E82625"/>
              </a:solidFill>
              <a:latin typeface="Poppins Medium"/>
              <a:ea typeface="Poppins Medium"/>
              <a:cs typeface="Poppins Medium"/>
              <a:sym typeface="Poppins Medium"/>
            </a:endParaRPr>
          </a:p>
        </p:txBody>
      </p:sp>
      <p:cxnSp>
        <p:nvCxnSpPr>
          <p:cNvPr id="221" name="Google Shape;221;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22" name="Google Shape;222;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23" name="Google Shape;223;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24" name="Google Shape;224;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5" name="Google Shape;225;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6" name="Google Shape;226;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27" name="Google Shape;227;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28" name="Google Shape;228;g1f3daf8a844_0_32"/>
          <p:cNvSpPr txBox="1">
            <a:spLocks noGrp="1"/>
          </p:cNvSpPr>
          <p:nvPr>
            <p:ph type="subTitle" idx="1"/>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29" name="Google Shape;229;g1f3daf8a844_0_32"/>
          <p:cNvGrpSpPr/>
          <p:nvPr/>
        </p:nvGrpSpPr>
        <p:grpSpPr>
          <a:xfrm>
            <a:off x="662575" y="6212475"/>
            <a:ext cx="586800" cy="571500"/>
            <a:chOff x="662575" y="6212475"/>
            <a:chExt cx="586800" cy="571500"/>
          </a:xfrm>
        </p:grpSpPr>
        <p:sp>
          <p:nvSpPr>
            <p:cNvPr id="230" name="Google Shape;230;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1" name="Google Shape;231;g1f3daf8a844_0_32">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2" name="Google Shape;232;g1f3daf8a844_0_32">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33" name="Google Shape;233;g1f3daf8a844_0_32"/>
          <p:cNvGrpSpPr/>
          <p:nvPr/>
        </p:nvGrpSpPr>
        <p:grpSpPr>
          <a:xfrm>
            <a:off x="7894350" y="6212475"/>
            <a:ext cx="586800" cy="571500"/>
            <a:chOff x="7894350" y="6212475"/>
            <a:chExt cx="586800" cy="571500"/>
          </a:xfrm>
        </p:grpSpPr>
        <p:sp>
          <p:nvSpPr>
            <p:cNvPr id="234" name="Google Shape;234;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5" name="Google Shape;235;g1f3daf8a844_0_32">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6" name="Google Shape;236;g1f3daf8a844_0_32">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37" name="Google Shape;237;g1f3daf8a844_0_32"/>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8" name="Google Shape;238;g1f3daf8a844_0_32"/>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39" name="Google Shape;239;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40" name="Google Shape;240;g1f3daf8a844_0_32"/>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1" name="Google Shape;241;g1f3daf8a844_0_32"/>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2" name="Google Shape;242;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43" name="Google Shape;243;g1f3daf8a844_0_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44" name="Google Shape;244;g1f3daf8a844_0_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245" name="Google Shape;245;g1f3daf8a844_0_32"/>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246" name="Google Shape;246;g1f3daf8a844_0_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47"/>
        <p:cNvGrpSpPr/>
        <p:nvPr/>
      </p:nvGrpSpPr>
      <p:grpSpPr>
        <a:xfrm>
          <a:off x="0" y="0"/>
          <a:ext cx="0" cy="0"/>
          <a:chOff x="0" y="0"/>
          <a:chExt cx="0" cy="0"/>
        </a:xfrm>
      </p:grpSpPr>
      <p:sp>
        <p:nvSpPr>
          <p:cNvPr id="248" name="Google Shape;248;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49" name="Google Shape;249;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Quickwrite</a:t>
            </a:r>
            <a:endParaRPr sz="3000" b="0" i="0" u="none" strike="noStrike" cap="none">
              <a:solidFill>
                <a:srgbClr val="E82625"/>
              </a:solidFill>
              <a:latin typeface="Poppins Medium"/>
              <a:ea typeface="Poppins Medium"/>
              <a:cs typeface="Poppins Medium"/>
              <a:sym typeface="Poppins Medium"/>
            </a:endParaRPr>
          </a:p>
        </p:txBody>
      </p:sp>
      <p:sp>
        <p:nvSpPr>
          <p:cNvPr id="250" name="Google Shape;250;g2c157a2fb06_0_53"/>
          <p:cNvSpPr txBox="1">
            <a:spLocks noGrp="1"/>
          </p:cNvSpPr>
          <p:nvPr>
            <p:ph type="subTitle" idx="1"/>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1" name="Google Shape;251;g2c157a2fb06_0_53"/>
          <p:cNvSpPr txBox="1">
            <a:spLocks noGrp="1"/>
          </p:cNvSpPr>
          <p:nvPr>
            <p:ph type="subTitle" idx="2"/>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2" name="Google Shape;252;g2c157a2fb06_0_53"/>
          <p:cNvSpPr txBox="1">
            <a:spLocks noGrp="1"/>
          </p:cNvSpPr>
          <p:nvPr>
            <p:ph type="subTitle" idx="3"/>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3" name="Google Shape;253;g2c157a2fb06_0_53"/>
          <p:cNvSpPr txBox="1">
            <a:spLocks noGrp="1"/>
          </p:cNvSpPr>
          <p:nvPr>
            <p:ph type="subTitle" idx="4"/>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54" name="Google Shape;254;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55" name="Google Shape;255;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56" name="Google Shape;256;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grpSp>
        <p:nvGrpSpPr>
          <p:cNvPr id="257" name="Google Shape;257;g2c157a2fb06_0_53"/>
          <p:cNvGrpSpPr/>
          <p:nvPr/>
        </p:nvGrpSpPr>
        <p:grpSpPr>
          <a:xfrm>
            <a:off x="662575" y="6212475"/>
            <a:ext cx="586800" cy="571500"/>
            <a:chOff x="662575" y="6212475"/>
            <a:chExt cx="586800" cy="571500"/>
          </a:xfrm>
        </p:grpSpPr>
        <p:sp>
          <p:nvSpPr>
            <p:cNvPr id="258" name="Google Shape;258;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9" name="Google Shape;259;g2c157a2fb06_0_53">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0" name="Google Shape;260;g2c157a2fb06_0_53">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61" name="Google Shape;261;g2c157a2fb06_0_53"/>
          <p:cNvGrpSpPr/>
          <p:nvPr/>
        </p:nvGrpSpPr>
        <p:grpSpPr>
          <a:xfrm>
            <a:off x="7894350" y="6212475"/>
            <a:ext cx="586800" cy="571500"/>
            <a:chOff x="7894350" y="6212475"/>
            <a:chExt cx="586800" cy="571500"/>
          </a:xfrm>
        </p:grpSpPr>
        <p:sp>
          <p:nvSpPr>
            <p:cNvPr id="262" name="Google Shape;262;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3" name="Google Shape;263;g2c157a2fb06_0_53">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4" name="Google Shape;264;g2c157a2fb06_0_53">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65" name="Google Shape;265;g2c157a2fb06_0_53"/>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6" name="Google Shape;266;g2c157a2fb06_0_53"/>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67" name="Google Shape;267;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8" name="Google Shape;268;g2c157a2fb06_0_53"/>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9" name="Google Shape;269;g2c157a2fb06_0_53"/>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0" name="Google Shape;270;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71" name="Google Shape;271;g2c157a2fb06_0_5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72" name="Google Shape;272;g2c157a2fb06_0_5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273" name="Google Shape;273;g2c157a2fb06_0_5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274" name="Google Shape;274;g2c157a2fb06_0_5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75"/>
        <p:cNvGrpSpPr/>
        <p:nvPr/>
      </p:nvGrpSpPr>
      <p:grpSpPr>
        <a:xfrm>
          <a:off x="0" y="0"/>
          <a:ext cx="0" cy="0"/>
          <a:chOff x="0" y="0"/>
          <a:chExt cx="0" cy="0"/>
        </a:xfrm>
      </p:grpSpPr>
      <p:pic>
        <p:nvPicPr>
          <p:cNvPr id="276" name="Google Shape;276;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277" name="Google Shape;277;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78" name="Google Shape;278;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Full Circle</a:t>
            </a:r>
            <a:endParaRPr sz="3000" b="0" i="0" u="none" strike="noStrike" cap="none">
              <a:solidFill>
                <a:srgbClr val="E82625"/>
              </a:solidFill>
              <a:latin typeface="Poppins Medium"/>
              <a:ea typeface="Poppins Medium"/>
              <a:cs typeface="Poppins Medium"/>
              <a:sym typeface="Poppins Medium"/>
            </a:endParaRPr>
          </a:p>
        </p:txBody>
      </p:sp>
      <p:sp>
        <p:nvSpPr>
          <p:cNvPr id="279" name="Google Shape;279;g2c157a2fb06_0_158"/>
          <p:cNvSpPr txBox="1">
            <a:spLocks noGrp="1"/>
          </p:cNvSpPr>
          <p:nvPr>
            <p:ph type="subTitle" idx="1"/>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0" name="Google Shape;280;g2c157a2fb06_0_158"/>
          <p:cNvSpPr txBox="1">
            <a:spLocks noGrp="1"/>
          </p:cNvSpPr>
          <p:nvPr>
            <p:ph type="subTitle" idx="2"/>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1" name="Google Shape;281;g2c157a2fb06_0_158"/>
          <p:cNvSpPr txBox="1">
            <a:spLocks noGrp="1"/>
          </p:cNvSpPr>
          <p:nvPr>
            <p:ph type="subTitle" idx="3"/>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2" name="Google Shape;282;g2c157a2fb06_0_158"/>
          <p:cNvSpPr txBox="1">
            <a:spLocks noGrp="1"/>
          </p:cNvSpPr>
          <p:nvPr>
            <p:ph type="subTitle" idx="4"/>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3" name="Google Shape;283;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4" name="Google Shape;284;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285" name="Google Shape;285;g2c157a2fb06_0_158"/>
          <p:cNvGrpSpPr/>
          <p:nvPr/>
        </p:nvGrpSpPr>
        <p:grpSpPr>
          <a:xfrm>
            <a:off x="662575" y="6212475"/>
            <a:ext cx="586800" cy="571500"/>
            <a:chOff x="662575" y="6212475"/>
            <a:chExt cx="586800" cy="571500"/>
          </a:xfrm>
        </p:grpSpPr>
        <p:sp>
          <p:nvSpPr>
            <p:cNvPr id="286" name="Google Shape;286;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7" name="Google Shape;287;g2c157a2fb06_0_158">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8" name="Google Shape;288;g2c157a2fb06_0_158">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89" name="Google Shape;289;g2c157a2fb06_0_158"/>
          <p:cNvGrpSpPr/>
          <p:nvPr/>
        </p:nvGrpSpPr>
        <p:grpSpPr>
          <a:xfrm>
            <a:off x="7894350" y="6212475"/>
            <a:ext cx="586800" cy="571500"/>
            <a:chOff x="7894350" y="6212475"/>
            <a:chExt cx="586800" cy="571500"/>
          </a:xfrm>
        </p:grpSpPr>
        <p:sp>
          <p:nvSpPr>
            <p:cNvPr id="290" name="Google Shape;290;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1" name="Google Shape;291;g2c157a2fb06_0_158">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2" name="Google Shape;292;g2c157a2fb06_0_158">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93" name="Google Shape;293;g2c157a2fb06_0_158"/>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4" name="Google Shape;294;g2c157a2fb06_0_158"/>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95" name="Google Shape;295;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6" name="Google Shape;296;g2c157a2fb06_0_158"/>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7" name="Google Shape;297;g2c157a2fb06_0_158"/>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8" name="Google Shape;298;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9" name="Google Shape;299;g2c157a2fb06_0_15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00" name="Google Shape;300;g2c157a2fb06_0_15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301" name="Google Shape;301;g2c157a2fb06_0_158"/>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302" name="Google Shape;302;g2c157a2fb06_0_15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03"/>
        <p:cNvGrpSpPr/>
        <p:nvPr/>
      </p:nvGrpSpPr>
      <p:grpSpPr>
        <a:xfrm>
          <a:off x="0" y="0"/>
          <a:ext cx="0" cy="0"/>
          <a:chOff x="0" y="0"/>
          <a:chExt cx="0" cy="0"/>
        </a:xfrm>
      </p:grpSpPr>
      <p:sp>
        <p:nvSpPr>
          <p:cNvPr id="304" name="Google Shape;304;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05" name="Google Shape;305;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Picture Match</a:t>
            </a:r>
            <a:endParaRPr sz="3000" b="0" i="0" u="none" strike="noStrike" cap="none">
              <a:solidFill>
                <a:srgbClr val="E82625"/>
              </a:solidFill>
              <a:latin typeface="Poppins Medium"/>
              <a:ea typeface="Poppins Medium"/>
              <a:cs typeface="Poppins Medium"/>
              <a:sym typeface="Poppins Medium"/>
            </a:endParaRPr>
          </a:p>
        </p:txBody>
      </p:sp>
      <p:sp>
        <p:nvSpPr>
          <p:cNvPr id="306" name="Google Shape;306;g2c157a2fb06_0_263"/>
          <p:cNvSpPr txBox="1">
            <a:spLocks noGrp="1"/>
          </p:cNvSpPr>
          <p:nvPr>
            <p:ph type="subTitle" idx="1"/>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7" name="Google Shape;307;g2c157a2fb06_0_263"/>
          <p:cNvSpPr txBox="1">
            <a:spLocks noGrp="1"/>
          </p:cNvSpPr>
          <p:nvPr>
            <p:ph type="subTitle" idx="2"/>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8" name="Google Shape;308;g2c157a2fb06_0_263"/>
          <p:cNvSpPr txBox="1">
            <a:spLocks noGrp="1"/>
          </p:cNvSpPr>
          <p:nvPr>
            <p:ph type="subTitle" idx="3"/>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9" name="Google Shape;309;g2c157a2fb06_0_263"/>
          <p:cNvSpPr txBox="1">
            <a:spLocks noGrp="1"/>
          </p:cNvSpPr>
          <p:nvPr>
            <p:ph type="subTitle" idx="4"/>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0" name="Google Shape;310;g2c157a2fb06_0_263"/>
          <p:cNvSpPr>
            <a:spLocks noGrp="1"/>
          </p:cNvSpPr>
          <p:nvPr>
            <p:ph type="pic" idx="5"/>
          </p:nvPr>
        </p:nvSpPr>
        <p:spPr>
          <a:xfrm>
            <a:off x="5086375" y="4412425"/>
            <a:ext cx="2668800" cy="1291500"/>
          </a:xfrm>
          <a:prstGeom prst="rect">
            <a:avLst/>
          </a:prstGeom>
          <a:noFill/>
          <a:ln>
            <a:noFill/>
          </a:ln>
        </p:spPr>
      </p:sp>
      <p:sp>
        <p:nvSpPr>
          <p:cNvPr id="311" name="Google Shape;311;g2c157a2fb06_0_263"/>
          <p:cNvSpPr>
            <a:spLocks noGrp="1"/>
          </p:cNvSpPr>
          <p:nvPr>
            <p:ph type="pic" idx="6"/>
          </p:nvPr>
        </p:nvSpPr>
        <p:spPr>
          <a:xfrm>
            <a:off x="5086375" y="797675"/>
            <a:ext cx="2668800" cy="1291500"/>
          </a:xfrm>
          <a:prstGeom prst="rect">
            <a:avLst/>
          </a:prstGeom>
          <a:noFill/>
          <a:ln>
            <a:noFill/>
          </a:ln>
        </p:spPr>
      </p:sp>
      <p:sp>
        <p:nvSpPr>
          <p:cNvPr id="312" name="Google Shape;312;g2c157a2fb06_0_263"/>
          <p:cNvSpPr>
            <a:spLocks noGrp="1"/>
          </p:cNvSpPr>
          <p:nvPr>
            <p:ph type="pic" idx="7"/>
          </p:nvPr>
        </p:nvSpPr>
        <p:spPr>
          <a:xfrm>
            <a:off x="5086375" y="2002592"/>
            <a:ext cx="2668800" cy="1291500"/>
          </a:xfrm>
          <a:prstGeom prst="rect">
            <a:avLst/>
          </a:prstGeom>
          <a:noFill/>
          <a:ln>
            <a:noFill/>
          </a:ln>
        </p:spPr>
      </p:sp>
      <p:sp>
        <p:nvSpPr>
          <p:cNvPr id="313" name="Google Shape;313;g2c157a2fb06_0_263"/>
          <p:cNvSpPr>
            <a:spLocks noGrp="1"/>
          </p:cNvSpPr>
          <p:nvPr>
            <p:ph type="pic" idx="8"/>
          </p:nvPr>
        </p:nvSpPr>
        <p:spPr>
          <a:xfrm>
            <a:off x="5086375" y="3207508"/>
            <a:ext cx="2668800" cy="1291500"/>
          </a:xfrm>
          <a:prstGeom prst="rect">
            <a:avLst/>
          </a:prstGeom>
          <a:noFill/>
          <a:ln>
            <a:noFill/>
          </a:ln>
        </p:spPr>
      </p:sp>
      <p:sp>
        <p:nvSpPr>
          <p:cNvPr id="314" name="Google Shape;314;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5" name="Google Shape;315;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16" name="Google Shape;316;g2c157a2fb06_0_263"/>
          <p:cNvGrpSpPr/>
          <p:nvPr/>
        </p:nvGrpSpPr>
        <p:grpSpPr>
          <a:xfrm>
            <a:off x="662575" y="6212475"/>
            <a:ext cx="586800" cy="571500"/>
            <a:chOff x="662575" y="6212475"/>
            <a:chExt cx="586800" cy="571500"/>
          </a:xfrm>
        </p:grpSpPr>
        <p:sp>
          <p:nvSpPr>
            <p:cNvPr id="317" name="Google Shape;317;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8" name="Google Shape;318;g2c157a2fb06_0_263">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9" name="Google Shape;319;g2c157a2fb06_0_263">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20" name="Google Shape;320;g2c157a2fb06_0_263"/>
          <p:cNvGrpSpPr/>
          <p:nvPr/>
        </p:nvGrpSpPr>
        <p:grpSpPr>
          <a:xfrm>
            <a:off x="7894350" y="6212475"/>
            <a:ext cx="586800" cy="571500"/>
            <a:chOff x="7894350" y="6212475"/>
            <a:chExt cx="586800" cy="571500"/>
          </a:xfrm>
        </p:grpSpPr>
        <p:sp>
          <p:nvSpPr>
            <p:cNvPr id="321" name="Google Shape;321;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2" name="Google Shape;322;g2c157a2fb06_0_263">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3" name="Google Shape;323;g2c157a2fb06_0_263">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24" name="Google Shape;324;g2c157a2fb06_0_263"/>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5" name="Google Shape;325;g2c157a2fb06_0_263"/>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26" name="Google Shape;326;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7" name="Google Shape;327;g2c157a2fb06_0_263"/>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8" name="Google Shape;328;g2c157a2fb06_0_263"/>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9" name="Google Shape;329;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0" name="Google Shape;330;g2c157a2fb06_0_26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31" name="Google Shape;331;g2c157a2fb06_0_26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332" name="Google Shape;332;g2c157a2fb06_0_26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333" name="Google Shape;333;g2c157a2fb06_0_26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34"/>
        <p:cNvGrpSpPr/>
        <p:nvPr/>
      </p:nvGrpSpPr>
      <p:grpSpPr>
        <a:xfrm>
          <a:off x="0" y="0"/>
          <a:ext cx="0" cy="0"/>
          <a:chOff x="0" y="0"/>
          <a:chExt cx="0" cy="0"/>
        </a:xfrm>
      </p:grpSpPr>
      <p:cxnSp>
        <p:nvCxnSpPr>
          <p:cNvPr id="335" name="Google Shape;335;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36" name="Google Shape;336;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37" name="Google Shape;337;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38" name="Google Shape;338;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39" name="Google Shape;339;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Write a Caption</a:t>
            </a:r>
            <a:endParaRPr sz="3000" b="0" i="0" u="none" strike="noStrike" cap="none">
              <a:solidFill>
                <a:srgbClr val="E82625"/>
              </a:solidFill>
              <a:latin typeface="Poppins Medium"/>
              <a:ea typeface="Poppins Medium"/>
              <a:cs typeface="Poppins Medium"/>
              <a:sym typeface="Poppins Medium"/>
            </a:endParaRPr>
          </a:p>
        </p:txBody>
      </p:sp>
      <p:sp>
        <p:nvSpPr>
          <p:cNvPr id="340" name="Google Shape;340;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1" name="Google Shape;341;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42" name="Google Shape;342;g2c157a2fb06_0_467"/>
          <p:cNvGrpSpPr/>
          <p:nvPr/>
        </p:nvGrpSpPr>
        <p:grpSpPr>
          <a:xfrm>
            <a:off x="662575" y="6212475"/>
            <a:ext cx="586800" cy="571500"/>
            <a:chOff x="662575" y="6212475"/>
            <a:chExt cx="586800" cy="571500"/>
          </a:xfrm>
        </p:grpSpPr>
        <p:sp>
          <p:nvSpPr>
            <p:cNvPr id="343" name="Google Shape;343;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4" name="Google Shape;344;g2c157a2fb06_0_467">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5" name="Google Shape;345;g2c157a2fb06_0_467">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46" name="Google Shape;346;g2c157a2fb06_0_467"/>
          <p:cNvGrpSpPr/>
          <p:nvPr/>
        </p:nvGrpSpPr>
        <p:grpSpPr>
          <a:xfrm>
            <a:off x="7894350" y="6212475"/>
            <a:ext cx="586800" cy="571500"/>
            <a:chOff x="7894350" y="6212475"/>
            <a:chExt cx="586800" cy="571500"/>
          </a:xfrm>
        </p:grpSpPr>
        <p:sp>
          <p:nvSpPr>
            <p:cNvPr id="347" name="Google Shape;347;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8" name="Google Shape;348;g2c157a2fb06_0_467">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9" name="Google Shape;349;g2c157a2fb06_0_467">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50" name="Google Shape;350;g2c157a2fb06_0_467"/>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1" name="Google Shape;351;g2c157a2fb06_0_467"/>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52" name="Google Shape;352;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3" name="Google Shape;353;g2c157a2fb06_0_467"/>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4" name="Google Shape;354;g2c157a2fb06_0_467"/>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6" name="Google Shape;356;g2c157a2fb06_0_46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57" name="Google Shape;357;g2c157a2fb06_0_46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358" name="Google Shape;358;g2c157a2fb06_0_467"/>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359" name="Google Shape;359;g2c157a2fb06_0_46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60"/>
        <p:cNvGrpSpPr/>
        <p:nvPr/>
      </p:nvGrpSpPr>
      <p:grpSpPr>
        <a:xfrm>
          <a:off x="0" y="0"/>
          <a:ext cx="0" cy="0"/>
          <a:chOff x="0" y="0"/>
          <a:chExt cx="0" cy="0"/>
        </a:xfrm>
      </p:grpSpPr>
      <p:cxnSp>
        <p:nvCxnSpPr>
          <p:cNvPr id="361" name="Google Shape;361;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62" name="Google Shape;362;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63" name="Google Shape;363;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64" name="Google Shape;364;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Read a Caption</a:t>
            </a:r>
            <a:endParaRPr sz="3000" b="0" i="0" u="none" strike="noStrike" cap="none">
              <a:solidFill>
                <a:srgbClr val="E82625"/>
              </a:solidFill>
              <a:latin typeface="Poppins Medium"/>
              <a:ea typeface="Poppins Medium"/>
              <a:cs typeface="Poppins Medium"/>
              <a:sym typeface="Poppins Medium"/>
            </a:endParaRPr>
          </a:p>
        </p:txBody>
      </p:sp>
      <p:sp>
        <p:nvSpPr>
          <p:cNvPr id="365" name="Google Shape;365;g2c157a2fb06_0_629"/>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6" name="Google Shape;366;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67" name="Google Shape;367;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68" name="Google Shape;368;g2c157a2fb06_0_629"/>
          <p:cNvGrpSpPr/>
          <p:nvPr/>
        </p:nvGrpSpPr>
        <p:grpSpPr>
          <a:xfrm>
            <a:off x="662575" y="6212475"/>
            <a:ext cx="586800" cy="571500"/>
            <a:chOff x="662575" y="6212475"/>
            <a:chExt cx="586800" cy="571500"/>
          </a:xfrm>
        </p:grpSpPr>
        <p:sp>
          <p:nvSpPr>
            <p:cNvPr id="369" name="Google Shape;369;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0" name="Google Shape;370;g2c157a2fb06_0_629">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1" name="Google Shape;371;g2c157a2fb06_0_629">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72" name="Google Shape;372;g2c157a2fb06_0_629"/>
          <p:cNvGrpSpPr/>
          <p:nvPr/>
        </p:nvGrpSpPr>
        <p:grpSpPr>
          <a:xfrm>
            <a:off x="7894350" y="6212475"/>
            <a:ext cx="586800" cy="571500"/>
            <a:chOff x="7894350" y="6212475"/>
            <a:chExt cx="586800" cy="571500"/>
          </a:xfrm>
        </p:grpSpPr>
        <p:sp>
          <p:nvSpPr>
            <p:cNvPr id="373" name="Google Shape;373;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4" name="Google Shape;374;g2c157a2fb06_0_629">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5" name="Google Shape;375;g2c157a2fb06_0_629">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76" name="Google Shape;376;g2c157a2fb06_0_629"/>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7" name="Google Shape;377;g2c157a2fb06_0_629"/>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78" name="Google Shape;378;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9" name="Google Shape;379;g2c157a2fb06_0_629"/>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0" name="Google Shape;380;g2c157a2fb06_0_629"/>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1" name="Google Shape;381;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2" name="Google Shape;382;g2c157a2fb06_0_629"/>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83" name="Google Shape;383;g2c157a2fb06_0_629"/>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384" name="Google Shape;384;g2c157a2fb06_0_629"/>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385" name="Google Shape;385;g2c157a2fb06_0_629"/>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386"/>
        <p:cNvGrpSpPr/>
        <p:nvPr/>
      </p:nvGrpSpPr>
      <p:grpSpPr>
        <a:xfrm>
          <a:off x="0" y="0"/>
          <a:ext cx="0" cy="0"/>
          <a:chOff x="0" y="0"/>
          <a:chExt cx="0" cy="0"/>
        </a:xfrm>
      </p:grpSpPr>
      <p:cxnSp>
        <p:nvCxnSpPr>
          <p:cNvPr id="387" name="Google Shape;387;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388" name="Google Shape;388;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9" name="Google Shape;389;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0" name="Google Shape;390;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391" name="Google Shape;391;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92" name="Google Shape;392;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Write a Sentence</a:t>
            </a:r>
            <a:endParaRPr sz="3000" b="0" i="0" u="none" strike="noStrike" cap="none">
              <a:solidFill>
                <a:srgbClr val="E82625"/>
              </a:solidFill>
              <a:latin typeface="Poppins Medium"/>
              <a:ea typeface="Poppins Medium"/>
              <a:cs typeface="Poppins Medium"/>
              <a:sym typeface="Poppins Medium"/>
            </a:endParaRPr>
          </a:p>
        </p:txBody>
      </p:sp>
      <p:sp>
        <p:nvSpPr>
          <p:cNvPr id="393" name="Google Shape;393;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4" name="Google Shape;394;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95" name="Google Shape;395;g2c157a2fb06_0_798"/>
          <p:cNvGrpSpPr/>
          <p:nvPr/>
        </p:nvGrpSpPr>
        <p:grpSpPr>
          <a:xfrm>
            <a:off x="662575" y="6212475"/>
            <a:ext cx="586800" cy="571500"/>
            <a:chOff x="662575" y="6212475"/>
            <a:chExt cx="586800" cy="571500"/>
          </a:xfrm>
        </p:grpSpPr>
        <p:sp>
          <p:nvSpPr>
            <p:cNvPr id="396" name="Google Shape;396;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7" name="Google Shape;397;g2c157a2fb06_0_798">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8" name="Google Shape;398;g2c157a2fb06_0_798">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99" name="Google Shape;399;g2c157a2fb06_0_798"/>
          <p:cNvGrpSpPr/>
          <p:nvPr/>
        </p:nvGrpSpPr>
        <p:grpSpPr>
          <a:xfrm>
            <a:off x="7894350" y="6212475"/>
            <a:ext cx="586800" cy="571500"/>
            <a:chOff x="7894350" y="6212475"/>
            <a:chExt cx="586800" cy="571500"/>
          </a:xfrm>
        </p:grpSpPr>
        <p:sp>
          <p:nvSpPr>
            <p:cNvPr id="400" name="Google Shape;400;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1" name="Google Shape;401;g2c157a2fb06_0_798">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2" name="Google Shape;402;g2c157a2fb06_0_798">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03" name="Google Shape;403;g2c157a2fb06_0_798"/>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4" name="Google Shape;404;g2c157a2fb06_0_798"/>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05" name="Google Shape;405;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6" name="Google Shape;406;g2c157a2fb06_0_798"/>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7" name="Google Shape;407;g2c157a2fb06_0_798"/>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8" name="Google Shape;408;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9" name="Google Shape;409;g2c157a2fb06_0_79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10" name="Google Shape;410;g2c157a2fb06_0_79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411" name="Google Shape;411;g2c157a2fb06_0_798"/>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412" name="Google Shape;412;g2c157a2fb06_0_79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13"/>
        <p:cNvGrpSpPr/>
        <p:nvPr/>
      </p:nvGrpSpPr>
      <p:grpSpPr>
        <a:xfrm>
          <a:off x="0" y="0"/>
          <a:ext cx="0" cy="0"/>
          <a:chOff x="0" y="0"/>
          <a:chExt cx="0" cy="0"/>
        </a:xfrm>
      </p:grpSpPr>
      <p:cxnSp>
        <p:nvCxnSpPr>
          <p:cNvPr id="414" name="Google Shape;414;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5" name="Google Shape;415;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6" name="Google Shape;416;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7" name="Google Shape;417;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18" name="Google Shape;418;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19" name="Google Shape;419;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Read a Sentence</a:t>
            </a:r>
            <a:endParaRPr sz="3000" b="0" i="0" u="none" strike="noStrike" cap="none">
              <a:solidFill>
                <a:srgbClr val="E82625"/>
              </a:solidFill>
              <a:latin typeface="Poppins Medium"/>
              <a:ea typeface="Poppins Medium"/>
              <a:cs typeface="Poppins Medium"/>
              <a:sym typeface="Poppins Medium"/>
            </a:endParaRPr>
          </a:p>
        </p:txBody>
      </p:sp>
      <p:sp>
        <p:nvSpPr>
          <p:cNvPr id="420" name="Google Shape;420;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21" name="Google Shape;421;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22" name="Google Shape;422;g2c157a2fb06_0_825"/>
          <p:cNvGrpSpPr/>
          <p:nvPr/>
        </p:nvGrpSpPr>
        <p:grpSpPr>
          <a:xfrm>
            <a:off x="662575" y="6212475"/>
            <a:ext cx="586800" cy="571500"/>
            <a:chOff x="662575" y="6212475"/>
            <a:chExt cx="586800" cy="571500"/>
          </a:xfrm>
        </p:grpSpPr>
        <p:sp>
          <p:nvSpPr>
            <p:cNvPr id="423" name="Google Shape;423;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4" name="Google Shape;424;g2c157a2fb06_0_825">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5" name="Google Shape;425;g2c157a2fb06_0_825">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26" name="Google Shape;426;g2c157a2fb06_0_825"/>
          <p:cNvGrpSpPr/>
          <p:nvPr/>
        </p:nvGrpSpPr>
        <p:grpSpPr>
          <a:xfrm>
            <a:off x="7894350" y="6212475"/>
            <a:ext cx="586800" cy="571500"/>
            <a:chOff x="7894350" y="6212475"/>
            <a:chExt cx="586800" cy="571500"/>
          </a:xfrm>
        </p:grpSpPr>
        <p:sp>
          <p:nvSpPr>
            <p:cNvPr id="427" name="Google Shape;427;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8" name="Google Shape;428;g2c157a2fb06_0_825">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9" name="Google Shape;429;g2c157a2fb06_0_825">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30" name="Google Shape;430;g2c157a2fb06_0_825"/>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1" name="Google Shape;431;g2c157a2fb06_0_825"/>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32" name="Google Shape;432;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3" name="Google Shape;433;g2c157a2fb06_0_825"/>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825"/>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5" name="Google Shape;435;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6" name="Google Shape;436;g2c157a2fb06_0_82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37" name="Google Shape;437;g2c157a2fb06_0_82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438" name="Google Shape;438;g2c157a2fb06_0_825"/>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439" name="Google Shape;439;g2c157a2fb06_0_82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40"/>
        <p:cNvGrpSpPr/>
        <p:nvPr/>
      </p:nvGrpSpPr>
      <p:grpSpPr>
        <a:xfrm>
          <a:off x="0" y="0"/>
          <a:ext cx="0" cy="0"/>
          <a:chOff x="0" y="0"/>
          <a:chExt cx="0" cy="0"/>
        </a:xfrm>
      </p:grpSpPr>
      <p:sp>
        <p:nvSpPr>
          <p:cNvPr id="441" name="Google Shape;441;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2" name="Google Shape;442;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3" name="Google Shape;443;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4" name="Google Shape;444;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Hands Up, Pair Up</a:t>
            </a:r>
            <a:endParaRPr sz="3000" b="0" i="0" u="none" strike="noStrike" cap="none">
              <a:solidFill>
                <a:srgbClr val="E82625"/>
              </a:solidFill>
              <a:latin typeface="Poppins Medium"/>
              <a:ea typeface="Poppins Medium"/>
              <a:cs typeface="Poppins Medium"/>
              <a:sym typeface="Poppins Medium"/>
            </a:endParaRPr>
          </a:p>
        </p:txBody>
      </p:sp>
      <p:sp>
        <p:nvSpPr>
          <p:cNvPr id="445" name="Google Shape;445;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46" name="Google Shape;446;g2c157a2fb06_0_700"/>
          <p:cNvSpPr txBox="1">
            <a:spLocks noGrp="1"/>
          </p:cNvSpPr>
          <p:nvPr>
            <p:ph type="subTitle" idx="1"/>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7" name="Google Shape;447;g2c157a2fb06_0_700"/>
          <p:cNvSpPr txBox="1">
            <a:spLocks noGrp="1"/>
          </p:cNvSpPr>
          <p:nvPr>
            <p:ph type="subTitle" idx="2"/>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8" name="Google Shape;448;g2c157a2fb06_0_700"/>
          <p:cNvSpPr txBox="1">
            <a:spLocks noGrp="1"/>
          </p:cNvSpPr>
          <p:nvPr>
            <p:ph type="subTitle" idx="3"/>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9" name="Google Shape;449;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0" name="Google Shape;450;g2c157a2fb06_0_700"/>
          <p:cNvSpPr txBox="1">
            <a:spLocks noGrp="1"/>
          </p:cNvSpPr>
          <p:nvPr>
            <p:ph type="subTitle" idx="4"/>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1" name="Google Shape;451;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2" name="Google Shape;452;g2c157a2fb06_0_700"/>
          <p:cNvSpPr txBox="1">
            <a:spLocks noGrp="1"/>
          </p:cNvSpPr>
          <p:nvPr>
            <p:ph type="subTitle" idx="5"/>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3" name="Google Shape;453;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4" name="Google Shape;454;g2c157a2fb06_0_700"/>
          <p:cNvSpPr txBox="1">
            <a:spLocks noGrp="1"/>
          </p:cNvSpPr>
          <p:nvPr>
            <p:ph type="subTitle" idx="6"/>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5" name="Google Shape;455;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6" name="Google Shape;456;g2c157a2fb06_0_700"/>
          <p:cNvSpPr txBox="1">
            <a:spLocks noGrp="1"/>
          </p:cNvSpPr>
          <p:nvPr>
            <p:ph type="subTitle" idx="7"/>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7" name="Google Shape;457;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8" name="Google Shape;458;g2c157a2fb06_0_700"/>
          <p:cNvSpPr txBox="1">
            <a:spLocks noGrp="1"/>
          </p:cNvSpPr>
          <p:nvPr>
            <p:ph type="subTitle" idx="8"/>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9" name="Google Shape;459;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60" name="Google Shape;460;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61" name="Google Shape;461;g2c157a2fb06_0_700"/>
          <p:cNvGrpSpPr/>
          <p:nvPr/>
        </p:nvGrpSpPr>
        <p:grpSpPr>
          <a:xfrm>
            <a:off x="662575" y="6212475"/>
            <a:ext cx="586800" cy="571500"/>
            <a:chOff x="662575" y="6212475"/>
            <a:chExt cx="586800" cy="571500"/>
          </a:xfrm>
        </p:grpSpPr>
        <p:sp>
          <p:nvSpPr>
            <p:cNvPr id="462" name="Google Shape;462;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3" name="Google Shape;463;g2c157a2fb06_0_700">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4" name="Google Shape;464;g2c157a2fb06_0_700">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65" name="Google Shape;465;g2c157a2fb06_0_700"/>
          <p:cNvGrpSpPr/>
          <p:nvPr/>
        </p:nvGrpSpPr>
        <p:grpSpPr>
          <a:xfrm>
            <a:off x="7894350" y="6212475"/>
            <a:ext cx="586800" cy="571500"/>
            <a:chOff x="7894350" y="6212475"/>
            <a:chExt cx="586800" cy="571500"/>
          </a:xfrm>
        </p:grpSpPr>
        <p:sp>
          <p:nvSpPr>
            <p:cNvPr id="466" name="Google Shape;466;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7" name="Google Shape;467;g2c157a2fb06_0_700">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8" name="Google Shape;468;g2c157a2fb06_0_700">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69" name="Google Shape;469;g2c157a2fb06_0_700"/>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0" name="Google Shape;470;g2c157a2fb06_0_700"/>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71" name="Google Shape;471;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2" name="Google Shape;472;g2c157a2fb06_0_700"/>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3" name="Google Shape;473;g2c157a2fb06_0_700"/>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4" name="Google Shape;474;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5" name="Google Shape;475;g2c157a2fb06_0_70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76" name="Google Shape;476;g2c157a2fb06_0_70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477" name="Google Shape;477;g2c157a2fb06_0_700"/>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478" name="Google Shape;478;g2c157a2fb06_0_70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479"/>
        <p:cNvGrpSpPr/>
        <p:nvPr/>
      </p:nvGrpSpPr>
      <p:grpSpPr>
        <a:xfrm>
          <a:off x="0" y="0"/>
          <a:ext cx="0" cy="0"/>
          <a:chOff x="0" y="0"/>
          <a:chExt cx="0" cy="0"/>
        </a:xfrm>
      </p:grpSpPr>
      <p:sp>
        <p:nvSpPr>
          <p:cNvPr id="480" name="Google Shape;480;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Bingo</a:t>
            </a:r>
            <a:endParaRPr sz="3000" b="0" i="0" u="none" strike="noStrike" cap="none">
              <a:solidFill>
                <a:srgbClr val="E82625"/>
              </a:solidFill>
              <a:latin typeface="Poppins Medium"/>
              <a:ea typeface="Poppins Medium"/>
              <a:cs typeface="Poppins Medium"/>
              <a:sym typeface="Poppins Medium"/>
            </a:endParaRPr>
          </a:p>
        </p:txBody>
      </p:sp>
      <p:cxnSp>
        <p:nvCxnSpPr>
          <p:cNvPr id="481" name="Google Shape;481;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2" name="Google Shape;482;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3" name="Google Shape;483;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4" name="Google Shape;484;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5" name="Google Shape;485;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6" name="Google Shape;486;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7" name="Google Shape;487;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8" name="Google Shape;488;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489" name="Google Shape;489;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90" name="Google Shape;490;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91" name="Google Shape;491;g2c157a2fb06_0_932"/>
          <p:cNvSpPr txBox="1">
            <a:spLocks noGrp="1"/>
          </p:cNvSpPr>
          <p:nvPr>
            <p:ph type="subTitle" idx="1"/>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2" name="Google Shape;492;g2c157a2fb06_0_932"/>
          <p:cNvSpPr txBox="1">
            <a:spLocks noGrp="1"/>
          </p:cNvSpPr>
          <p:nvPr>
            <p:ph type="subTitle" idx="2"/>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3" name="Google Shape;493;g2c157a2fb06_0_932"/>
          <p:cNvSpPr txBox="1">
            <a:spLocks noGrp="1"/>
          </p:cNvSpPr>
          <p:nvPr>
            <p:ph type="subTitle" idx="3"/>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4" name="Google Shape;494;g2c157a2fb06_0_932"/>
          <p:cNvSpPr txBox="1">
            <a:spLocks noGrp="1"/>
          </p:cNvSpPr>
          <p:nvPr>
            <p:ph type="subTitle" idx="4"/>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5" name="Google Shape;495;g2c157a2fb06_0_932"/>
          <p:cNvSpPr txBox="1">
            <a:spLocks noGrp="1"/>
          </p:cNvSpPr>
          <p:nvPr>
            <p:ph type="subTitle" idx="5"/>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6" name="Google Shape;496;g2c157a2fb06_0_932"/>
          <p:cNvSpPr txBox="1">
            <a:spLocks noGrp="1"/>
          </p:cNvSpPr>
          <p:nvPr>
            <p:ph type="subTitle" idx="6"/>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7" name="Google Shape;497;g2c157a2fb06_0_932"/>
          <p:cNvSpPr txBox="1">
            <a:spLocks noGrp="1"/>
          </p:cNvSpPr>
          <p:nvPr>
            <p:ph type="subTitle" idx="7"/>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8" name="Google Shape;498;g2c157a2fb06_0_932"/>
          <p:cNvSpPr txBox="1">
            <a:spLocks noGrp="1"/>
          </p:cNvSpPr>
          <p:nvPr>
            <p:ph type="subTitle" idx="8"/>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9" name="Google Shape;499;g2c157a2fb06_0_932"/>
          <p:cNvSpPr txBox="1">
            <a:spLocks noGrp="1"/>
          </p:cNvSpPr>
          <p:nvPr>
            <p:ph type="subTitle" idx="9"/>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grpSp>
        <p:nvGrpSpPr>
          <p:cNvPr id="500" name="Google Shape;500;g2c157a2fb06_0_932"/>
          <p:cNvGrpSpPr/>
          <p:nvPr/>
        </p:nvGrpSpPr>
        <p:grpSpPr>
          <a:xfrm>
            <a:off x="662575" y="6212475"/>
            <a:ext cx="586800" cy="571500"/>
            <a:chOff x="662575" y="6212475"/>
            <a:chExt cx="586800" cy="571500"/>
          </a:xfrm>
        </p:grpSpPr>
        <p:sp>
          <p:nvSpPr>
            <p:cNvPr id="501" name="Google Shape;501;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2" name="Google Shape;502;g2c157a2fb06_0_932">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3" name="Google Shape;503;g2c157a2fb06_0_932">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04" name="Google Shape;504;g2c157a2fb06_0_932"/>
          <p:cNvGrpSpPr/>
          <p:nvPr/>
        </p:nvGrpSpPr>
        <p:grpSpPr>
          <a:xfrm>
            <a:off x="7894350" y="6212475"/>
            <a:ext cx="586800" cy="571500"/>
            <a:chOff x="7894350" y="6212475"/>
            <a:chExt cx="586800" cy="571500"/>
          </a:xfrm>
        </p:grpSpPr>
        <p:sp>
          <p:nvSpPr>
            <p:cNvPr id="505" name="Google Shape;505;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6" name="Google Shape;506;g2c157a2fb06_0_932">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7" name="Google Shape;507;g2c157a2fb06_0_932">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08" name="Google Shape;508;g2c157a2fb06_0_932"/>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9" name="Google Shape;509;g2c157a2fb06_0_932"/>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10" name="Google Shape;510;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1" name="Google Shape;511;g2c157a2fb06_0_932"/>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2" name="Google Shape;512;g2c157a2fb06_0_932"/>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3" name="Google Shape;513;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4" name="Google Shape;514;g2c157a2fb06_0_9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15" name="Google Shape;515;g2c157a2fb06_0_9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516" name="Google Shape;516;g2c157a2fb06_0_932"/>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517" name="Google Shape;517;g2c157a2fb06_0_9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18"/>
        <p:cNvGrpSpPr/>
        <p:nvPr/>
      </p:nvGrpSpPr>
      <p:grpSpPr>
        <a:xfrm>
          <a:off x="0" y="0"/>
          <a:ext cx="0" cy="0"/>
          <a:chOff x="0" y="0"/>
          <a:chExt cx="0" cy="0"/>
        </a:xfrm>
      </p:grpSpPr>
      <p:cxnSp>
        <p:nvCxnSpPr>
          <p:cNvPr id="519" name="Google Shape;519;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20" name="Google Shape;520;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21" name="Google Shape;521;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2" name="Google Shape;522;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3" name="Google Shape;523;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4" name="Google Shape;524;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5" name="Google Shape;525;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6" name="Google Shape;526;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7" name="Google Shape;527;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8" name="Google Shape;528;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9" name="Google Shape;529;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0" name="Google Shape;530;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31" name="Google Shape;531;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Lucky Dip</a:t>
            </a:r>
            <a:endParaRPr sz="3000" b="0" i="0" u="none" strike="noStrike" cap="none">
              <a:solidFill>
                <a:srgbClr val="E82625"/>
              </a:solidFill>
              <a:latin typeface="Poppins Medium"/>
              <a:ea typeface="Poppins Medium"/>
              <a:cs typeface="Poppins Medium"/>
              <a:sym typeface="Poppins Medium"/>
            </a:endParaRPr>
          </a:p>
        </p:txBody>
      </p:sp>
      <p:sp>
        <p:nvSpPr>
          <p:cNvPr id="532" name="Google Shape;532;g2c157a2fb06_0_1045"/>
          <p:cNvSpPr txBox="1">
            <a:spLocks noGrp="1"/>
          </p:cNvSpPr>
          <p:nvPr>
            <p:ph type="subTitle" idx="13"/>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3" name="Google Shape;533;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34" name="Google Shape;534;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35" name="Google Shape;535;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536" name="Google Shape;536;g2c157a2fb06_0_1045"/>
          <p:cNvGrpSpPr/>
          <p:nvPr/>
        </p:nvGrpSpPr>
        <p:grpSpPr>
          <a:xfrm>
            <a:off x="662575" y="6212475"/>
            <a:ext cx="586800" cy="571500"/>
            <a:chOff x="662575" y="6212475"/>
            <a:chExt cx="586800" cy="571500"/>
          </a:xfrm>
        </p:grpSpPr>
        <p:sp>
          <p:nvSpPr>
            <p:cNvPr id="537" name="Google Shape;537;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8" name="Google Shape;538;g2c157a2fb06_0_1045">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9" name="Google Shape;539;g2c157a2fb06_0_1045">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40" name="Google Shape;540;g2c157a2fb06_0_1045"/>
          <p:cNvGrpSpPr/>
          <p:nvPr/>
        </p:nvGrpSpPr>
        <p:grpSpPr>
          <a:xfrm>
            <a:off x="7894350" y="6212475"/>
            <a:ext cx="586800" cy="571500"/>
            <a:chOff x="7894350" y="6212475"/>
            <a:chExt cx="586800" cy="571500"/>
          </a:xfrm>
        </p:grpSpPr>
        <p:sp>
          <p:nvSpPr>
            <p:cNvPr id="541" name="Google Shape;541;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2" name="Google Shape;542;g2c157a2fb06_0_1045">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3" name="Google Shape;543;g2c157a2fb06_0_1045">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44" name="Google Shape;544;g2c157a2fb06_0_1045"/>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5" name="Google Shape;545;g2c157a2fb06_0_1045"/>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46" name="Google Shape;546;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7" name="Google Shape;547;g2c157a2fb06_0_1045"/>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8" name="Google Shape;548;g2c157a2fb06_0_1045"/>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9" name="Google Shape;549;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50" name="Google Shape;550;g2c157a2fb06_0_104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51" name="Google Shape;551;g2c157a2fb06_0_104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552" name="Google Shape;552;g2c157a2fb06_0_1045"/>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553" name="Google Shape;553;g2c157a2fb06_0_104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54"/>
        <p:cNvGrpSpPr/>
        <p:nvPr/>
      </p:nvGrpSpPr>
      <p:grpSpPr>
        <a:xfrm>
          <a:off x="0" y="0"/>
          <a:ext cx="0" cy="0"/>
          <a:chOff x="0" y="0"/>
          <a:chExt cx="0" cy="0"/>
        </a:xfrm>
      </p:grpSpPr>
      <p:sp>
        <p:nvSpPr>
          <p:cNvPr id="555" name="Google Shape;555;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56" name="Google Shape;556;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Countdown</a:t>
            </a:r>
            <a:endParaRPr sz="3000" b="0" i="0" u="none" strike="noStrike" cap="none">
              <a:solidFill>
                <a:srgbClr val="E82625"/>
              </a:solidFill>
              <a:latin typeface="Poppins Medium"/>
              <a:ea typeface="Poppins Medium"/>
              <a:cs typeface="Poppins Medium"/>
              <a:sym typeface="Poppins Medium"/>
            </a:endParaRPr>
          </a:p>
        </p:txBody>
      </p:sp>
      <p:sp>
        <p:nvSpPr>
          <p:cNvPr id="557" name="Google Shape;557;g2c157a2fb06_0_1110"/>
          <p:cNvSpPr txBox="1">
            <a:spLocks noGrp="1"/>
          </p:cNvSpPr>
          <p:nvPr>
            <p:ph type="subTitle" idx="1"/>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58" name="Google Shape;558;g2c157a2fb06_0_1110"/>
          <p:cNvSpPr txBox="1">
            <a:spLocks noGrp="1"/>
          </p:cNvSpPr>
          <p:nvPr>
            <p:ph type="subTitle" idx="2"/>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59" name="Google Shape;559;g2c157a2fb06_0_1110"/>
          <p:cNvSpPr txBox="1">
            <a:spLocks noGrp="1"/>
          </p:cNvSpPr>
          <p:nvPr>
            <p:ph type="subTitle" idx="3"/>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60" name="Google Shape;560;g2c157a2fb06_0_1110"/>
          <p:cNvSpPr txBox="1">
            <a:spLocks noGrp="1"/>
          </p:cNvSpPr>
          <p:nvPr>
            <p:ph type="subTitle" idx="4"/>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561" name="Google Shape;561;g2c157a2fb06_0_1110"/>
          <p:cNvGrpSpPr/>
          <p:nvPr/>
        </p:nvGrpSpPr>
        <p:grpSpPr>
          <a:xfrm>
            <a:off x="5806200" y="1807463"/>
            <a:ext cx="756300" cy="146700"/>
            <a:chOff x="5806200" y="1807463"/>
            <a:chExt cx="756300" cy="146700"/>
          </a:xfrm>
        </p:grpSpPr>
        <p:sp>
          <p:nvSpPr>
            <p:cNvPr id="562" name="Google Shape;562;g2c157a2fb06_0_1110"/>
            <p:cNvSpPr/>
            <p:nvPr/>
          </p:nvSpPr>
          <p:spPr>
            <a:xfrm>
              <a:off x="58062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3" name="Google Shape;563;g2c157a2fb06_0_1110"/>
            <p:cNvSpPr/>
            <p:nvPr/>
          </p:nvSpPr>
          <p:spPr>
            <a:xfrm>
              <a:off x="61110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110"/>
            <p:cNvSpPr/>
            <p:nvPr/>
          </p:nvSpPr>
          <p:spPr>
            <a:xfrm>
              <a:off x="64158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65" name="Google Shape;565;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66" name="Google Shape;566;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67" name="Google Shape;567;g2c157a2fb06_0_1110"/>
          <p:cNvGrpSpPr/>
          <p:nvPr/>
        </p:nvGrpSpPr>
        <p:grpSpPr>
          <a:xfrm>
            <a:off x="5806200" y="2842438"/>
            <a:ext cx="756300" cy="146700"/>
            <a:chOff x="5806200" y="1807463"/>
            <a:chExt cx="756300" cy="146700"/>
          </a:xfrm>
        </p:grpSpPr>
        <p:sp>
          <p:nvSpPr>
            <p:cNvPr id="568" name="Google Shape;568;g2c157a2fb06_0_1110"/>
            <p:cNvSpPr/>
            <p:nvPr/>
          </p:nvSpPr>
          <p:spPr>
            <a:xfrm>
              <a:off x="58062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9" name="Google Shape;569;g2c157a2fb06_0_1110"/>
            <p:cNvSpPr/>
            <p:nvPr/>
          </p:nvSpPr>
          <p:spPr>
            <a:xfrm>
              <a:off x="61110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0" name="Google Shape;570;g2c157a2fb06_0_1110"/>
            <p:cNvSpPr/>
            <p:nvPr/>
          </p:nvSpPr>
          <p:spPr>
            <a:xfrm>
              <a:off x="64158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1" name="Google Shape;571;g2c157a2fb06_0_1110"/>
          <p:cNvGrpSpPr/>
          <p:nvPr/>
        </p:nvGrpSpPr>
        <p:grpSpPr>
          <a:xfrm>
            <a:off x="5806200" y="3877413"/>
            <a:ext cx="756300" cy="146700"/>
            <a:chOff x="5806200" y="1807463"/>
            <a:chExt cx="756300" cy="146700"/>
          </a:xfrm>
        </p:grpSpPr>
        <p:sp>
          <p:nvSpPr>
            <p:cNvPr id="572" name="Google Shape;572;g2c157a2fb06_0_1110"/>
            <p:cNvSpPr/>
            <p:nvPr/>
          </p:nvSpPr>
          <p:spPr>
            <a:xfrm>
              <a:off x="58062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3" name="Google Shape;573;g2c157a2fb06_0_1110"/>
            <p:cNvSpPr/>
            <p:nvPr/>
          </p:nvSpPr>
          <p:spPr>
            <a:xfrm>
              <a:off x="61110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4" name="Google Shape;574;g2c157a2fb06_0_1110"/>
            <p:cNvSpPr/>
            <p:nvPr/>
          </p:nvSpPr>
          <p:spPr>
            <a:xfrm>
              <a:off x="64158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5" name="Google Shape;575;g2c157a2fb06_0_1110"/>
          <p:cNvGrpSpPr/>
          <p:nvPr/>
        </p:nvGrpSpPr>
        <p:grpSpPr>
          <a:xfrm>
            <a:off x="662575" y="6212475"/>
            <a:ext cx="586800" cy="571500"/>
            <a:chOff x="662575" y="6212475"/>
            <a:chExt cx="586800" cy="571500"/>
          </a:xfrm>
        </p:grpSpPr>
        <p:sp>
          <p:nvSpPr>
            <p:cNvPr id="576" name="Google Shape;576;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7" name="Google Shape;577;g2c157a2fb06_0_1110">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8" name="Google Shape;578;g2c157a2fb06_0_1110">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9" name="Google Shape;579;g2c157a2fb06_0_1110"/>
          <p:cNvGrpSpPr/>
          <p:nvPr/>
        </p:nvGrpSpPr>
        <p:grpSpPr>
          <a:xfrm>
            <a:off x="7894350" y="6212475"/>
            <a:ext cx="586800" cy="571500"/>
            <a:chOff x="7894350" y="6212475"/>
            <a:chExt cx="586800" cy="571500"/>
          </a:xfrm>
        </p:grpSpPr>
        <p:sp>
          <p:nvSpPr>
            <p:cNvPr id="580" name="Google Shape;580;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1" name="Google Shape;581;g2c157a2fb06_0_1110">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2" name="Google Shape;582;g2c157a2fb06_0_1110">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83" name="Google Shape;583;g2c157a2fb06_0_1110"/>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4" name="Google Shape;584;g2c157a2fb06_0_1110"/>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85" name="Google Shape;585;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6" name="Google Shape;586;g2c157a2fb06_0_1110"/>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7" name="Google Shape;587;g2c157a2fb06_0_1110"/>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8" name="Google Shape;588;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9" name="Google Shape;589;g2c157a2fb06_0_111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90" name="Google Shape;590;g2c157a2fb06_0_111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591" name="Google Shape;591;g2c157a2fb06_0_1110"/>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592" name="Google Shape;592;g2c157a2fb06_0_111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593"/>
        <p:cNvGrpSpPr/>
        <p:nvPr/>
      </p:nvGrpSpPr>
      <p:grpSpPr>
        <a:xfrm>
          <a:off x="0" y="0"/>
          <a:ext cx="0" cy="0"/>
          <a:chOff x="0" y="0"/>
          <a:chExt cx="0" cy="0"/>
        </a:xfrm>
      </p:grpSpPr>
      <p:sp>
        <p:nvSpPr>
          <p:cNvPr id="594" name="Google Shape;594;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5" name="Google Shape;595;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6" name="Google Shape;596;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7" name="Google Shape;597;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598" name="Google Shape;598;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9" name="Google Shape;599;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0" name="Google Shape;600;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01" name="Google Shape;601;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02" name="Google Shape;602;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03" name="Google Shape;603;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04" name="Google Shape;604;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05" name="Google Shape;605;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06" name="Google Shape;606;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07" name="Google Shape;607;p30"/>
          <p:cNvGrpSpPr/>
          <p:nvPr/>
        </p:nvGrpSpPr>
        <p:grpSpPr>
          <a:xfrm>
            <a:off x="6022940" y="5341706"/>
            <a:ext cx="594501" cy="305904"/>
            <a:chOff x="5672081" y="1914352"/>
            <a:chExt cx="792668" cy="305904"/>
          </a:xfrm>
        </p:grpSpPr>
        <p:sp>
          <p:nvSpPr>
            <p:cNvPr id="608" name="Google Shape;608;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9" name="Google Shape;609;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10" name="Google Shape;610;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11" name="Google Shape;611;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2" name="Google Shape;612;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3" name="Google Shape;613;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4" name="Google Shape;614;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5" name="Google Shape;615;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6" name="Google Shape;616;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7" name="Google Shape;617;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8" name="Google Shape;618;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19" name="Google Shape;619;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20" name="Google Shape;620;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1" name="Google Shape;621;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2" name="Google Shape;622;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3" name="Google Shape;623;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4" name="Google Shape;624;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5" name="Google Shape;625;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6" name="Google Shape;626;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7" name="Google Shape;627;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28" name="Google Shape;628;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29" name="Google Shape;629;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30" name="Google Shape;630;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31" name="Google Shape;631;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32" name="Google Shape;632;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33" name="Google Shape;633;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34" name="Google Shape;634;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5" name="Google Shape;635;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6" name="Google Shape;636;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37" name="Google Shape;637;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38" name="Google Shape;638;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39"/>
        <p:cNvGrpSpPr/>
        <p:nvPr/>
      </p:nvGrpSpPr>
      <p:grpSpPr>
        <a:xfrm>
          <a:off x="0" y="0"/>
          <a:ext cx="0" cy="0"/>
          <a:chOff x="0" y="0"/>
          <a:chExt cx="0" cy="0"/>
        </a:xfrm>
      </p:grpSpPr>
      <p:sp>
        <p:nvSpPr>
          <p:cNvPr id="640" name="Google Shape;640;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1" name="Google Shape;641;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42" name="Google Shape;642;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43"/>
        <p:cNvGrpSpPr/>
        <p:nvPr/>
      </p:nvGrpSpPr>
      <p:grpSpPr>
        <a:xfrm>
          <a:off x="0" y="0"/>
          <a:ext cx="0" cy="0"/>
          <a:chOff x="0" y="0"/>
          <a:chExt cx="0" cy="0"/>
        </a:xfrm>
      </p:grpSpPr>
      <p:sp>
        <p:nvSpPr>
          <p:cNvPr id="644" name="Google Shape;644;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5" name="Google Shape;645;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46" name="Google Shape;646;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png"/><Relationship Id="rId18" Type="http://schemas.openxmlformats.org/officeDocument/2006/relationships/image" Target="../media/image20.png"/><Relationship Id="rId3" Type="http://schemas.openxmlformats.org/officeDocument/2006/relationships/image" Target="../media/image5.png"/><Relationship Id="rId21" Type="http://schemas.openxmlformats.org/officeDocument/2006/relationships/image" Target="../media/image23.png"/><Relationship Id="rId7" Type="http://schemas.openxmlformats.org/officeDocument/2006/relationships/image" Target="../media/image9.png"/><Relationship Id="rId12" Type="http://schemas.openxmlformats.org/officeDocument/2006/relationships/image" Target="../media/image14.png"/><Relationship Id="rId17" Type="http://schemas.openxmlformats.org/officeDocument/2006/relationships/image" Target="../media/image19.png"/><Relationship Id="rId25" Type="http://schemas.openxmlformats.org/officeDocument/2006/relationships/image" Target="../media/image27.png"/><Relationship Id="rId2" Type="http://schemas.openxmlformats.org/officeDocument/2006/relationships/notesSlide" Target="../notesSlides/notesSlide3.xml"/><Relationship Id="rId16" Type="http://schemas.openxmlformats.org/officeDocument/2006/relationships/image" Target="../media/image18.png"/><Relationship Id="rId20" Type="http://schemas.openxmlformats.org/officeDocument/2006/relationships/image" Target="../media/image22.png"/><Relationship Id="rId1" Type="http://schemas.openxmlformats.org/officeDocument/2006/relationships/slideLayout" Target="../slideLayouts/slideLayout3.xml"/><Relationship Id="rId6" Type="http://schemas.openxmlformats.org/officeDocument/2006/relationships/image" Target="../media/image8.png"/><Relationship Id="rId11" Type="http://schemas.openxmlformats.org/officeDocument/2006/relationships/image" Target="../media/image13.png"/><Relationship Id="rId24" Type="http://schemas.openxmlformats.org/officeDocument/2006/relationships/image" Target="../media/image26.png"/><Relationship Id="rId5" Type="http://schemas.openxmlformats.org/officeDocument/2006/relationships/image" Target="../media/image7.png"/><Relationship Id="rId15" Type="http://schemas.openxmlformats.org/officeDocument/2006/relationships/image" Target="../media/image17.png"/><Relationship Id="rId23" Type="http://schemas.openxmlformats.org/officeDocument/2006/relationships/image" Target="../media/image25.png"/><Relationship Id="rId10" Type="http://schemas.openxmlformats.org/officeDocument/2006/relationships/image" Target="../media/image12.png"/><Relationship Id="rId19" Type="http://schemas.openxmlformats.org/officeDocument/2006/relationships/image" Target="../media/image21.png"/><Relationship Id="rId4" Type="http://schemas.openxmlformats.org/officeDocument/2006/relationships/image" Target="../media/image6.png"/><Relationship Id="rId9" Type="http://schemas.openxmlformats.org/officeDocument/2006/relationships/image" Target="../media/image11.png"/><Relationship Id="rId14" Type="http://schemas.openxmlformats.org/officeDocument/2006/relationships/image" Target="../media/image16.png"/><Relationship Id="rId22" Type="http://schemas.openxmlformats.org/officeDocument/2006/relationships/image" Target="../media/image24.png"/></Relationships>
</file>

<file path=ppt/slides/_rels/slide4.xml.rels><?xml version="1.0" encoding="UTF-8" standalone="yes"?>
<Relationships xmlns="http://schemas.openxmlformats.org/package/2006/relationships"><Relationship Id="rId8" Type="http://schemas.openxmlformats.org/officeDocument/2006/relationships/image" Target="../media/image33.png"/><Relationship Id="rId13" Type="http://schemas.openxmlformats.org/officeDocument/2006/relationships/image" Target="../media/image38.png"/><Relationship Id="rId18" Type="http://schemas.openxmlformats.org/officeDocument/2006/relationships/image" Target="../media/image43.png"/><Relationship Id="rId26" Type="http://schemas.openxmlformats.org/officeDocument/2006/relationships/image" Target="../media/image51.png"/><Relationship Id="rId3" Type="http://schemas.openxmlformats.org/officeDocument/2006/relationships/image" Target="../media/image28.png"/><Relationship Id="rId21" Type="http://schemas.openxmlformats.org/officeDocument/2006/relationships/image" Target="../media/image46.png"/><Relationship Id="rId7" Type="http://schemas.openxmlformats.org/officeDocument/2006/relationships/image" Target="../media/image32.png"/><Relationship Id="rId12" Type="http://schemas.openxmlformats.org/officeDocument/2006/relationships/image" Target="../media/image37.png"/><Relationship Id="rId17" Type="http://schemas.openxmlformats.org/officeDocument/2006/relationships/image" Target="../media/image42.png"/><Relationship Id="rId25" Type="http://schemas.openxmlformats.org/officeDocument/2006/relationships/image" Target="../media/image50.png"/><Relationship Id="rId2" Type="http://schemas.openxmlformats.org/officeDocument/2006/relationships/notesSlide" Target="../notesSlides/notesSlide4.xml"/><Relationship Id="rId16" Type="http://schemas.openxmlformats.org/officeDocument/2006/relationships/image" Target="../media/image41.png"/><Relationship Id="rId20" Type="http://schemas.openxmlformats.org/officeDocument/2006/relationships/image" Target="../media/image45.png"/><Relationship Id="rId29" Type="http://schemas.openxmlformats.org/officeDocument/2006/relationships/image" Target="../media/image54.png"/><Relationship Id="rId1" Type="http://schemas.openxmlformats.org/officeDocument/2006/relationships/slideLayout" Target="../slideLayouts/slideLayout3.xml"/><Relationship Id="rId6" Type="http://schemas.openxmlformats.org/officeDocument/2006/relationships/image" Target="../media/image31.png"/><Relationship Id="rId11" Type="http://schemas.openxmlformats.org/officeDocument/2006/relationships/image" Target="../media/image36.png"/><Relationship Id="rId24" Type="http://schemas.openxmlformats.org/officeDocument/2006/relationships/image" Target="../media/image49.png"/><Relationship Id="rId5" Type="http://schemas.openxmlformats.org/officeDocument/2006/relationships/image" Target="../media/image30.png"/><Relationship Id="rId15" Type="http://schemas.openxmlformats.org/officeDocument/2006/relationships/image" Target="../media/image40.png"/><Relationship Id="rId23" Type="http://schemas.openxmlformats.org/officeDocument/2006/relationships/image" Target="../media/image48.png"/><Relationship Id="rId28" Type="http://schemas.openxmlformats.org/officeDocument/2006/relationships/image" Target="../media/image53.png"/><Relationship Id="rId10" Type="http://schemas.openxmlformats.org/officeDocument/2006/relationships/image" Target="../media/image35.png"/><Relationship Id="rId19" Type="http://schemas.openxmlformats.org/officeDocument/2006/relationships/image" Target="../media/image44.png"/><Relationship Id="rId31" Type="http://schemas.openxmlformats.org/officeDocument/2006/relationships/image" Target="../media/image56.png"/><Relationship Id="rId4" Type="http://schemas.openxmlformats.org/officeDocument/2006/relationships/image" Target="../media/image29.png"/><Relationship Id="rId9" Type="http://schemas.openxmlformats.org/officeDocument/2006/relationships/image" Target="../media/image34.png"/><Relationship Id="rId14" Type="http://schemas.openxmlformats.org/officeDocument/2006/relationships/image" Target="../media/image39.png"/><Relationship Id="rId22" Type="http://schemas.openxmlformats.org/officeDocument/2006/relationships/image" Target="../media/image47.png"/><Relationship Id="rId27" Type="http://schemas.openxmlformats.org/officeDocument/2006/relationships/image" Target="../media/image52.png"/><Relationship Id="rId30" Type="http://schemas.openxmlformats.org/officeDocument/2006/relationships/image" Target="../media/image55.png"/></Relationships>
</file>

<file path=ppt/slides/_rels/slide5.xml.rels><?xml version="1.0" encoding="UTF-8" standalone="yes"?>
<Relationships xmlns="http://schemas.openxmlformats.org/package/2006/relationships"><Relationship Id="rId13" Type="http://schemas.openxmlformats.org/officeDocument/2006/relationships/image" Target="../media/image67.png"/><Relationship Id="rId18" Type="http://schemas.openxmlformats.org/officeDocument/2006/relationships/image" Target="../media/image72.png"/><Relationship Id="rId26" Type="http://schemas.openxmlformats.org/officeDocument/2006/relationships/image" Target="../media/image80.png"/><Relationship Id="rId39" Type="http://schemas.openxmlformats.org/officeDocument/2006/relationships/image" Target="../media/image93.png"/><Relationship Id="rId21" Type="http://schemas.openxmlformats.org/officeDocument/2006/relationships/image" Target="../media/image75.png"/><Relationship Id="rId34" Type="http://schemas.openxmlformats.org/officeDocument/2006/relationships/image" Target="../media/image88.png"/><Relationship Id="rId42" Type="http://schemas.openxmlformats.org/officeDocument/2006/relationships/image" Target="../media/image96.png"/><Relationship Id="rId7" Type="http://schemas.openxmlformats.org/officeDocument/2006/relationships/image" Target="../media/image61.png"/><Relationship Id="rId2" Type="http://schemas.openxmlformats.org/officeDocument/2006/relationships/notesSlide" Target="../notesSlides/notesSlide5.xml"/><Relationship Id="rId16" Type="http://schemas.openxmlformats.org/officeDocument/2006/relationships/image" Target="../media/image70.png"/><Relationship Id="rId20" Type="http://schemas.openxmlformats.org/officeDocument/2006/relationships/image" Target="../media/image74.png"/><Relationship Id="rId29" Type="http://schemas.openxmlformats.org/officeDocument/2006/relationships/image" Target="../media/image83.png"/><Relationship Id="rId41" Type="http://schemas.openxmlformats.org/officeDocument/2006/relationships/image" Target="../media/image95.png"/><Relationship Id="rId1" Type="http://schemas.openxmlformats.org/officeDocument/2006/relationships/slideLayout" Target="../slideLayouts/slideLayout3.xml"/><Relationship Id="rId6" Type="http://schemas.openxmlformats.org/officeDocument/2006/relationships/image" Target="../media/image60.png"/><Relationship Id="rId11" Type="http://schemas.openxmlformats.org/officeDocument/2006/relationships/image" Target="../media/image65.png"/><Relationship Id="rId24" Type="http://schemas.openxmlformats.org/officeDocument/2006/relationships/image" Target="../media/image78.png"/><Relationship Id="rId32" Type="http://schemas.openxmlformats.org/officeDocument/2006/relationships/image" Target="../media/image86.png"/><Relationship Id="rId37" Type="http://schemas.openxmlformats.org/officeDocument/2006/relationships/image" Target="../media/image91.png"/><Relationship Id="rId40" Type="http://schemas.openxmlformats.org/officeDocument/2006/relationships/image" Target="../media/image94.png"/><Relationship Id="rId5" Type="http://schemas.openxmlformats.org/officeDocument/2006/relationships/image" Target="../media/image59.png"/><Relationship Id="rId15" Type="http://schemas.openxmlformats.org/officeDocument/2006/relationships/image" Target="../media/image69.png"/><Relationship Id="rId23" Type="http://schemas.openxmlformats.org/officeDocument/2006/relationships/image" Target="../media/image77.png"/><Relationship Id="rId28" Type="http://schemas.openxmlformats.org/officeDocument/2006/relationships/image" Target="../media/image82.png"/><Relationship Id="rId36" Type="http://schemas.openxmlformats.org/officeDocument/2006/relationships/image" Target="../media/image90.png"/><Relationship Id="rId10" Type="http://schemas.openxmlformats.org/officeDocument/2006/relationships/image" Target="../media/image64.png"/><Relationship Id="rId19" Type="http://schemas.openxmlformats.org/officeDocument/2006/relationships/image" Target="../media/image73.png"/><Relationship Id="rId31" Type="http://schemas.openxmlformats.org/officeDocument/2006/relationships/image" Target="../media/image85.png"/><Relationship Id="rId4" Type="http://schemas.openxmlformats.org/officeDocument/2006/relationships/image" Target="../media/image58.png"/><Relationship Id="rId9" Type="http://schemas.openxmlformats.org/officeDocument/2006/relationships/image" Target="../media/image63.png"/><Relationship Id="rId14" Type="http://schemas.openxmlformats.org/officeDocument/2006/relationships/image" Target="../media/image68.png"/><Relationship Id="rId22" Type="http://schemas.openxmlformats.org/officeDocument/2006/relationships/image" Target="../media/image76.png"/><Relationship Id="rId27" Type="http://schemas.openxmlformats.org/officeDocument/2006/relationships/image" Target="../media/image81.png"/><Relationship Id="rId30" Type="http://schemas.openxmlformats.org/officeDocument/2006/relationships/image" Target="../media/image84.png"/><Relationship Id="rId35" Type="http://schemas.openxmlformats.org/officeDocument/2006/relationships/image" Target="../media/image89.png"/><Relationship Id="rId43" Type="http://schemas.openxmlformats.org/officeDocument/2006/relationships/image" Target="../media/image97.png"/><Relationship Id="rId8" Type="http://schemas.openxmlformats.org/officeDocument/2006/relationships/image" Target="../media/image62.png"/><Relationship Id="rId3" Type="http://schemas.openxmlformats.org/officeDocument/2006/relationships/image" Target="../media/image57.png"/><Relationship Id="rId12" Type="http://schemas.openxmlformats.org/officeDocument/2006/relationships/image" Target="../media/image66.png"/><Relationship Id="rId17" Type="http://schemas.openxmlformats.org/officeDocument/2006/relationships/image" Target="../media/image71.png"/><Relationship Id="rId25" Type="http://schemas.openxmlformats.org/officeDocument/2006/relationships/image" Target="../media/image79.png"/><Relationship Id="rId33" Type="http://schemas.openxmlformats.org/officeDocument/2006/relationships/image" Target="../media/image87.png"/><Relationship Id="rId38" Type="http://schemas.openxmlformats.org/officeDocument/2006/relationships/image" Target="../media/image92.png"/></Relationships>
</file>

<file path=ppt/slides/_rels/slide6.xml.rels><?xml version="1.0" encoding="UTF-8" standalone="yes"?>
<Relationships xmlns="http://schemas.openxmlformats.org/package/2006/relationships"><Relationship Id="rId13" Type="http://schemas.openxmlformats.org/officeDocument/2006/relationships/image" Target="../media/image108.png"/><Relationship Id="rId18" Type="http://schemas.openxmlformats.org/officeDocument/2006/relationships/image" Target="../media/image113.png"/><Relationship Id="rId26" Type="http://schemas.openxmlformats.org/officeDocument/2006/relationships/image" Target="../media/image121.png"/><Relationship Id="rId39" Type="http://schemas.openxmlformats.org/officeDocument/2006/relationships/image" Target="../media/image134.png"/><Relationship Id="rId21" Type="http://schemas.openxmlformats.org/officeDocument/2006/relationships/image" Target="../media/image116.png"/><Relationship Id="rId34" Type="http://schemas.openxmlformats.org/officeDocument/2006/relationships/image" Target="../media/image129.png"/><Relationship Id="rId42" Type="http://schemas.openxmlformats.org/officeDocument/2006/relationships/image" Target="../media/image137.png"/><Relationship Id="rId47" Type="http://schemas.openxmlformats.org/officeDocument/2006/relationships/image" Target="../media/image142.png"/><Relationship Id="rId7" Type="http://schemas.openxmlformats.org/officeDocument/2006/relationships/image" Target="../media/image102.png"/><Relationship Id="rId2" Type="http://schemas.openxmlformats.org/officeDocument/2006/relationships/notesSlide" Target="../notesSlides/notesSlide6.xml"/><Relationship Id="rId16" Type="http://schemas.openxmlformats.org/officeDocument/2006/relationships/image" Target="../media/image111.png"/><Relationship Id="rId29" Type="http://schemas.openxmlformats.org/officeDocument/2006/relationships/image" Target="../media/image124.png"/><Relationship Id="rId1" Type="http://schemas.openxmlformats.org/officeDocument/2006/relationships/slideLayout" Target="../slideLayouts/slideLayout3.xml"/><Relationship Id="rId6" Type="http://schemas.openxmlformats.org/officeDocument/2006/relationships/image" Target="../media/image101.png"/><Relationship Id="rId11" Type="http://schemas.openxmlformats.org/officeDocument/2006/relationships/image" Target="../media/image106.png"/><Relationship Id="rId24" Type="http://schemas.openxmlformats.org/officeDocument/2006/relationships/image" Target="../media/image119.png"/><Relationship Id="rId32" Type="http://schemas.openxmlformats.org/officeDocument/2006/relationships/image" Target="../media/image127.png"/><Relationship Id="rId37" Type="http://schemas.openxmlformats.org/officeDocument/2006/relationships/image" Target="../media/image132.png"/><Relationship Id="rId40" Type="http://schemas.openxmlformats.org/officeDocument/2006/relationships/image" Target="../media/image135.png"/><Relationship Id="rId45" Type="http://schemas.openxmlformats.org/officeDocument/2006/relationships/image" Target="../media/image140.png"/><Relationship Id="rId5" Type="http://schemas.openxmlformats.org/officeDocument/2006/relationships/image" Target="../media/image100.png"/><Relationship Id="rId15" Type="http://schemas.openxmlformats.org/officeDocument/2006/relationships/image" Target="../media/image110.png"/><Relationship Id="rId23" Type="http://schemas.openxmlformats.org/officeDocument/2006/relationships/image" Target="../media/image118.png"/><Relationship Id="rId28" Type="http://schemas.openxmlformats.org/officeDocument/2006/relationships/image" Target="../media/image123.png"/><Relationship Id="rId36" Type="http://schemas.openxmlformats.org/officeDocument/2006/relationships/image" Target="../media/image131.png"/><Relationship Id="rId10" Type="http://schemas.openxmlformats.org/officeDocument/2006/relationships/image" Target="../media/image105.png"/><Relationship Id="rId19" Type="http://schemas.openxmlformats.org/officeDocument/2006/relationships/image" Target="../media/image114.png"/><Relationship Id="rId31" Type="http://schemas.openxmlformats.org/officeDocument/2006/relationships/image" Target="../media/image126.png"/><Relationship Id="rId44" Type="http://schemas.openxmlformats.org/officeDocument/2006/relationships/image" Target="../media/image139.png"/><Relationship Id="rId4" Type="http://schemas.openxmlformats.org/officeDocument/2006/relationships/image" Target="../media/image99.png"/><Relationship Id="rId9" Type="http://schemas.openxmlformats.org/officeDocument/2006/relationships/image" Target="../media/image104.png"/><Relationship Id="rId14" Type="http://schemas.openxmlformats.org/officeDocument/2006/relationships/image" Target="../media/image109.png"/><Relationship Id="rId22" Type="http://schemas.openxmlformats.org/officeDocument/2006/relationships/image" Target="../media/image117.png"/><Relationship Id="rId27" Type="http://schemas.openxmlformats.org/officeDocument/2006/relationships/image" Target="../media/image122.png"/><Relationship Id="rId30" Type="http://schemas.openxmlformats.org/officeDocument/2006/relationships/image" Target="../media/image125.png"/><Relationship Id="rId35" Type="http://schemas.openxmlformats.org/officeDocument/2006/relationships/image" Target="../media/image130.png"/><Relationship Id="rId43" Type="http://schemas.openxmlformats.org/officeDocument/2006/relationships/image" Target="../media/image138.png"/><Relationship Id="rId8" Type="http://schemas.openxmlformats.org/officeDocument/2006/relationships/image" Target="../media/image103.png"/><Relationship Id="rId3" Type="http://schemas.openxmlformats.org/officeDocument/2006/relationships/image" Target="../media/image98.png"/><Relationship Id="rId12" Type="http://schemas.openxmlformats.org/officeDocument/2006/relationships/image" Target="../media/image107.png"/><Relationship Id="rId17" Type="http://schemas.openxmlformats.org/officeDocument/2006/relationships/image" Target="../media/image112.png"/><Relationship Id="rId25" Type="http://schemas.openxmlformats.org/officeDocument/2006/relationships/image" Target="../media/image120.png"/><Relationship Id="rId33" Type="http://schemas.openxmlformats.org/officeDocument/2006/relationships/image" Target="../media/image128.png"/><Relationship Id="rId38" Type="http://schemas.openxmlformats.org/officeDocument/2006/relationships/image" Target="../media/image133.png"/><Relationship Id="rId46" Type="http://schemas.openxmlformats.org/officeDocument/2006/relationships/image" Target="../media/image141.png"/><Relationship Id="rId20" Type="http://schemas.openxmlformats.org/officeDocument/2006/relationships/image" Target="../media/image115.png"/><Relationship Id="rId41" Type="http://schemas.openxmlformats.org/officeDocument/2006/relationships/image" Target="../media/image136.png"/></Relationships>
</file>

<file path=ppt/slides/_rels/slide7.xml.rels><?xml version="1.0" encoding="UTF-8" standalone="yes"?>
<Relationships xmlns="http://schemas.openxmlformats.org/package/2006/relationships"><Relationship Id="rId8" Type="http://schemas.openxmlformats.org/officeDocument/2006/relationships/image" Target="../media/image148.png"/><Relationship Id="rId13" Type="http://schemas.openxmlformats.org/officeDocument/2006/relationships/image" Target="../media/image153.png"/><Relationship Id="rId3" Type="http://schemas.openxmlformats.org/officeDocument/2006/relationships/image" Target="../media/image143.png"/><Relationship Id="rId7" Type="http://schemas.openxmlformats.org/officeDocument/2006/relationships/image" Target="../media/image147.png"/><Relationship Id="rId12" Type="http://schemas.openxmlformats.org/officeDocument/2006/relationships/image" Target="../media/image152.png"/><Relationship Id="rId17" Type="http://schemas.openxmlformats.org/officeDocument/2006/relationships/image" Target="../media/image157.png"/><Relationship Id="rId2" Type="http://schemas.openxmlformats.org/officeDocument/2006/relationships/notesSlide" Target="../notesSlides/notesSlide7.xml"/><Relationship Id="rId16" Type="http://schemas.openxmlformats.org/officeDocument/2006/relationships/image" Target="../media/image156.png"/><Relationship Id="rId1" Type="http://schemas.openxmlformats.org/officeDocument/2006/relationships/slideLayout" Target="../slideLayouts/slideLayout3.xml"/><Relationship Id="rId6" Type="http://schemas.openxmlformats.org/officeDocument/2006/relationships/image" Target="../media/image146.png"/><Relationship Id="rId11" Type="http://schemas.openxmlformats.org/officeDocument/2006/relationships/image" Target="../media/image151.png"/><Relationship Id="rId5" Type="http://schemas.openxmlformats.org/officeDocument/2006/relationships/image" Target="../media/image145.png"/><Relationship Id="rId15" Type="http://schemas.openxmlformats.org/officeDocument/2006/relationships/image" Target="../media/image155.png"/><Relationship Id="rId10" Type="http://schemas.openxmlformats.org/officeDocument/2006/relationships/image" Target="../media/image150.png"/><Relationship Id="rId4" Type="http://schemas.openxmlformats.org/officeDocument/2006/relationships/image" Target="../media/image144.png"/><Relationship Id="rId9" Type="http://schemas.openxmlformats.org/officeDocument/2006/relationships/image" Target="../media/image149.png"/><Relationship Id="rId14" Type="http://schemas.openxmlformats.org/officeDocument/2006/relationships/image" Target="../media/image154.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58.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59.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4.xml"/><Relationship Id="rId4" Type="http://schemas.openxmlformats.org/officeDocument/2006/relationships/image" Target="../media/image160.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4.xml"/><Relationship Id="rId4" Type="http://schemas.openxmlformats.org/officeDocument/2006/relationships/image" Target="../media/image160.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50"/>
        <p:cNvGrpSpPr/>
        <p:nvPr/>
      </p:nvGrpSpPr>
      <p:grpSpPr>
        <a:xfrm>
          <a:off x="0" y="0"/>
          <a:ext cx="0" cy="0"/>
          <a:chOff x="0" y="0"/>
          <a:chExt cx="0" cy="0"/>
        </a:xfrm>
      </p:grpSpPr>
      <p:sp>
        <p:nvSpPr>
          <p:cNvPr id="651" name="Google Shape;651;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rgbClr val="262626"/>
              </a:buClr>
              <a:buSzPts val="3600"/>
              <a:buNone/>
            </a:pPr>
            <a:r>
              <a:rPr lang="en-US"/>
              <a:t>-ed suffix </a:t>
            </a:r>
            <a:br>
              <a:rPr lang="en-US"/>
            </a:br>
            <a:r>
              <a:rPr lang="en-US"/>
              <a:t>(drop y, add i)</a:t>
            </a:r>
            <a:endParaRPr sz="3000"/>
          </a:p>
        </p:txBody>
      </p:sp>
      <p:sp>
        <p:nvSpPr>
          <p:cNvPr id="652" name="Google Shape;652;p1"/>
          <p:cNvSpPr/>
          <p:nvPr/>
        </p:nvSpPr>
        <p:spPr>
          <a:xfrm>
            <a:off x="6539152" y="4096573"/>
            <a:ext cx="277200" cy="1608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aphicFrame>
        <p:nvGraphicFramePr>
          <p:cNvPr id="653" name="Google Shape;653;p1"/>
          <p:cNvGraphicFramePr/>
          <p:nvPr/>
        </p:nvGraphicFramePr>
        <p:xfrm>
          <a:off x="4844200" y="1891197"/>
          <a:ext cx="3785000" cy="1678950"/>
        </p:xfrm>
        <a:graphic>
          <a:graphicData uri="http://schemas.openxmlformats.org/drawingml/2006/table">
            <a:tbl>
              <a:tblPr firstRow="1" bandRow="1">
                <a:noFill/>
                <a:tableStyleId>{653E1E59-30AA-4C63-B083-EE1B4B691E10}</a:tableStyleId>
              </a:tblPr>
              <a:tblGrid>
                <a:gridCol w="473125">
                  <a:extLst>
                    <a:ext uri="{9D8B030D-6E8A-4147-A177-3AD203B41FA5}">
                      <a16:colId xmlns:a16="http://schemas.microsoft.com/office/drawing/2014/main" val="20000"/>
                    </a:ext>
                  </a:extLst>
                </a:gridCol>
                <a:gridCol w="473125">
                  <a:extLst>
                    <a:ext uri="{9D8B030D-6E8A-4147-A177-3AD203B41FA5}">
                      <a16:colId xmlns:a16="http://schemas.microsoft.com/office/drawing/2014/main" val="20001"/>
                    </a:ext>
                  </a:extLst>
                </a:gridCol>
                <a:gridCol w="473125">
                  <a:extLst>
                    <a:ext uri="{9D8B030D-6E8A-4147-A177-3AD203B41FA5}">
                      <a16:colId xmlns:a16="http://schemas.microsoft.com/office/drawing/2014/main" val="20002"/>
                    </a:ext>
                  </a:extLst>
                </a:gridCol>
                <a:gridCol w="473125">
                  <a:extLst>
                    <a:ext uri="{9D8B030D-6E8A-4147-A177-3AD203B41FA5}">
                      <a16:colId xmlns:a16="http://schemas.microsoft.com/office/drawing/2014/main" val="20003"/>
                    </a:ext>
                  </a:extLst>
                </a:gridCol>
                <a:gridCol w="473125">
                  <a:extLst>
                    <a:ext uri="{9D8B030D-6E8A-4147-A177-3AD203B41FA5}">
                      <a16:colId xmlns:a16="http://schemas.microsoft.com/office/drawing/2014/main" val="20004"/>
                    </a:ext>
                  </a:extLst>
                </a:gridCol>
                <a:gridCol w="473125">
                  <a:extLst>
                    <a:ext uri="{9D8B030D-6E8A-4147-A177-3AD203B41FA5}">
                      <a16:colId xmlns:a16="http://schemas.microsoft.com/office/drawing/2014/main" val="20005"/>
                    </a:ext>
                  </a:extLst>
                </a:gridCol>
                <a:gridCol w="473125">
                  <a:extLst>
                    <a:ext uri="{9D8B030D-6E8A-4147-A177-3AD203B41FA5}">
                      <a16:colId xmlns:a16="http://schemas.microsoft.com/office/drawing/2014/main" val="20006"/>
                    </a:ext>
                  </a:extLst>
                </a:gridCol>
                <a:gridCol w="473125">
                  <a:extLst>
                    <a:ext uri="{9D8B030D-6E8A-4147-A177-3AD203B41FA5}">
                      <a16:colId xmlns:a16="http://schemas.microsoft.com/office/drawing/2014/main" val="20007"/>
                    </a:ext>
                  </a:extLst>
                </a:gridCol>
              </a:tblGrid>
              <a:tr h="559650">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chemeClr val="dk1"/>
                          </a:solidFill>
                          <a:latin typeface="Jost"/>
                          <a:ea typeface="Jost"/>
                          <a:cs typeface="Jost"/>
                          <a:sym typeface="Jost"/>
                        </a:rPr>
                        <a:t>-s and -es</a:t>
                      </a:r>
                      <a:endParaRPr sz="2000" u="none" strike="noStrike" cap="none">
                        <a:solidFill>
                          <a:schemeClr val="dk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chemeClr val="dk1"/>
                          </a:solidFill>
                          <a:latin typeface="Jost"/>
                          <a:ea typeface="Jost"/>
                          <a:cs typeface="Jost"/>
                          <a:sym typeface="Jost"/>
                        </a:rPr>
                        <a:t>-ing</a:t>
                      </a:r>
                      <a:endParaRPr sz="20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59650">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FFFFFF"/>
                          </a:solidFill>
                          <a:latin typeface="Jost"/>
                          <a:ea typeface="Jost"/>
                          <a:cs typeface="Jost"/>
                          <a:sym typeface="Jost"/>
                        </a:rPr>
                        <a:t>-ed</a:t>
                      </a:r>
                      <a:endParaRPr sz="2000" u="none" strike="noStrike" cap="none">
                        <a:solidFill>
                          <a:srgbClr val="FFFFFF"/>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solidFill>
                      <a:schemeClr val="dk1"/>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D9D9D9"/>
                          </a:solidFill>
                          <a:latin typeface="Jost"/>
                          <a:ea typeface="Jost"/>
                          <a:cs typeface="Jost"/>
                          <a:sym typeface="Jost"/>
                        </a:rPr>
                        <a:t>-er</a:t>
                      </a:r>
                      <a:endParaRPr sz="20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559650">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D9D9D9"/>
                          </a:solidFill>
                          <a:latin typeface="Jost"/>
                          <a:ea typeface="Jost"/>
                          <a:cs typeface="Jost"/>
                          <a:sym typeface="Jost"/>
                        </a:rPr>
                        <a:t>-est</a:t>
                      </a:r>
                      <a:endParaRPr sz="2000" u="none" strike="noStrike" cap="none">
                        <a:solidFill>
                          <a:srgbClr val="D9D9D9"/>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D9D9D9"/>
                          </a:solidFill>
                          <a:latin typeface="Jost"/>
                          <a:ea typeface="Jost"/>
                          <a:cs typeface="Jost"/>
                          <a:sym typeface="Jost"/>
                        </a:rPr>
                        <a:t>un-</a:t>
                      </a:r>
                      <a:endParaRPr sz="20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2"/>
                  </a:ext>
                </a:extLst>
              </a:tr>
            </a:tbl>
          </a:graphicData>
        </a:graphic>
      </p:graphicFrame>
      <p:sp>
        <p:nvSpPr>
          <p:cNvPr id="654" name="Google Shape;654;p1"/>
          <p:cNvSpPr txBox="1"/>
          <p:nvPr/>
        </p:nvSpPr>
        <p:spPr>
          <a:xfrm>
            <a:off x="884092" y="3677905"/>
            <a:ext cx="3882600" cy="845400"/>
          </a:xfrm>
          <a:prstGeom prst="rect">
            <a:avLst/>
          </a:prstGeom>
          <a:noFill/>
          <a:ln>
            <a:noFill/>
          </a:ln>
        </p:spPr>
        <p:txBody>
          <a:bodyPr spcFirstLastPara="1" wrap="square" lIns="0" tIns="0" rIns="0" bIns="0" anchor="t" anchorCtr="0">
            <a:normAutofit/>
          </a:bodyPr>
          <a:lstStyle/>
          <a:p>
            <a:pPr marL="0" marR="0" lvl="0" indent="0" algn="l" rtl="0">
              <a:lnSpc>
                <a:spcPct val="90000"/>
              </a:lnSpc>
              <a:spcBef>
                <a:spcPts val="1000"/>
              </a:spcBef>
              <a:spcAft>
                <a:spcPts val="0"/>
              </a:spcAft>
              <a:buClr>
                <a:srgbClr val="000000"/>
              </a:buClr>
              <a:buSzPts val="2200"/>
              <a:buFont typeface="Arial"/>
              <a:buNone/>
            </a:pPr>
            <a:r>
              <a:rPr lang="en-US" sz="2200" b="0" i="1" u="none" strike="noStrike" cap="none">
                <a:solidFill>
                  <a:srgbClr val="262626"/>
                </a:solidFill>
                <a:latin typeface="Poppins"/>
                <a:ea typeface="Poppins"/>
                <a:cs typeface="Poppins"/>
                <a:sym typeface="Poppins"/>
              </a:rPr>
              <a:t>Lesson 13</a:t>
            </a:r>
            <a:endParaRPr sz="2200" b="0" i="1" u="none" strike="noStrike" cap="none">
              <a:solidFill>
                <a:srgbClr val="262626"/>
              </a:solidFill>
              <a:latin typeface="Poppins"/>
              <a:ea typeface="Poppins"/>
              <a:cs typeface="Poppins"/>
              <a:sym typeface="Poppin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59"/>
        <p:cNvGrpSpPr/>
        <p:nvPr/>
      </p:nvGrpSpPr>
      <p:grpSpPr>
        <a:xfrm>
          <a:off x="0" y="0"/>
          <a:ext cx="0" cy="0"/>
          <a:chOff x="0" y="0"/>
          <a:chExt cx="0" cy="0"/>
        </a:xfrm>
      </p:grpSpPr>
      <p:sp>
        <p:nvSpPr>
          <p:cNvPr id="660" name="Google Shape;660;g2bee4f4af4b_0_204"/>
          <p:cNvSpPr txBox="1">
            <a:spLocks noGrp="1"/>
          </p:cNvSpPr>
          <p:nvPr>
            <p:ph type="body" idx="1"/>
          </p:nvPr>
        </p:nvSpPr>
        <p:spPr>
          <a:xfrm>
            <a:off x="3649025" y="1038275"/>
            <a:ext cx="44997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Learn and practise suffix </a:t>
            </a:r>
            <a:r>
              <a:rPr lang="en-US">
                <a:solidFill>
                  <a:srgbClr val="2356AF"/>
                </a:solidFill>
              </a:rPr>
              <a:t>-ed.</a:t>
            </a:r>
            <a:endParaRPr>
              <a:solidFill>
                <a:srgbClr val="2356AF"/>
              </a:solidFill>
            </a:endParaRPr>
          </a:p>
        </p:txBody>
      </p:sp>
      <p:sp>
        <p:nvSpPr>
          <p:cNvPr id="661" name="Google Shape;661;g2bee4f4af4b_0_204"/>
          <p:cNvSpPr txBox="1">
            <a:spLocks noGrp="1"/>
          </p:cNvSpPr>
          <p:nvPr>
            <p:ph type="body" idx="2"/>
          </p:nvPr>
        </p:nvSpPr>
        <p:spPr>
          <a:xfrm>
            <a:off x="3649025" y="2621850"/>
            <a:ext cx="48078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all GPCs learned so far using flashcards.</a:t>
            </a:r>
            <a:endParaRPr/>
          </a:p>
          <a:p>
            <a:pPr marL="457200" lvl="0" indent="-330200" algn="l" rtl="0">
              <a:lnSpc>
                <a:spcPct val="100000"/>
              </a:lnSpc>
              <a:spcBef>
                <a:spcPts val="1000"/>
              </a:spcBef>
              <a:spcAft>
                <a:spcPts val="0"/>
              </a:spcAft>
              <a:buSzPts val="1600"/>
              <a:buChar char="•"/>
            </a:pPr>
            <a:r>
              <a:rPr lang="en-US"/>
              <a:t>Recall Phase 5 Common Exception Words </a:t>
            </a:r>
            <a:r>
              <a:rPr lang="en-US">
                <a:solidFill>
                  <a:srgbClr val="2356AF"/>
                </a:solidFill>
              </a:rPr>
              <a:t>today house mouse hour because Mr Mrs Ms where should could would move use want.</a:t>
            </a:r>
            <a:endParaRPr>
              <a:solidFill>
                <a:srgbClr val="2356AF"/>
              </a:solidFill>
            </a:endParaRPr>
          </a:p>
          <a:p>
            <a:pPr marL="0" lvl="0" indent="0" algn="l" rtl="0">
              <a:lnSpc>
                <a:spcPct val="100000"/>
              </a:lnSpc>
              <a:spcBef>
                <a:spcPts val="1000"/>
              </a:spcBef>
              <a:spcAft>
                <a:spcPts val="0"/>
              </a:spcAft>
              <a:buSzPts val="1600"/>
              <a:buNone/>
            </a:pP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66"/>
        <p:cNvGrpSpPr/>
        <p:nvPr/>
      </p:nvGrpSpPr>
      <p:grpSpPr>
        <a:xfrm>
          <a:off x="0" y="0"/>
          <a:ext cx="0" cy="0"/>
          <a:chOff x="0" y="0"/>
          <a:chExt cx="0" cy="0"/>
        </a:xfrm>
      </p:grpSpPr>
      <p:sp>
        <p:nvSpPr>
          <p:cNvPr id="667" name="Google Shape;667;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668" name="Google Shape;668;g26b641b03cd_0_165"/>
          <p:cNvGrpSpPr/>
          <p:nvPr/>
        </p:nvGrpSpPr>
        <p:grpSpPr>
          <a:xfrm>
            <a:off x="930400" y="2053244"/>
            <a:ext cx="7283200" cy="3724851"/>
            <a:chOff x="930400" y="2129444"/>
            <a:chExt cx="7283200" cy="3724851"/>
          </a:xfrm>
        </p:grpSpPr>
        <p:pic>
          <p:nvPicPr>
            <p:cNvPr id="669" name="Google Shape;669;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670" name="Google Shape;670;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671" name="Google Shape;671;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672" name="Google Shape;672;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673" name="Google Shape;673;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674" name="Google Shape;674;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675" name="Google Shape;675;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676" name="Google Shape;676;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677" name="Google Shape;677;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678" name="Google Shape;678;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679" name="Google Shape;679;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680" name="Google Shape;680;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681" name="Google Shape;681;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682" name="Google Shape;682;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683" name="Google Shape;683;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684" name="Google Shape;684;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685" name="Google Shape;685;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686" name="Google Shape;686;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687" name="Google Shape;687;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688" name="Google Shape;688;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689" name="Google Shape;689;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690" name="Google Shape;690;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691" name="Google Shape;691;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96"/>
        <p:cNvGrpSpPr/>
        <p:nvPr/>
      </p:nvGrpSpPr>
      <p:grpSpPr>
        <a:xfrm>
          <a:off x="0" y="0"/>
          <a:ext cx="0" cy="0"/>
          <a:chOff x="0" y="0"/>
          <a:chExt cx="0" cy="0"/>
        </a:xfrm>
      </p:grpSpPr>
      <p:sp>
        <p:nvSpPr>
          <p:cNvPr id="697" name="Google Shape;697;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698" name="Google Shape;698;g26b7edf6e71_0_26"/>
          <p:cNvGrpSpPr/>
          <p:nvPr/>
        </p:nvGrpSpPr>
        <p:grpSpPr>
          <a:xfrm>
            <a:off x="930400" y="2053250"/>
            <a:ext cx="7283201" cy="2971674"/>
            <a:chOff x="930400" y="2129450"/>
            <a:chExt cx="7283201" cy="2971674"/>
          </a:xfrm>
        </p:grpSpPr>
        <p:pic>
          <p:nvPicPr>
            <p:cNvPr id="699" name="Google Shape;699;g26b7edf6e71_0_26"/>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700" name="Google Shape;700;g26b7edf6e71_0_26"/>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01" name="Google Shape;701;g26b7edf6e71_0_26"/>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702" name="Google Shape;702;g26b7edf6e71_0_26"/>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03" name="Google Shape;703;g26b7edf6e71_0_26"/>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04" name="Google Shape;704;g26b7edf6e71_0_26"/>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05" name="Google Shape;705;g26b7edf6e71_0_26"/>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06" name="Google Shape;706;g26b7edf6e71_0_26"/>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07" name="Google Shape;707;g26b7edf6e71_0_26"/>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08" name="Google Shape;708;g26b7edf6e71_0_26"/>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09" name="Google Shape;709;g26b7edf6e71_0_26"/>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10" name="Google Shape;710;g26b7edf6e71_0_26"/>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11" name="Google Shape;711;g26b7edf6e71_0_26"/>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12" name="Google Shape;712;g26b7edf6e71_0_26"/>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13" name="Google Shape;713;g26b7edf6e71_0_26"/>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14" name="Google Shape;714;g26b7edf6e71_0_26"/>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15" name="Google Shape;715;g26b7edf6e71_0_26"/>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16" name="Google Shape;716;g26b7edf6e71_0_26"/>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17" name="Google Shape;717;g26b7edf6e71_0_26"/>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18" name="Google Shape;718;g26b7edf6e71_0_26"/>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19" name="Google Shape;719;g26b7edf6e71_0_26"/>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720" name="Google Shape;720;g26b7edf6e71_0_26"/>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21" name="Google Shape;721;g26b7edf6e71_0_26"/>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722" name="Google Shape;722;g26b7edf6e71_0_26"/>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23" name="Google Shape;723;g26b7edf6e71_0_26"/>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724" name="Google Shape;724;g26b7edf6e71_0_26"/>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725" name="Google Shape;725;g26b7edf6e71_0_26"/>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726" name="Google Shape;726;g26b7edf6e71_0_26"/>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727" name="Google Shape;727;g26b7edf6e71_0_26"/>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32"/>
        <p:cNvGrpSpPr/>
        <p:nvPr/>
      </p:nvGrpSpPr>
      <p:grpSpPr>
        <a:xfrm>
          <a:off x="0" y="0"/>
          <a:ext cx="0" cy="0"/>
          <a:chOff x="0" y="0"/>
          <a:chExt cx="0" cy="0"/>
        </a:xfrm>
      </p:grpSpPr>
      <p:sp>
        <p:nvSpPr>
          <p:cNvPr id="733" name="Google Shape;733;g2c298da1f27_0_417"/>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34" name="Google Shape;734;g2c298da1f27_0_417"/>
          <p:cNvGrpSpPr/>
          <p:nvPr/>
        </p:nvGrpSpPr>
        <p:grpSpPr>
          <a:xfrm>
            <a:off x="930400" y="2053250"/>
            <a:ext cx="7283201" cy="2971674"/>
            <a:chOff x="930400" y="2053250"/>
            <a:chExt cx="7283201" cy="2971674"/>
          </a:xfrm>
        </p:grpSpPr>
        <p:pic>
          <p:nvPicPr>
            <p:cNvPr id="735" name="Google Shape;735;g2c298da1f27_0_417"/>
            <p:cNvPicPr preferRelativeResize="0"/>
            <p:nvPr/>
          </p:nvPicPr>
          <p:blipFill rotWithShape="1">
            <a:blip r:embed="rId3">
              <a:alphaModFix/>
            </a:blip>
            <a:srcRect l="79" r="79"/>
            <a:stretch/>
          </p:blipFill>
          <p:spPr>
            <a:xfrm>
              <a:off x="2403067" y="4096088"/>
              <a:ext cx="656212" cy="928835"/>
            </a:xfrm>
            <a:prstGeom prst="rect">
              <a:avLst/>
            </a:prstGeom>
            <a:noFill/>
            <a:ln>
              <a:noFill/>
            </a:ln>
            <a:effectLst>
              <a:outerShdw blurRad="71438" dist="28575" dir="5400000" algn="bl" rotWithShape="0">
                <a:srgbClr val="000000">
                  <a:alpha val="14510"/>
                </a:srgbClr>
              </a:outerShdw>
            </a:effectLst>
          </p:spPr>
        </p:pic>
        <p:pic>
          <p:nvPicPr>
            <p:cNvPr id="736" name="Google Shape;736;g2c298da1f27_0_417"/>
            <p:cNvPicPr preferRelativeResize="0"/>
            <p:nvPr/>
          </p:nvPicPr>
          <p:blipFill rotWithShape="1">
            <a:blip r:embed="rId4">
              <a:alphaModFix/>
            </a:blip>
            <a:srcRect l="19" r="29"/>
            <a:stretch/>
          </p:blipFill>
          <p:spPr>
            <a:xfrm>
              <a:off x="1666733" y="4096088"/>
              <a:ext cx="656212" cy="928836"/>
            </a:xfrm>
            <a:prstGeom prst="rect">
              <a:avLst/>
            </a:prstGeom>
            <a:noFill/>
            <a:ln>
              <a:noFill/>
            </a:ln>
            <a:effectLst>
              <a:outerShdw blurRad="71438" dist="28575" dir="5400000" algn="bl" rotWithShape="0">
                <a:srgbClr val="000000">
                  <a:alpha val="15290"/>
                </a:srgbClr>
              </a:outerShdw>
            </a:effectLst>
          </p:spPr>
        </p:pic>
        <p:pic>
          <p:nvPicPr>
            <p:cNvPr id="737" name="Google Shape;737;g2c298da1f27_0_417"/>
            <p:cNvPicPr preferRelativeResize="0"/>
            <p:nvPr/>
          </p:nvPicPr>
          <p:blipFill rotWithShape="1">
            <a:blip r:embed="rId5">
              <a:alphaModFix/>
            </a:blip>
            <a:srcRect l="19" r="29"/>
            <a:stretch/>
          </p:blipFill>
          <p:spPr>
            <a:xfrm>
              <a:off x="930400" y="4096088"/>
              <a:ext cx="656212" cy="928836"/>
            </a:xfrm>
            <a:prstGeom prst="rect">
              <a:avLst/>
            </a:prstGeom>
            <a:noFill/>
            <a:ln>
              <a:noFill/>
            </a:ln>
            <a:effectLst>
              <a:outerShdw blurRad="71438" dist="28575" dir="5400000" algn="bl" rotWithShape="0">
                <a:srgbClr val="000000">
                  <a:alpha val="15290"/>
                </a:srgbClr>
              </a:outerShdw>
            </a:effectLst>
          </p:spPr>
        </p:pic>
        <p:pic>
          <p:nvPicPr>
            <p:cNvPr id="738" name="Google Shape;738;g2c298da1f27_0_417"/>
            <p:cNvPicPr preferRelativeResize="0"/>
            <p:nvPr/>
          </p:nvPicPr>
          <p:blipFill rotWithShape="1">
            <a:blip r:embed="rId6">
              <a:alphaModFix/>
            </a:blip>
            <a:srcRect l="79" r="79"/>
            <a:stretch/>
          </p:blipFill>
          <p:spPr>
            <a:xfrm>
              <a:off x="7557389" y="3074669"/>
              <a:ext cx="656212" cy="928835"/>
            </a:xfrm>
            <a:prstGeom prst="rect">
              <a:avLst/>
            </a:prstGeom>
            <a:noFill/>
            <a:ln>
              <a:noFill/>
            </a:ln>
            <a:effectLst>
              <a:outerShdw blurRad="71438" dist="28575" dir="5400000" algn="bl" rotWithShape="0">
                <a:srgbClr val="000000">
                  <a:alpha val="15290"/>
                </a:srgbClr>
              </a:outerShdw>
            </a:effectLst>
          </p:spPr>
        </p:pic>
        <p:pic>
          <p:nvPicPr>
            <p:cNvPr id="739" name="Google Shape;739;g2c298da1f27_0_417"/>
            <p:cNvPicPr preferRelativeResize="0"/>
            <p:nvPr/>
          </p:nvPicPr>
          <p:blipFill rotWithShape="1">
            <a:blip r:embed="rId7">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4900"/>
                </a:srgbClr>
              </a:outerShdw>
            </a:effectLst>
          </p:spPr>
        </p:pic>
        <p:pic>
          <p:nvPicPr>
            <p:cNvPr id="740" name="Google Shape;740;g2c298da1f27_0_417"/>
            <p:cNvPicPr preferRelativeResize="0"/>
            <p:nvPr/>
          </p:nvPicPr>
          <p:blipFill rotWithShape="1">
            <a:blip r:embed="rId8">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41" name="Google Shape;741;g2c298da1f27_0_417"/>
            <p:cNvPicPr preferRelativeResize="0"/>
            <p:nvPr/>
          </p:nvPicPr>
          <p:blipFill rotWithShape="1">
            <a:blip r:embed="rId9">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4900"/>
                </a:srgbClr>
              </a:outerShdw>
            </a:effectLst>
          </p:spPr>
        </p:pic>
        <p:pic>
          <p:nvPicPr>
            <p:cNvPr id="742" name="Google Shape;742;g2c298da1f27_0_417"/>
            <p:cNvPicPr preferRelativeResize="0"/>
            <p:nvPr/>
          </p:nvPicPr>
          <p:blipFill rotWithShape="1">
            <a:blip r:embed="rId10">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4900"/>
                </a:srgbClr>
              </a:outerShdw>
            </a:effectLst>
          </p:spPr>
        </p:pic>
        <p:pic>
          <p:nvPicPr>
            <p:cNvPr id="743" name="Google Shape;743;g2c298da1f27_0_417"/>
            <p:cNvPicPr preferRelativeResize="0"/>
            <p:nvPr/>
          </p:nvPicPr>
          <p:blipFill rotWithShape="1">
            <a:blip r:embed="rId11">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44" name="Google Shape;744;g2c298da1f27_0_417"/>
            <p:cNvPicPr preferRelativeResize="0"/>
            <p:nvPr/>
          </p:nvPicPr>
          <p:blipFill rotWithShape="1">
            <a:blip r:embed="rId12">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45" name="Google Shape;745;g2c298da1f27_0_417"/>
            <p:cNvPicPr preferRelativeResize="0"/>
            <p:nvPr/>
          </p:nvPicPr>
          <p:blipFill rotWithShape="1">
            <a:blip r:embed="rId13">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4900"/>
                </a:srgbClr>
              </a:outerShdw>
            </a:effectLst>
          </p:spPr>
        </p:pic>
        <p:pic>
          <p:nvPicPr>
            <p:cNvPr id="746" name="Google Shape;746;g2c298da1f27_0_417"/>
            <p:cNvPicPr preferRelativeResize="0"/>
            <p:nvPr/>
          </p:nvPicPr>
          <p:blipFill rotWithShape="1">
            <a:blip r:embed="rId14">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47" name="Google Shape;747;g2c298da1f27_0_417"/>
            <p:cNvPicPr preferRelativeResize="0"/>
            <p:nvPr/>
          </p:nvPicPr>
          <p:blipFill rotWithShape="1">
            <a:blip r:embed="rId15">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48" name="Google Shape;748;g2c298da1f27_0_417"/>
            <p:cNvPicPr preferRelativeResize="0"/>
            <p:nvPr/>
          </p:nvPicPr>
          <p:blipFill rotWithShape="1">
            <a:blip r:embed="rId16">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49" name="Google Shape;749;g2c298da1f27_0_417"/>
            <p:cNvPicPr preferRelativeResize="0"/>
            <p:nvPr/>
          </p:nvPicPr>
          <p:blipFill rotWithShape="1">
            <a:blip r:embed="rId17">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50" name="Google Shape;750;g2c298da1f27_0_417"/>
            <p:cNvPicPr preferRelativeResize="0"/>
            <p:nvPr/>
          </p:nvPicPr>
          <p:blipFill rotWithShape="1">
            <a:blip r:embed="rId18">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51" name="Google Shape;751;g2c298da1f27_0_417"/>
            <p:cNvPicPr preferRelativeResize="0"/>
            <p:nvPr/>
          </p:nvPicPr>
          <p:blipFill rotWithShape="1">
            <a:blip r:embed="rId19">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4900"/>
                </a:srgbClr>
              </a:outerShdw>
            </a:effectLst>
          </p:spPr>
        </p:pic>
        <p:pic>
          <p:nvPicPr>
            <p:cNvPr id="752" name="Google Shape;752;g2c298da1f27_0_417"/>
            <p:cNvPicPr preferRelativeResize="0"/>
            <p:nvPr/>
          </p:nvPicPr>
          <p:blipFill rotWithShape="1">
            <a:blip r:embed="rId20">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53" name="Google Shape;753;g2c298da1f27_0_417"/>
            <p:cNvPicPr preferRelativeResize="0"/>
            <p:nvPr/>
          </p:nvPicPr>
          <p:blipFill rotWithShape="1">
            <a:blip r:embed="rId21">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54" name="Google Shape;754;g2c298da1f27_0_417"/>
            <p:cNvPicPr preferRelativeResize="0"/>
            <p:nvPr/>
          </p:nvPicPr>
          <p:blipFill rotWithShape="1">
            <a:blip r:embed="rId22">
              <a:alphaModFix/>
            </a:blip>
            <a:srcRect l="19" r="29"/>
            <a:stretch/>
          </p:blipFill>
          <p:spPr>
            <a:xfrm>
              <a:off x="6821063" y="3074669"/>
              <a:ext cx="656212" cy="928836"/>
            </a:xfrm>
            <a:prstGeom prst="rect">
              <a:avLst/>
            </a:prstGeom>
            <a:noFill/>
            <a:ln>
              <a:noFill/>
            </a:ln>
            <a:effectLst>
              <a:outerShdw blurRad="71438" dist="28575" dir="5400000" algn="bl" rotWithShape="0">
                <a:srgbClr val="000000">
                  <a:alpha val="14900"/>
                </a:srgbClr>
              </a:outerShdw>
            </a:effectLst>
          </p:spPr>
        </p:pic>
        <p:pic>
          <p:nvPicPr>
            <p:cNvPr id="755" name="Google Shape;755;g2c298da1f27_0_417"/>
            <p:cNvPicPr preferRelativeResize="0"/>
            <p:nvPr/>
          </p:nvPicPr>
          <p:blipFill rotWithShape="1">
            <a:blip r:embed="rId23">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4900"/>
                </a:srgbClr>
              </a:outerShdw>
            </a:effectLst>
          </p:spPr>
        </p:pic>
        <p:pic>
          <p:nvPicPr>
            <p:cNvPr id="756" name="Google Shape;756;g2c298da1f27_0_417"/>
            <p:cNvPicPr preferRelativeResize="0"/>
            <p:nvPr/>
          </p:nvPicPr>
          <p:blipFill rotWithShape="1">
            <a:blip r:embed="rId24">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57" name="Google Shape;757;g2c298da1f27_0_417"/>
            <p:cNvPicPr preferRelativeResize="0"/>
            <p:nvPr/>
          </p:nvPicPr>
          <p:blipFill rotWithShape="1">
            <a:blip r:embed="rId25">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4900"/>
                </a:srgbClr>
              </a:outerShdw>
            </a:effectLst>
          </p:spPr>
        </p:pic>
        <p:pic>
          <p:nvPicPr>
            <p:cNvPr id="758" name="Google Shape;758;g2c298da1f27_0_417"/>
            <p:cNvPicPr preferRelativeResize="0"/>
            <p:nvPr/>
          </p:nvPicPr>
          <p:blipFill rotWithShape="1">
            <a:blip r:embed="rId26">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59" name="Google Shape;759;g2c298da1f27_0_417"/>
            <p:cNvPicPr preferRelativeResize="0"/>
            <p:nvPr/>
          </p:nvPicPr>
          <p:blipFill rotWithShape="1">
            <a:blip r:embed="rId27">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5290"/>
                </a:srgbClr>
              </a:outerShdw>
            </a:effectLst>
          </p:spPr>
        </p:pic>
        <p:pic>
          <p:nvPicPr>
            <p:cNvPr id="760" name="Google Shape;760;g2c298da1f27_0_417"/>
            <p:cNvPicPr preferRelativeResize="0"/>
            <p:nvPr/>
          </p:nvPicPr>
          <p:blipFill rotWithShape="1">
            <a:blip r:embed="rId28">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61" name="Google Shape;761;g2c298da1f27_0_417"/>
            <p:cNvPicPr preferRelativeResize="0"/>
            <p:nvPr/>
          </p:nvPicPr>
          <p:blipFill rotWithShape="1">
            <a:blip r:embed="rId29">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62" name="Google Shape;762;g2c298da1f27_0_417"/>
            <p:cNvPicPr preferRelativeResize="0"/>
            <p:nvPr/>
          </p:nvPicPr>
          <p:blipFill rotWithShape="1">
            <a:blip r:embed="rId30">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5290"/>
                </a:srgbClr>
              </a:outerShdw>
            </a:effectLst>
          </p:spPr>
        </p:pic>
        <p:pic>
          <p:nvPicPr>
            <p:cNvPr id="763" name="Google Shape;763;g2c298da1f27_0_417"/>
            <p:cNvPicPr preferRelativeResize="0"/>
            <p:nvPr/>
          </p:nvPicPr>
          <p:blipFill rotWithShape="1">
            <a:blip r:embed="rId31">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5290"/>
                </a:srgbClr>
              </a:outerShdw>
            </a:effectLst>
          </p:spPr>
        </p:pic>
        <p:pic>
          <p:nvPicPr>
            <p:cNvPr id="764" name="Google Shape;764;g2c298da1f27_0_417"/>
            <p:cNvPicPr preferRelativeResize="0"/>
            <p:nvPr/>
          </p:nvPicPr>
          <p:blipFill rotWithShape="1">
            <a:blip r:embed="rId32">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65" name="Google Shape;765;g2c298da1f27_0_417"/>
            <p:cNvPicPr preferRelativeResize="0"/>
            <p:nvPr/>
          </p:nvPicPr>
          <p:blipFill rotWithShape="1">
            <a:blip r:embed="rId33">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66" name="Google Shape;766;g2c298da1f27_0_417"/>
            <p:cNvPicPr preferRelativeResize="0"/>
            <p:nvPr/>
          </p:nvPicPr>
          <p:blipFill rotWithShape="1">
            <a:blip r:embed="rId34">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5290"/>
                </a:srgbClr>
              </a:outerShdw>
            </a:effectLst>
          </p:spPr>
        </p:pic>
        <p:pic>
          <p:nvPicPr>
            <p:cNvPr id="767" name="Google Shape;767;g2c298da1f27_0_417"/>
            <p:cNvPicPr preferRelativeResize="0"/>
            <p:nvPr/>
          </p:nvPicPr>
          <p:blipFill rotWithShape="1">
            <a:blip r:embed="rId35">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68" name="Google Shape;768;g2c298da1f27_0_417"/>
            <p:cNvPicPr preferRelativeResize="0"/>
            <p:nvPr/>
          </p:nvPicPr>
          <p:blipFill rotWithShape="1">
            <a:blip r:embed="rId36">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5290"/>
                </a:srgbClr>
              </a:outerShdw>
            </a:effectLst>
          </p:spPr>
        </p:pic>
        <p:pic>
          <p:nvPicPr>
            <p:cNvPr id="769" name="Google Shape;769;g2c298da1f27_0_417"/>
            <p:cNvPicPr preferRelativeResize="0"/>
            <p:nvPr/>
          </p:nvPicPr>
          <p:blipFill rotWithShape="1">
            <a:blip r:embed="rId37">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5290"/>
                </a:srgbClr>
              </a:outerShdw>
            </a:effectLst>
          </p:spPr>
        </p:pic>
        <p:pic>
          <p:nvPicPr>
            <p:cNvPr id="770" name="Google Shape;770;g2c298da1f27_0_417"/>
            <p:cNvPicPr preferRelativeResize="0"/>
            <p:nvPr/>
          </p:nvPicPr>
          <p:blipFill rotWithShape="1">
            <a:blip r:embed="rId38">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71" name="Google Shape;771;g2c298da1f27_0_417"/>
            <p:cNvPicPr preferRelativeResize="0"/>
            <p:nvPr/>
          </p:nvPicPr>
          <p:blipFill rotWithShape="1">
            <a:blip r:embed="rId39">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72" name="Google Shape;772;g2c298da1f27_0_417"/>
            <p:cNvPicPr preferRelativeResize="0"/>
            <p:nvPr/>
          </p:nvPicPr>
          <p:blipFill rotWithShape="1">
            <a:blip r:embed="rId40">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5290"/>
                </a:srgbClr>
              </a:outerShdw>
            </a:effectLst>
          </p:spPr>
        </p:pic>
        <p:pic>
          <p:nvPicPr>
            <p:cNvPr id="773" name="Google Shape;773;g2c298da1f27_0_417"/>
            <p:cNvPicPr preferRelativeResize="0"/>
            <p:nvPr/>
          </p:nvPicPr>
          <p:blipFill rotWithShape="1">
            <a:blip r:embed="rId41">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74" name="Google Shape;774;g2c298da1f27_0_417"/>
            <p:cNvPicPr preferRelativeResize="0"/>
            <p:nvPr/>
          </p:nvPicPr>
          <p:blipFill rotWithShape="1">
            <a:blip r:embed="rId42">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5290"/>
                </a:srgbClr>
              </a:outerShdw>
            </a:effectLst>
          </p:spPr>
        </p:pic>
        <p:pic>
          <p:nvPicPr>
            <p:cNvPr id="775" name="Google Shape;775;g2c298da1f27_0_417"/>
            <p:cNvPicPr preferRelativeResize="0"/>
            <p:nvPr/>
          </p:nvPicPr>
          <p:blipFill rotWithShape="1">
            <a:blip r:embed="rId43">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80"/>
        <p:cNvGrpSpPr/>
        <p:nvPr/>
      </p:nvGrpSpPr>
      <p:grpSpPr>
        <a:xfrm>
          <a:off x="0" y="0"/>
          <a:ext cx="0" cy="0"/>
          <a:chOff x="0" y="0"/>
          <a:chExt cx="0" cy="0"/>
        </a:xfrm>
      </p:grpSpPr>
      <p:sp>
        <p:nvSpPr>
          <p:cNvPr id="781" name="Google Shape;781;g2cdbdd49f8e_0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82" name="Google Shape;782;g2cdbdd49f8e_0_0"/>
          <p:cNvGrpSpPr/>
          <p:nvPr/>
        </p:nvGrpSpPr>
        <p:grpSpPr>
          <a:xfrm>
            <a:off x="855905" y="2053250"/>
            <a:ext cx="7272577" cy="3316697"/>
            <a:chOff x="855905" y="2053250"/>
            <a:chExt cx="7272577" cy="3316697"/>
          </a:xfrm>
        </p:grpSpPr>
        <p:pic>
          <p:nvPicPr>
            <p:cNvPr id="783" name="Google Shape;783;g2cdbdd49f8e_0_0"/>
            <p:cNvPicPr preferRelativeResize="0"/>
            <p:nvPr/>
          </p:nvPicPr>
          <p:blipFill rotWithShape="1">
            <a:blip r:embed="rId3">
              <a:alphaModFix/>
            </a:blip>
            <a:srcRect/>
            <a:stretch/>
          </p:blipFill>
          <p:spPr>
            <a:xfrm>
              <a:off x="3913873" y="2901638"/>
              <a:ext cx="545045" cy="771487"/>
            </a:xfrm>
            <a:prstGeom prst="rect">
              <a:avLst/>
            </a:prstGeom>
            <a:noFill/>
            <a:ln>
              <a:noFill/>
            </a:ln>
            <a:effectLst>
              <a:outerShdw blurRad="71438" dist="28575" dir="5400000" algn="bl" rotWithShape="0">
                <a:srgbClr val="000000">
                  <a:alpha val="14900"/>
                </a:srgbClr>
              </a:outerShdw>
            </a:effectLst>
          </p:spPr>
        </p:pic>
        <p:pic>
          <p:nvPicPr>
            <p:cNvPr id="784" name="Google Shape;784;g2cdbdd49f8e_0_0"/>
            <p:cNvPicPr preferRelativeResize="0"/>
            <p:nvPr/>
          </p:nvPicPr>
          <p:blipFill rotWithShape="1">
            <a:blip r:embed="rId4">
              <a:alphaModFix/>
            </a:blip>
            <a:srcRect l="79" r="79"/>
            <a:stretch/>
          </p:blipFill>
          <p:spPr>
            <a:xfrm>
              <a:off x="4525464" y="2901638"/>
              <a:ext cx="545045" cy="771487"/>
            </a:xfrm>
            <a:prstGeom prst="rect">
              <a:avLst/>
            </a:prstGeom>
            <a:noFill/>
            <a:ln>
              <a:noFill/>
            </a:ln>
            <a:effectLst>
              <a:outerShdw blurRad="71438" dist="28575" dir="5400000" algn="bl" rotWithShape="0">
                <a:srgbClr val="000000">
                  <a:alpha val="14900"/>
                </a:srgbClr>
              </a:outerShdw>
            </a:effectLst>
          </p:spPr>
        </p:pic>
        <p:pic>
          <p:nvPicPr>
            <p:cNvPr id="785" name="Google Shape;785;g2cdbdd49f8e_0_0"/>
            <p:cNvPicPr preferRelativeResize="0"/>
            <p:nvPr/>
          </p:nvPicPr>
          <p:blipFill rotWithShape="1">
            <a:blip r:embed="rId5">
              <a:alphaModFix/>
            </a:blip>
            <a:srcRect l="19" r="29"/>
            <a:stretch/>
          </p:blipFill>
          <p:spPr>
            <a:xfrm>
              <a:off x="5137051" y="2901638"/>
              <a:ext cx="545045" cy="771492"/>
            </a:xfrm>
            <a:prstGeom prst="rect">
              <a:avLst/>
            </a:prstGeom>
            <a:noFill/>
            <a:ln>
              <a:noFill/>
            </a:ln>
            <a:effectLst>
              <a:outerShdw blurRad="71438" dist="28575" dir="5400000" algn="bl" rotWithShape="0">
                <a:srgbClr val="000000">
                  <a:alpha val="14900"/>
                </a:srgbClr>
              </a:outerShdw>
            </a:effectLst>
          </p:spPr>
        </p:pic>
        <p:pic>
          <p:nvPicPr>
            <p:cNvPr id="786" name="Google Shape;786;g2cdbdd49f8e_0_0"/>
            <p:cNvPicPr preferRelativeResize="0"/>
            <p:nvPr/>
          </p:nvPicPr>
          <p:blipFill rotWithShape="1">
            <a:blip r:embed="rId6">
              <a:alphaModFix/>
            </a:blip>
            <a:srcRect l="19" r="29"/>
            <a:stretch/>
          </p:blipFill>
          <p:spPr>
            <a:xfrm>
              <a:off x="5748645" y="2901638"/>
              <a:ext cx="545045" cy="771492"/>
            </a:xfrm>
            <a:prstGeom prst="rect">
              <a:avLst/>
            </a:prstGeom>
            <a:noFill/>
            <a:ln>
              <a:noFill/>
            </a:ln>
            <a:effectLst>
              <a:outerShdw blurRad="71438" dist="28575" dir="5400000" algn="bl" rotWithShape="0">
                <a:srgbClr val="000000">
                  <a:alpha val="14900"/>
                </a:srgbClr>
              </a:outerShdw>
            </a:effectLst>
          </p:spPr>
        </p:pic>
        <p:pic>
          <p:nvPicPr>
            <p:cNvPr id="787" name="Google Shape;787;g2cdbdd49f8e_0_0"/>
            <p:cNvPicPr preferRelativeResize="0"/>
            <p:nvPr/>
          </p:nvPicPr>
          <p:blipFill rotWithShape="1">
            <a:blip r:embed="rId7">
              <a:alphaModFix/>
            </a:blip>
            <a:srcRect l="19" r="29"/>
            <a:stretch/>
          </p:blipFill>
          <p:spPr>
            <a:xfrm>
              <a:off x="6360241" y="2901638"/>
              <a:ext cx="545045" cy="771492"/>
            </a:xfrm>
            <a:prstGeom prst="rect">
              <a:avLst/>
            </a:prstGeom>
            <a:noFill/>
            <a:ln>
              <a:noFill/>
            </a:ln>
            <a:effectLst>
              <a:outerShdw blurRad="71438" dist="28575" dir="5400000" algn="bl" rotWithShape="0">
                <a:srgbClr val="000000">
                  <a:alpha val="14900"/>
                </a:srgbClr>
              </a:outerShdw>
            </a:effectLst>
          </p:spPr>
        </p:pic>
        <p:pic>
          <p:nvPicPr>
            <p:cNvPr id="788" name="Google Shape;788;g2cdbdd49f8e_0_0"/>
            <p:cNvPicPr preferRelativeResize="0"/>
            <p:nvPr/>
          </p:nvPicPr>
          <p:blipFill rotWithShape="1">
            <a:blip r:embed="rId8">
              <a:alphaModFix/>
            </a:blip>
            <a:srcRect l="79" r="79"/>
            <a:stretch/>
          </p:blipFill>
          <p:spPr>
            <a:xfrm>
              <a:off x="7583414" y="2901642"/>
              <a:ext cx="545045" cy="771487"/>
            </a:xfrm>
            <a:prstGeom prst="rect">
              <a:avLst/>
            </a:prstGeom>
            <a:noFill/>
            <a:ln>
              <a:noFill/>
            </a:ln>
            <a:effectLst>
              <a:outerShdw blurRad="71438" dist="28575" dir="5400000" algn="bl" rotWithShape="0">
                <a:srgbClr val="000000">
                  <a:alpha val="14900"/>
                </a:srgbClr>
              </a:outerShdw>
            </a:effectLst>
          </p:spPr>
        </p:pic>
        <p:pic>
          <p:nvPicPr>
            <p:cNvPr id="789" name="Google Shape;789;g2cdbdd49f8e_0_0"/>
            <p:cNvPicPr preferRelativeResize="0"/>
            <p:nvPr/>
          </p:nvPicPr>
          <p:blipFill rotWithShape="1">
            <a:blip r:embed="rId9">
              <a:alphaModFix/>
            </a:blip>
            <a:srcRect l="79" r="79"/>
            <a:stretch/>
          </p:blipFill>
          <p:spPr>
            <a:xfrm>
              <a:off x="6971821" y="2901642"/>
              <a:ext cx="545045" cy="771487"/>
            </a:xfrm>
            <a:prstGeom prst="rect">
              <a:avLst/>
            </a:prstGeom>
            <a:noFill/>
            <a:ln>
              <a:noFill/>
            </a:ln>
            <a:effectLst>
              <a:outerShdw blurRad="71438" dist="28575" dir="5400000" algn="bl" rotWithShape="0">
                <a:srgbClr val="000000">
                  <a:alpha val="14900"/>
                </a:srgbClr>
              </a:outerShdw>
            </a:effectLst>
          </p:spPr>
        </p:pic>
        <p:pic>
          <p:nvPicPr>
            <p:cNvPr id="790" name="Google Shape;790;g2cdbdd49f8e_0_0"/>
            <p:cNvPicPr preferRelativeResize="0"/>
            <p:nvPr/>
          </p:nvPicPr>
          <p:blipFill rotWithShape="1">
            <a:blip r:embed="rId10">
              <a:alphaModFix/>
            </a:blip>
            <a:srcRect l="19" r="29"/>
            <a:stretch/>
          </p:blipFill>
          <p:spPr>
            <a:xfrm>
              <a:off x="856170" y="3750043"/>
              <a:ext cx="545045" cy="771492"/>
            </a:xfrm>
            <a:prstGeom prst="rect">
              <a:avLst/>
            </a:prstGeom>
            <a:noFill/>
            <a:ln>
              <a:noFill/>
            </a:ln>
            <a:effectLst>
              <a:outerShdw blurRad="71438" dist="28575" dir="5400000" algn="bl" rotWithShape="0">
                <a:srgbClr val="000000">
                  <a:alpha val="14900"/>
                </a:srgbClr>
              </a:outerShdw>
            </a:effectLst>
          </p:spPr>
        </p:pic>
        <p:pic>
          <p:nvPicPr>
            <p:cNvPr id="791" name="Google Shape;791;g2cdbdd49f8e_0_0"/>
            <p:cNvPicPr preferRelativeResize="0"/>
            <p:nvPr/>
          </p:nvPicPr>
          <p:blipFill rotWithShape="1">
            <a:blip r:embed="rId11">
              <a:alphaModFix/>
            </a:blip>
            <a:srcRect l="79" r="79"/>
            <a:stretch/>
          </p:blipFill>
          <p:spPr>
            <a:xfrm>
              <a:off x="2690948" y="3750028"/>
              <a:ext cx="545045" cy="771487"/>
            </a:xfrm>
            <a:prstGeom prst="rect">
              <a:avLst/>
            </a:prstGeom>
            <a:noFill/>
            <a:ln>
              <a:noFill/>
            </a:ln>
            <a:effectLst>
              <a:outerShdw blurRad="71438" dist="28575" dir="5400000" algn="bl" rotWithShape="0">
                <a:srgbClr val="000000">
                  <a:alpha val="14900"/>
                </a:srgbClr>
              </a:outerShdw>
            </a:effectLst>
          </p:spPr>
        </p:pic>
        <p:pic>
          <p:nvPicPr>
            <p:cNvPr id="792" name="Google Shape;792;g2cdbdd49f8e_0_0"/>
            <p:cNvPicPr preferRelativeResize="0"/>
            <p:nvPr/>
          </p:nvPicPr>
          <p:blipFill rotWithShape="1">
            <a:blip r:embed="rId12">
              <a:alphaModFix/>
            </a:blip>
            <a:srcRect l="79" r="79"/>
            <a:stretch/>
          </p:blipFill>
          <p:spPr>
            <a:xfrm>
              <a:off x="1467764" y="3750043"/>
              <a:ext cx="545045" cy="771487"/>
            </a:xfrm>
            <a:prstGeom prst="rect">
              <a:avLst/>
            </a:prstGeom>
            <a:noFill/>
            <a:ln>
              <a:noFill/>
            </a:ln>
            <a:effectLst>
              <a:outerShdw blurRad="71438" dist="28575" dir="5400000" algn="bl" rotWithShape="0">
                <a:srgbClr val="000000">
                  <a:alpha val="14900"/>
                </a:srgbClr>
              </a:outerShdw>
            </a:effectLst>
          </p:spPr>
        </p:pic>
        <p:pic>
          <p:nvPicPr>
            <p:cNvPr id="793" name="Google Shape;793;g2cdbdd49f8e_0_0"/>
            <p:cNvPicPr preferRelativeResize="0"/>
            <p:nvPr/>
          </p:nvPicPr>
          <p:blipFill rotWithShape="1">
            <a:blip r:embed="rId13">
              <a:alphaModFix/>
            </a:blip>
            <a:srcRect l="79" r="79"/>
            <a:stretch/>
          </p:blipFill>
          <p:spPr>
            <a:xfrm>
              <a:off x="2079354" y="3750027"/>
              <a:ext cx="545045" cy="771487"/>
            </a:xfrm>
            <a:prstGeom prst="rect">
              <a:avLst/>
            </a:prstGeom>
            <a:noFill/>
            <a:ln>
              <a:noFill/>
            </a:ln>
            <a:effectLst>
              <a:outerShdw blurRad="71438" dist="28575" dir="5400000" algn="bl" rotWithShape="0">
                <a:srgbClr val="000000">
                  <a:alpha val="14900"/>
                </a:srgbClr>
              </a:outerShdw>
            </a:effectLst>
          </p:spPr>
        </p:pic>
        <p:pic>
          <p:nvPicPr>
            <p:cNvPr id="794" name="Google Shape;794;g2cdbdd49f8e_0_0"/>
            <p:cNvPicPr preferRelativeResize="0"/>
            <p:nvPr/>
          </p:nvPicPr>
          <p:blipFill rotWithShape="1">
            <a:blip r:embed="rId14">
              <a:alphaModFix/>
            </a:blip>
            <a:srcRect l="19" r="29"/>
            <a:stretch/>
          </p:blipFill>
          <p:spPr>
            <a:xfrm>
              <a:off x="3302538" y="3750028"/>
              <a:ext cx="545045" cy="771492"/>
            </a:xfrm>
            <a:prstGeom prst="rect">
              <a:avLst/>
            </a:prstGeom>
            <a:noFill/>
            <a:ln>
              <a:noFill/>
            </a:ln>
            <a:effectLst>
              <a:outerShdw blurRad="71438" dist="28575" dir="5400000" algn="bl" rotWithShape="0">
                <a:srgbClr val="000000">
                  <a:alpha val="14900"/>
                </a:srgbClr>
              </a:outerShdw>
            </a:effectLst>
          </p:spPr>
        </p:pic>
        <p:pic>
          <p:nvPicPr>
            <p:cNvPr id="795" name="Google Shape;795;g2cdbdd49f8e_0_0"/>
            <p:cNvPicPr preferRelativeResize="0"/>
            <p:nvPr/>
          </p:nvPicPr>
          <p:blipFill rotWithShape="1">
            <a:blip r:embed="rId15">
              <a:alphaModFix/>
            </a:blip>
            <a:srcRect l="79" r="79"/>
            <a:stretch/>
          </p:blipFill>
          <p:spPr>
            <a:xfrm>
              <a:off x="3914125" y="3750027"/>
              <a:ext cx="545045" cy="771487"/>
            </a:xfrm>
            <a:prstGeom prst="rect">
              <a:avLst/>
            </a:prstGeom>
            <a:noFill/>
            <a:ln>
              <a:noFill/>
            </a:ln>
            <a:effectLst>
              <a:outerShdw blurRad="71438" dist="28575" dir="5400000" algn="bl" rotWithShape="0">
                <a:srgbClr val="000000">
                  <a:alpha val="14900"/>
                </a:srgbClr>
              </a:outerShdw>
            </a:effectLst>
          </p:spPr>
        </p:pic>
        <p:pic>
          <p:nvPicPr>
            <p:cNvPr id="796" name="Google Shape;796;g2cdbdd49f8e_0_0"/>
            <p:cNvPicPr preferRelativeResize="0"/>
            <p:nvPr/>
          </p:nvPicPr>
          <p:blipFill rotWithShape="1">
            <a:blip r:embed="rId16">
              <a:alphaModFix/>
            </a:blip>
            <a:srcRect l="79" r="79"/>
            <a:stretch/>
          </p:blipFill>
          <p:spPr>
            <a:xfrm>
              <a:off x="4525722" y="3750028"/>
              <a:ext cx="545045" cy="771487"/>
            </a:xfrm>
            <a:prstGeom prst="rect">
              <a:avLst/>
            </a:prstGeom>
            <a:noFill/>
            <a:ln>
              <a:noFill/>
            </a:ln>
            <a:effectLst>
              <a:outerShdw blurRad="71438" dist="28575" dir="5400000" algn="bl" rotWithShape="0">
                <a:srgbClr val="000000">
                  <a:alpha val="14900"/>
                </a:srgbClr>
              </a:outerShdw>
            </a:effectLst>
          </p:spPr>
        </p:pic>
        <p:pic>
          <p:nvPicPr>
            <p:cNvPr id="797" name="Google Shape;797;g2cdbdd49f8e_0_0"/>
            <p:cNvPicPr preferRelativeResize="0"/>
            <p:nvPr/>
          </p:nvPicPr>
          <p:blipFill rotWithShape="1">
            <a:blip r:embed="rId17">
              <a:alphaModFix/>
            </a:blip>
            <a:srcRect l="19" r="29"/>
            <a:stretch/>
          </p:blipFill>
          <p:spPr>
            <a:xfrm>
              <a:off x="5137316" y="3750027"/>
              <a:ext cx="545045" cy="771487"/>
            </a:xfrm>
            <a:prstGeom prst="rect">
              <a:avLst/>
            </a:prstGeom>
            <a:noFill/>
            <a:ln>
              <a:noFill/>
            </a:ln>
            <a:effectLst>
              <a:outerShdw blurRad="71438" dist="28575" dir="5400000" algn="bl" rotWithShape="0">
                <a:srgbClr val="000000">
                  <a:alpha val="14900"/>
                </a:srgbClr>
              </a:outerShdw>
            </a:effectLst>
          </p:spPr>
        </p:pic>
        <p:pic>
          <p:nvPicPr>
            <p:cNvPr id="798" name="Google Shape;798;g2cdbdd49f8e_0_0"/>
            <p:cNvPicPr preferRelativeResize="0"/>
            <p:nvPr/>
          </p:nvPicPr>
          <p:blipFill rotWithShape="1">
            <a:blip r:embed="rId18">
              <a:alphaModFix/>
            </a:blip>
            <a:srcRect l="79" r="79"/>
            <a:stretch/>
          </p:blipFill>
          <p:spPr>
            <a:xfrm>
              <a:off x="5748909" y="3750026"/>
              <a:ext cx="545045" cy="771487"/>
            </a:xfrm>
            <a:prstGeom prst="rect">
              <a:avLst/>
            </a:prstGeom>
            <a:noFill/>
            <a:ln>
              <a:noFill/>
            </a:ln>
            <a:effectLst>
              <a:outerShdw blurRad="71438" dist="28575" dir="5400000" algn="bl" rotWithShape="0">
                <a:srgbClr val="000000">
                  <a:alpha val="14900"/>
                </a:srgbClr>
              </a:outerShdw>
            </a:effectLst>
          </p:spPr>
        </p:pic>
        <p:pic>
          <p:nvPicPr>
            <p:cNvPr id="799" name="Google Shape;799;g2cdbdd49f8e_0_0"/>
            <p:cNvPicPr preferRelativeResize="0"/>
            <p:nvPr/>
          </p:nvPicPr>
          <p:blipFill rotWithShape="1">
            <a:blip r:embed="rId19">
              <a:alphaModFix/>
            </a:blip>
            <a:srcRect l="89" r="79"/>
            <a:stretch/>
          </p:blipFill>
          <p:spPr>
            <a:xfrm>
              <a:off x="6360482" y="3750026"/>
              <a:ext cx="544981" cy="771496"/>
            </a:xfrm>
            <a:prstGeom prst="rect">
              <a:avLst/>
            </a:prstGeom>
            <a:noFill/>
            <a:ln>
              <a:noFill/>
            </a:ln>
            <a:effectLst>
              <a:outerShdw blurRad="71438" dist="28575" dir="5400000" algn="bl" rotWithShape="0">
                <a:srgbClr val="000000">
                  <a:alpha val="14900"/>
                </a:srgbClr>
              </a:outerShdw>
            </a:effectLst>
          </p:spPr>
        </p:pic>
        <p:pic>
          <p:nvPicPr>
            <p:cNvPr id="800" name="Google Shape;800;g2cdbdd49f8e_0_0"/>
            <p:cNvPicPr preferRelativeResize="0"/>
            <p:nvPr/>
          </p:nvPicPr>
          <p:blipFill rotWithShape="1">
            <a:blip r:embed="rId20">
              <a:alphaModFix/>
            </a:blip>
            <a:srcRect/>
            <a:stretch/>
          </p:blipFill>
          <p:spPr>
            <a:xfrm>
              <a:off x="3302280" y="2901638"/>
              <a:ext cx="545045" cy="771487"/>
            </a:xfrm>
            <a:prstGeom prst="rect">
              <a:avLst/>
            </a:prstGeom>
            <a:noFill/>
            <a:ln>
              <a:noFill/>
            </a:ln>
            <a:effectLst>
              <a:outerShdw blurRad="71438" dist="28575" dir="5400000" algn="bl" rotWithShape="0">
                <a:srgbClr val="000000">
                  <a:alpha val="14900"/>
                </a:srgbClr>
              </a:outerShdw>
            </a:effectLst>
          </p:spPr>
        </p:pic>
        <p:pic>
          <p:nvPicPr>
            <p:cNvPr id="801" name="Google Shape;801;g2cdbdd49f8e_0_0"/>
            <p:cNvPicPr preferRelativeResize="0"/>
            <p:nvPr/>
          </p:nvPicPr>
          <p:blipFill rotWithShape="1">
            <a:blip r:embed="rId21">
              <a:alphaModFix/>
            </a:blip>
            <a:srcRect/>
            <a:stretch/>
          </p:blipFill>
          <p:spPr>
            <a:xfrm>
              <a:off x="2690687" y="2901638"/>
              <a:ext cx="545045" cy="771487"/>
            </a:xfrm>
            <a:prstGeom prst="rect">
              <a:avLst/>
            </a:prstGeom>
            <a:noFill/>
            <a:ln>
              <a:noFill/>
            </a:ln>
            <a:effectLst>
              <a:outerShdw blurRad="71438" dist="28575" dir="5400000" algn="bl" rotWithShape="0">
                <a:srgbClr val="000000">
                  <a:alpha val="15290"/>
                </a:srgbClr>
              </a:outerShdw>
            </a:effectLst>
          </p:spPr>
        </p:pic>
        <p:pic>
          <p:nvPicPr>
            <p:cNvPr id="802" name="Google Shape;802;g2cdbdd49f8e_0_0"/>
            <p:cNvPicPr preferRelativeResize="0"/>
            <p:nvPr/>
          </p:nvPicPr>
          <p:blipFill rotWithShape="1">
            <a:blip r:embed="rId22">
              <a:alphaModFix/>
            </a:blip>
            <a:srcRect/>
            <a:stretch/>
          </p:blipFill>
          <p:spPr>
            <a:xfrm>
              <a:off x="2079093" y="2901638"/>
              <a:ext cx="545045" cy="771487"/>
            </a:xfrm>
            <a:prstGeom prst="rect">
              <a:avLst/>
            </a:prstGeom>
            <a:noFill/>
            <a:ln>
              <a:noFill/>
            </a:ln>
            <a:effectLst>
              <a:outerShdw blurRad="71438" dist="28575" dir="5400000" algn="bl" rotWithShape="0">
                <a:srgbClr val="000000">
                  <a:alpha val="15290"/>
                </a:srgbClr>
              </a:outerShdw>
            </a:effectLst>
          </p:spPr>
        </p:pic>
        <p:pic>
          <p:nvPicPr>
            <p:cNvPr id="803" name="Google Shape;803;g2cdbdd49f8e_0_0"/>
            <p:cNvPicPr preferRelativeResize="0"/>
            <p:nvPr/>
          </p:nvPicPr>
          <p:blipFill rotWithShape="1">
            <a:blip r:embed="rId23">
              <a:alphaModFix/>
            </a:blip>
            <a:srcRect t="59" b="49"/>
            <a:stretch/>
          </p:blipFill>
          <p:spPr>
            <a:xfrm>
              <a:off x="1467500" y="2901638"/>
              <a:ext cx="545045" cy="771492"/>
            </a:xfrm>
            <a:prstGeom prst="rect">
              <a:avLst/>
            </a:prstGeom>
            <a:noFill/>
            <a:ln>
              <a:noFill/>
            </a:ln>
            <a:effectLst>
              <a:outerShdw blurRad="71438" dist="28575" dir="5400000" algn="bl" rotWithShape="0">
                <a:srgbClr val="000000">
                  <a:alpha val="15290"/>
                </a:srgbClr>
              </a:outerShdw>
            </a:effectLst>
          </p:spPr>
        </p:pic>
        <p:pic>
          <p:nvPicPr>
            <p:cNvPr id="804" name="Google Shape;804;g2cdbdd49f8e_0_0"/>
            <p:cNvPicPr preferRelativeResize="0"/>
            <p:nvPr/>
          </p:nvPicPr>
          <p:blipFill rotWithShape="1">
            <a:blip r:embed="rId24">
              <a:alphaModFix/>
            </a:blip>
            <a:srcRect l="79" r="79"/>
            <a:stretch/>
          </p:blipFill>
          <p:spPr>
            <a:xfrm>
              <a:off x="855908" y="2053250"/>
              <a:ext cx="545045" cy="771487"/>
            </a:xfrm>
            <a:prstGeom prst="rect">
              <a:avLst/>
            </a:prstGeom>
            <a:noFill/>
            <a:ln>
              <a:noFill/>
            </a:ln>
            <a:effectLst>
              <a:outerShdw blurRad="71438" dist="28575" dir="5400000" algn="bl" rotWithShape="0">
                <a:srgbClr val="000000">
                  <a:alpha val="15290"/>
                </a:srgbClr>
              </a:outerShdw>
            </a:effectLst>
          </p:spPr>
        </p:pic>
        <p:pic>
          <p:nvPicPr>
            <p:cNvPr id="805" name="Google Shape;805;g2cdbdd49f8e_0_0"/>
            <p:cNvPicPr preferRelativeResize="0"/>
            <p:nvPr/>
          </p:nvPicPr>
          <p:blipFill rotWithShape="1">
            <a:blip r:embed="rId25">
              <a:alphaModFix/>
            </a:blip>
            <a:srcRect l="79" r="79"/>
            <a:stretch/>
          </p:blipFill>
          <p:spPr>
            <a:xfrm>
              <a:off x="2690688" y="2053250"/>
              <a:ext cx="545045" cy="771487"/>
            </a:xfrm>
            <a:prstGeom prst="rect">
              <a:avLst/>
            </a:prstGeom>
            <a:noFill/>
            <a:ln>
              <a:noFill/>
            </a:ln>
            <a:effectLst>
              <a:outerShdw blurRad="71438" dist="28575" dir="5400000" algn="bl" rotWithShape="0">
                <a:srgbClr val="000000">
                  <a:alpha val="15290"/>
                </a:srgbClr>
              </a:outerShdw>
            </a:effectLst>
          </p:spPr>
        </p:pic>
        <p:pic>
          <p:nvPicPr>
            <p:cNvPr id="806" name="Google Shape;806;g2cdbdd49f8e_0_0"/>
            <p:cNvPicPr preferRelativeResize="0"/>
            <p:nvPr/>
          </p:nvPicPr>
          <p:blipFill rotWithShape="1">
            <a:blip r:embed="rId26">
              <a:alphaModFix/>
            </a:blip>
            <a:srcRect l="19" r="29"/>
            <a:stretch/>
          </p:blipFill>
          <p:spPr>
            <a:xfrm>
              <a:off x="1467501" y="2053250"/>
              <a:ext cx="545045" cy="771492"/>
            </a:xfrm>
            <a:prstGeom prst="rect">
              <a:avLst/>
            </a:prstGeom>
            <a:noFill/>
            <a:ln>
              <a:noFill/>
            </a:ln>
            <a:effectLst>
              <a:outerShdw blurRad="71438" dist="28575" dir="5400000" algn="bl" rotWithShape="0">
                <a:srgbClr val="000000">
                  <a:alpha val="15290"/>
                </a:srgbClr>
              </a:outerShdw>
            </a:effectLst>
          </p:spPr>
        </p:pic>
        <p:pic>
          <p:nvPicPr>
            <p:cNvPr id="807" name="Google Shape;807;g2cdbdd49f8e_0_0"/>
            <p:cNvPicPr preferRelativeResize="0"/>
            <p:nvPr/>
          </p:nvPicPr>
          <p:blipFill rotWithShape="1">
            <a:blip r:embed="rId27">
              <a:alphaModFix/>
            </a:blip>
            <a:srcRect l="19" r="29"/>
            <a:stretch/>
          </p:blipFill>
          <p:spPr>
            <a:xfrm>
              <a:off x="2079096" y="2053250"/>
              <a:ext cx="545045" cy="771492"/>
            </a:xfrm>
            <a:prstGeom prst="rect">
              <a:avLst/>
            </a:prstGeom>
            <a:noFill/>
            <a:ln>
              <a:noFill/>
            </a:ln>
            <a:effectLst>
              <a:outerShdw blurRad="71438" dist="28575" dir="5400000" algn="bl" rotWithShape="0">
                <a:srgbClr val="000000">
                  <a:alpha val="15290"/>
                </a:srgbClr>
              </a:outerShdw>
            </a:effectLst>
          </p:spPr>
        </p:pic>
        <p:pic>
          <p:nvPicPr>
            <p:cNvPr id="808" name="Google Shape;808;g2cdbdd49f8e_0_0"/>
            <p:cNvPicPr preferRelativeResize="0"/>
            <p:nvPr/>
          </p:nvPicPr>
          <p:blipFill rotWithShape="1">
            <a:blip r:embed="rId28">
              <a:alphaModFix/>
            </a:blip>
            <a:srcRect l="19" r="29"/>
            <a:stretch/>
          </p:blipFill>
          <p:spPr>
            <a:xfrm>
              <a:off x="3302281" y="2053250"/>
              <a:ext cx="545045" cy="771492"/>
            </a:xfrm>
            <a:prstGeom prst="rect">
              <a:avLst/>
            </a:prstGeom>
            <a:noFill/>
            <a:ln>
              <a:noFill/>
            </a:ln>
            <a:effectLst>
              <a:outerShdw blurRad="71438" dist="28575" dir="5400000" algn="bl" rotWithShape="0">
                <a:srgbClr val="000000">
                  <a:alpha val="15290"/>
                </a:srgbClr>
              </a:outerShdw>
            </a:effectLst>
          </p:spPr>
        </p:pic>
        <p:pic>
          <p:nvPicPr>
            <p:cNvPr id="809" name="Google Shape;809;g2cdbdd49f8e_0_0"/>
            <p:cNvPicPr preferRelativeResize="0"/>
            <p:nvPr/>
          </p:nvPicPr>
          <p:blipFill rotWithShape="1">
            <a:blip r:embed="rId29">
              <a:alphaModFix/>
            </a:blip>
            <a:srcRect l="79" r="79"/>
            <a:stretch/>
          </p:blipFill>
          <p:spPr>
            <a:xfrm>
              <a:off x="5137061" y="2053250"/>
              <a:ext cx="545045" cy="771487"/>
            </a:xfrm>
            <a:prstGeom prst="rect">
              <a:avLst/>
            </a:prstGeom>
            <a:noFill/>
            <a:ln>
              <a:noFill/>
            </a:ln>
            <a:effectLst>
              <a:outerShdw blurRad="71438" dist="28575" dir="5400000" algn="bl" rotWithShape="0">
                <a:srgbClr val="000000">
                  <a:alpha val="15290"/>
                </a:srgbClr>
              </a:outerShdw>
            </a:effectLst>
          </p:spPr>
        </p:pic>
        <p:pic>
          <p:nvPicPr>
            <p:cNvPr id="810" name="Google Shape;810;g2cdbdd49f8e_0_0"/>
            <p:cNvPicPr preferRelativeResize="0"/>
            <p:nvPr/>
          </p:nvPicPr>
          <p:blipFill rotWithShape="1">
            <a:blip r:embed="rId30">
              <a:alphaModFix/>
            </a:blip>
            <a:srcRect l="79" r="79"/>
            <a:stretch/>
          </p:blipFill>
          <p:spPr>
            <a:xfrm>
              <a:off x="3913876" y="2053250"/>
              <a:ext cx="545045" cy="771487"/>
            </a:xfrm>
            <a:prstGeom prst="rect">
              <a:avLst/>
            </a:prstGeom>
            <a:noFill/>
            <a:ln>
              <a:noFill/>
            </a:ln>
            <a:effectLst>
              <a:outerShdw blurRad="71438" dist="28575" dir="5400000" algn="bl" rotWithShape="0">
                <a:srgbClr val="000000">
                  <a:alpha val="15290"/>
                </a:srgbClr>
              </a:outerShdw>
            </a:effectLst>
          </p:spPr>
        </p:pic>
        <p:pic>
          <p:nvPicPr>
            <p:cNvPr id="811" name="Google Shape;811;g2cdbdd49f8e_0_0"/>
            <p:cNvPicPr preferRelativeResize="0"/>
            <p:nvPr/>
          </p:nvPicPr>
          <p:blipFill rotWithShape="1">
            <a:blip r:embed="rId31">
              <a:alphaModFix/>
            </a:blip>
            <a:srcRect l="79" r="79"/>
            <a:stretch/>
          </p:blipFill>
          <p:spPr>
            <a:xfrm>
              <a:off x="4525469" y="2053250"/>
              <a:ext cx="545045" cy="771487"/>
            </a:xfrm>
            <a:prstGeom prst="rect">
              <a:avLst/>
            </a:prstGeom>
            <a:noFill/>
            <a:ln>
              <a:noFill/>
            </a:ln>
            <a:effectLst>
              <a:outerShdw blurRad="71438" dist="28575" dir="5400000" algn="bl" rotWithShape="0">
                <a:srgbClr val="000000">
                  <a:alpha val="15290"/>
                </a:srgbClr>
              </a:outerShdw>
            </a:effectLst>
          </p:spPr>
        </p:pic>
        <p:pic>
          <p:nvPicPr>
            <p:cNvPr id="812" name="Google Shape;812;g2cdbdd49f8e_0_0"/>
            <p:cNvPicPr preferRelativeResize="0"/>
            <p:nvPr/>
          </p:nvPicPr>
          <p:blipFill rotWithShape="1">
            <a:blip r:embed="rId32">
              <a:alphaModFix/>
            </a:blip>
            <a:srcRect l="19" r="29"/>
            <a:stretch/>
          </p:blipFill>
          <p:spPr>
            <a:xfrm>
              <a:off x="5748652" y="2053250"/>
              <a:ext cx="545045" cy="771492"/>
            </a:xfrm>
            <a:prstGeom prst="rect">
              <a:avLst/>
            </a:prstGeom>
            <a:noFill/>
            <a:ln>
              <a:noFill/>
            </a:ln>
            <a:effectLst>
              <a:outerShdw blurRad="71438" dist="28575" dir="5400000" algn="bl" rotWithShape="0">
                <a:srgbClr val="000000">
                  <a:alpha val="15290"/>
                </a:srgbClr>
              </a:outerShdw>
            </a:effectLst>
          </p:spPr>
        </p:pic>
        <p:pic>
          <p:nvPicPr>
            <p:cNvPr id="813" name="Google Shape;813;g2cdbdd49f8e_0_0"/>
            <p:cNvPicPr preferRelativeResize="0"/>
            <p:nvPr/>
          </p:nvPicPr>
          <p:blipFill rotWithShape="1">
            <a:blip r:embed="rId33">
              <a:alphaModFix/>
            </a:blip>
            <a:srcRect/>
            <a:stretch/>
          </p:blipFill>
          <p:spPr>
            <a:xfrm>
              <a:off x="6360240" y="2053250"/>
              <a:ext cx="545045" cy="771487"/>
            </a:xfrm>
            <a:prstGeom prst="rect">
              <a:avLst/>
            </a:prstGeom>
            <a:noFill/>
            <a:ln>
              <a:noFill/>
            </a:ln>
            <a:effectLst>
              <a:outerShdw blurRad="71438" dist="28575" dir="5400000" algn="bl" rotWithShape="0">
                <a:srgbClr val="000000">
                  <a:alpha val="15290"/>
                </a:srgbClr>
              </a:outerShdw>
            </a:effectLst>
          </p:spPr>
        </p:pic>
        <p:pic>
          <p:nvPicPr>
            <p:cNvPr id="814" name="Google Shape;814;g2cdbdd49f8e_0_0"/>
            <p:cNvPicPr preferRelativeResize="0"/>
            <p:nvPr/>
          </p:nvPicPr>
          <p:blipFill rotWithShape="1">
            <a:blip r:embed="rId34">
              <a:alphaModFix/>
            </a:blip>
            <a:srcRect t="59" b="49"/>
            <a:stretch/>
          </p:blipFill>
          <p:spPr>
            <a:xfrm>
              <a:off x="6971835" y="2053250"/>
              <a:ext cx="545045" cy="771492"/>
            </a:xfrm>
            <a:prstGeom prst="rect">
              <a:avLst/>
            </a:prstGeom>
            <a:noFill/>
            <a:ln>
              <a:noFill/>
            </a:ln>
            <a:effectLst>
              <a:outerShdw blurRad="71438" dist="28575" dir="5400000" algn="bl" rotWithShape="0">
                <a:srgbClr val="000000">
                  <a:alpha val="15290"/>
                </a:srgbClr>
              </a:outerShdw>
            </a:effectLst>
          </p:spPr>
        </p:pic>
        <p:pic>
          <p:nvPicPr>
            <p:cNvPr id="815" name="Google Shape;815;g2cdbdd49f8e_0_0"/>
            <p:cNvPicPr preferRelativeResize="0"/>
            <p:nvPr/>
          </p:nvPicPr>
          <p:blipFill rotWithShape="1">
            <a:blip r:embed="rId35">
              <a:alphaModFix/>
            </a:blip>
            <a:srcRect t="59" b="49"/>
            <a:stretch/>
          </p:blipFill>
          <p:spPr>
            <a:xfrm>
              <a:off x="7583436" y="2053254"/>
              <a:ext cx="545045" cy="771492"/>
            </a:xfrm>
            <a:prstGeom prst="rect">
              <a:avLst/>
            </a:prstGeom>
            <a:noFill/>
            <a:ln>
              <a:noFill/>
            </a:ln>
            <a:effectLst>
              <a:outerShdw blurRad="71438" dist="28575" dir="5400000" algn="bl" rotWithShape="0">
                <a:srgbClr val="000000">
                  <a:alpha val="15290"/>
                </a:srgbClr>
              </a:outerShdw>
            </a:effectLst>
          </p:spPr>
        </p:pic>
        <p:pic>
          <p:nvPicPr>
            <p:cNvPr id="816" name="Google Shape;816;g2cdbdd49f8e_0_0"/>
            <p:cNvPicPr preferRelativeResize="0"/>
            <p:nvPr/>
          </p:nvPicPr>
          <p:blipFill rotWithShape="1">
            <a:blip r:embed="rId36">
              <a:alphaModFix/>
            </a:blip>
            <a:srcRect/>
            <a:stretch/>
          </p:blipFill>
          <p:spPr>
            <a:xfrm>
              <a:off x="855905" y="2901641"/>
              <a:ext cx="545045" cy="771487"/>
            </a:xfrm>
            <a:prstGeom prst="rect">
              <a:avLst/>
            </a:prstGeom>
            <a:noFill/>
            <a:ln>
              <a:noFill/>
            </a:ln>
            <a:effectLst>
              <a:outerShdw blurRad="71438" dist="28575" dir="5400000" algn="bl" rotWithShape="0">
                <a:srgbClr val="000000">
                  <a:alpha val="15290"/>
                </a:srgbClr>
              </a:outerShdw>
            </a:effectLst>
          </p:spPr>
        </p:pic>
        <p:pic>
          <p:nvPicPr>
            <p:cNvPr id="817" name="Google Shape;817;g2cdbdd49f8e_0_0"/>
            <p:cNvPicPr preferRelativeResize="0"/>
            <p:nvPr/>
          </p:nvPicPr>
          <p:blipFill rotWithShape="1">
            <a:blip r:embed="rId37">
              <a:alphaModFix/>
            </a:blip>
            <a:srcRect l="89" r="79"/>
            <a:stretch/>
          </p:blipFill>
          <p:spPr>
            <a:xfrm>
              <a:off x="6971985" y="3750026"/>
              <a:ext cx="544981" cy="771496"/>
            </a:xfrm>
            <a:prstGeom prst="rect">
              <a:avLst/>
            </a:prstGeom>
            <a:noFill/>
            <a:ln>
              <a:noFill/>
            </a:ln>
            <a:effectLst>
              <a:outerShdw blurRad="71438" dist="28575" dir="5400000" algn="bl" rotWithShape="0">
                <a:srgbClr val="000000">
                  <a:alpha val="14900"/>
                </a:srgbClr>
              </a:outerShdw>
            </a:effectLst>
          </p:spPr>
        </p:pic>
        <p:pic>
          <p:nvPicPr>
            <p:cNvPr id="818" name="Google Shape;818;g2cdbdd49f8e_0_0"/>
            <p:cNvPicPr preferRelativeResize="0"/>
            <p:nvPr/>
          </p:nvPicPr>
          <p:blipFill rotWithShape="1">
            <a:blip r:embed="rId38">
              <a:alphaModFix/>
            </a:blip>
            <a:srcRect l="29" r="29"/>
            <a:stretch/>
          </p:blipFill>
          <p:spPr>
            <a:xfrm>
              <a:off x="7583489" y="3750026"/>
              <a:ext cx="544981" cy="771496"/>
            </a:xfrm>
            <a:prstGeom prst="rect">
              <a:avLst/>
            </a:prstGeom>
            <a:noFill/>
            <a:ln>
              <a:noFill/>
            </a:ln>
            <a:effectLst>
              <a:outerShdw blurRad="71438" dist="28575" dir="5400000" algn="bl" rotWithShape="0">
                <a:srgbClr val="000000">
                  <a:alpha val="14900"/>
                </a:srgbClr>
              </a:outerShdw>
            </a:effectLst>
          </p:spPr>
        </p:pic>
        <p:pic>
          <p:nvPicPr>
            <p:cNvPr id="819" name="Google Shape;819;g2cdbdd49f8e_0_0"/>
            <p:cNvPicPr preferRelativeResize="0"/>
            <p:nvPr/>
          </p:nvPicPr>
          <p:blipFill rotWithShape="1">
            <a:blip r:embed="rId39">
              <a:alphaModFix/>
            </a:blip>
            <a:srcRect l="89" r="79"/>
            <a:stretch/>
          </p:blipFill>
          <p:spPr>
            <a:xfrm>
              <a:off x="856030" y="4598451"/>
              <a:ext cx="544981" cy="771496"/>
            </a:xfrm>
            <a:prstGeom prst="rect">
              <a:avLst/>
            </a:prstGeom>
            <a:noFill/>
            <a:ln>
              <a:noFill/>
            </a:ln>
            <a:effectLst>
              <a:outerShdw blurRad="71438" dist="28575" dir="5400000" algn="bl" rotWithShape="0">
                <a:srgbClr val="000000">
                  <a:alpha val="14900"/>
                </a:srgbClr>
              </a:outerShdw>
            </a:effectLst>
          </p:spPr>
        </p:pic>
        <p:pic>
          <p:nvPicPr>
            <p:cNvPr id="820" name="Google Shape;820;g2cdbdd49f8e_0_0"/>
            <p:cNvPicPr preferRelativeResize="0"/>
            <p:nvPr/>
          </p:nvPicPr>
          <p:blipFill rotWithShape="1">
            <a:blip r:embed="rId40">
              <a:alphaModFix/>
            </a:blip>
            <a:srcRect l="29" r="29"/>
            <a:stretch/>
          </p:blipFill>
          <p:spPr>
            <a:xfrm>
              <a:off x="1467533" y="4598451"/>
              <a:ext cx="544981" cy="771496"/>
            </a:xfrm>
            <a:prstGeom prst="rect">
              <a:avLst/>
            </a:prstGeom>
            <a:noFill/>
            <a:ln>
              <a:noFill/>
            </a:ln>
            <a:effectLst>
              <a:outerShdw blurRad="71438" dist="28575" dir="5400000" algn="bl" rotWithShape="0">
                <a:srgbClr val="000000">
                  <a:alpha val="14900"/>
                </a:srgbClr>
              </a:outerShdw>
            </a:effectLst>
          </p:spPr>
        </p:pic>
        <p:pic>
          <p:nvPicPr>
            <p:cNvPr id="821" name="Google Shape;821;g2cdbdd49f8e_0_0"/>
            <p:cNvPicPr preferRelativeResize="0"/>
            <p:nvPr/>
          </p:nvPicPr>
          <p:blipFill rotWithShape="1">
            <a:blip r:embed="rId41">
              <a:alphaModFix/>
            </a:blip>
            <a:srcRect l="89" r="79"/>
            <a:stretch/>
          </p:blipFill>
          <p:spPr>
            <a:xfrm>
              <a:off x="2079037" y="4598451"/>
              <a:ext cx="544981" cy="771496"/>
            </a:xfrm>
            <a:prstGeom prst="rect">
              <a:avLst/>
            </a:prstGeom>
            <a:noFill/>
            <a:ln>
              <a:noFill/>
            </a:ln>
            <a:effectLst>
              <a:outerShdw blurRad="71438" dist="28575" dir="5400000" algn="bl" rotWithShape="0">
                <a:srgbClr val="000000">
                  <a:alpha val="14900"/>
                </a:srgbClr>
              </a:outerShdw>
            </a:effectLst>
          </p:spPr>
        </p:pic>
        <p:pic>
          <p:nvPicPr>
            <p:cNvPr id="822" name="Google Shape;822;g2cdbdd49f8e_0_0"/>
            <p:cNvPicPr preferRelativeResize="0"/>
            <p:nvPr/>
          </p:nvPicPr>
          <p:blipFill rotWithShape="1">
            <a:blip r:embed="rId42">
              <a:alphaModFix/>
            </a:blip>
            <a:srcRect l="79" r="79"/>
            <a:stretch/>
          </p:blipFill>
          <p:spPr>
            <a:xfrm>
              <a:off x="2690529" y="4598412"/>
              <a:ext cx="545045" cy="771487"/>
            </a:xfrm>
            <a:prstGeom prst="rect">
              <a:avLst/>
            </a:prstGeom>
            <a:noFill/>
            <a:ln>
              <a:noFill/>
            </a:ln>
            <a:effectLst>
              <a:outerShdw blurRad="71438" dist="28575" dir="5400000" algn="bl" rotWithShape="0">
                <a:srgbClr val="000000">
                  <a:alpha val="14900"/>
                </a:srgbClr>
              </a:outerShdw>
            </a:effectLst>
          </p:spPr>
        </p:pic>
        <p:pic>
          <p:nvPicPr>
            <p:cNvPr id="823" name="Google Shape;823;g2cdbdd49f8e_0_0"/>
            <p:cNvPicPr preferRelativeResize="0"/>
            <p:nvPr/>
          </p:nvPicPr>
          <p:blipFill rotWithShape="1">
            <a:blip r:embed="rId43">
              <a:alphaModFix/>
            </a:blip>
            <a:srcRect l="79" r="79"/>
            <a:stretch/>
          </p:blipFill>
          <p:spPr>
            <a:xfrm>
              <a:off x="3302141" y="4598412"/>
              <a:ext cx="545045" cy="771487"/>
            </a:xfrm>
            <a:prstGeom prst="rect">
              <a:avLst/>
            </a:prstGeom>
            <a:noFill/>
            <a:ln>
              <a:noFill/>
            </a:ln>
            <a:effectLst>
              <a:outerShdw blurRad="71438" dist="28575" dir="5400000" algn="bl" rotWithShape="0">
                <a:srgbClr val="000000">
                  <a:alpha val="14900"/>
                </a:srgbClr>
              </a:outerShdw>
            </a:effectLst>
          </p:spPr>
        </p:pic>
        <p:pic>
          <p:nvPicPr>
            <p:cNvPr id="824" name="Google Shape;824;g2cdbdd49f8e_0_0"/>
            <p:cNvPicPr preferRelativeResize="0"/>
            <p:nvPr/>
          </p:nvPicPr>
          <p:blipFill rotWithShape="1">
            <a:blip r:embed="rId44">
              <a:alphaModFix/>
            </a:blip>
            <a:srcRect l="19" r="29"/>
            <a:stretch/>
          </p:blipFill>
          <p:spPr>
            <a:xfrm>
              <a:off x="3913752" y="4598412"/>
              <a:ext cx="545045" cy="771487"/>
            </a:xfrm>
            <a:prstGeom prst="rect">
              <a:avLst/>
            </a:prstGeom>
            <a:noFill/>
            <a:ln>
              <a:noFill/>
            </a:ln>
            <a:effectLst>
              <a:outerShdw blurRad="71438" dist="28575" dir="5400000" algn="bl" rotWithShape="0">
                <a:srgbClr val="000000">
                  <a:alpha val="14900"/>
                </a:srgbClr>
              </a:outerShdw>
            </a:effectLst>
          </p:spPr>
        </p:pic>
        <p:pic>
          <p:nvPicPr>
            <p:cNvPr id="825" name="Google Shape;825;g2cdbdd49f8e_0_0"/>
            <p:cNvPicPr preferRelativeResize="0"/>
            <p:nvPr/>
          </p:nvPicPr>
          <p:blipFill rotWithShape="1">
            <a:blip r:embed="rId45">
              <a:alphaModFix/>
            </a:blip>
            <a:srcRect l="79" r="79"/>
            <a:stretch/>
          </p:blipFill>
          <p:spPr>
            <a:xfrm>
              <a:off x="4525363" y="4598412"/>
              <a:ext cx="545045" cy="771487"/>
            </a:xfrm>
            <a:prstGeom prst="rect">
              <a:avLst/>
            </a:prstGeom>
            <a:noFill/>
            <a:ln>
              <a:noFill/>
            </a:ln>
            <a:effectLst>
              <a:outerShdw blurRad="71438" dist="28575" dir="5400000" algn="bl" rotWithShape="0">
                <a:srgbClr val="000000">
                  <a:alpha val="14900"/>
                </a:srgbClr>
              </a:outerShdw>
            </a:effectLst>
          </p:spPr>
        </p:pic>
        <p:pic>
          <p:nvPicPr>
            <p:cNvPr id="826" name="Google Shape;826;g2cdbdd49f8e_0_0"/>
            <p:cNvPicPr preferRelativeResize="0"/>
            <p:nvPr/>
          </p:nvPicPr>
          <p:blipFill rotWithShape="1">
            <a:blip r:embed="rId46">
              <a:alphaModFix/>
            </a:blip>
            <a:srcRect l="79" r="79"/>
            <a:stretch/>
          </p:blipFill>
          <p:spPr>
            <a:xfrm>
              <a:off x="5136975" y="4598412"/>
              <a:ext cx="545045" cy="771487"/>
            </a:xfrm>
            <a:prstGeom prst="rect">
              <a:avLst/>
            </a:prstGeom>
            <a:noFill/>
            <a:ln>
              <a:noFill/>
            </a:ln>
            <a:effectLst>
              <a:outerShdw blurRad="71438" dist="28575" dir="5400000" algn="bl" rotWithShape="0">
                <a:srgbClr val="000000">
                  <a:alpha val="14900"/>
                </a:srgbClr>
              </a:outerShdw>
            </a:effectLst>
          </p:spPr>
        </p:pic>
        <p:pic>
          <p:nvPicPr>
            <p:cNvPr id="827" name="Google Shape;827;g2cdbdd49f8e_0_0"/>
            <p:cNvPicPr preferRelativeResize="0"/>
            <p:nvPr/>
          </p:nvPicPr>
          <p:blipFill rotWithShape="1">
            <a:blip r:embed="rId47">
              <a:alphaModFix/>
            </a:blip>
            <a:srcRect l="19" r="29"/>
            <a:stretch/>
          </p:blipFill>
          <p:spPr>
            <a:xfrm>
              <a:off x="5748586" y="4598412"/>
              <a:ext cx="545045" cy="771487"/>
            </a:xfrm>
            <a:prstGeom prst="rect">
              <a:avLst/>
            </a:prstGeom>
            <a:noFill/>
            <a:ln>
              <a:noFill/>
            </a:ln>
            <a:effectLst>
              <a:outerShdw blurRad="71438" dist="28575" dir="5400000" algn="bl" rotWithShape="0">
                <a:srgbClr val="000000">
                  <a:alpha val="14900"/>
                </a:srgbClr>
              </a:outerShdw>
            </a:effectLst>
          </p:spPr>
        </p:pic>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32"/>
        <p:cNvGrpSpPr/>
        <p:nvPr/>
      </p:nvGrpSpPr>
      <p:grpSpPr>
        <a:xfrm>
          <a:off x="0" y="0"/>
          <a:ext cx="0" cy="0"/>
          <a:chOff x="0" y="0"/>
          <a:chExt cx="0" cy="0"/>
        </a:xfrm>
      </p:grpSpPr>
      <p:sp>
        <p:nvSpPr>
          <p:cNvPr id="833" name="Google Shape;833;g2c298da1f27_1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5 Common Exception Words </a:t>
            </a:r>
            <a:r>
              <a:rPr lang="en-US">
                <a:solidFill>
                  <a:srgbClr val="2356AF"/>
                </a:solidFill>
              </a:rPr>
              <a:t>today house mouse hour because Mr Mrs Ms where should could would move use want</a:t>
            </a:r>
            <a:r>
              <a:rPr lang="en-US"/>
              <a:t>.</a:t>
            </a:r>
            <a:endParaRPr/>
          </a:p>
        </p:txBody>
      </p:sp>
      <p:grpSp>
        <p:nvGrpSpPr>
          <p:cNvPr id="834" name="Google Shape;834;g2c298da1f27_1_0"/>
          <p:cNvGrpSpPr/>
          <p:nvPr/>
        </p:nvGrpSpPr>
        <p:grpSpPr>
          <a:xfrm>
            <a:off x="931068" y="2129450"/>
            <a:ext cx="7281864" cy="2688001"/>
            <a:chOff x="868300" y="2129450"/>
            <a:chExt cx="7281864" cy="2688001"/>
          </a:xfrm>
        </p:grpSpPr>
        <p:pic>
          <p:nvPicPr>
            <p:cNvPr id="835" name="Google Shape;835;g2c298da1f27_1_0"/>
            <p:cNvPicPr preferRelativeResize="0"/>
            <p:nvPr/>
          </p:nvPicPr>
          <p:blipFill rotWithShape="1">
            <a:blip r:embed="rId3">
              <a:alphaModFix/>
            </a:blip>
            <a:srcRect l="248" r="238"/>
            <a:stretch/>
          </p:blipFill>
          <p:spPr>
            <a:xfrm>
              <a:off x="868300" y="3994495"/>
              <a:ext cx="1147320" cy="822956"/>
            </a:xfrm>
            <a:prstGeom prst="rect">
              <a:avLst/>
            </a:prstGeom>
            <a:noFill/>
            <a:ln>
              <a:noFill/>
            </a:ln>
            <a:effectLst>
              <a:outerShdw blurRad="71438" dist="19050" dir="5400000" algn="bl" rotWithShape="0">
                <a:srgbClr val="000000">
                  <a:alpha val="17650"/>
                </a:srgbClr>
              </a:outerShdw>
            </a:effectLst>
          </p:spPr>
        </p:pic>
        <p:pic>
          <p:nvPicPr>
            <p:cNvPr id="836" name="Google Shape;836;g2c298da1f27_1_0"/>
            <p:cNvPicPr preferRelativeResize="0"/>
            <p:nvPr/>
          </p:nvPicPr>
          <p:blipFill rotWithShape="1">
            <a:blip r:embed="rId4">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7650"/>
                </a:srgbClr>
              </a:outerShdw>
            </a:effectLst>
          </p:spPr>
        </p:pic>
        <p:pic>
          <p:nvPicPr>
            <p:cNvPr id="837" name="Google Shape;837;g2c298da1f27_1_0"/>
            <p:cNvPicPr preferRelativeResize="0"/>
            <p:nvPr/>
          </p:nvPicPr>
          <p:blipFill rotWithShape="1">
            <a:blip r:embed="rId5">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7650"/>
                </a:srgbClr>
              </a:outerShdw>
            </a:effectLst>
          </p:spPr>
        </p:pic>
        <p:pic>
          <p:nvPicPr>
            <p:cNvPr id="838" name="Google Shape;838;g2c298da1f27_1_0"/>
            <p:cNvPicPr preferRelativeResize="0"/>
            <p:nvPr/>
          </p:nvPicPr>
          <p:blipFill rotWithShape="1">
            <a:blip r:embed="rId6">
              <a:alphaModFix/>
            </a:blip>
            <a:srcRect l="99" r="99"/>
            <a:stretch/>
          </p:blipFill>
          <p:spPr>
            <a:xfrm>
              <a:off x="3320730" y="3060270"/>
              <a:ext cx="1148707" cy="822955"/>
            </a:xfrm>
            <a:prstGeom prst="rect">
              <a:avLst/>
            </a:prstGeom>
            <a:noFill/>
            <a:ln>
              <a:noFill/>
            </a:ln>
            <a:effectLst>
              <a:outerShdw blurRad="71438" dist="19050" dir="5400000" algn="bl" rotWithShape="0">
                <a:srgbClr val="000000">
                  <a:alpha val="17650"/>
                </a:srgbClr>
              </a:outerShdw>
            </a:effectLst>
          </p:spPr>
        </p:pic>
        <p:pic>
          <p:nvPicPr>
            <p:cNvPr id="839" name="Google Shape;839;g2c298da1f27_1_0"/>
            <p:cNvPicPr preferRelativeResize="0"/>
            <p:nvPr/>
          </p:nvPicPr>
          <p:blipFill rotWithShape="1">
            <a:blip r:embed="rId7">
              <a:alphaModFix/>
            </a:blip>
            <a:srcRect l="189" r="179"/>
            <a:stretch/>
          </p:blipFill>
          <p:spPr>
            <a:xfrm>
              <a:off x="4547639" y="3060270"/>
              <a:ext cx="1148707" cy="822956"/>
            </a:xfrm>
            <a:prstGeom prst="rect">
              <a:avLst/>
            </a:prstGeom>
            <a:noFill/>
            <a:ln>
              <a:noFill/>
            </a:ln>
            <a:effectLst>
              <a:outerShdw blurRad="71438" dist="19050" dir="5400000" algn="bl" rotWithShape="0">
                <a:srgbClr val="000000">
                  <a:alpha val="17650"/>
                </a:srgbClr>
              </a:outerShdw>
            </a:effectLst>
          </p:spPr>
        </p:pic>
        <p:pic>
          <p:nvPicPr>
            <p:cNvPr id="840" name="Google Shape;840;g2c298da1f27_1_0"/>
            <p:cNvPicPr preferRelativeResize="0"/>
            <p:nvPr/>
          </p:nvPicPr>
          <p:blipFill rotWithShape="1">
            <a:blip r:embed="rId8">
              <a:alphaModFix/>
            </a:blip>
            <a:srcRect l="248" r="238"/>
            <a:stretch/>
          </p:blipFill>
          <p:spPr>
            <a:xfrm>
              <a:off x="868300" y="3060270"/>
              <a:ext cx="1147320" cy="822956"/>
            </a:xfrm>
            <a:prstGeom prst="rect">
              <a:avLst/>
            </a:prstGeom>
            <a:noFill/>
            <a:ln>
              <a:noFill/>
            </a:ln>
            <a:effectLst>
              <a:outerShdw blurRad="71438" dist="19050" dir="5400000" algn="bl" rotWithShape="0">
                <a:srgbClr val="000000">
                  <a:alpha val="17650"/>
                </a:srgbClr>
              </a:outerShdw>
            </a:effectLst>
          </p:spPr>
        </p:pic>
        <p:pic>
          <p:nvPicPr>
            <p:cNvPr id="841" name="Google Shape;841;g2c298da1f27_1_0"/>
            <p:cNvPicPr preferRelativeResize="0"/>
            <p:nvPr/>
          </p:nvPicPr>
          <p:blipFill rotWithShape="1">
            <a:blip r:embed="rId9">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7650"/>
                </a:srgbClr>
              </a:outerShdw>
            </a:effectLst>
          </p:spPr>
        </p:pic>
        <p:pic>
          <p:nvPicPr>
            <p:cNvPr id="842" name="Google Shape;842;g2c298da1f27_1_0"/>
            <p:cNvPicPr preferRelativeResize="0"/>
            <p:nvPr/>
          </p:nvPicPr>
          <p:blipFill rotWithShape="1">
            <a:blip r:embed="rId10">
              <a:alphaModFix/>
            </a:blip>
            <a:srcRect l="59" r="59"/>
            <a:stretch/>
          </p:blipFill>
          <p:spPr>
            <a:xfrm>
              <a:off x="868300" y="2129450"/>
              <a:ext cx="1146813" cy="819547"/>
            </a:xfrm>
            <a:prstGeom prst="rect">
              <a:avLst/>
            </a:prstGeom>
            <a:noFill/>
            <a:ln>
              <a:noFill/>
            </a:ln>
            <a:effectLst>
              <a:outerShdw blurRad="71438" dist="19050" dir="5400000" algn="bl" rotWithShape="0">
                <a:srgbClr val="000000">
                  <a:alpha val="18040"/>
                </a:srgbClr>
              </a:outerShdw>
            </a:effectLst>
          </p:spPr>
        </p:pic>
        <p:pic>
          <p:nvPicPr>
            <p:cNvPr id="843" name="Google Shape;843;g2c298da1f27_1_0"/>
            <p:cNvPicPr preferRelativeResize="0"/>
            <p:nvPr/>
          </p:nvPicPr>
          <p:blipFill rotWithShape="1">
            <a:blip r:embed="rId11">
              <a:alphaModFix/>
            </a:blip>
            <a:srcRect l="248" r="238"/>
            <a:stretch/>
          </p:blipFill>
          <p:spPr>
            <a:xfrm>
              <a:off x="2094526" y="2129450"/>
              <a:ext cx="1147320" cy="822956"/>
            </a:xfrm>
            <a:prstGeom prst="rect">
              <a:avLst/>
            </a:prstGeom>
            <a:noFill/>
            <a:ln>
              <a:noFill/>
            </a:ln>
            <a:effectLst>
              <a:outerShdw blurRad="71438" dist="19050" dir="5400000" algn="bl" rotWithShape="0">
                <a:srgbClr val="000000">
                  <a:alpha val="18040"/>
                </a:srgbClr>
              </a:outerShdw>
            </a:effectLst>
          </p:spPr>
        </p:pic>
        <p:pic>
          <p:nvPicPr>
            <p:cNvPr id="844" name="Google Shape;844;g2c298da1f27_1_0"/>
            <p:cNvPicPr preferRelativeResize="0"/>
            <p:nvPr/>
          </p:nvPicPr>
          <p:blipFill rotWithShape="1">
            <a:blip r:embed="rId12">
              <a:alphaModFix/>
            </a:blip>
            <a:srcRect l="159" r="159"/>
            <a:stretch/>
          </p:blipFill>
          <p:spPr>
            <a:xfrm>
              <a:off x="3321271" y="2130138"/>
              <a:ext cx="1147320" cy="821565"/>
            </a:xfrm>
            <a:prstGeom prst="rect">
              <a:avLst/>
            </a:prstGeom>
            <a:noFill/>
            <a:ln>
              <a:noFill/>
            </a:ln>
            <a:effectLst>
              <a:outerShdw blurRad="71438" dist="19050" dir="5400000" algn="bl" rotWithShape="0">
                <a:srgbClr val="000000">
                  <a:alpha val="18040"/>
                </a:srgbClr>
              </a:outerShdw>
            </a:effectLst>
          </p:spPr>
        </p:pic>
        <p:pic>
          <p:nvPicPr>
            <p:cNvPr id="845" name="Google Shape;845;g2c298da1f27_1_0"/>
            <p:cNvPicPr preferRelativeResize="0"/>
            <p:nvPr/>
          </p:nvPicPr>
          <p:blipFill rotWithShape="1">
            <a:blip r:embed="rId13">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040"/>
                </a:srgbClr>
              </a:outerShdw>
            </a:effectLst>
          </p:spPr>
        </p:pic>
        <p:pic>
          <p:nvPicPr>
            <p:cNvPr id="846" name="Google Shape;846;g2c298da1f27_1_0"/>
            <p:cNvPicPr preferRelativeResize="0"/>
            <p:nvPr/>
          </p:nvPicPr>
          <p:blipFill rotWithShape="1">
            <a:blip r:embed="rId14">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040"/>
                </a:srgbClr>
              </a:outerShdw>
            </a:effectLst>
          </p:spPr>
        </p:pic>
        <p:pic>
          <p:nvPicPr>
            <p:cNvPr id="847" name="Google Shape;847;g2c298da1f27_1_0"/>
            <p:cNvPicPr preferRelativeResize="0"/>
            <p:nvPr/>
          </p:nvPicPr>
          <p:blipFill rotWithShape="1">
            <a:blip r:embed="rId15">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040"/>
                </a:srgbClr>
              </a:outerShdw>
            </a:effectLst>
          </p:spPr>
        </p:pic>
        <p:pic>
          <p:nvPicPr>
            <p:cNvPr id="848" name="Google Shape;848;g2c298da1f27_1_0"/>
            <p:cNvPicPr preferRelativeResize="0"/>
            <p:nvPr/>
          </p:nvPicPr>
          <p:blipFill rotWithShape="1">
            <a:blip r:embed="rId16">
              <a:alphaModFix/>
            </a:blip>
            <a:srcRect l="19" r="9"/>
            <a:stretch/>
          </p:blipFill>
          <p:spPr>
            <a:xfrm>
              <a:off x="2093821" y="3995885"/>
              <a:ext cx="1148707" cy="821566"/>
            </a:xfrm>
            <a:prstGeom prst="rect">
              <a:avLst/>
            </a:prstGeom>
            <a:noFill/>
            <a:ln>
              <a:noFill/>
            </a:ln>
            <a:effectLst>
              <a:outerShdw blurRad="71438" dist="19050" dir="5400000" algn="bl" rotWithShape="0">
                <a:srgbClr val="000000">
                  <a:alpha val="17650"/>
                </a:srgbClr>
              </a:outerShdw>
            </a:effectLst>
          </p:spPr>
        </p:pic>
        <p:pic>
          <p:nvPicPr>
            <p:cNvPr id="849" name="Google Shape;849;g2c298da1f27_1_0"/>
            <p:cNvPicPr preferRelativeResize="0"/>
            <p:nvPr/>
          </p:nvPicPr>
          <p:blipFill rotWithShape="1">
            <a:blip r:embed="rId17">
              <a:alphaModFix/>
            </a:blip>
            <a:srcRect l="99" r="99"/>
            <a:stretch/>
          </p:blipFill>
          <p:spPr>
            <a:xfrm>
              <a:off x="3320721" y="3991810"/>
              <a:ext cx="1148707" cy="821565"/>
            </a:xfrm>
            <a:prstGeom prst="rect">
              <a:avLst/>
            </a:prstGeom>
            <a:noFill/>
            <a:ln>
              <a:noFill/>
            </a:ln>
            <a:effectLst>
              <a:outerShdw blurRad="71438" dist="19050" dir="5400000" algn="bl" rotWithShape="0">
                <a:srgbClr val="000000">
                  <a:alpha val="17650"/>
                </a:srgbClr>
              </a:outerShdw>
            </a:effectLst>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54"/>
        <p:cNvGrpSpPr/>
        <p:nvPr/>
      </p:nvGrpSpPr>
      <p:grpSpPr>
        <a:xfrm>
          <a:off x="0" y="0"/>
          <a:ext cx="0" cy="0"/>
          <a:chOff x="0" y="0"/>
          <a:chExt cx="0" cy="0"/>
        </a:xfrm>
      </p:grpSpPr>
      <p:sp>
        <p:nvSpPr>
          <p:cNvPr id="855" name="Google Shape;855;g2ce66866dac_0_115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Teach Suffix Rule</a:t>
            </a:r>
            <a:endParaRPr/>
          </a:p>
        </p:txBody>
      </p:sp>
      <p:sp>
        <p:nvSpPr>
          <p:cNvPr id="856" name="Google Shape;856;g2ce66866dac_0_1153"/>
          <p:cNvSpPr txBox="1"/>
          <p:nvPr/>
        </p:nvSpPr>
        <p:spPr>
          <a:xfrm>
            <a:off x="1200450" y="1551375"/>
            <a:ext cx="6743100" cy="3542100"/>
          </a:xfrm>
          <a:prstGeom prst="rect">
            <a:avLst/>
          </a:prstGeom>
          <a:noFill/>
          <a:ln>
            <a:noFill/>
          </a:ln>
        </p:spPr>
        <p:txBody>
          <a:bodyPr spcFirstLastPara="1" wrap="square" lIns="91425" tIns="91425" rIns="91425" bIns="91425" anchor="ctr" anchorCtr="0">
            <a:noAutofit/>
          </a:bodyPr>
          <a:lstStyle/>
          <a:p>
            <a:pPr marL="0" marR="0" lvl="0" indent="0" algn="ctr" rtl="0">
              <a:lnSpc>
                <a:spcPct val="115000"/>
              </a:lnSpc>
              <a:spcBef>
                <a:spcPts val="0"/>
              </a:spcBef>
              <a:spcAft>
                <a:spcPts val="0"/>
              </a:spcAft>
              <a:buClr>
                <a:schemeClr val="dk1"/>
              </a:buClr>
              <a:buSzPts val="1100"/>
              <a:buFont typeface="Arial"/>
              <a:buNone/>
            </a:pPr>
            <a:r>
              <a:rPr lang="en-US" sz="2800" b="0" i="0" u="none" strike="noStrike" cap="none">
                <a:solidFill>
                  <a:schemeClr val="dk1"/>
                </a:solidFill>
                <a:latin typeface="Poppins"/>
                <a:ea typeface="Poppins"/>
                <a:cs typeface="Poppins"/>
                <a:sym typeface="Poppins"/>
              </a:rPr>
              <a:t>When suffix </a:t>
            </a:r>
            <a:r>
              <a:rPr lang="en-US" sz="2800" b="0" i="0" u="none" strike="noStrike" cap="none">
                <a:solidFill>
                  <a:srgbClr val="2356AF"/>
                </a:solidFill>
                <a:latin typeface="Poppins"/>
                <a:ea typeface="Poppins"/>
                <a:cs typeface="Poppins"/>
                <a:sym typeface="Poppins"/>
              </a:rPr>
              <a:t>-ed</a:t>
            </a:r>
            <a:r>
              <a:rPr lang="en-US" sz="2800" b="0" i="0" u="none" strike="noStrike" cap="none">
                <a:solidFill>
                  <a:schemeClr val="dk1"/>
                </a:solidFill>
                <a:latin typeface="Poppins"/>
                <a:ea typeface="Poppins"/>
                <a:cs typeface="Poppins"/>
                <a:sym typeface="Poppins"/>
              </a:rPr>
              <a:t> is added to the end of a verb, the verb changes to past tense form. </a:t>
            </a:r>
            <a:endParaRPr sz="2800" b="0" i="0" u="none" strike="noStrike" cap="none">
              <a:solidFill>
                <a:schemeClr val="dk1"/>
              </a:solidFill>
              <a:latin typeface="Poppins"/>
              <a:ea typeface="Poppins"/>
              <a:cs typeface="Poppins"/>
              <a:sym typeface="Poppins"/>
            </a:endParaRPr>
          </a:p>
          <a:p>
            <a:pPr marL="0" marR="0" lvl="0" indent="0" algn="ctr" rtl="0">
              <a:lnSpc>
                <a:spcPct val="115000"/>
              </a:lnSpc>
              <a:spcBef>
                <a:spcPts val="0"/>
              </a:spcBef>
              <a:spcAft>
                <a:spcPts val="0"/>
              </a:spcAft>
              <a:buClr>
                <a:schemeClr val="dk1"/>
              </a:buClr>
              <a:buSzPts val="1100"/>
              <a:buFont typeface="Arial"/>
              <a:buNone/>
            </a:pPr>
            <a:endParaRPr sz="2800" b="0" i="0" u="none" strike="noStrike" cap="none">
              <a:solidFill>
                <a:schemeClr val="dk1"/>
              </a:solidFill>
              <a:latin typeface="Poppins"/>
              <a:ea typeface="Poppins"/>
              <a:cs typeface="Poppins"/>
              <a:sym typeface="Poppins"/>
            </a:endParaRPr>
          </a:p>
          <a:p>
            <a:pPr marL="0" marR="0" lvl="0" indent="0" algn="ctr" rtl="0">
              <a:lnSpc>
                <a:spcPct val="115000"/>
              </a:lnSpc>
              <a:spcBef>
                <a:spcPts val="0"/>
              </a:spcBef>
              <a:spcAft>
                <a:spcPts val="0"/>
              </a:spcAft>
              <a:buClr>
                <a:schemeClr val="dk1"/>
              </a:buClr>
              <a:buSzPts val="1100"/>
              <a:buFont typeface="Arial"/>
              <a:buNone/>
            </a:pPr>
            <a:r>
              <a:rPr lang="en-US" sz="2800" b="0" i="0" u="none" strike="noStrike" cap="none">
                <a:solidFill>
                  <a:schemeClr val="dk1"/>
                </a:solidFill>
                <a:latin typeface="Poppins SemiBold"/>
                <a:ea typeface="Poppins SemiBold"/>
                <a:cs typeface="Poppins SemiBold"/>
                <a:sym typeface="Poppins SemiBold"/>
              </a:rPr>
              <a:t>Spelling Rule:</a:t>
            </a:r>
            <a:r>
              <a:rPr lang="en-US" sz="2800" b="0" i="0" u="none" strike="noStrike" cap="none">
                <a:solidFill>
                  <a:schemeClr val="dk1"/>
                </a:solidFill>
                <a:latin typeface="Poppins"/>
                <a:ea typeface="Poppins"/>
                <a:cs typeface="Poppins"/>
                <a:sym typeface="Poppins"/>
              </a:rPr>
              <a:t> When the root word ends in letter ‘</a:t>
            </a:r>
            <a:r>
              <a:rPr lang="en-US" sz="2800" b="0" i="0" u="none" strike="noStrike" cap="none">
                <a:solidFill>
                  <a:srgbClr val="8DC63F"/>
                </a:solidFill>
                <a:latin typeface="Poppins"/>
                <a:ea typeface="Poppins"/>
                <a:cs typeface="Poppins"/>
                <a:sym typeface="Poppins"/>
              </a:rPr>
              <a:t>y</a:t>
            </a:r>
            <a:r>
              <a:rPr lang="en-US" sz="2800" b="0" i="0" u="none" strike="noStrike" cap="none">
                <a:solidFill>
                  <a:schemeClr val="dk1"/>
                </a:solidFill>
                <a:latin typeface="Poppins"/>
                <a:ea typeface="Poppins"/>
                <a:cs typeface="Poppins"/>
                <a:sym typeface="Poppins"/>
              </a:rPr>
              <a:t>’, the ‘</a:t>
            </a:r>
            <a:r>
              <a:rPr lang="en-US" sz="2800" b="0" i="0" u="none" strike="noStrike" cap="none">
                <a:solidFill>
                  <a:srgbClr val="8DC63F"/>
                </a:solidFill>
                <a:latin typeface="Poppins"/>
                <a:ea typeface="Poppins"/>
                <a:cs typeface="Poppins"/>
                <a:sym typeface="Poppins"/>
              </a:rPr>
              <a:t>y</a:t>
            </a:r>
            <a:r>
              <a:rPr lang="en-US" sz="2800" b="0" i="0" u="none" strike="noStrike" cap="none">
                <a:solidFill>
                  <a:schemeClr val="dk1"/>
                </a:solidFill>
                <a:latin typeface="Poppins"/>
                <a:ea typeface="Poppins"/>
                <a:cs typeface="Poppins"/>
                <a:sym typeface="Poppins"/>
              </a:rPr>
              <a:t>’ is changed to an ‘</a:t>
            </a:r>
            <a:r>
              <a:rPr lang="en-US" sz="2800" b="0" i="0" u="none" strike="noStrike" cap="none">
                <a:solidFill>
                  <a:srgbClr val="8DC63F"/>
                </a:solidFill>
                <a:latin typeface="Poppins"/>
                <a:ea typeface="Poppins"/>
                <a:cs typeface="Poppins"/>
                <a:sym typeface="Poppins"/>
              </a:rPr>
              <a:t>i</a:t>
            </a:r>
            <a:r>
              <a:rPr lang="en-US" sz="2800" b="0" i="0" u="none" strike="noStrike" cap="none">
                <a:solidFill>
                  <a:schemeClr val="dk1"/>
                </a:solidFill>
                <a:latin typeface="Poppins"/>
                <a:ea typeface="Poppins"/>
                <a:cs typeface="Poppins"/>
                <a:sym typeface="Poppins"/>
              </a:rPr>
              <a:t>’ and the suffix </a:t>
            </a:r>
            <a:r>
              <a:rPr lang="en-US" sz="2800" b="0" i="0" u="none" strike="noStrike" cap="none">
                <a:solidFill>
                  <a:srgbClr val="2356AF"/>
                </a:solidFill>
                <a:latin typeface="Poppins"/>
                <a:ea typeface="Poppins"/>
                <a:cs typeface="Poppins"/>
                <a:sym typeface="Poppins"/>
              </a:rPr>
              <a:t>-ed</a:t>
            </a:r>
            <a:r>
              <a:rPr lang="en-US" sz="2800" b="0" i="0" u="none" strike="noStrike" cap="none">
                <a:solidFill>
                  <a:schemeClr val="dk1"/>
                </a:solidFill>
                <a:latin typeface="Poppins"/>
                <a:ea typeface="Poppins"/>
                <a:cs typeface="Poppins"/>
                <a:sym typeface="Poppins"/>
              </a:rPr>
              <a:t> is added.</a:t>
            </a:r>
            <a:endParaRPr sz="2800" b="0" i="0" u="none" strike="noStrike" cap="none">
              <a:solidFill>
                <a:schemeClr val="dk1"/>
              </a:solidFill>
              <a:latin typeface="Poppins"/>
              <a:ea typeface="Poppins"/>
              <a:cs typeface="Poppins"/>
              <a:sym typeface="Poppin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61"/>
        <p:cNvGrpSpPr/>
        <p:nvPr/>
      </p:nvGrpSpPr>
      <p:grpSpPr>
        <a:xfrm>
          <a:off x="0" y="0"/>
          <a:ext cx="0" cy="0"/>
          <a:chOff x="0" y="0"/>
          <a:chExt cx="0" cy="0"/>
        </a:xfrm>
      </p:grpSpPr>
      <p:sp>
        <p:nvSpPr>
          <p:cNvPr id="862" name="Google Shape;862;g2ce66866dac_0_1159"/>
          <p:cNvSpPr/>
          <p:nvPr/>
        </p:nvSpPr>
        <p:spPr>
          <a:xfrm>
            <a:off x="1583525" y="2849950"/>
            <a:ext cx="5976900" cy="559800"/>
          </a:xfrm>
          <a:prstGeom prst="roundRect">
            <a:avLst>
              <a:gd name="adj" fmla="val 5599"/>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3" name="Google Shape;863;g2ce66866dac_0_1159"/>
          <p:cNvSpPr txBox="1"/>
          <p:nvPr/>
        </p:nvSpPr>
        <p:spPr>
          <a:xfrm>
            <a:off x="1672800" y="2903550"/>
            <a:ext cx="5798400" cy="4344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ctr" rtl="0">
              <a:lnSpc>
                <a:spcPct val="100000"/>
              </a:lnSpc>
              <a:spcBef>
                <a:spcPts val="0"/>
              </a:spcBef>
              <a:spcAft>
                <a:spcPts val="0"/>
              </a:spcAft>
              <a:buClr>
                <a:srgbClr val="000000"/>
              </a:buClr>
              <a:buSzPct val="100000"/>
              <a:buFont typeface="Arial"/>
              <a:buNone/>
            </a:pPr>
            <a:r>
              <a:rPr lang="en-US" sz="2200" b="0" i="0" u="none" strike="noStrike" cap="none">
                <a:solidFill>
                  <a:schemeClr val="dk1"/>
                </a:solidFill>
                <a:latin typeface="Poppins"/>
                <a:ea typeface="Poppins"/>
                <a:cs typeface="Poppins"/>
                <a:sym typeface="Poppins"/>
              </a:rPr>
              <a:t>drop </a:t>
            </a:r>
            <a:r>
              <a:rPr lang="en-US" sz="2200" b="0" i="0" u="none" strike="noStrike" cap="none">
                <a:solidFill>
                  <a:srgbClr val="000000"/>
                </a:solidFill>
                <a:latin typeface="Poppins"/>
                <a:ea typeface="Poppins"/>
                <a:cs typeface="Poppins"/>
                <a:sym typeface="Poppins"/>
              </a:rPr>
              <a:t>‘</a:t>
            </a:r>
            <a:r>
              <a:rPr lang="en-US" sz="2200" b="0" i="0" u="none" strike="noStrike" cap="none">
                <a:solidFill>
                  <a:srgbClr val="8DC63F"/>
                </a:solidFill>
                <a:latin typeface="Poppins"/>
                <a:ea typeface="Poppins"/>
                <a:cs typeface="Poppins"/>
                <a:sym typeface="Poppins"/>
              </a:rPr>
              <a:t>y</a:t>
            </a:r>
            <a:r>
              <a:rPr lang="en-US" sz="2200" b="0" i="0" u="none" strike="noStrike" cap="none">
                <a:solidFill>
                  <a:srgbClr val="000000"/>
                </a:solidFill>
                <a:latin typeface="Poppins"/>
                <a:ea typeface="Poppins"/>
                <a:cs typeface="Poppins"/>
                <a:sym typeface="Poppins"/>
              </a:rPr>
              <a:t>’</a:t>
            </a:r>
            <a:r>
              <a:rPr lang="en-US" sz="2200" b="0" i="0" u="none" strike="noStrike" cap="none">
                <a:solidFill>
                  <a:schemeClr val="dk1"/>
                </a:solidFill>
                <a:latin typeface="Poppins"/>
                <a:ea typeface="Poppins"/>
                <a:cs typeface="Poppins"/>
                <a:sym typeface="Poppins"/>
              </a:rPr>
              <a:t> and add ‘</a:t>
            </a:r>
            <a:r>
              <a:rPr lang="en-US" sz="2200" b="0" i="0" u="none" strike="noStrike" cap="none">
                <a:solidFill>
                  <a:srgbClr val="8DC63F"/>
                </a:solidFill>
                <a:latin typeface="Poppins"/>
                <a:ea typeface="Poppins"/>
                <a:cs typeface="Poppins"/>
                <a:sym typeface="Poppins"/>
              </a:rPr>
              <a:t>i</a:t>
            </a:r>
            <a:r>
              <a:rPr lang="en-US" sz="2200" b="0" i="0" u="none" strike="noStrike" cap="none">
                <a:solidFill>
                  <a:schemeClr val="dk1"/>
                </a:solidFill>
                <a:latin typeface="Poppins"/>
                <a:ea typeface="Poppins"/>
                <a:cs typeface="Poppins"/>
                <a:sym typeface="Poppins"/>
              </a:rPr>
              <a:t>’, then add suffix -</a:t>
            </a:r>
            <a:r>
              <a:rPr lang="en-US" sz="2200" b="0" i="0" u="none" strike="noStrike" cap="none">
                <a:solidFill>
                  <a:srgbClr val="2356AF"/>
                </a:solidFill>
                <a:latin typeface="Poppins"/>
                <a:ea typeface="Poppins"/>
                <a:cs typeface="Poppins"/>
                <a:sym typeface="Poppins"/>
              </a:rPr>
              <a:t>ed</a:t>
            </a:r>
            <a:endParaRPr sz="2200" b="0" i="0" u="none" strike="noStrike" cap="none">
              <a:solidFill>
                <a:srgbClr val="2356AF"/>
              </a:solidFill>
              <a:latin typeface="Poppins"/>
              <a:ea typeface="Poppins"/>
              <a:cs typeface="Poppins"/>
              <a:sym typeface="Poppins"/>
            </a:endParaRPr>
          </a:p>
        </p:txBody>
      </p:sp>
      <p:sp>
        <p:nvSpPr>
          <p:cNvPr id="864" name="Google Shape;864;g2ce66866dac_0_115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Demonstrate Using Examples</a:t>
            </a:r>
            <a:endParaRPr/>
          </a:p>
        </p:txBody>
      </p:sp>
      <p:cxnSp>
        <p:nvCxnSpPr>
          <p:cNvPr id="865" name="Google Shape;865;g2ce66866dac_0_1159"/>
          <p:cNvCxnSpPr/>
          <p:nvPr/>
        </p:nvCxnSpPr>
        <p:spPr>
          <a:xfrm>
            <a:off x="1290900" y="2911851"/>
            <a:ext cx="0" cy="434400"/>
          </a:xfrm>
          <a:prstGeom prst="straightConnector1">
            <a:avLst/>
          </a:prstGeom>
          <a:noFill/>
          <a:ln w="38100" cap="flat" cmpd="sng">
            <a:solidFill>
              <a:srgbClr val="CFD9EF"/>
            </a:solidFill>
            <a:prstDash val="solid"/>
            <a:miter lim="800000"/>
            <a:headEnd type="none" w="sm" len="sm"/>
            <a:tailEnd type="stealth" w="sm" len="sm"/>
          </a:ln>
        </p:spPr>
      </p:cxnSp>
      <p:sp>
        <p:nvSpPr>
          <p:cNvPr id="866" name="Google Shape;866;g2ce66866dac_0_1159"/>
          <p:cNvSpPr txBox="1"/>
          <p:nvPr/>
        </p:nvSpPr>
        <p:spPr>
          <a:xfrm>
            <a:off x="1672825" y="980475"/>
            <a:ext cx="5798400" cy="161970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1000"/>
              </a:spcBef>
              <a:spcAft>
                <a:spcPts val="0"/>
              </a:spcAft>
              <a:buClr>
                <a:srgbClr val="000000"/>
              </a:buClr>
              <a:buSzPts val="8000"/>
              <a:buFont typeface="Arial"/>
              <a:buNone/>
            </a:pPr>
            <a:r>
              <a:rPr lang="en-US" sz="8000" b="0" i="0" u="none" strike="noStrike" cap="none">
                <a:solidFill>
                  <a:srgbClr val="000000"/>
                </a:solidFill>
                <a:latin typeface="Jost"/>
                <a:ea typeface="Jost"/>
                <a:cs typeface="Jost"/>
                <a:sym typeface="Jost"/>
              </a:rPr>
              <a:t>I try.</a:t>
            </a:r>
            <a:endParaRPr sz="8000" b="0" i="0" u="none" strike="noStrike" cap="none">
              <a:solidFill>
                <a:srgbClr val="000000"/>
              </a:solidFill>
              <a:latin typeface="Jost"/>
              <a:ea typeface="Jost"/>
              <a:cs typeface="Jost"/>
              <a:sym typeface="Jost"/>
            </a:endParaRPr>
          </a:p>
        </p:txBody>
      </p:sp>
      <p:sp>
        <p:nvSpPr>
          <p:cNvPr id="867" name="Google Shape;867;g2ce66866dac_0_1159"/>
          <p:cNvSpPr txBox="1"/>
          <p:nvPr/>
        </p:nvSpPr>
        <p:spPr>
          <a:xfrm>
            <a:off x="1672825" y="3659375"/>
            <a:ext cx="5798400" cy="161970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1000"/>
              </a:spcBef>
              <a:spcAft>
                <a:spcPts val="0"/>
              </a:spcAft>
              <a:buClr>
                <a:srgbClr val="000000"/>
              </a:buClr>
              <a:buSzPts val="8000"/>
              <a:buFont typeface="Arial"/>
              <a:buNone/>
            </a:pPr>
            <a:r>
              <a:rPr lang="en-US" sz="8000" b="0" i="0" u="none" strike="noStrike" cap="none">
                <a:solidFill>
                  <a:srgbClr val="000000"/>
                </a:solidFill>
                <a:latin typeface="Jost"/>
                <a:ea typeface="Jost"/>
                <a:cs typeface="Jost"/>
                <a:sym typeface="Jost"/>
              </a:rPr>
              <a:t>I tr</a:t>
            </a:r>
            <a:r>
              <a:rPr lang="en-US" sz="8000" b="0" i="0" u="none" strike="noStrike" cap="none">
                <a:solidFill>
                  <a:srgbClr val="2356AF"/>
                </a:solidFill>
                <a:latin typeface="Jost"/>
                <a:ea typeface="Jost"/>
                <a:cs typeface="Jost"/>
                <a:sym typeface="Jost"/>
              </a:rPr>
              <a:t>ied</a:t>
            </a:r>
            <a:r>
              <a:rPr lang="en-US" sz="8000" b="0" i="0" u="none" strike="noStrike" cap="none">
                <a:solidFill>
                  <a:srgbClr val="000000"/>
                </a:solidFill>
                <a:latin typeface="Jost"/>
                <a:ea typeface="Jost"/>
                <a:cs typeface="Jost"/>
                <a:sym typeface="Jost"/>
              </a:rPr>
              <a:t>.</a:t>
            </a:r>
            <a:endParaRPr sz="8000" b="0" i="0" u="none" strike="noStrike" cap="none">
              <a:solidFill>
                <a:srgbClr val="000000"/>
              </a:solidFill>
              <a:latin typeface="Jost"/>
              <a:ea typeface="Jost"/>
              <a:cs typeface="Jost"/>
              <a:sym typeface="Jost"/>
            </a:endParaRPr>
          </a:p>
        </p:txBody>
      </p:sp>
      <p:cxnSp>
        <p:nvCxnSpPr>
          <p:cNvPr id="868" name="Google Shape;868;g2ce66866dac_0_1159"/>
          <p:cNvCxnSpPr/>
          <p:nvPr/>
        </p:nvCxnSpPr>
        <p:spPr>
          <a:xfrm>
            <a:off x="7859675" y="2911851"/>
            <a:ext cx="0" cy="434400"/>
          </a:xfrm>
          <a:prstGeom prst="straightConnector1">
            <a:avLst/>
          </a:prstGeom>
          <a:noFill/>
          <a:ln w="38100" cap="flat" cmpd="sng">
            <a:solidFill>
              <a:srgbClr val="CFD9EF"/>
            </a:solidFill>
            <a:prstDash val="solid"/>
            <a:miter lim="800000"/>
            <a:headEnd type="none" w="sm" len="sm"/>
            <a:tailEnd type="stealth" w="sm" len="sm"/>
          </a:ln>
        </p:spPr>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73"/>
        <p:cNvGrpSpPr/>
        <p:nvPr/>
      </p:nvGrpSpPr>
      <p:grpSpPr>
        <a:xfrm>
          <a:off x="0" y="0"/>
          <a:ext cx="0" cy="0"/>
          <a:chOff x="0" y="0"/>
          <a:chExt cx="0" cy="0"/>
        </a:xfrm>
      </p:grpSpPr>
      <p:sp>
        <p:nvSpPr>
          <p:cNvPr id="874" name="Google Shape;874;g2735da4d7f8_0_12"/>
          <p:cNvSpPr/>
          <p:nvPr/>
        </p:nvSpPr>
        <p:spPr>
          <a:xfrm>
            <a:off x="1583525" y="2849950"/>
            <a:ext cx="5976900" cy="559800"/>
          </a:xfrm>
          <a:prstGeom prst="roundRect">
            <a:avLst>
              <a:gd name="adj" fmla="val 5599"/>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75" name="Google Shape;875;g2735da4d7f8_0_12"/>
          <p:cNvSpPr txBox="1"/>
          <p:nvPr/>
        </p:nvSpPr>
        <p:spPr>
          <a:xfrm>
            <a:off x="1672800" y="2903550"/>
            <a:ext cx="5798400" cy="4344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ctr" rtl="0">
              <a:lnSpc>
                <a:spcPct val="100000"/>
              </a:lnSpc>
              <a:spcBef>
                <a:spcPts val="0"/>
              </a:spcBef>
              <a:spcAft>
                <a:spcPts val="0"/>
              </a:spcAft>
              <a:buClr>
                <a:schemeClr val="dk1"/>
              </a:buClr>
              <a:buSzPct val="100000"/>
              <a:buFont typeface="Arial"/>
              <a:buNone/>
            </a:pPr>
            <a:r>
              <a:rPr lang="en-US" sz="2200" b="0" i="0" u="none" strike="noStrike" cap="none">
                <a:solidFill>
                  <a:schemeClr val="dk1"/>
                </a:solidFill>
                <a:latin typeface="Poppins"/>
                <a:ea typeface="Poppins"/>
                <a:cs typeface="Poppins"/>
                <a:sym typeface="Poppins"/>
              </a:rPr>
              <a:t>drop ‘</a:t>
            </a:r>
            <a:r>
              <a:rPr lang="en-US" sz="2200" b="0" i="0" u="none" strike="noStrike" cap="none">
                <a:solidFill>
                  <a:srgbClr val="8DC63F"/>
                </a:solidFill>
                <a:latin typeface="Poppins"/>
                <a:ea typeface="Poppins"/>
                <a:cs typeface="Poppins"/>
                <a:sym typeface="Poppins"/>
              </a:rPr>
              <a:t>y</a:t>
            </a:r>
            <a:r>
              <a:rPr lang="en-US" sz="2200" b="0" i="0" u="none" strike="noStrike" cap="none">
                <a:solidFill>
                  <a:schemeClr val="dk1"/>
                </a:solidFill>
                <a:latin typeface="Poppins"/>
                <a:ea typeface="Poppins"/>
                <a:cs typeface="Poppins"/>
                <a:sym typeface="Poppins"/>
              </a:rPr>
              <a:t>’ and add ‘</a:t>
            </a:r>
            <a:r>
              <a:rPr lang="en-US" sz="2200" b="0" i="0" u="none" strike="noStrike" cap="none">
                <a:solidFill>
                  <a:srgbClr val="8DC63F"/>
                </a:solidFill>
                <a:latin typeface="Poppins"/>
                <a:ea typeface="Poppins"/>
                <a:cs typeface="Poppins"/>
                <a:sym typeface="Poppins"/>
              </a:rPr>
              <a:t>i</a:t>
            </a:r>
            <a:r>
              <a:rPr lang="en-US" sz="2200" b="0" i="0" u="none" strike="noStrike" cap="none">
                <a:solidFill>
                  <a:schemeClr val="dk1"/>
                </a:solidFill>
                <a:latin typeface="Poppins"/>
                <a:ea typeface="Poppins"/>
                <a:cs typeface="Poppins"/>
                <a:sym typeface="Poppins"/>
              </a:rPr>
              <a:t>’, then add suffix -</a:t>
            </a:r>
            <a:r>
              <a:rPr lang="en-US" sz="2200" b="0" i="0" u="none" strike="noStrike" cap="none">
                <a:solidFill>
                  <a:srgbClr val="2356AF"/>
                </a:solidFill>
                <a:latin typeface="Poppins"/>
                <a:ea typeface="Poppins"/>
                <a:cs typeface="Poppins"/>
                <a:sym typeface="Poppins"/>
              </a:rPr>
              <a:t>ed</a:t>
            </a:r>
            <a:endParaRPr sz="2200" b="0" i="0" u="none" strike="noStrike" cap="none">
              <a:solidFill>
                <a:schemeClr val="dk1"/>
              </a:solidFill>
              <a:latin typeface="Poppins"/>
              <a:ea typeface="Poppins"/>
              <a:cs typeface="Poppins"/>
              <a:sym typeface="Poppins"/>
            </a:endParaRPr>
          </a:p>
        </p:txBody>
      </p:sp>
      <p:sp>
        <p:nvSpPr>
          <p:cNvPr id="876" name="Google Shape;876;g2735da4d7f8_0_1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Demonstrate Using Examples</a:t>
            </a:r>
            <a:endParaRPr/>
          </a:p>
        </p:txBody>
      </p:sp>
      <p:cxnSp>
        <p:nvCxnSpPr>
          <p:cNvPr id="877" name="Google Shape;877;g2735da4d7f8_0_12"/>
          <p:cNvCxnSpPr/>
          <p:nvPr/>
        </p:nvCxnSpPr>
        <p:spPr>
          <a:xfrm>
            <a:off x="1290900" y="2911851"/>
            <a:ext cx="0" cy="434400"/>
          </a:xfrm>
          <a:prstGeom prst="straightConnector1">
            <a:avLst/>
          </a:prstGeom>
          <a:noFill/>
          <a:ln w="38100" cap="flat" cmpd="sng">
            <a:solidFill>
              <a:srgbClr val="CFD9EF"/>
            </a:solidFill>
            <a:prstDash val="solid"/>
            <a:miter lim="800000"/>
            <a:headEnd type="none" w="sm" len="sm"/>
            <a:tailEnd type="stealth" w="sm" len="sm"/>
          </a:ln>
        </p:spPr>
      </p:cxnSp>
      <p:sp>
        <p:nvSpPr>
          <p:cNvPr id="878" name="Google Shape;878;g2735da4d7f8_0_12"/>
          <p:cNvSpPr txBox="1"/>
          <p:nvPr/>
        </p:nvSpPr>
        <p:spPr>
          <a:xfrm>
            <a:off x="1672825" y="980475"/>
            <a:ext cx="5798400" cy="161970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1000"/>
              </a:spcBef>
              <a:spcAft>
                <a:spcPts val="0"/>
              </a:spcAft>
              <a:buClr>
                <a:srgbClr val="000000"/>
              </a:buClr>
              <a:buSzPts val="8000"/>
              <a:buFont typeface="Arial"/>
              <a:buNone/>
            </a:pPr>
            <a:r>
              <a:rPr lang="en-US" sz="8000" b="0" i="0" u="none" strike="noStrike" cap="none">
                <a:solidFill>
                  <a:srgbClr val="000000"/>
                </a:solidFill>
                <a:latin typeface="Jost"/>
                <a:ea typeface="Jost"/>
                <a:cs typeface="Jost"/>
                <a:sym typeface="Jost"/>
              </a:rPr>
              <a:t>I cry.</a:t>
            </a:r>
            <a:endParaRPr sz="8000" b="0" i="0" u="none" strike="noStrike" cap="none">
              <a:solidFill>
                <a:srgbClr val="000000"/>
              </a:solidFill>
              <a:latin typeface="Jost"/>
              <a:ea typeface="Jost"/>
              <a:cs typeface="Jost"/>
              <a:sym typeface="Jost"/>
            </a:endParaRPr>
          </a:p>
        </p:txBody>
      </p:sp>
      <p:sp>
        <p:nvSpPr>
          <p:cNvPr id="879" name="Google Shape;879;g2735da4d7f8_0_12"/>
          <p:cNvSpPr txBox="1"/>
          <p:nvPr/>
        </p:nvSpPr>
        <p:spPr>
          <a:xfrm>
            <a:off x="1672825" y="3659375"/>
            <a:ext cx="5798400" cy="161970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1000"/>
              </a:spcBef>
              <a:spcAft>
                <a:spcPts val="0"/>
              </a:spcAft>
              <a:buClr>
                <a:srgbClr val="000000"/>
              </a:buClr>
              <a:buSzPts val="8000"/>
              <a:buFont typeface="Arial"/>
              <a:buNone/>
            </a:pPr>
            <a:r>
              <a:rPr lang="en-US" sz="8000" b="0" i="0" u="none" strike="noStrike" cap="none">
                <a:solidFill>
                  <a:srgbClr val="000000"/>
                </a:solidFill>
                <a:latin typeface="Jost"/>
                <a:ea typeface="Jost"/>
                <a:cs typeface="Jost"/>
                <a:sym typeface="Jost"/>
              </a:rPr>
              <a:t>I cr</a:t>
            </a:r>
            <a:r>
              <a:rPr lang="en-US" sz="8000" b="0" i="0" u="none" strike="noStrike" cap="none">
                <a:solidFill>
                  <a:srgbClr val="2356AF"/>
                </a:solidFill>
                <a:latin typeface="Jost"/>
                <a:ea typeface="Jost"/>
                <a:cs typeface="Jost"/>
                <a:sym typeface="Jost"/>
              </a:rPr>
              <a:t>ied</a:t>
            </a:r>
            <a:r>
              <a:rPr lang="en-US" sz="8000" b="0" i="0" u="none" strike="noStrike" cap="none">
                <a:solidFill>
                  <a:srgbClr val="000000"/>
                </a:solidFill>
                <a:latin typeface="Jost"/>
                <a:ea typeface="Jost"/>
                <a:cs typeface="Jost"/>
                <a:sym typeface="Jost"/>
              </a:rPr>
              <a:t>.</a:t>
            </a:r>
            <a:endParaRPr sz="8000" b="0" i="0" u="none" strike="noStrike" cap="none">
              <a:solidFill>
                <a:srgbClr val="000000"/>
              </a:solidFill>
              <a:latin typeface="Jost"/>
              <a:ea typeface="Jost"/>
              <a:cs typeface="Jost"/>
              <a:sym typeface="Jost"/>
            </a:endParaRPr>
          </a:p>
        </p:txBody>
      </p:sp>
      <p:cxnSp>
        <p:nvCxnSpPr>
          <p:cNvPr id="880" name="Google Shape;880;g2735da4d7f8_0_12"/>
          <p:cNvCxnSpPr/>
          <p:nvPr/>
        </p:nvCxnSpPr>
        <p:spPr>
          <a:xfrm>
            <a:off x="7859675" y="2911851"/>
            <a:ext cx="0" cy="434400"/>
          </a:xfrm>
          <a:prstGeom prst="straightConnector1">
            <a:avLst/>
          </a:prstGeom>
          <a:noFill/>
          <a:ln w="38100" cap="flat" cmpd="sng">
            <a:solidFill>
              <a:srgbClr val="CFD9EF"/>
            </a:solidFill>
            <a:prstDash val="solid"/>
            <a:miter lim="800000"/>
            <a:headEnd type="none" w="sm" len="sm"/>
            <a:tailEnd type="stealth" w="sm" len="sm"/>
          </a:ln>
        </p:spPr>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85"/>
        <p:cNvGrpSpPr/>
        <p:nvPr/>
      </p:nvGrpSpPr>
      <p:grpSpPr>
        <a:xfrm>
          <a:off x="0" y="0"/>
          <a:ext cx="0" cy="0"/>
          <a:chOff x="0" y="0"/>
          <a:chExt cx="0" cy="0"/>
        </a:xfrm>
      </p:grpSpPr>
      <p:sp>
        <p:nvSpPr>
          <p:cNvPr id="886" name="Google Shape;886;g2735da4d7f8_0_24"/>
          <p:cNvSpPr/>
          <p:nvPr/>
        </p:nvSpPr>
        <p:spPr>
          <a:xfrm>
            <a:off x="1583525" y="2849950"/>
            <a:ext cx="5976900" cy="559800"/>
          </a:xfrm>
          <a:prstGeom prst="roundRect">
            <a:avLst>
              <a:gd name="adj" fmla="val 5599"/>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87" name="Google Shape;887;g2735da4d7f8_0_24"/>
          <p:cNvSpPr txBox="1"/>
          <p:nvPr/>
        </p:nvSpPr>
        <p:spPr>
          <a:xfrm>
            <a:off x="1672800" y="2903550"/>
            <a:ext cx="5798400" cy="4344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ctr" rtl="0">
              <a:lnSpc>
                <a:spcPct val="100000"/>
              </a:lnSpc>
              <a:spcBef>
                <a:spcPts val="0"/>
              </a:spcBef>
              <a:spcAft>
                <a:spcPts val="0"/>
              </a:spcAft>
              <a:buClr>
                <a:schemeClr val="dk1"/>
              </a:buClr>
              <a:buSzPct val="100000"/>
              <a:buFont typeface="Arial"/>
              <a:buNone/>
            </a:pPr>
            <a:r>
              <a:rPr lang="en-US" sz="2200" b="0" i="0" u="none" strike="noStrike" cap="none">
                <a:solidFill>
                  <a:schemeClr val="dk1"/>
                </a:solidFill>
                <a:latin typeface="Poppins"/>
                <a:ea typeface="Poppins"/>
                <a:cs typeface="Poppins"/>
                <a:sym typeface="Poppins"/>
              </a:rPr>
              <a:t>drop ‘</a:t>
            </a:r>
            <a:r>
              <a:rPr lang="en-US" sz="2200" b="0" i="0" u="none" strike="noStrike" cap="none">
                <a:solidFill>
                  <a:srgbClr val="8DC63F"/>
                </a:solidFill>
                <a:latin typeface="Poppins"/>
                <a:ea typeface="Poppins"/>
                <a:cs typeface="Poppins"/>
                <a:sym typeface="Poppins"/>
              </a:rPr>
              <a:t>y</a:t>
            </a:r>
            <a:r>
              <a:rPr lang="en-US" sz="2200" b="0" i="0" u="none" strike="noStrike" cap="none">
                <a:solidFill>
                  <a:schemeClr val="dk1"/>
                </a:solidFill>
                <a:latin typeface="Poppins"/>
                <a:ea typeface="Poppins"/>
                <a:cs typeface="Poppins"/>
                <a:sym typeface="Poppins"/>
              </a:rPr>
              <a:t>’ and add ‘</a:t>
            </a:r>
            <a:r>
              <a:rPr lang="en-US" sz="2200" b="0" i="0" u="none" strike="noStrike" cap="none">
                <a:solidFill>
                  <a:srgbClr val="8DC63F"/>
                </a:solidFill>
                <a:latin typeface="Poppins"/>
                <a:ea typeface="Poppins"/>
                <a:cs typeface="Poppins"/>
                <a:sym typeface="Poppins"/>
              </a:rPr>
              <a:t>i</a:t>
            </a:r>
            <a:r>
              <a:rPr lang="en-US" sz="2200" b="0" i="0" u="none" strike="noStrike" cap="none">
                <a:solidFill>
                  <a:schemeClr val="dk1"/>
                </a:solidFill>
                <a:latin typeface="Poppins"/>
                <a:ea typeface="Poppins"/>
                <a:cs typeface="Poppins"/>
                <a:sym typeface="Poppins"/>
              </a:rPr>
              <a:t>’, then add suffix -</a:t>
            </a:r>
            <a:r>
              <a:rPr lang="en-US" sz="2200" b="0" i="0" u="none" strike="noStrike" cap="none">
                <a:solidFill>
                  <a:srgbClr val="2356AF"/>
                </a:solidFill>
                <a:latin typeface="Poppins"/>
                <a:ea typeface="Poppins"/>
                <a:cs typeface="Poppins"/>
                <a:sym typeface="Poppins"/>
              </a:rPr>
              <a:t>ed</a:t>
            </a:r>
            <a:endParaRPr sz="2200" b="0" i="0" u="none" strike="noStrike" cap="none">
              <a:solidFill>
                <a:schemeClr val="dk1"/>
              </a:solidFill>
              <a:latin typeface="Poppins"/>
              <a:ea typeface="Poppins"/>
              <a:cs typeface="Poppins"/>
              <a:sym typeface="Poppins"/>
            </a:endParaRPr>
          </a:p>
        </p:txBody>
      </p:sp>
      <p:sp>
        <p:nvSpPr>
          <p:cNvPr id="888" name="Google Shape;888;g2735da4d7f8_0_2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Demonstrate Using Examples</a:t>
            </a:r>
            <a:endParaRPr/>
          </a:p>
        </p:txBody>
      </p:sp>
      <p:cxnSp>
        <p:nvCxnSpPr>
          <p:cNvPr id="889" name="Google Shape;889;g2735da4d7f8_0_24"/>
          <p:cNvCxnSpPr/>
          <p:nvPr/>
        </p:nvCxnSpPr>
        <p:spPr>
          <a:xfrm>
            <a:off x="1290900" y="2911851"/>
            <a:ext cx="0" cy="434400"/>
          </a:xfrm>
          <a:prstGeom prst="straightConnector1">
            <a:avLst/>
          </a:prstGeom>
          <a:noFill/>
          <a:ln w="38100" cap="flat" cmpd="sng">
            <a:solidFill>
              <a:srgbClr val="CFD9EF"/>
            </a:solidFill>
            <a:prstDash val="solid"/>
            <a:miter lim="800000"/>
            <a:headEnd type="none" w="sm" len="sm"/>
            <a:tailEnd type="stealth" w="sm" len="sm"/>
          </a:ln>
        </p:spPr>
      </p:cxnSp>
      <p:sp>
        <p:nvSpPr>
          <p:cNvPr id="890" name="Google Shape;890;g2735da4d7f8_0_24"/>
          <p:cNvSpPr txBox="1"/>
          <p:nvPr/>
        </p:nvSpPr>
        <p:spPr>
          <a:xfrm>
            <a:off x="1672825" y="980475"/>
            <a:ext cx="5798400" cy="161970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1000"/>
              </a:spcBef>
              <a:spcAft>
                <a:spcPts val="0"/>
              </a:spcAft>
              <a:buClr>
                <a:srgbClr val="000000"/>
              </a:buClr>
              <a:buSzPts val="8000"/>
              <a:buFont typeface="Arial"/>
              <a:buNone/>
            </a:pPr>
            <a:r>
              <a:rPr lang="en-US" sz="8000" b="0" i="0" u="none" strike="noStrike" cap="none">
                <a:solidFill>
                  <a:srgbClr val="000000"/>
                </a:solidFill>
                <a:latin typeface="Jost"/>
                <a:ea typeface="Jost"/>
                <a:cs typeface="Jost"/>
                <a:sym typeface="Jost"/>
              </a:rPr>
              <a:t>I worry.</a:t>
            </a:r>
            <a:endParaRPr sz="8000" b="0" i="0" u="none" strike="noStrike" cap="none">
              <a:solidFill>
                <a:srgbClr val="000000"/>
              </a:solidFill>
              <a:latin typeface="Jost"/>
              <a:ea typeface="Jost"/>
              <a:cs typeface="Jost"/>
              <a:sym typeface="Jost"/>
            </a:endParaRPr>
          </a:p>
        </p:txBody>
      </p:sp>
      <p:sp>
        <p:nvSpPr>
          <p:cNvPr id="891" name="Google Shape;891;g2735da4d7f8_0_24"/>
          <p:cNvSpPr txBox="1"/>
          <p:nvPr/>
        </p:nvSpPr>
        <p:spPr>
          <a:xfrm>
            <a:off x="1672825" y="3659375"/>
            <a:ext cx="5798400" cy="161970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1000"/>
              </a:spcBef>
              <a:spcAft>
                <a:spcPts val="0"/>
              </a:spcAft>
              <a:buClr>
                <a:srgbClr val="000000"/>
              </a:buClr>
              <a:buSzPts val="8000"/>
              <a:buFont typeface="Arial"/>
              <a:buNone/>
            </a:pPr>
            <a:r>
              <a:rPr lang="en-US" sz="8000" b="0" i="0" u="none" strike="noStrike" cap="none">
                <a:solidFill>
                  <a:srgbClr val="000000"/>
                </a:solidFill>
                <a:latin typeface="Jost"/>
                <a:ea typeface="Jost"/>
                <a:cs typeface="Jost"/>
                <a:sym typeface="Jost"/>
              </a:rPr>
              <a:t>I worr</a:t>
            </a:r>
            <a:r>
              <a:rPr lang="en-US" sz="8000" b="0" i="0" u="none" strike="noStrike" cap="none">
                <a:solidFill>
                  <a:srgbClr val="2356AF"/>
                </a:solidFill>
                <a:latin typeface="Jost"/>
                <a:ea typeface="Jost"/>
                <a:cs typeface="Jost"/>
                <a:sym typeface="Jost"/>
              </a:rPr>
              <a:t>ied</a:t>
            </a:r>
            <a:r>
              <a:rPr lang="en-US" sz="8000" b="0" i="0" u="none" strike="noStrike" cap="none">
                <a:solidFill>
                  <a:srgbClr val="000000"/>
                </a:solidFill>
                <a:latin typeface="Jost"/>
                <a:ea typeface="Jost"/>
                <a:cs typeface="Jost"/>
                <a:sym typeface="Jost"/>
              </a:rPr>
              <a:t>.</a:t>
            </a:r>
            <a:endParaRPr sz="8000" b="0" i="0" u="none" strike="noStrike" cap="none">
              <a:solidFill>
                <a:srgbClr val="000000"/>
              </a:solidFill>
              <a:latin typeface="Jost"/>
              <a:ea typeface="Jost"/>
              <a:cs typeface="Jost"/>
              <a:sym typeface="Jost"/>
            </a:endParaRPr>
          </a:p>
        </p:txBody>
      </p:sp>
      <p:cxnSp>
        <p:nvCxnSpPr>
          <p:cNvPr id="892" name="Google Shape;892;g2735da4d7f8_0_24"/>
          <p:cNvCxnSpPr/>
          <p:nvPr/>
        </p:nvCxnSpPr>
        <p:spPr>
          <a:xfrm>
            <a:off x="7859675" y="2911851"/>
            <a:ext cx="0" cy="434400"/>
          </a:xfrm>
          <a:prstGeom prst="straightConnector1">
            <a:avLst/>
          </a:prstGeom>
          <a:noFill/>
          <a:ln w="38100" cap="flat" cmpd="sng">
            <a:solidFill>
              <a:srgbClr val="CFD9EF"/>
            </a:solidFill>
            <a:prstDash val="solid"/>
            <a:miter lim="800000"/>
            <a:headEnd type="none" w="sm" len="sm"/>
            <a:tailEnd type="stealth" w="sm" len="sm"/>
          </a:ln>
        </p:spPr>
      </p:cxn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97"/>
        <p:cNvGrpSpPr/>
        <p:nvPr/>
      </p:nvGrpSpPr>
      <p:grpSpPr>
        <a:xfrm>
          <a:off x="0" y="0"/>
          <a:ext cx="0" cy="0"/>
          <a:chOff x="0" y="0"/>
          <a:chExt cx="0" cy="0"/>
        </a:xfrm>
      </p:grpSpPr>
      <p:sp>
        <p:nvSpPr>
          <p:cNvPr id="898" name="Google Shape;898;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899" name="Google Shape;899;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04"/>
        <p:cNvGrpSpPr/>
        <p:nvPr/>
      </p:nvGrpSpPr>
      <p:grpSpPr>
        <a:xfrm>
          <a:off x="0" y="0"/>
          <a:ext cx="0" cy="0"/>
          <a:chOff x="0" y="0"/>
          <a:chExt cx="0" cy="0"/>
        </a:xfrm>
      </p:grpSpPr>
      <p:sp>
        <p:nvSpPr>
          <p:cNvPr id="905" name="Google Shape;905;g2735da4d7f8_0_11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06" name="Google Shape;906;g2735da4d7f8_0_11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cxnSp>
        <p:nvCxnSpPr>
          <p:cNvPr id="907" name="Google Shape;907;g2735da4d7f8_0_114"/>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08" name="Google Shape;908;g2735da4d7f8_0_114"/>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09" name="Google Shape;909;g2735da4d7f8_0_114"/>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10" name="Google Shape;910;g2735da4d7f8_0_114"/>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11" name="Google Shape;911;g2735da4d7f8_0_114"/>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12" name="Google Shape;912;g2735da4d7f8_0_114"/>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13" name="Google Shape;913;g2735da4d7f8_0_114"/>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14" name="Google Shape;914;g2735da4d7f8_0_114"/>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15" name="Google Shape;915;g2735da4d7f8_0_114"/>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16" name="Google Shape;916;g2735da4d7f8_0_114"/>
          <p:cNvGrpSpPr/>
          <p:nvPr/>
        </p:nvGrpSpPr>
        <p:grpSpPr>
          <a:xfrm>
            <a:off x="-550" y="6984600"/>
            <a:ext cx="8596479" cy="808600"/>
            <a:chOff x="-550" y="6984600"/>
            <a:chExt cx="8596479" cy="808600"/>
          </a:xfrm>
        </p:grpSpPr>
        <p:sp>
          <p:nvSpPr>
            <p:cNvPr id="917" name="Google Shape;917;g2735da4d7f8_0_114"/>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18" name="Google Shape;918;g2735da4d7f8_0_114"/>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19" name="Google Shape;919;g2735da4d7f8_0_114"/>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20" name="Google Shape;920;g2735da4d7f8_0_114"/>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21" name="Google Shape;921;g2735da4d7f8_0_114"/>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22" name="Google Shape;922;g2735da4d7f8_0_114"/>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23" name="Google Shape;923;g2735da4d7f8_0_114"/>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24" name="Google Shape;924;g2735da4d7f8_0_114"/>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25" name="Google Shape;925;g2735da4d7f8_0_114"/>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926" name="Google Shape;926;g2735da4d7f8_0_114"/>
          <p:cNvSpPr/>
          <p:nvPr/>
        </p:nvSpPr>
        <p:spPr>
          <a:xfrm>
            <a:off x="382855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27" name="Google Shape;927;g2735da4d7f8_0_114"/>
          <p:cNvSpPr txBox="1"/>
          <p:nvPr/>
        </p:nvSpPr>
        <p:spPr>
          <a:xfrm>
            <a:off x="3523316"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rgbClr val="000000"/>
              </a:buClr>
              <a:buSzPts val="12000"/>
              <a:buFont typeface="Arial"/>
              <a:buNone/>
            </a:pPr>
            <a:r>
              <a:rPr lang="en-US" sz="12000" b="0" i="0" u="none" strike="noStrike" cap="none">
                <a:solidFill>
                  <a:srgbClr val="2356AF"/>
                </a:solidFill>
                <a:latin typeface="Jost"/>
                <a:ea typeface="Jost"/>
                <a:cs typeface="Jost"/>
                <a:sym typeface="Jost"/>
              </a:rPr>
              <a:t>t</a:t>
            </a:r>
            <a:endParaRPr sz="12000" b="0" i="0" u="none" strike="noStrike" cap="none">
              <a:solidFill>
                <a:srgbClr val="2356AF"/>
              </a:solidFill>
              <a:latin typeface="Jost"/>
              <a:ea typeface="Jost"/>
              <a:cs typeface="Jost"/>
              <a:sym typeface="Jost"/>
            </a:endParaRPr>
          </a:p>
        </p:txBody>
      </p:sp>
      <p:sp>
        <p:nvSpPr>
          <p:cNvPr id="928" name="Google Shape;928;g2735da4d7f8_0_114"/>
          <p:cNvSpPr/>
          <p:nvPr/>
        </p:nvSpPr>
        <p:spPr>
          <a:xfrm>
            <a:off x="443191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29" name="Google Shape;929;g2735da4d7f8_0_114"/>
          <p:cNvSpPr txBox="1"/>
          <p:nvPr/>
        </p:nvSpPr>
        <p:spPr>
          <a:xfrm>
            <a:off x="4269458" y="1308025"/>
            <a:ext cx="704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rgbClr val="000000"/>
              </a:buClr>
              <a:buSzPts val="12000"/>
              <a:buFont typeface="Arial"/>
              <a:buNone/>
            </a:pPr>
            <a:r>
              <a:rPr lang="en-US" sz="12000" b="0" i="0" u="none" strike="noStrike" cap="none">
                <a:solidFill>
                  <a:srgbClr val="2356AF"/>
                </a:solidFill>
                <a:latin typeface="Jost"/>
                <a:ea typeface="Jost"/>
                <a:cs typeface="Jost"/>
                <a:sym typeface="Jost"/>
              </a:rPr>
              <a:t>r</a:t>
            </a:r>
            <a:endParaRPr sz="12000" b="0" i="0" u="none" strike="noStrike" cap="none">
              <a:solidFill>
                <a:srgbClr val="2356AF"/>
              </a:solidFill>
              <a:latin typeface="Jost"/>
              <a:ea typeface="Jost"/>
              <a:cs typeface="Jost"/>
              <a:sym typeface="Jost"/>
            </a:endParaRPr>
          </a:p>
        </p:txBody>
      </p:sp>
      <p:sp>
        <p:nvSpPr>
          <p:cNvPr id="930" name="Google Shape;930;g2735da4d7f8_0_114"/>
          <p:cNvSpPr txBox="1"/>
          <p:nvPr/>
        </p:nvSpPr>
        <p:spPr>
          <a:xfrm>
            <a:off x="4972084" y="1308025"/>
            <a:ext cx="6486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rgbClr val="000000"/>
              </a:buClr>
              <a:buSzPts val="12000"/>
              <a:buFont typeface="Arial"/>
              <a:buNone/>
            </a:pPr>
            <a:r>
              <a:rPr lang="en-US" sz="12000" b="0" i="0" u="none" strike="noStrike" cap="none">
                <a:solidFill>
                  <a:srgbClr val="815137"/>
                </a:solidFill>
                <a:latin typeface="Jost"/>
                <a:ea typeface="Jost"/>
                <a:cs typeface="Jost"/>
                <a:sym typeface="Jost"/>
              </a:rPr>
              <a:t>y</a:t>
            </a:r>
            <a:endParaRPr sz="12000" b="0" i="0" u="none" strike="noStrike" cap="none">
              <a:solidFill>
                <a:srgbClr val="815137"/>
              </a:solidFill>
              <a:latin typeface="Jost"/>
              <a:ea typeface="Jost"/>
              <a:cs typeface="Jost"/>
              <a:sym typeface="Jost"/>
            </a:endParaRPr>
          </a:p>
        </p:txBody>
      </p:sp>
      <p:sp>
        <p:nvSpPr>
          <p:cNvPr id="931" name="Google Shape;931;g2735da4d7f8_0_114"/>
          <p:cNvSpPr/>
          <p:nvPr/>
        </p:nvSpPr>
        <p:spPr>
          <a:xfrm>
            <a:off x="5101390" y="3906888"/>
            <a:ext cx="390000" cy="390000"/>
          </a:xfrm>
          <a:prstGeom prst="ellipse">
            <a:avLst/>
          </a:prstGeom>
          <a:solidFill>
            <a:srgbClr val="815137"/>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36"/>
        <p:cNvGrpSpPr/>
        <p:nvPr/>
      </p:nvGrpSpPr>
      <p:grpSpPr>
        <a:xfrm>
          <a:off x="0" y="0"/>
          <a:ext cx="0" cy="0"/>
          <a:chOff x="0" y="0"/>
          <a:chExt cx="0" cy="0"/>
        </a:xfrm>
      </p:grpSpPr>
      <p:sp>
        <p:nvSpPr>
          <p:cNvPr id="937" name="Google Shape;937;g2ee8a780566_0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38" name="Google Shape;938;g2ee8a780566_0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cxnSp>
        <p:nvCxnSpPr>
          <p:cNvPr id="939" name="Google Shape;939;g2ee8a780566_0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40" name="Google Shape;940;g2ee8a780566_0_0"/>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41" name="Google Shape;941;g2ee8a780566_0_0"/>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42" name="Google Shape;942;g2ee8a780566_0_0"/>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43" name="Google Shape;943;g2ee8a780566_0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44" name="Google Shape;944;g2ee8a780566_0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45" name="Google Shape;945;g2ee8a780566_0_0"/>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46" name="Google Shape;946;g2ee8a780566_0_0"/>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47" name="Google Shape;947;g2ee8a780566_0_0"/>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48" name="Google Shape;948;g2ee8a780566_0_0"/>
          <p:cNvGrpSpPr/>
          <p:nvPr/>
        </p:nvGrpSpPr>
        <p:grpSpPr>
          <a:xfrm>
            <a:off x="-550" y="6984600"/>
            <a:ext cx="8596479" cy="808600"/>
            <a:chOff x="-550" y="6984600"/>
            <a:chExt cx="8596479" cy="808600"/>
          </a:xfrm>
        </p:grpSpPr>
        <p:sp>
          <p:nvSpPr>
            <p:cNvPr id="949" name="Google Shape;949;g2ee8a780566_0_0"/>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50" name="Google Shape;950;g2ee8a780566_0_0"/>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51" name="Google Shape;951;g2ee8a780566_0_0"/>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52" name="Google Shape;952;g2ee8a780566_0_0"/>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53" name="Google Shape;953;g2ee8a780566_0_0"/>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54" name="Google Shape;954;g2ee8a780566_0_0"/>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55" name="Google Shape;955;g2ee8a780566_0_0"/>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56" name="Google Shape;956;g2ee8a780566_0_0"/>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57" name="Google Shape;957;g2ee8a780566_0_0"/>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958" name="Google Shape;958;g2ee8a780566_0_0"/>
          <p:cNvSpPr/>
          <p:nvPr/>
        </p:nvSpPr>
        <p:spPr>
          <a:xfrm>
            <a:off x="307900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9" name="Google Shape;959;g2ee8a780566_0_0"/>
          <p:cNvSpPr txBox="1"/>
          <p:nvPr/>
        </p:nvSpPr>
        <p:spPr>
          <a:xfrm>
            <a:off x="2773761"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rgbClr val="000000"/>
              </a:buClr>
              <a:buSzPts val="12000"/>
              <a:buFont typeface="Arial"/>
              <a:buNone/>
            </a:pPr>
            <a:r>
              <a:rPr lang="en-US" sz="12000" b="0" i="0" u="none" strike="noStrike" cap="none">
                <a:solidFill>
                  <a:srgbClr val="2356AF"/>
                </a:solidFill>
                <a:latin typeface="Jost"/>
                <a:ea typeface="Jost"/>
                <a:cs typeface="Jost"/>
                <a:sym typeface="Jost"/>
              </a:rPr>
              <a:t>t</a:t>
            </a:r>
            <a:endParaRPr sz="12000" b="0" i="0" u="none" strike="noStrike" cap="none">
              <a:solidFill>
                <a:srgbClr val="2356AF"/>
              </a:solidFill>
              <a:latin typeface="Jost"/>
              <a:ea typeface="Jost"/>
              <a:cs typeface="Jost"/>
              <a:sym typeface="Jost"/>
            </a:endParaRPr>
          </a:p>
        </p:txBody>
      </p:sp>
      <p:sp>
        <p:nvSpPr>
          <p:cNvPr id="960" name="Google Shape;960;g2ee8a780566_0_0"/>
          <p:cNvSpPr/>
          <p:nvPr/>
        </p:nvSpPr>
        <p:spPr>
          <a:xfrm>
            <a:off x="368236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1" name="Google Shape;961;g2ee8a780566_0_0"/>
          <p:cNvSpPr txBox="1"/>
          <p:nvPr/>
        </p:nvSpPr>
        <p:spPr>
          <a:xfrm>
            <a:off x="3519903" y="1308025"/>
            <a:ext cx="704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rgbClr val="000000"/>
              </a:buClr>
              <a:buSzPts val="12000"/>
              <a:buFont typeface="Arial"/>
              <a:buNone/>
            </a:pPr>
            <a:r>
              <a:rPr lang="en-US" sz="12000" b="0" i="0" u="none" strike="noStrike" cap="none">
                <a:solidFill>
                  <a:srgbClr val="2356AF"/>
                </a:solidFill>
                <a:latin typeface="Jost"/>
                <a:ea typeface="Jost"/>
                <a:cs typeface="Jost"/>
                <a:sym typeface="Jost"/>
              </a:rPr>
              <a:t>r</a:t>
            </a:r>
            <a:endParaRPr sz="12000" b="0" i="0" u="none" strike="noStrike" cap="none">
              <a:solidFill>
                <a:srgbClr val="2356AF"/>
              </a:solidFill>
              <a:latin typeface="Jost"/>
              <a:ea typeface="Jost"/>
              <a:cs typeface="Jost"/>
              <a:sym typeface="Jost"/>
            </a:endParaRPr>
          </a:p>
        </p:txBody>
      </p:sp>
      <p:sp>
        <p:nvSpPr>
          <p:cNvPr id="962" name="Google Shape;962;g2ee8a780566_0_0"/>
          <p:cNvSpPr txBox="1"/>
          <p:nvPr/>
        </p:nvSpPr>
        <p:spPr>
          <a:xfrm>
            <a:off x="4070129" y="1308025"/>
            <a:ext cx="6486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rgbClr val="000000"/>
              </a:buClr>
              <a:buSzPts val="12000"/>
              <a:buFont typeface="Arial"/>
              <a:buNone/>
            </a:pPr>
            <a:r>
              <a:rPr lang="en-US" sz="12000" b="0" i="0" u="none" strike="noStrike" cap="none">
                <a:solidFill>
                  <a:srgbClr val="815137"/>
                </a:solidFill>
                <a:latin typeface="Jost"/>
                <a:ea typeface="Jost"/>
                <a:cs typeface="Jost"/>
                <a:sym typeface="Jost"/>
              </a:rPr>
              <a:t>i</a:t>
            </a:r>
            <a:endParaRPr sz="12000" b="0" i="0" u="none" strike="noStrike" cap="none">
              <a:solidFill>
                <a:srgbClr val="815137"/>
              </a:solidFill>
              <a:latin typeface="Jost"/>
              <a:ea typeface="Jost"/>
              <a:cs typeface="Jost"/>
              <a:sym typeface="Jost"/>
            </a:endParaRPr>
          </a:p>
        </p:txBody>
      </p:sp>
      <p:sp>
        <p:nvSpPr>
          <p:cNvPr id="963" name="Google Shape;963;g2ee8a780566_0_0"/>
          <p:cNvSpPr/>
          <p:nvPr/>
        </p:nvSpPr>
        <p:spPr>
          <a:xfrm>
            <a:off x="4199435" y="3906888"/>
            <a:ext cx="390000" cy="390000"/>
          </a:xfrm>
          <a:prstGeom prst="ellipse">
            <a:avLst/>
          </a:prstGeom>
          <a:solidFill>
            <a:srgbClr val="815137"/>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4" name="Google Shape;964;g2ee8a780566_0_0"/>
          <p:cNvSpPr txBox="1"/>
          <p:nvPr/>
        </p:nvSpPr>
        <p:spPr>
          <a:xfrm>
            <a:off x="5350539"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rgbClr val="000000"/>
              </a:buClr>
              <a:buSzPts val="12000"/>
              <a:buFont typeface="Arial"/>
              <a:buNone/>
            </a:pPr>
            <a:r>
              <a:rPr lang="en-US" sz="12000" b="0" i="0" u="none" strike="noStrike" cap="none">
                <a:solidFill>
                  <a:srgbClr val="2356AF"/>
                </a:solidFill>
                <a:latin typeface="Jost"/>
                <a:ea typeface="Jost"/>
                <a:cs typeface="Jost"/>
                <a:sym typeface="Jost"/>
              </a:rPr>
              <a:t>d</a:t>
            </a:r>
            <a:endParaRPr sz="12000" b="0" i="0" u="none" strike="noStrike" cap="none">
              <a:solidFill>
                <a:srgbClr val="2356AF"/>
              </a:solidFill>
              <a:latin typeface="Jost"/>
              <a:ea typeface="Jost"/>
              <a:cs typeface="Jost"/>
              <a:sym typeface="Jost"/>
            </a:endParaRPr>
          </a:p>
        </p:txBody>
      </p:sp>
      <p:sp>
        <p:nvSpPr>
          <p:cNvPr id="965" name="Google Shape;965;g2ee8a780566_0_0"/>
          <p:cNvSpPr txBox="1"/>
          <p:nvPr/>
        </p:nvSpPr>
        <p:spPr>
          <a:xfrm>
            <a:off x="4503123"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rgbClr val="000000"/>
              </a:buClr>
              <a:buSzPts val="12000"/>
              <a:buFont typeface="Arial"/>
              <a:buNone/>
            </a:pPr>
            <a:r>
              <a:rPr lang="en-US" sz="12000" b="0" i="0" u="none" strike="noStrike" cap="none">
                <a:solidFill>
                  <a:srgbClr val="D0CECE"/>
                </a:solidFill>
                <a:latin typeface="Jost"/>
                <a:ea typeface="Jost"/>
                <a:cs typeface="Jost"/>
                <a:sym typeface="Jost"/>
              </a:rPr>
              <a:t>e</a:t>
            </a:r>
            <a:endParaRPr sz="12000" b="0" i="0" u="none" strike="noStrike" cap="none">
              <a:solidFill>
                <a:srgbClr val="D0CECE"/>
              </a:solidFill>
              <a:latin typeface="Jost"/>
              <a:ea typeface="Jost"/>
              <a:cs typeface="Jost"/>
              <a:sym typeface="Jost"/>
            </a:endParaRPr>
          </a:p>
        </p:txBody>
      </p:sp>
      <p:sp>
        <p:nvSpPr>
          <p:cNvPr id="966" name="Google Shape;966;g2ee8a780566_0_0"/>
          <p:cNvSpPr/>
          <p:nvPr/>
        </p:nvSpPr>
        <p:spPr>
          <a:xfrm>
            <a:off x="4727518" y="4011900"/>
            <a:ext cx="1414200" cy="180000"/>
          </a:xfrm>
          <a:prstGeom prst="rect">
            <a:avLst/>
          </a:prstGeom>
          <a:solidFill>
            <a:srgbClr val="2356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67" name="Google Shape;967;g2ee8a780566_0_0"/>
          <p:cNvGrpSpPr/>
          <p:nvPr/>
        </p:nvGrpSpPr>
        <p:grpSpPr>
          <a:xfrm>
            <a:off x="5076493" y="4970810"/>
            <a:ext cx="878117" cy="451962"/>
            <a:chOff x="2455268" y="4524573"/>
            <a:chExt cx="878117" cy="451962"/>
          </a:xfrm>
        </p:grpSpPr>
        <p:grpSp>
          <p:nvGrpSpPr>
            <p:cNvPr id="968" name="Google Shape;968;g2ee8a780566_0_0"/>
            <p:cNvGrpSpPr/>
            <p:nvPr/>
          </p:nvGrpSpPr>
          <p:grpSpPr>
            <a:xfrm>
              <a:off x="2455268" y="4524573"/>
              <a:ext cx="878117" cy="451962"/>
              <a:chOff x="5672081" y="1914352"/>
              <a:chExt cx="792668" cy="306000"/>
            </a:xfrm>
          </p:grpSpPr>
          <p:sp>
            <p:nvSpPr>
              <p:cNvPr id="969" name="Google Shape;969;g2ee8a780566_0_0"/>
              <p:cNvSpPr/>
              <p:nvPr/>
            </p:nvSpPr>
            <p:spPr>
              <a:xfrm>
                <a:off x="5672081" y="1914352"/>
                <a:ext cx="679800" cy="306000"/>
              </a:xfrm>
              <a:prstGeom prst="roundRect">
                <a:avLst>
                  <a:gd name="adj" fmla="val 28571"/>
                </a:avLst>
              </a:prstGeom>
              <a:solidFill>
                <a:srgbClr val="2356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0" name="Google Shape;970;g2ee8a780566_0_0"/>
              <p:cNvSpPr/>
              <p:nvPr/>
            </p:nvSpPr>
            <p:spPr>
              <a:xfrm rot="5400000">
                <a:off x="6346103" y="2002252"/>
                <a:ext cx="103678" cy="133613"/>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2356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sp>
          <p:nvSpPr>
            <p:cNvPr id="971" name="Google Shape;971;g2ee8a780566_0_0"/>
            <p:cNvSpPr txBox="1"/>
            <p:nvPr/>
          </p:nvSpPr>
          <p:spPr>
            <a:xfrm>
              <a:off x="2504975" y="4550218"/>
              <a:ext cx="638100" cy="390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3500"/>
                <a:buFont typeface="Arial"/>
                <a:buNone/>
              </a:pPr>
              <a:r>
                <a:rPr lang="en-US" sz="2500" b="0" i="0" u="none" strike="noStrike" cap="none">
                  <a:solidFill>
                    <a:srgbClr val="FFFFFF"/>
                  </a:solidFill>
                  <a:latin typeface="Jost"/>
                  <a:ea typeface="Jost"/>
                  <a:cs typeface="Jost"/>
                  <a:sym typeface="Jost"/>
                </a:rPr>
                <a:t>/d/</a:t>
              </a:r>
              <a:endParaRPr sz="2500" b="0" i="0" u="none" strike="noStrike" cap="none">
                <a:solidFill>
                  <a:srgbClr val="FFFFFF"/>
                </a:solidFill>
                <a:latin typeface="Jost"/>
                <a:ea typeface="Jost"/>
                <a:cs typeface="Jost"/>
                <a:sym typeface="Jost"/>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76"/>
        <p:cNvGrpSpPr/>
        <p:nvPr/>
      </p:nvGrpSpPr>
      <p:grpSpPr>
        <a:xfrm>
          <a:off x="0" y="0"/>
          <a:ext cx="0" cy="0"/>
          <a:chOff x="0" y="0"/>
          <a:chExt cx="0" cy="0"/>
        </a:xfrm>
      </p:grpSpPr>
      <p:sp>
        <p:nvSpPr>
          <p:cNvPr id="977" name="Google Shape;977;g2c4fb7f6616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78" name="Google Shape;978;g2c4fb7f6616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cxnSp>
        <p:nvCxnSpPr>
          <p:cNvPr id="979" name="Google Shape;979;g2c4fb7f6616_1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80" name="Google Shape;980;g2c4fb7f6616_1_0"/>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1" name="Google Shape;981;g2c4fb7f6616_1_0"/>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2" name="Google Shape;982;g2c4fb7f6616_1_0"/>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3" name="Google Shape;983;g2c4fb7f6616_1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4" name="Google Shape;984;g2c4fb7f6616_1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5" name="Google Shape;985;g2c4fb7f6616_1_0"/>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6" name="Google Shape;986;g2c4fb7f6616_1_0"/>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7" name="Google Shape;987;g2c4fb7f6616_1_0"/>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88" name="Google Shape;988;g2c4fb7f6616_1_0"/>
          <p:cNvGrpSpPr/>
          <p:nvPr/>
        </p:nvGrpSpPr>
        <p:grpSpPr>
          <a:xfrm>
            <a:off x="-550" y="6984600"/>
            <a:ext cx="8596479" cy="808600"/>
            <a:chOff x="-550" y="6984600"/>
            <a:chExt cx="8596479" cy="808600"/>
          </a:xfrm>
        </p:grpSpPr>
        <p:sp>
          <p:nvSpPr>
            <p:cNvPr id="989" name="Google Shape;989;g2c4fb7f6616_1_0"/>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90" name="Google Shape;990;g2c4fb7f6616_1_0"/>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91" name="Google Shape;991;g2c4fb7f6616_1_0"/>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92" name="Google Shape;992;g2c4fb7f6616_1_0"/>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93" name="Google Shape;993;g2c4fb7f6616_1_0"/>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94" name="Google Shape;994;g2c4fb7f6616_1_0"/>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95" name="Google Shape;995;g2c4fb7f6616_1_0"/>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96" name="Google Shape;996;g2c4fb7f6616_1_0"/>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97" name="Google Shape;997;g2c4fb7f6616_1_0"/>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998" name="Google Shape;998;g2c4fb7f6616_1_0"/>
          <p:cNvSpPr/>
          <p:nvPr/>
        </p:nvSpPr>
        <p:spPr>
          <a:xfrm>
            <a:off x="3758852"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9" name="Google Shape;999;g2c4fb7f6616_1_0"/>
          <p:cNvSpPr txBox="1"/>
          <p:nvPr/>
        </p:nvSpPr>
        <p:spPr>
          <a:xfrm>
            <a:off x="3453613"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rgbClr val="000000"/>
              </a:buClr>
              <a:buSzPts val="12000"/>
              <a:buFont typeface="Arial"/>
              <a:buNone/>
            </a:pPr>
            <a:r>
              <a:rPr lang="en-US" sz="12000" b="0" i="0" u="none" strike="noStrike" cap="none">
                <a:solidFill>
                  <a:srgbClr val="2356AF"/>
                </a:solidFill>
                <a:latin typeface="Jost"/>
                <a:ea typeface="Jost"/>
                <a:cs typeface="Jost"/>
                <a:sym typeface="Jost"/>
              </a:rPr>
              <a:t>c</a:t>
            </a:r>
            <a:endParaRPr sz="12000" b="0" i="0" u="none" strike="noStrike" cap="none">
              <a:solidFill>
                <a:srgbClr val="2356AF"/>
              </a:solidFill>
              <a:latin typeface="Jost"/>
              <a:ea typeface="Jost"/>
              <a:cs typeface="Jost"/>
              <a:sym typeface="Jost"/>
            </a:endParaRPr>
          </a:p>
        </p:txBody>
      </p:sp>
      <p:sp>
        <p:nvSpPr>
          <p:cNvPr id="1000" name="Google Shape;1000;g2c4fb7f6616_1_0"/>
          <p:cNvSpPr/>
          <p:nvPr/>
        </p:nvSpPr>
        <p:spPr>
          <a:xfrm>
            <a:off x="4425419"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1" name="Google Shape;1001;g2c4fb7f6616_1_0"/>
          <p:cNvSpPr txBox="1"/>
          <p:nvPr/>
        </p:nvSpPr>
        <p:spPr>
          <a:xfrm>
            <a:off x="4262962" y="1308025"/>
            <a:ext cx="704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rgbClr val="000000"/>
              </a:buClr>
              <a:buSzPts val="12000"/>
              <a:buFont typeface="Arial"/>
              <a:buNone/>
            </a:pPr>
            <a:r>
              <a:rPr lang="en-US" sz="12000" b="0" i="0" u="none" strike="noStrike" cap="none">
                <a:solidFill>
                  <a:srgbClr val="2356AF"/>
                </a:solidFill>
                <a:latin typeface="Jost"/>
                <a:ea typeface="Jost"/>
                <a:cs typeface="Jost"/>
                <a:sym typeface="Jost"/>
              </a:rPr>
              <a:t>r</a:t>
            </a:r>
            <a:endParaRPr sz="12000" b="0" i="0" u="none" strike="noStrike" cap="none">
              <a:solidFill>
                <a:srgbClr val="2356AF"/>
              </a:solidFill>
              <a:latin typeface="Jost"/>
              <a:ea typeface="Jost"/>
              <a:cs typeface="Jost"/>
              <a:sym typeface="Jost"/>
            </a:endParaRPr>
          </a:p>
        </p:txBody>
      </p:sp>
      <p:sp>
        <p:nvSpPr>
          <p:cNvPr id="1002" name="Google Shape;1002;g2c4fb7f6616_1_0"/>
          <p:cNvSpPr txBox="1"/>
          <p:nvPr/>
        </p:nvSpPr>
        <p:spPr>
          <a:xfrm>
            <a:off x="5041787" y="1308025"/>
            <a:ext cx="6486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rgbClr val="000000"/>
              </a:buClr>
              <a:buSzPts val="12000"/>
              <a:buFont typeface="Arial"/>
              <a:buNone/>
            </a:pPr>
            <a:r>
              <a:rPr lang="en-US" sz="12000" b="0" i="0" u="none" strike="noStrike" cap="none">
                <a:solidFill>
                  <a:srgbClr val="815137"/>
                </a:solidFill>
                <a:latin typeface="Jost"/>
                <a:ea typeface="Jost"/>
                <a:cs typeface="Jost"/>
                <a:sym typeface="Jost"/>
              </a:rPr>
              <a:t>y</a:t>
            </a:r>
            <a:endParaRPr sz="12000" b="0" i="0" u="none" strike="noStrike" cap="none">
              <a:solidFill>
                <a:srgbClr val="815137"/>
              </a:solidFill>
              <a:latin typeface="Jost"/>
              <a:ea typeface="Jost"/>
              <a:cs typeface="Jost"/>
              <a:sym typeface="Jost"/>
            </a:endParaRPr>
          </a:p>
        </p:txBody>
      </p:sp>
      <p:sp>
        <p:nvSpPr>
          <p:cNvPr id="1003" name="Google Shape;1003;g2c4fb7f6616_1_0"/>
          <p:cNvSpPr/>
          <p:nvPr/>
        </p:nvSpPr>
        <p:spPr>
          <a:xfrm>
            <a:off x="5171094" y="3906888"/>
            <a:ext cx="390000" cy="390000"/>
          </a:xfrm>
          <a:prstGeom prst="ellipse">
            <a:avLst/>
          </a:prstGeom>
          <a:solidFill>
            <a:srgbClr val="815137"/>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08"/>
        <p:cNvGrpSpPr/>
        <p:nvPr/>
      </p:nvGrpSpPr>
      <p:grpSpPr>
        <a:xfrm>
          <a:off x="0" y="0"/>
          <a:ext cx="0" cy="0"/>
          <a:chOff x="0" y="0"/>
          <a:chExt cx="0" cy="0"/>
        </a:xfrm>
      </p:grpSpPr>
      <p:sp>
        <p:nvSpPr>
          <p:cNvPr id="1009" name="Google Shape;1009;g2ee8a780566_0_3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1010" name="Google Shape;1010;g2ee8a780566_0_3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cxnSp>
        <p:nvCxnSpPr>
          <p:cNvPr id="1011" name="Google Shape;1011;g2ee8a780566_0_39"/>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1012" name="Google Shape;1012;g2ee8a780566_0_39"/>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13" name="Google Shape;1013;g2ee8a780566_0_39"/>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14" name="Google Shape;1014;g2ee8a780566_0_39"/>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15" name="Google Shape;1015;g2ee8a780566_0_39"/>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16" name="Google Shape;1016;g2ee8a780566_0_39"/>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17" name="Google Shape;1017;g2ee8a780566_0_39"/>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8" name="Google Shape;1018;g2ee8a780566_0_39"/>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9" name="Google Shape;1019;g2ee8a780566_0_39"/>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020" name="Google Shape;1020;g2ee8a780566_0_39"/>
          <p:cNvGrpSpPr/>
          <p:nvPr/>
        </p:nvGrpSpPr>
        <p:grpSpPr>
          <a:xfrm>
            <a:off x="-550" y="6984600"/>
            <a:ext cx="8596479" cy="808600"/>
            <a:chOff x="-550" y="6984600"/>
            <a:chExt cx="8596479" cy="808600"/>
          </a:xfrm>
        </p:grpSpPr>
        <p:sp>
          <p:nvSpPr>
            <p:cNvPr id="1021" name="Google Shape;1021;g2ee8a780566_0_39"/>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1022" name="Google Shape;1022;g2ee8a780566_0_39"/>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1023" name="Google Shape;1023;g2ee8a780566_0_39"/>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1024" name="Google Shape;1024;g2ee8a780566_0_39"/>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1025" name="Google Shape;1025;g2ee8a780566_0_39"/>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1026" name="Google Shape;1026;g2ee8a780566_0_39"/>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027" name="Google Shape;1027;g2ee8a780566_0_39"/>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028" name="Google Shape;1028;g2ee8a780566_0_39"/>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1029" name="Google Shape;1029;g2ee8a780566_0_39"/>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1030" name="Google Shape;1030;g2ee8a780566_0_39"/>
          <p:cNvSpPr/>
          <p:nvPr/>
        </p:nvSpPr>
        <p:spPr>
          <a:xfrm>
            <a:off x="3047397"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31" name="Google Shape;1031;g2ee8a780566_0_39"/>
          <p:cNvSpPr txBox="1"/>
          <p:nvPr/>
        </p:nvSpPr>
        <p:spPr>
          <a:xfrm>
            <a:off x="2742158"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rgbClr val="000000"/>
              </a:buClr>
              <a:buSzPts val="12000"/>
              <a:buFont typeface="Arial"/>
              <a:buNone/>
            </a:pPr>
            <a:r>
              <a:rPr lang="en-US" sz="12000" b="0" i="0" u="none" strike="noStrike" cap="none">
                <a:solidFill>
                  <a:srgbClr val="2356AF"/>
                </a:solidFill>
                <a:latin typeface="Jost"/>
                <a:ea typeface="Jost"/>
                <a:cs typeface="Jost"/>
                <a:sym typeface="Jost"/>
              </a:rPr>
              <a:t>c</a:t>
            </a:r>
            <a:endParaRPr sz="12000" b="0" i="0" u="none" strike="noStrike" cap="none">
              <a:solidFill>
                <a:srgbClr val="2356AF"/>
              </a:solidFill>
              <a:latin typeface="Jost"/>
              <a:ea typeface="Jost"/>
              <a:cs typeface="Jost"/>
              <a:sym typeface="Jost"/>
            </a:endParaRPr>
          </a:p>
        </p:txBody>
      </p:sp>
      <p:sp>
        <p:nvSpPr>
          <p:cNvPr id="1032" name="Google Shape;1032;g2ee8a780566_0_39"/>
          <p:cNvSpPr/>
          <p:nvPr/>
        </p:nvSpPr>
        <p:spPr>
          <a:xfrm>
            <a:off x="3713964"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33" name="Google Shape;1033;g2ee8a780566_0_39"/>
          <p:cNvSpPr txBox="1"/>
          <p:nvPr/>
        </p:nvSpPr>
        <p:spPr>
          <a:xfrm>
            <a:off x="3551507" y="1308025"/>
            <a:ext cx="704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rgbClr val="000000"/>
              </a:buClr>
              <a:buSzPts val="12000"/>
              <a:buFont typeface="Arial"/>
              <a:buNone/>
            </a:pPr>
            <a:r>
              <a:rPr lang="en-US" sz="12000" b="0" i="0" u="none" strike="noStrike" cap="none">
                <a:solidFill>
                  <a:srgbClr val="2356AF"/>
                </a:solidFill>
                <a:latin typeface="Jost"/>
                <a:ea typeface="Jost"/>
                <a:cs typeface="Jost"/>
                <a:sym typeface="Jost"/>
              </a:rPr>
              <a:t>r</a:t>
            </a:r>
            <a:endParaRPr sz="12000" b="0" i="0" u="none" strike="noStrike" cap="none">
              <a:solidFill>
                <a:srgbClr val="2356AF"/>
              </a:solidFill>
              <a:latin typeface="Jost"/>
              <a:ea typeface="Jost"/>
              <a:cs typeface="Jost"/>
              <a:sym typeface="Jost"/>
            </a:endParaRPr>
          </a:p>
        </p:txBody>
      </p:sp>
      <p:sp>
        <p:nvSpPr>
          <p:cNvPr id="1034" name="Google Shape;1034;g2ee8a780566_0_39"/>
          <p:cNvSpPr txBox="1"/>
          <p:nvPr/>
        </p:nvSpPr>
        <p:spPr>
          <a:xfrm>
            <a:off x="4101733" y="1308025"/>
            <a:ext cx="6486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rgbClr val="000000"/>
              </a:buClr>
              <a:buSzPts val="12000"/>
              <a:buFont typeface="Arial"/>
              <a:buNone/>
            </a:pPr>
            <a:r>
              <a:rPr lang="en-US" sz="12000" b="0" i="0" u="none" strike="noStrike" cap="none">
                <a:solidFill>
                  <a:srgbClr val="815137"/>
                </a:solidFill>
                <a:latin typeface="Jost"/>
                <a:ea typeface="Jost"/>
                <a:cs typeface="Jost"/>
                <a:sym typeface="Jost"/>
              </a:rPr>
              <a:t>i</a:t>
            </a:r>
            <a:endParaRPr sz="12000" b="0" i="0" u="none" strike="noStrike" cap="none">
              <a:solidFill>
                <a:srgbClr val="815137"/>
              </a:solidFill>
              <a:latin typeface="Jost"/>
              <a:ea typeface="Jost"/>
              <a:cs typeface="Jost"/>
              <a:sym typeface="Jost"/>
            </a:endParaRPr>
          </a:p>
        </p:txBody>
      </p:sp>
      <p:sp>
        <p:nvSpPr>
          <p:cNvPr id="1035" name="Google Shape;1035;g2ee8a780566_0_39"/>
          <p:cNvSpPr/>
          <p:nvPr/>
        </p:nvSpPr>
        <p:spPr>
          <a:xfrm>
            <a:off x="4231039" y="3906888"/>
            <a:ext cx="390000" cy="390000"/>
          </a:xfrm>
          <a:prstGeom prst="ellipse">
            <a:avLst/>
          </a:prstGeom>
          <a:solidFill>
            <a:srgbClr val="815137"/>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36" name="Google Shape;1036;g2ee8a780566_0_39"/>
          <p:cNvSpPr txBox="1"/>
          <p:nvPr/>
        </p:nvSpPr>
        <p:spPr>
          <a:xfrm>
            <a:off x="5382142"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rgbClr val="000000"/>
              </a:buClr>
              <a:buSzPts val="12000"/>
              <a:buFont typeface="Arial"/>
              <a:buNone/>
            </a:pPr>
            <a:r>
              <a:rPr lang="en-US" sz="12000" b="0" i="0" u="none" strike="noStrike" cap="none">
                <a:solidFill>
                  <a:srgbClr val="2356AF"/>
                </a:solidFill>
                <a:latin typeface="Jost"/>
                <a:ea typeface="Jost"/>
                <a:cs typeface="Jost"/>
                <a:sym typeface="Jost"/>
              </a:rPr>
              <a:t>d</a:t>
            </a:r>
            <a:endParaRPr sz="12000" b="0" i="0" u="none" strike="noStrike" cap="none">
              <a:solidFill>
                <a:srgbClr val="2356AF"/>
              </a:solidFill>
              <a:latin typeface="Jost"/>
              <a:ea typeface="Jost"/>
              <a:cs typeface="Jost"/>
              <a:sym typeface="Jost"/>
            </a:endParaRPr>
          </a:p>
        </p:txBody>
      </p:sp>
      <p:sp>
        <p:nvSpPr>
          <p:cNvPr id="1037" name="Google Shape;1037;g2ee8a780566_0_39"/>
          <p:cNvSpPr txBox="1"/>
          <p:nvPr/>
        </p:nvSpPr>
        <p:spPr>
          <a:xfrm>
            <a:off x="4534727"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rgbClr val="000000"/>
              </a:buClr>
              <a:buSzPts val="12000"/>
              <a:buFont typeface="Arial"/>
              <a:buNone/>
            </a:pPr>
            <a:r>
              <a:rPr lang="en-US" sz="12000" b="0" i="0" u="none" strike="noStrike" cap="none">
                <a:solidFill>
                  <a:srgbClr val="D0CECE"/>
                </a:solidFill>
                <a:latin typeface="Jost"/>
                <a:ea typeface="Jost"/>
                <a:cs typeface="Jost"/>
                <a:sym typeface="Jost"/>
              </a:rPr>
              <a:t>e</a:t>
            </a:r>
            <a:endParaRPr sz="12000" b="0" i="0" u="none" strike="noStrike" cap="none">
              <a:solidFill>
                <a:srgbClr val="D0CECE"/>
              </a:solidFill>
              <a:latin typeface="Jost"/>
              <a:ea typeface="Jost"/>
              <a:cs typeface="Jost"/>
              <a:sym typeface="Jost"/>
            </a:endParaRPr>
          </a:p>
        </p:txBody>
      </p:sp>
      <p:sp>
        <p:nvSpPr>
          <p:cNvPr id="1038" name="Google Shape;1038;g2ee8a780566_0_39"/>
          <p:cNvSpPr/>
          <p:nvPr/>
        </p:nvSpPr>
        <p:spPr>
          <a:xfrm>
            <a:off x="4759121" y="4011900"/>
            <a:ext cx="1414200" cy="180000"/>
          </a:xfrm>
          <a:prstGeom prst="rect">
            <a:avLst/>
          </a:prstGeom>
          <a:solidFill>
            <a:srgbClr val="2356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039" name="Google Shape;1039;g2ee8a780566_0_39"/>
          <p:cNvGrpSpPr/>
          <p:nvPr/>
        </p:nvGrpSpPr>
        <p:grpSpPr>
          <a:xfrm>
            <a:off x="5076493" y="4970810"/>
            <a:ext cx="878117" cy="451962"/>
            <a:chOff x="2455268" y="4524573"/>
            <a:chExt cx="878117" cy="451962"/>
          </a:xfrm>
        </p:grpSpPr>
        <p:grpSp>
          <p:nvGrpSpPr>
            <p:cNvPr id="1040" name="Google Shape;1040;g2ee8a780566_0_39"/>
            <p:cNvGrpSpPr/>
            <p:nvPr/>
          </p:nvGrpSpPr>
          <p:grpSpPr>
            <a:xfrm>
              <a:off x="2455268" y="4524573"/>
              <a:ext cx="878117" cy="451962"/>
              <a:chOff x="5672081" y="1914352"/>
              <a:chExt cx="792668" cy="306000"/>
            </a:xfrm>
          </p:grpSpPr>
          <p:sp>
            <p:nvSpPr>
              <p:cNvPr id="1041" name="Google Shape;1041;g2ee8a780566_0_39"/>
              <p:cNvSpPr/>
              <p:nvPr/>
            </p:nvSpPr>
            <p:spPr>
              <a:xfrm>
                <a:off x="5672081" y="1914352"/>
                <a:ext cx="679800" cy="306000"/>
              </a:xfrm>
              <a:prstGeom prst="roundRect">
                <a:avLst>
                  <a:gd name="adj" fmla="val 28571"/>
                </a:avLst>
              </a:prstGeom>
              <a:solidFill>
                <a:srgbClr val="2356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42" name="Google Shape;1042;g2ee8a780566_0_39"/>
              <p:cNvSpPr/>
              <p:nvPr/>
            </p:nvSpPr>
            <p:spPr>
              <a:xfrm rot="5400000">
                <a:off x="6346103" y="2002252"/>
                <a:ext cx="103678" cy="133613"/>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2356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sp>
          <p:nvSpPr>
            <p:cNvPr id="1043" name="Google Shape;1043;g2ee8a780566_0_39"/>
            <p:cNvSpPr txBox="1"/>
            <p:nvPr/>
          </p:nvSpPr>
          <p:spPr>
            <a:xfrm>
              <a:off x="2504975" y="4550218"/>
              <a:ext cx="638100" cy="390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3500"/>
                <a:buFont typeface="Arial"/>
                <a:buNone/>
              </a:pPr>
              <a:r>
                <a:rPr lang="en-US" sz="2500" b="0" i="0" u="none" strike="noStrike" cap="none">
                  <a:solidFill>
                    <a:srgbClr val="FFFFFF"/>
                  </a:solidFill>
                  <a:latin typeface="Jost"/>
                  <a:ea typeface="Jost"/>
                  <a:cs typeface="Jost"/>
                  <a:sym typeface="Jost"/>
                </a:rPr>
                <a:t>/d/</a:t>
              </a:r>
              <a:endParaRPr sz="2500" b="0" i="0" u="none" strike="noStrike" cap="none">
                <a:solidFill>
                  <a:srgbClr val="FFFFFF"/>
                </a:solidFill>
                <a:latin typeface="Jost"/>
                <a:ea typeface="Jost"/>
                <a:cs typeface="Jost"/>
                <a:sym typeface="Jost"/>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48"/>
        <p:cNvGrpSpPr/>
        <p:nvPr/>
      </p:nvGrpSpPr>
      <p:grpSpPr>
        <a:xfrm>
          <a:off x="0" y="0"/>
          <a:ext cx="0" cy="0"/>
          <a:chOff x="0" y="0"/>
          <a:chExt cx="0" cy="0"/>
        </a:xfrm>
      </p:grpSpPr>
      <p:sp>
        <p:nvSpPr>
          <p:cNvPr id="1049" name="Google Shape;1049;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1050" name="Google Shape;1050;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55"/>
        <p:cNvGrpSpPr/>
        <p:nvPr/>
      </p:nvGrpSpPr>
      <p:grpSpPr>
        <a:xfrm>
          <a:off x="0" y="0"/>
          <a:ext cx="0" cy="0"/>
          <a:chOff x="0" y="0"/>
          <a:chExt cx="0" cy="0"/>
        </a:xfrm>
      </p:grpSpPr>
      <p:sp>
        <p:nvSpPr>
          <p:cNvPr id="1056" name="Google Shape;1056;g274b8b5b626_0_7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A PHONEME FRAME</a:t>
            </a:r>
            <a:endParaRPr/>
          </a:p>
        </p:txBody>
      </p:sp>
      <p:sp>
        <p:nvSpPr>
          <p:cNvPr id="1057" name="Google Shape;1057;g274b8b5b626_0_71"/>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Adding Affixes</a:t>
            </a:r>
            <a:endParaRPr/>
          </a:p>
        </p:txBody>
      </p:sp>
      <p:grpSp>
        <p:nvGrpSpPr>
          <p:cNvPr id="1058" name="Google Shape;1058;g274b8b5b626_0_71"/>
          <p:cNvGrpSpPr/>
          <p:nvPr/>
        </p:nvGrpSpPr>
        <p:grpSpPr>
          <a:xfrm>
            <a:off x="3024000" y="209875"/>
            <a:ext cx="3096000" cy="454800"/>
            <a:chOff x="3024000" y="209875"/>
            <a:chExt cx="3096000" cy="454800"/>
          </a:xfrm>
        </p:grpSpPr>
        <p:sp>
          <p:nvSpPr>
            <p:cNvPr id="1059" name="Google Shape;1059;g274b8b5b626_0_71"/>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60" name="Google Shape;1060;g274b8b5b626_0_71"/>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061" name="Google Shape;1061;g274b8b5b626_0_71"/>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062" name="Google Shape;1062;g274b8b5b626_0_71"/>
          <p:cNvCxnSpPr/>
          <p:nvPr/>
        </p:nvCxnSpPr>
        <p:spPr>
          <a:xfrm>
            <a:off x="1181100" y="3343725"/>
            <a:ext cx="6781800" cy="0"/>
          </a:xfrm>
          <a:prstGeom prst="straightConnector1">
            <a:avLst/>
          </a:prstGeom>
          <a:noFill/>
          <a:ln w="19050" cap="flat" cmpd="sng">
            <a:solidFill>
              <a:srgbClr val="CFD9EF"/>
            </a:solidFill>
            <a:prstDash val="solid"/>
            <a:miter lim="800000"/>
            <a:headEnd type="none" w="sm" len="sm"/>
            <a:tailEnd type="none" w="sm" len="sm"/>
          </a:ln>
        </p:spPr>
      </p:cxnSp>
      <p:pic>
        <p:nvPicPr>
          <p:cNvPr id="1063" name="Google Shape;1063;g274b8b5b626_0_71"/>
          <p:cNvPicPr preferRelativeResize="0"/>
          <p:nvPr/>
        </p:nvPicPr>
        <p:blipFill rotWithShape="1">
          <a:blip r:embed="rId4">
            <a:alphaModFix/>
          </a:blip>
          <a:srcRect l="35828" r="35825"/>
          <a:stretch/>
        </p:blipFill>
        <p:spPr>
          <a:xfrm>
            <a:off x="3201226" y="600199"/>
            <a:ext cx="2369801" cy="2644599"/>
          </a:xfrm>
          <a:prstGeom prst="rect">
            <a:avLst/>
          </a:prstGeom>
          <a:noFill/>
          <a:ln>
            <a:noFill/>
          </a:ln>
        </p:spPr>
      </p:pic>
      <p:grpSp>
        <p:nvGrpSpPr>
          <p:cNvPr id="1064" name="Google Shape;1064;g274b8b5b626_0_71"/>
          <p:cNvGrpSpPr/>
          <p:nvPr/>
        </p:nvGrpSpPr>
        <p:grpSpPr>
          <a:xfrm>
            <a:off x="1817881" y="3614075"/>
            <a:ext cx="5508237" cy="1851900"/>
            <a:chOff x="2043111" y="3614075"/>
            <a:chExt cx="5508237" cy="1851900"/>
          </a:xfrm>
        </p:grpSpPr>
        <p:grpSp>
          <p:nvGrpSpPr>
            <p:cNvPr id="1065" name="Google Shape;1065;g274b8b5b626_0_71"/>
            <p:cNvGrpSpPr/>
            <p:nvPr/>
          </p:nvGrpSpPr>
          <p:grpSpPr>
            <a:xfrm flipH="1">
              <a:off x="2043111" y="4063875"/>
              <a:ext cx="5508031" cy="1170725"/>
              <a:chOff x="1181249" y="4063875"/>
              <a:chExt cx="6269100" cy="1170725"/>
            </a:xfrm>
          </p:grpSpPr>
          <p:cxnSp>
            <p:nvCxnSpPr>
              <p:cNvPr id="1066" name="Google Shape;1066;g274b8b5b626_0_71"/>
              <p:cNvCxnSpPr/>
              <p:nvPr/>
            </p:nvCxnSpPr>
            <p:spPr>
              <a:xfrm>
                <a:off x="1181249" y="5234600"/>
                <a:ext cx="6269100" cy="0"/>
              </a:xfrm>
              <a:prstGeom prst="straightConnector1">
                <a:avLst/>
              </a:prstGeom>
              <a:noFill/>
              <a:ln w="28575" cap="flat" cmpd="sng">
                <a:solidFill>
                  <a:srgbClr val="C2EDFF"/>
                </a:solidFill>
                <a:prstDash val="lgDash"/>
                <a:miter lim="800000"/>
                <a:headEnd type="none" w="sm" len="sm"/>
                <a:tailEnd type="none" w="sm" len="sm"/>
              </a:ln>
            </p:spPr>
          </p:cxnSp>
          <p:cxnSp>
            <p:nvCxnSpPr>
              <p:cNvPr id="1067" name="Google Shape;1067;g274b8b5b626_0_71"/>
              <p:cNvCxnSpPr/>
              <p:nvPr/>
            </p:nvCxnSpPr>
            <p:spPr>
              <a:xfrm>
                <a:off x="1181249" y="4971261"/>
                <a:ext cx="6269100" cy="0"/>
              </a:xfrm>
              <a:prstGeom prst="straightConnector1">
                <a:avLst/>
              </a:prstGeom>
              <a:noFill/>
              <a:ln w="28575" cap="flat" cmpd="sng">
                <a:solidFill>
                  <a:srgbClr val="C2EDFF"/>
                </a:solidFill>
                <a:prstDash val="solid"/>
                <a:miter lim="800000"/>
                <a:headEnd type="none" w="sm" len="sm"/>
                <a:tailEnd type="none" w="sm" len="sm"/>
              </a:ln>
            </p:spPr>
          </p:cxnSp>
          <p:cxnSp>
            <p:nvCxnSpPr>
              <p:cNvPr id="1068" name="Google Shape;1068;g274b8b5b626_0_71"/>
              <p:cNvCxnSpPr/>
              <p:nvPr/>
            </p:nvCxnSpPr>
            <p:spPr>
              <a:xfrm>
                <a:off x="1181249" y="4367725"/>
                <a:ext cx="6269100" cy="0"/>
              </a:xfrm>
              <a:prstGeom prst="straightConnector1">
                <a:avLst/>
              </a:prstGeom>
              <a:noFill/>
              <a:ln w="28575" cap="flat" cmpd="sng">
                <a:solidFill>
                  <a:srgbClr val="C2EDFF"/>
                </a:solidFill>
                <a:prstDash val="lgDash"/>
                <a:miter lim="800000"/>
                <a:headEnd type="none" w="sm" len="sm"/>
                <a:tailEnd type="none" w="sm" len="sm"/>
              </a:ln>
            </p:spPr>
          </p:cxnSp>
          <p:cxnSp>
            <p:nvCxnSpPr>
              <p:cNvPr id="1069" name="Google Shape;1069;g274b8b5b626_0_71"/>
              <p:cNvCxnSpPr/>
              <p:nvPr/>
            </p:nvCxnSpPr>
            <p:spPr>
              <a:xfrm>
                <a:off x="1181249" y="4063875"/>
                <a:ext cx="6269100" cy="0"/>
              </a:xfrm>
              <a:prstGeom prst="straightConnector1">
                <a:avLst/>
              </a:prstGeom>
              <a:noFill/>
              <a:ln w="28575" cap="flat" cmpd="sng">
                <a:solidFill>
                  <a:srgbClr val="C2EDFF"/>
                </a:solidFill>
                <a:prstDash val="lgDash"/>
                <a:miter lim="800000"/>
                <a:headEnd type="none" w="sm" len="sm"/>
                <a:tailEnd type="none" w="sm" len="sm"/>
              </a:ln>
            </p:spPr>
          </p:cxnSp>
        </p:grpSp>
        <p:sp>
          <p:nvSpPr>
            <p:cNvPr id="1070" name="Google Shape;1070;g274b8b5b626_0_71"/>
            <p:cNvSpPr/>
            <p:nvPr/>
          </p:nvSpPr>
          <p:spPr>
            <a:xfrm flipH="1">
              <a:off x="2043342" y="3629300"/>
              <a:ext cx="5508000" cy="1828800"/>
            </a:xfrm>
            <a:prstGeom prst="roundRect">
              <a:avLst>
                <a:gd name="adj" fmla="val 5599"/>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nvGrpSpPr>
            <p:cNvPr id="1071" name="Google Shape;1071;g274b8b5b626_0_71"/>
            <p:cNvGrpSpPr/>
            <p:nvPr/>
          </p:nvGrpSpPr>
          <p:grpSpPr>
            <a:xfrm flipH="1">
              <a:off x="5301040" y="3629300"/>
              <a:ext cx="2250308" cy="1828800"/>
              <a:chOff x="1428717" y="3631675"/>
              <a:chExt cx="2250308" cy="1828800"/>
            </a:xfrm>
          </p:grpSpPr>
          <p:sp>
            <p:nvSpPr>
              <p:cNvPr id="1072" name="Google Shape;1072;g274b8b5b626_0_71"/>
              <p:cNvSpPr/>
              <p:nvPr/>
            </p:nvSpPr>
            <p:spPr>
              <a:xfrm rot="-5400000">
                <a:off x="1566717" y="3493675"/>
                <a:ext cx="1828800" cy="2104800"/>
              </a:xfrm>
              <a:prstGeom prst="round2SameRect">
                <a:avLst>
                  <a:gd name="adj1" fmla="val 5964"/>
                  <a:gd name="adj2" fmla="val 0"/>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nvGrpSpPr>
              <p:cNvPr id="1073" name="Google Shape;1073;g274b8b5b626_0_71"/>
              <p:cNvGrpSpPr/>
              <p:nvPr/>
            </p:nvGrpSpPr>
            <p:grpSpPr>
              <a:xfrm>
                <a:off x="3415325" y="4484375"/>
                <a:ext cx="263700" cy="263700"/>
                <a:chOff x="3415325" y="4484375"/>
                <a:chExt cx="263700" cy="263700"/>
              </a:xfrm>
            </p:grpSpPr>
            <p:sp>
              <p:nvSpPr>
                <p:cNvPr id="1074" name="Google Shape;1074;g274b8b5b626_0_71"/>
                <p:cNvSpPr/>
                <p:nvPr/>
              </p:nvSpPr>
              <p:spPr>
                <a:xfrm>
                  <a:off x="3415325" y="4484375"/>
                  <a:ext cx="263700" cy="263700"/>
                </a:xfrm>
                <a:prstGeom prst="ellipse">
                  <a:avLst/>
                </a:prstGeom>
                <a:solidFill>
                  <a:srgbClr val="8ED8F8"/>
                </a:solid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a:solidFill>
                      <a:srgbClr val="FFFFFF"/>
                    </a:solidFill>
                    <a:latin typeface="Poppins"/>
                    <a:ea typeface="Poppins"/>
                    <a:cs typeface="Poppins"/>
                    <a:sym typeface="Poppins"/>
                  </a:endParaRPr>
                </a:p>
              </p:txBody>
            </p:sp>
            <p:sp>
              <p:nvSpPr>
                <p:cNvPr id="1075" name="Google Shape;1075;g274b8b5b626_0_71"/>
                <p:cNvSpPr/>
                <p:nvPr/>
              </p:nvSpPr>
              <p:spPr>
                <a:xfrm>
                  <a:off x="3467075" y="4536125"/>
                  <a:ext cx="160200" cy="160200"/>
                </a:xfrm>
                <a:prstGeom prst="mathPlus">
                  <a:avLst>
                    <a:gd name="adj1" fmla="val 23520"/>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cxnSp>
          <p:nvCxnSpPr>
            <p:cNvPr id="1076" name="Google Shape;1076;g274b8b5b626_0_71"/>
            <p:cNvCxnSpPr/>
            <p:nvPr/>
          </p:nvCxnSpPr>
          <p:spPr>
            <a:xfrm rot="10800000">
              <a:off x="3255492" y="3614075"/>
              <a:ext cx="0" cy="1851900"/>
            </a:xfrm>
            <a:prstGeom prst="straightConnector1">
              <a:avLst/>
            </a:prstGeom>
            <a:noFill/>
            <a:ln w="28575" cap="flat" cmpd="sng">
              <a:solidFill>
                <a:srgbClr val="C2EDFF"/>
              </a:solidFill>
              <a:prstDash val="dash"/>
              <a:miter lim="800000"/>
              <a:headEnd type="none" w="sm" len="sm"/>
              <a:tailEnd type="none" w="sm" len="sm"/>
            </a:ln>
          </p:spPr>
        </p:cxnSp>
        <p:cxnSp>
          <p:nvCxnSpPr>
            <p:cNvPr id="1077" name="Google Shape;1077;g274b8b5b626_0_71"/>
            <p:cNvCxnSpPr/>
            <p:nvPr/>
          </p:nvCxnSpPr>
          <p:spPr>
            <a:xfrm rot="10800000">
              <a:off x="4609624" y="3614075"/>
              <a:ext cx="0" cy="1851900"/>
            </a:xfrm>
            <a:prstGeom prst="straightConnector1">
              <a:avLst/>
            </a:prstGeom>
            <a:noFill/>
            <a:ln w="28575" cap="flat" cmpd="sng">
              <a:solidFill>
                <a:srgbClr val="C2EDFF"/>
              </a:solidFill>
              <a:prstDash val="dash"/>
              <a:miter lim="800000"/>
              <a:headEnd type="none" w="sm" len="sm"/>
              <a:tailEnd type="none" w="sm" len="sm"/>
            </a:ln>
          </p:spPr>
        </p:cxnSp>
        <p:cxnSp>
          <p:nvCxnSpPr>
            <p:cNvPr id="1078" name="Google Shape;1078;g274b8b5b626_0_71"/>
            <p:cNvCxnSpPr/>
            <p:nvPr/>
          </p:nvCxnSpPr>
          <p:spPr>
            <a:xfrm rot="10800000">
              <a:off x="6160835" y="3614075"/>
              <a:ext cx="0" cy="1851900"/>
            </a:xfrm>
            <a:prstGeom prst="straightConnector1">
              <a:avLst/>
            </a:prstGeom>
            <a:noFill/>
            <a:ln w="28575" cap="flat" cmpd="sng">
              <a:solidFill>
                <a:srgbClr val="C2EDFF"/>
              </a:solidFill>
              <a:prstDash val="dash"/>
              <a:miter lim="800000"/>
              <a:headEnd type="none" w="sm" len="sm"/>
              <a:tailEnd type="none" w="sm" len="sm"/>
            </a:ln>
          </p:spPr>
        </p:cxnSp>
      </p:grpSp>
      <p:sp>
        <p:nvSpPr>
          <p:cNvPr id="1079" name="Google Shape;1079;g274b8b5b626_0_71"/>
          <p:cNvSpPr txBox="1"/>
          <p:nvPr/>
        </p:nvSpPr>
        <p:spPr>
          <a:xfrm>
            <a:off x="1883837" y="4064350"/>
            <a:ext cx="11235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2356AF"/>
                </a:solidFill>
                <a:latin typeface="Jost"/>
                <a:ea typeface="Jost"/>
                <a:cs typeface="Jost"/>
                <a:sym typeface="Jost"/>
              </a:rPr>
              <a:t>w</a:t>
            </a:r>
            <a:endParaRPr sz="8500" b="0" i="0" u="none" strike="noStrike" cap="none">
              <a:solidFill>
                <a:srgbClr val="2356AF"/>
              </a:solidFill>
              <a:latin typeface="Jost"/>
              <a:ea typeface="Jost"/>
              <a:cs typeface="Jost"/>
              <a:sym typeface="Jost"/>
            </a:endParaRPr>
          </a:p>
        </p:txBody>
      </p:sp>
      <p:sp>
        <p:nvSpPr>
          <p:cNvPr id="1080" name="Google Shape;1080;g274b8b5b626_0_71"/>
          <p:cNvSpPr txBox="1"/>
          <p:nvPr/>
        </p:nvSpPr>
        <p:spPr>
          <a:xfrm>
            <a:off x="4347945" y="4064350"/>
            <a:ext cx="739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2356AF"/>
                </a:solidFill>
                <a:latin typeface="Jost"/>
                <a:ea typeface="Jost"/>
                <a:cs typeface="Jost"/>
                <a:sym typeface="Jost"/>
              </a:rPr>
              <a:t>r</a:t>
            </a:r>
            <a:endParaRPr sz="8500" b="0" i="0" u="none" strike="noStrike" cap="none">
              <a:solidFill>
                <a:srgbClr val="2356AF"/>
              </a:solidFill>
              <a:latin typeface="Jost"/>
              <a:ea typeface="Jost"/>
              <a:cs typeface="Jost"/>
              <a:sym typeface="Jost"/>
            </a:endParaRPr>
          </a:p>
        </p:txBody>
      </p:sp>
      <p:sp>
        <p:nvSpPr>
          <p:cNvPr id="1081" name="Google Shape;1081;g274b8b5b626_0_71"/>
          <p:cNvSpPr txBox="1"/>
          <p:nvPr/>
        </p:nvSpPr>
        <p:spPr>
          <a:xfrm>
            <a:off x="5195795" y="4064350"/>
            <a:ext cx="739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815137"/>
                </a:solidFill>
                <a:latin typeface="Jost"/>
                <a:ea typeface="Jost"/>
                <a:cs typeface="Jost"/>
                <a:sym typeface="Jost"/>
              </a:rPr>
              <a:t>y</a:t>
            </a:r>
            <a:endParaRPr sz="8500" b="0" i="0" u="none" strike="noStrike" cap="none">
              <a:solidFill>
                <a:srgbClr val="815137"/>
              </a:solidFill>
              <a:latin typeface="Jost"/>
              <a:ea typeface="Jost"/>
              <a:cs typeface="Jost"/>
              <a:sym typeface="Jost"/>
            </a:endParaRPr>
          </a:p>
        </p:txBody>
      </p:sp>
      <p:sp>
        <p:nvSpPr>
          <p:cNvPr id="1082" name="Google Shape;1082;g274b8b5b626_0_71"/>
          <p:cNvSpPr txBox="1"/>
          <p:nvPr/>
        </p:nvSpPr>
        <p:spPr>
          <a:xfrm>
            <a:off x="5894770" y="4064350"/>
            <a:ext cx="14232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endParaRPr sz="8500" b="0" i="0" u="none" strike="noStrike" cap="none">
              <a:solidFill>
                <a:srgbClr val="2356AF"/>
              </a:solidFill>
              <a:latin typeface="Jost"/>
              <a:ea typeface="Jost"/>
              <a:cs typeface="Jost"/>
              <a:sym typeface="Jost"/>
            </a:endParaRPr>
          </a:p>
        </p:txBody>
      </p:sp>
      <p:sp>
        <p:nvSpPr>
          <p:cNvPr id="1083" name="Google Shape;1083;g274b8b5b626_0_71"/>
          <p:cNvSpPr txBox="1"/>
          <p:nvPr/>
        </p:nvSpPr>
        <p:spPr>
          <a:xfrm>
            <a:off x="3051487" y="4064350"/>
            <a:ext cx="13044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815137"/>
                </a:solidFill>
                <a:latin typeface="Jost"/>
                <a:ea typeface="Jost"/>
                <a:cs typeface="Jost"/>
                <a:sym typeface="Jost"/>
              </a:rPr>
              <a:t>or</a:t>
            </a:r>
            <a:endParaRPr sz="8500" b="0" i="0" u="none" strike="noStrike" cap="none">
              <a:solidFill>
                <a:srgbClr val="815137"/>
              </a:solidFill>
              <a:latin typeface="Jost"/>
              <a:ea typeface="Jost"/>
              <a:cs typeface="Jost"/>
              <a:sym typeface="Jost"/>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88"/>
        <p:cNvGrpSpPr/>
        <p:nvPr/>
      </p:nvGrpSpPr>
      <p:grpSpPr>
        <a:xfrm>
          <a:off x="0" y="0"/>
          <a:ext cx="0" cy="0"/>
          <a:chOff x="0" y="0"/>
          <a:chExt cx="0" cy="0"/>
        </a:xfrm>
      </p:grpSpPr>
      <p:sp>
        <p:nvSpPr>
          <p:cNvPr id="1089" name="Google Shape;1089;g274b8b5b626_0_1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A PHONEME FRAME</a:t>
            </a:r>
            <a:endParaRPr/>
          </a:p>
        </p:txBody>
      </p:sp>
      <p:sp>
        <p:nvSpPr>
          <p:cNvPr id="1090" name="Google Shape;1090;g274b8b5b626_0_1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Adding Affixes</a:t>
            </a:r>
            <a:endParaRPr/>
          </a:p>
        </p:txBody>
      </p:sp>
      <p:grpSp>
        <p:nvGrpSpPr>
          <p:cNvPr id="1091" name="Google Shape;1091;g274b8b5b626_0_104"/>
          <p:cNvGrpSpPr/>
          <p:nvPr/>
        </p:nvGrpSpPr>
        <p:grpSpPr>
          <a:xfrm>
            <a:off x="3024000" y="209875"/>
            <a:ext cx="3096000" cy="454800"/>
            <a:chOff x="3024000" y="209875"/>
            <a:chExt cx="3096000" cy="454800"/>
          </a:xfrm>
        </p:grpSpPr>
        <p:sp>
          <p:nvSpPr>
            <p:cNvPr id="1092" name="Google Shape;1092;g274b8b5b626_0_10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3" name="Google Shape;1093;g274b8b5b626_0_10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094" name="Google Shape;1094;g274b8b5b626_0_104"/>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095" name="Google Shape;1095;g274b8b5b626_0_104"/>
          <p:cNvCxnSpPr/>
          <p:nvPr/>
        </p:nvCxnSpPr>
        <p:spPr>
          <a:xfrm>
            <a:off x="1181100" y="3343725"/>
            <a:ext cx="6781800" cy="0"/>
          </a:xfrm>
          <a:prstGeom prst="straightConnector1">
            <a:avLst/>
          </a:prstGeom>
          <a:noFill/>
          <a:ln w="19050" cap="flat" cmpd="sng">
            <a:solidFill>
              <a:srgbClr val="CFD9EF"/>
            </a:solidFill>
            <a:prstDash val="solid"/>
            <a:miter lim="800000"/>
            <a:headEnd type="none" w="sm" len="sm"/>
            <a:tailEnd type="none" w="sm" len="sm"/>
          </a:ln>
        </p:spPr>
      </p:cxnSp>
      <p:pic>
        <p:nvPicPr>
          <p:cNvPr id="1096" name="Google Shape;1096;g274b8b5b626_0_104"/>
          <p:cNvPicPr preferRelativeResize="0"/>
          <p:nvPr/>
        </p:nvPicPr>
        <p:blipFill rotWithShape="1">
          <a:blip r:embed="rId4">
            <a:alphaModFix/>
          </a:blip>
          <a:srcRect l="35828" r="35825"/>
          <a:stretch/>
        </p:blipFill>
        <p:spPr>
          <a:xfrm>
            <a:off x="3201226" y="600199"/>
            <a:ext cx="2369801" cy="2644599"/>
          </a:xfrm>
          <a:prstGeom prst="rect">
            <a:avLst/>
          </a:prstGeom>
          <a:noFill/>
          <a:ln>
            <a:noFill/>
          </a:ln>
        </p:spPr>
      </p:pic>
      <p:grpSp>
        <p:nvGrpSpPr>
          <p:cNvPr id="1097" name="Google Shape;1097;g274b8b5b626_0_104"/>
          <p:cNvGrpSpPr/>
          <p:nvPr/>
        </p:nvGrpSpPr>
        <p:grpSpPr>
          <a:xfrm>
            <a:off x="1817881" y="3614075"/>
            <a:ext cx="5508237" cy="1851900"/>
            <a:chOff x="2043111" y="3614075"/>
            <a:chExt cx="5508237" cy="1851900"/>
          </a:xfrm>
        </p:grpSpPr>
        <p:grpSp>
          <p:nvGrpSpPr>
            <p:cNvPr id="1098" name="Google Shape;1098;g274b8b5b626_0_104"/>
            <p:cNvGrpSpPr/>
            <p:nvPr/>
          </p:nvGrpSpPr>
          <p:grpSpPr>
            <a:xfrm flipH="1">
              <a:off x="2043111" y="4063875"/>
              <a:ext cx="5508031" cy="1170725"/>
              <a:chOff x="1181249" y="4063875"/>
              <a:chExt cx="6269100" cy="1170725"/>
            </a:xfrm>
          </p:grpSpPr>
          <p:cxnSp>
            <p:nvCxnSpPr>
              <p:cNvPr id="1099" name="Google Shape;1099;g274b8b5b626_0_104"/>
              <p:cNvCxnSpPr/>
              <p:nvPr/>
            </p:nvCxnSpPr>
            <p:spPr>
              <a:xfrm>
                <a:off x="1181249" y="5234600"/>
                <a:ext cx="6269100" cy="0"/>
              </a:xfrm>
              <a:prstGeom prst="straightConnector1">
                <a:avLst/>
              </a:prstGeom>
              <a:noFill/>
              <a:ln w="28575" cap="flat" cmpd="sng">
                <a:solidFill>
                  <a:srgbClr val="C2EDFF"/>
                </a:solidFill>
                <a:prstDash val="lgDash"/>
                <a:miter lim="800000"/>
                <a:headEnd type="none" w="sm" len="sm"/>
                <a:tailEnd type="none" w="sm" len="sm"/>
              </a:ln>
            </p:spPr>
          </p:cxnSp>
          <p:cxnSp>
            <p:nvCxnSpPr>
              <p:cNvPr id="1100" name="Google Shape;1100;g274b8b5b626_0_104"/>
              <p:cNvCxnSpPr/>
              <p:nvPr/>
            </p:nvCxnSpPr>
            <p:spPr>
              <a:xfrm>
                <a:off x="1181249" y="4971261"/>
                <a:ext cx="6269100" cy="0"/>
              </a:xfrm>
              <a:prstGeom prst="straightConnector1">
                <a:avLst/>
              </a:prstGeom>
              <a:noFill/>
              <a:ln w="28575" cap="flat" cmpd="sng">
                <a:solidFill>
                  <a:srgbClr val="C2EDFF"/>
                </a:solidFill>
                <a:prstDash val="solid"/>
                <a:miter lim="800000"/>
                <a:headEnd type="none" w="sm" len="sm"/>
                <a:tailEnd type="none" w="sm" len="sm"/>
              </a:ln>
            </p:spPr>
          </p:cxnSp>
          <p:cxnSp>
            <p:nvCxnSpPr>
              <p:cNvPr id="1101" name="Google Shape;1101;g274b8b5b626_0_104"/>
              <p:cNvCxnSpPr/>
              <p:nvPr/>
            </p:nvCxnSpPr>
            <p:spPr>
              <a:xfrm>
                <a:off x="1181249" y="4367725"/>
                <a:ext cx="6269100" cy="0"/>
              </a:xfrm>
              <a:prstGeom prst="straightConnector1">
                <a:avLst/>
              </a:prstGeom>
              <a:noFill/>
              <a:ln w="28575" cap="flat" cmpd="sng">
                <a:solidFill>
                  <a:srgbClr val="C2EDFF"/>
                </a:solidFill>
                <a:prstDash val="lgDash"/>
                <a:miter lim="800000"/>
                <a:headEnd type="none" w="sm" len="sm"/>
                <a:tailEnd type="none" w="sm" len="sm"/>
              </a:ln>
            </p:spPr>
          </p:cxnSp>
          <p:cxnSp>
            <p:nvCxnSpPr>
              <p:cNvPr id="1102" name="Google Shape;1102;g274b8b5b626_0_104"/>
              <p:cNvCxnSpPr/>
              <p:nvPr/>
            </p:nvCxnSpPr>
            <p:spPr>
              <a:xfrm>
                <a:off x="1181249" y="4063875"/>
                <a:ext cx="6269100" cy="0"/>
              </a:xfrm>
              <a:prstGeom prst="straightConnector1">
                <a:avLst/>
              </a:prstGeom>
              <a:noFill/>
              <a:ln w="28575" cap="flat" cmpd="sng">
                <a:solidFill>
                  <a:srgbClr val="C2EDFF"/>
                </a:solidFill>
                <a:prstDash val="lgDash"/>
                <a:miter lim="800000"/>
                <a:headEnd type="none" w="sm" len="sm"/>
                <a:tailEnd type="none" w="sm" len="sm"/>
              </a:ln>
            </p:spPr>
          </p:cxnSp>
        </p:grpSp>
        <p:sp>
          <p:nvSpPr>
            <p:cNvPr id="1103" name="Google Shape;1103;g274b8b5b626_0_104"/>
            <p:cNvSpPr/>
            <p:nvPr/>
          </p:nvSpPr>
          <p:spPr>
            <a:xfrm flipH="1">
              <a:off x="2043342" y="3629300"/>
              <a:ext cx="5508000" cy="1828800"/>
            </a:xfrm>
            <a:prstGeom prst="roundRect">
              <a:avLst>
                <a:gd name="adj" fmla="val 5599"/>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nvGrpSpPr>
            <p:cNvPr id="1104" name="Google Shape;1104;g274b8b5b626_0_104"/>
            <p:cNvGrpSpPr/>
            <p:nvPr/>
          </p:nvGrpSpPr>
          <p:grpSpPr>
            <a:xfrm flipH="1">
              <a:off x="5301040" y="3629300"/>
              <a:ext cx="2250308" cy="1828800"/>
              <a:chOff x="1428717" y="3631675"/>
              <a:chExt cx="2250308" cy="1828800"/>
            </a:xfrm>
          </p:grpSpPr>
          <p:sp>
            <p:nvSpPr>
              <p:cNvPr id="1105" name="Google Shape;1105;g274b8b5b626_0_104"/>
              <p:cNvSpPr/>
              <p:nvPr/>
            </p:nvSpPr>
            <p:spPr>
              <a:xfrm rot="-5400000">
                <a:off x="1566717" y="3493675"/>
                <a:ext cx="1828800" cy="2104800"/>
              </a:xfrm>
              <a:prstGeom prst="round2SameRect">
                <a:avLst>
                  <a:gd name="adj1" fmla="val 5964"/>
                  <a:gd name="adj2" fmla="val 0"/>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nvGrpSpPr>
              <p:cNvPr id="1106" name="Google Shape;1106;g274b8b5b626_0_104"/>
              <p:cNvGrpSpPr/>
              <p:nvPr/>
            </p:nvGrpSpPr>
            <p:grpSpPr>
              <a:xfrm>
                <a:off x="3415325" y="4484375"/>
                <a:ext cx="263700" cy="263700"/>
                <a:chOff x="3415325" y="4484375"/>
                <a:chExt cx="263700" cy="263700"/>
              </a:xfrm>
            </p:grpSpPr>
            <p:sp>
              <p:nvSpPr>
                <p:cNvPr id="1107" name="Google Shape;1107;g274b8b5b626_0_104"/>
                <p:cNvSpPr/>
                <p:nvPr/>
              </p:nvSpPr>
              <p:spPr>
                <a:xfrm>
                  <a:off x="3415325" y="4484375"/>
                  <a:ext cx="263700" cy="263700"/>
                </a:xfrm>
                <a:prstGeom prst="ellipse">
                  <a:avLst/>
                </a:prstGeom>
                <a:solidFill>
                  <a:srgbClr val="8ED8F8"/>
                </a:solid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a:solidFill>
                      <a:srgbClr val="FFFFFF"/>
                    </a:solidFill>
                    <a:latin typeface="Poppins"/>
                    <a:ea typeface="Poppins"/>
                    <a:cs typeface="Poppins"/>
                    <a:sym typeface="Poppins"/>
                  </a:endParaRPr>
                </a:p>
              </p:txBody>
            </p:sp>
            <p:sp>
              <p:nvSpPr>
                <p:cNvPr id="1108" name="Google Shape;1108;g274b8b5b626_0_104"/>
                <p:cNvSpPr/>
                <p:nvPr/>
              </p:nvSpPr>
              <p:spPr>
                <a:xfrm>
                  <a:off x="3467075" y="4536125"/>
                  <a:ext cx="160200" cy="160200"/>
                </a:xfrm>
                <a:prstGeom prst="mathPlus">
                  <a:avLst>
                    <a:gd name="adj1" fmla="val 23520"/>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cxnSp>
          <p:nvCxnSpPr>
            <p:cNvPr id="1109" name="Google Shape;1109;g274b8b5b626_0_104"/>
            <p:cNvCxnSpPr/>
            <p:nvPr/>
          </p:nvCxnSpPr>
          <p:spPr>
            <a:xfrm rot="10800000">
              <a:off x="3255492" y="3614075"/>
              <a:ext cx="0" cy="1851900"/>
            </a:xfrm>
            <a:prstGeom prst="straightConnector1">
              <a:avLst/>
            </a:prstGeom>
            <a:noFill/>
            <a:ln w="28575" cap="flat" cmpd="sng">
              <a:solidFill>
                <a:srgbClr val="C2EDFF"/>
              </a:solidFill>
              <a:prstDash val="dash"/>
              <a:miter lim="800000"/>
              <a:headEnd type="none" w="sm" len="sm"/>
              <a:tailEnd type="none" w="sm" len="sm"/>
            </a:ln>
          </p:spPr>
        </p:cxnSp>
        <p:cxnSp>
          <p:nvCxnSpPr>
            <p:cNvPr id="1110" name="Google Shape;1110;g274b8b5b626_0_104"/>
            <p:cNvCxnSpPr/>
            <p:nvPr/>
          </p:nvCxnSpPr>
          <p:spPr>
            <a:xfrm rot="10800000">
              <a:off x="4609624" y="3614075"/>
              <a:ext cx="0" cy="1851900"/>
            </a:xfrm>
            <a:prstGeom prst="straightConnector1">
              <a:avLst/>
            </a:prstGeom>
            <a:noFill/>
            <a:ln w="28575" cap="flat" cmpd="sng">
              <a:solidFill>
                <a:srgbClr val="C2EDFF"/>
              </a:solidFill>
              <a:prstDash val="dash"/>
              <a:miter lim="800000"/>
              <a:headEnd type="none" w="sm" len="sm"/>
              <a:tailEnd type="none" w="sm" len="sm"/>
            </a:ln>
          </p:spPr>
        </p:cxnSp>
        <p:cxnSp>
          <p:nvCxnSpPr>
            <p:cNvPr id="1111" name="Google Shape;1111;g274b8b5b626_0_104"/>
            <p:cNvCxnSpPr/>
            <p:nvPr/>
          </p:nvCxnSpPr>
          <p:spPr>
            <a:xfrm rot="10800000">
              <a:off x="6160835" y="3614075"/>
              <a:ext cx="0" cy="1851900"/>
            </a:xfrm>
            <a:prstGeom prst="straightConnector1">
              <a:avLst/>
            </a:prstGeom>
            <a:noFill/>
            <a:ln w="28575" cap="flat" cmpd="sng">
              <a:solidFill>
                <a:srgbClr val="C2EDFF"/>
              </a:solidFill>
              <a:prstDash val="dash"/>
              <a:miter lim="800000"/>
              <a:headEnd type="none" w="sm" len="sm"/>
              <a:tailEnd type="none" w="sm" len="sm"/>
            </a:ln>
          </p:spPr>
        </p:cxnSp>
      </p:grpSp>
      <p:sp>
        <p:nvSpPr>
          <p:cNvPr id="1112" name="Google Shape;1112;g274b8b5b626_0_104"/>
          <p:cNvSpPr txBox="1"/>
          <p:nvPr/>
        </p:nvSpPr>
        <p:spPr>
          <a:xfrm>
            <a:off x="5935600" y="4064350"/>
            <a:ext cx="13905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D0CECE"/>
                </a:solidFill>
                <a:latin typeface="Jost"/>
                <a:ea typeface="Jost"/>
                <a:cs typeface="Jost"/>
                <a:sym typeface="Jost"/>
              </a:rPr>
              <a:t>e</a:t>
            </a:r>
            <a:r>
              <a:rPr lang="en-US" sz="8500" b="0" i="0" u="none" strike="noStrike" cap="none">
                <a:solidFill>
                  <a:srgbClr val="2356AF"/>
                </a:solidFill>
                <a:latin typeface="Jost"/>
                <a:ea typeface="Jost"/>
                <a:cs typeface="Jost"/>
                <a:sym typeface="Jost"/>
              </a:rPr>
              <a:t>d</a:t>
            </a:r>
            <a:endParaRPr sz="8500" b="0" i="0" u="none" strike="noStrike" cap="none">
              <a:solidFill>
                <a:srgbClr val="2356AF"/>
              </a:solidFill>
              <a:latin typeface="Jost"/>
              <a:ea typeface="Jost"/>
              <a:cs typeface="Jost"/>
              <a:sym typeface="Jost"/>
            </a:endParaRPr>
          </a:p>
        </p:txBody>
      </p:sp>
      <p:sp>
        <p:nvSpPr>
          <p:cNvPr id="1113" name="Google Shape;1113;g274b8b5b626_0_104"/>
          <p:cNvSpPr txBox="1"/>
          <p:nvPr/>
        </p:nvSpPr>
        <p:spPr>
          <a:xfrm>
            <a:off x="1883837" y="4064350"/>
            <a:ext cx="11235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2356AF"/>
                </a:solidFill>
                <a:latin typeface="Jost"/>
                <a:ea typeface="Jost"/>
                <a:cs typeface="Jost"/>
                <a:sym typeface="Jost"/>
              </a:rPr>
              <a:t>w</a:t>
            </a:r>
            <a:endParaRPr sz="8500" b="0" i="0" u="none" strike="noStrike" cap="none">
              <a:solidFill>
                <a:srgbClr val="2356AF"/>
              </a:solidFill>
              <a:latin typeface="Jost"/>
              <a:ea typeface="Jost"/>
              <a:cs typeface="Jost"/>
              <a:sym typeface="Jost"/>
            </a:endParaRPr>
          </a:p>
        </p:txBody>
      </p:sp>
      <p:sp>
        <p:nvSpPr>
          <p:cNvPr id="1114" name="Google Shape;1114;g274b8b5b626_0_104"/>
          <p:cNvSpPr txBox="1"/>
          <p:nvPr/>
        </p:nvSpPr>
        <p:spPr>
          <a:xfrm>
            <a:off x="4347945" y="4064350"/>
            <a:ext cx="739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2356AF"/>
                </a:solidFill>
                <a:latin typeface="Jost"/>
                <a:ea typeface="Jost"/>
                <a:cs typeface="Jost"/>
                <a:sym typeface="Jost"/>
              </a:rPr>
              <a:t>r</a:t>
            </a:r>
            <a:endParaRPr sz="8500" b="0" i="0" u="none" strike="noStrike" cap="none">
              <a:solidFill>
                <a:srgbClr val="2356AF"/>
              </a:solidFill>
              <a:latin typeface="Jost"/>
              <a:ea typeface="Jost"/>
              <a:cs typeface="Jost"/>
              <a:sym typeface="Jost"/>
            </a:endParaRPr>
          </a:p>
        </p:txBody>
      </p:sp>
      <p:sp>
        <p:nvSpPr>
          <p:cNvPr id="1115" name="Google Shape;1115;g274b8b5b626_0_104"/>
          <p:cNvSpPr txBox="1"/>
          <p:nvPr/>
        </p:nvSpPr>
        <p:spPr>
          <a:xfrm>
            <a:off x="5195795" y="4064350"/>
            <a:ext cx="739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815137"/>
                </a:solidFill>
                <a:latin typeface="Jost"/>
                <a:ea typeface="Jost"/>
                <a:cs typeface="Jost"/>
                <a:sym typeface="Jost"/>
              </a:rPr>
              <a:t>i</a:t>
            </a:r>
            <a:endParaRPr sz="8500" b="0" i="0" u="none" strike="noStrike" cap="none">
              <a:solidFill>
                <a:srgbClr val="815137"/>
              </a:solidFill>
              <a:latin typeface="Jost"/>
              <a:ea typeface="Jost"/>
              <a:cs typeface="Jost"/>
              <a:sym typeface="Jost"/>
            </a:endParaRPr>
          </a:p>
        </p:txBody>
      </p:sp>
      <p:sp>
        <p:nvSpPr>
          <p:cNvPr id="1116" name="Google Shape;1116;g274b8b5b626_0_104"/>
          <p:cNvSpPr txBox="1"/>
          <p:nvPr/>
        </p:nvSpPr>
        <p:spPr>
          <a:xfrm>
            <a:off x="5894770" y="4064350"/>
            <a:ext cx="14232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endParaRPr sz="8500" b="0" i="0" u="none" strike="noStrike" cap="none">
              <a:solidFill>
                <a:srgbClr val="2356AF"/>
              </a:solidFill>
              <a:latin typeface="Jost"/>
              <a:ea typeface="Jost"/>
              <a:cs typeface="Jost"/>
              <a:sym typeface="Jost"/>
            </a:endParaRPr>
          </a:p>
        </p:txBody>
      </p:sp>
      <p:sp>
        <p:nvSpPr>
          <p:cNvPr id="1117" name="Google Shape;1117;g274b8b5b626_0_104"/>
          <p:cNvSpPr txBox="1"/>
          <p:nvPr/>
        </p:nvSpPr>
        <p:spPr>
          <a:xfrm>
            <a:off x="3051487" y="4064350"/>
            <a:ext cx="13044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815137"/>
                </a:solidFill>
                <a:latin typeface="Jost"/>
                <a:ea typeface="Jost"/>
                <a:cs typeface="Jost"/>
                <a:sym typeface="Jost"/>
              </a:rPr>
              <a:t>or</a:t>
            </a:r>
            <a:endParaRPr sz="8500" b="0" i="0" u="none" strike="noStrike" cap="none">
              <a:solidFill>
                <a:srgbClr val="815137"/>
              </a:solidFill>
              <a:latin typeface="Jost"/>
              <a:ea typeface="Jost"/>
              <a:cs typeface="Jost"/>
              <a:sym typeface="Jost"/>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122"/>
        <p:cNvGrpSpPr/>
        <p:nvPr/>
      </p:nvGrpSpPr>
      <p:grpSpPr>
        <a:xfrm>
          <a:off x="0" y="0"/>
          <a:ext cx="0" cy="0"/>
          <a:chOff x="0" y="0"/>
          <a:chExt cx="0" cy="0"/>
        </a:xfrm>
      </p:grpSpPr>
      <p:sp>
        <p:nvSpPr>
          <p:cNvPr id="1123" name="Google Shape;1123;g1f3daf8a844_0_6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124" name="Google Shape;1124;g1f3daf8a844_0_6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125" name="Google Shape;1125;g1f3daf8a844_0_64"/>
          <p:cNvGrpSpPr/>
          <p:nvPr/>
        </p:nvGrpSpPr>
        <p:grpSpPr>
          <a:xfrm>
            <a:off x="3024000" y="209875"/>
            <a:ext cx="3096000" cy="454800"/>
            <a:chOff x="3024000" y="209875"/>
            <a:chExt cx="3096000" cy="454800"/>
          </a:xfrm>
        </p:grpSpPr>
        <p:sp>
          <p:nvSpPr>
            <p:cNvPr id="1126" name="Google Shape;1126;g1f3daf8a844_0_6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27" name="Google Shape;1127;g1f3daf8a844_0_6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128" name="Google Shape;1128;g1f3daf8a844_0_64"/>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129" name="Google Shape;1129;g1f3daf8a844_0_64"/>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30" name="Google Shape;1130;g1f3daf8a844_0_64"/>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31" name="Google Shape;1131;g1f3daf8a844_0_64"/>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132" name="Google Shape;1132;g1f3daf8a844_0_64"/>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133" name="Google Shape;1133;g1f3daf8a844_0_64"/>
          <p:cNvSpPr txBox="1"/>
          <p:nvPr/>
        </p:nvSpPr>
        <p:spPr>
          <a:xfrm>
            <a:off x="2333951"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1134" name="Google Shape;1134;g1f3daf8a844_0_64"/>
          <p:cNvSpPr txBox="1"/>
          <p:nvPr/>
        </p:nvSpPr>
        <p:spPr>
          <a:xfrm>
            <a:off x="579250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c</a:t>
            </a:r>
            <a:endParaRPr sz="5500" b="0" i="0" u="none" strike="noStrike" cap="none">
              <a:solidFill>
                <a:srgbClr val="2356AF"/>
              </a:solidFill>
              <a:latin typeface="Jost"/>
              <a:ea typeface="Jost"/>
              <a:cs typeface="Jost"/>
              <a:sym typeface="Jost"/>
            </a:endParaRPr>
          </a:p>
        </p:txBody>
      </p:sp>
      <p:sp>
        <p:nvSpPr>
          <p:cNvPr id="1135" name="Google Shape;1135;g1f3daf8a844_0_64"/>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f</a:t>
            </a:r>
            <a:endParaRPr sz="5500" b="0" i="0" u="none" strike="noStrike" cap="none">
              <a:solidFill>
                <a:srgbClr val="2356AF"/>
              </a:solidFill>
              <a:latin typeface="Jost"/>
              <a:ea typeface="Jost"/>
              <a:cs typeface="Jost"/>
              <a:sym typeface="Jost"/>
            </a:endParaRPr>
          </a:p>
        </p:txBody>
      </p:sp>
      <p:sp>
        <p:nvSpPr>
          <p:cNvPr id="1136" name="Google Shape;1136;g1f3daf8a844_0_64"/>
          <p:cNvSpPr txBox="1"/>
          <p:nvPr/>
        </p:nvSpPr>
        <p:spPr>
          <a:xfrm>
            <a:off x="463965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1137" name="Google Shape;1137;g1f3daf8a844_0_64"/>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1138" name="Google Shape;1138;g1f3daf8a844_0_64"/>
          <p:cNvSpPr txBox="1"/>
          <p:nvPr/>
        </p:nvSpPr>
        <p:spPr>
          <a:xfrm>
            <a:off x="3476951"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u</a:t>
            </a:r>
            <a:endParaRPr sz="5500" b="0" i="0" u="none" strike="noStrike" cap="none">
              <a:solidFill>
                <a:srgbClr val="ED1C24"/>
              </a:solidFill>
              <a:latin typeface="Jost"/>
              <a:ea typeface="Jost"/>
              <a:cs typeface="Jost"/>
              <a:sym typeface="Jost"/>
            </a:endParaRPr>
          </a:p>
        </p:txBody>
      </p:sp>
      <p:sp>
        <p:nvSpPr>
          <p:cNvPr id="1139" name="Google Shape;1139;g1f3daf8a844_0_64"/>
          <p:cNvSpPr txBox="1"/>
          <p:nvPr/>
        </p:nvSpPr>
        <p:spPr>
          <a:xfrm>
            <a:off x="2324100"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140" name="Google Shape;1140;g1f3daf8a844_0_64"/>
          <p:cNvSpPr txBox="1"/>
          <p:nvPr/>
        </p:nvSpPr>
        <p:spPr>
          <a:xfrm>
            <a:off x="4629803"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1141" name="Google Shape;1141;g1f3daf8a844_0_64"/>
          <p:cNvSpPr txBox="1"/>
          <p:nvPr/>
        </p:nvSpPr>
        <p:spPr>
          <a:xfrm>
            <a:off x="5782654"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1142" name="Google Shape;1142;g1f3daf8a844_0_64"/>
          <p:cNvSpPr txBox="1"/>
          <p:nvPr/>
        </p:nvSpPr>
        <p:spPr>
          <a:xfrm>
            <a:off x="348680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783F04"/>
                </a:solidFill>
                <a:latin typeface="Jost"/>
                <a:ea typeface="Jost"/>
                <a:cs typeface="Jost"/>
                <a:sym typeface="Jost"/>
              </a:rPr>
              <a:t>ie</a:t>
            </a:r>
            <a:endParaRPr sz="5500" b="0" i="0" u="none" strike="noStrike" cap="none">
              <a:solidFill>
                <a:srgbClr val="783F04"/>
              </a:solidFill>
              <a:latin typeface="Jost"/>
              <a:ea typeface="Jost"/>
              <a:cs typeface="Jost"/>
              <a:sym typeface="Jost"/>
            </a:endParaRPr>
          </a:p>
        </p:txBody>
      </p:sp>
      <p:cxnSp>
        <p:nvCxnSpPr>
          <p:cNvPr id="1143" name="Google Shape;1143;g1f3daf8a844_0_64"/>
          <p:cNvCxnSpPr/>
          <p:nvPr/>
        </p:nvCxnSpPr>
        <p:spPr>
          <a:xfrm>
            <a:off x="1181100" y="3648525"/>
            <a:ext cx="6781800" cy="0"/>
          </a:xfrm>
          <a:prstGeom prst="straightConnector1">
            <a:avLst/>
          </a:prstGeom>
          <a:noFill/>
          <a:ln w="19050" cap="flat" cmpd="sng">
            <a:solidFill>
              <a:srgbClr val="CFD9EF"/>
            </a:solidFill>
            <a:prstDash val="solid"/>
            <a:miter lim="800000"/>
            <a:headEnd type="none" w="sm" len="sm"/>
            <a:tailEnd type="none" w="sm" len="sm"/>
          </a:ln>
        </p:spPr>
      </p:cxn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148"/>
        <p:cNvGrpSpPr/>
        <p:nvPr/>
      </p:nvGrpSpPr>
      <p:grpSpPr>
        <a:xfrm>
          <a:off x="0" y="0"/>
          <a:ext cx="0" cy="0"/>
          <a:chOff x="0" y="0"/>
          <a:chExt cx="0" cy="0"/>
        </a:xfrm>
      </p:grpSpPr>
      <p:sp>
        <p:nvSpPr>
          <p:cNvPr id="1149" name="Google Shape;1149;g2735da4d7f8_0_3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150" name="Google Shape;1150;g2735da4d7f8_0_3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151" name="Google Shape;1151;g2735da4d7f8_0_38"/>
          <p:cNvGrpSpPr/>
          <p:nvPr/>
        </p:nvGrpSpPr>
        <p:grpSpPr>
          <a:xfrm>
            <a:off x="3024000" y="209875"/>
            <a:ext cx="3096000" cy="454800"/>
            <a:chOff x="3024000" y="209875"/>
            <a:chExt cx="3096000" cy="454800"/>
          </a:xfrm>
        </p:grpSpPr>
        <p:sp>
          <p:nvSpPr>
            <p:cNvPr id="1152" name="Google Shape;1152;g2735da4d7f8_0_38"/>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53" name="Google Shape;1153;g2735da4d7f8_0_38"/>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154" name="Google Shape;1154;g2735da4d7f8_0_38"/>
            <p:cNvPicPr preferRelativeResize="0"/>
            <p:nvPr/>
          </p:nvPicPr>
          <p:blipFill rotWithShape="1">
            <a:blip r:embed="rId3">
              <a:alphaModFix/>
            </a:blip>
            <a:srcRect/>
            <a:stretch/>
          </p:blipFill>
          <p:spPr>
            <a:xfrm>
              <a:off x="3278989" y="302008"/>
              <a:ext cx="214317" cy="246300"/>
            </a:xfrm>
            <a:prstGeom prst="rect">
              <a:avLst/>
            </a:prstGeom>
            <a:noFill/>
            <a:ln>
              <a:noFill/>
            </a:ln>
          </p:spPr>
        </p:pic>
      </p:grpSp>
      <p:sp>
        <p:nvSpPr>
          <p:cNvPr id="1155" name="Google Shape;1155;g2735da4d7f8_0_38"/>
          <p:cNvSpPr txBox="1">
            <a:spLocks noGrp="1"/>
          </p:cNvSpPr>
          <p:nvPr>
            <p:ph type="subTitle" idx="4294967295"/>
          </p:nvPr>
        </p:nvSpPr>
        <p:spPr>
          <a:xfrm>
            <a:off x="1193375" y="35019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800" b="0" i="0" u="none" strike="noStrike" cap="none">
                <a:solidFill>
                  <a:srgbClr val="B7B7B7"/>
                </a:solidFill>
                <a:latin typeface="Jost"/>
                <a:ea typeface="Jost"/>
                <a:cs typeface="Jost"/>
                <a:sym typeface="Jost"/>
              </a:rPr>
              <a:t>flies cried fried supplied</a:t>
            </a:r>
            <a:endParaRPr sz="1800" b="0" i="0" u="none" strike="noStrike" cap="none">
              <a:solidFill>
                <a:srgbClr val="B7B7B7"/>
              </a:solidFill>
              <a:latin typeface="Jost"/>
              <a:ea typeface="Jost"/>
              <a:cs typeface="Jost"/>
              <a:sym typeface="Jost"/>
            </a:endParaRPr>
          </a:p>
        </p:txBody>
      </p:sp>
      <p:cxnSp>
        <p:nvCxnSpPr>
          <p:cNvPr id="1156" name="Google Shape;1156;g2735da4d7f8_0_38"/>
          <p:cNvCxnSpPr/>
          <p:nvPr/>
        </p:nvCxnSpPr>
        <p:spPr>
          <a:xfrm>
            <a:off x="1181100" y="39190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1157" name="Google Shape;1157;g2735da4d7f8_0_38"/>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58" name="Google Shape;1158;g2735da4d7f8_0_38"/>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59" name="Google Shape;1159;g2735da4d7f8_0_38"/>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160" name="Google Shape;1160;g2735da4d7f8_0_38"/>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161" name="Google Shape;1161;g2735da4d7f8_0_38"/>
          <p:cNvSpPr txBox="1"/>
          <p:nvPr/>
        </p:nvSpPr>
        <p:spPr>
          <a:xfrm>
            <a:off x="2333951"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1162" name="Google Shape;1162;g2735da4d7f8_0_38"/>
          <p:cNvSpPr txBox="1"/>
          <p:nvPr/>
        </p:nvSpPr>
        <p:spPr>
          <a:xfrm>
            <a:off x="579250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c</a:t>
            </a:r>
            <a:endParaRPr sz="5500" b="0" i="0" u="none" strike="noStrike" cap="none">
              <a:solidFill>
                <a:srgbClr val="2356AF"/>
              </a:solidFill>
              <a:latin typeface="Jost"/>
              <a:ea typeface="Jost"/>
              <a:cs typeface="Jost"/>
              <a:sym typeface="Jost"/>
            </a:endParaRPr>
          </a:p>
        </p:txBody>
      </p:sp>
      <p:sp>
        <p:nvSpPr>
          <p:cNvPr id="1163" name="Google Shape;1163;g2735da4d7f8_0_38"/>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f</a:t>
            </a:r>
            <a:endParaRPr sz="5500" b="0" i="0" u="none" strike="noStrike" cap="none">
              <a:solidFill>
                <a:srgbClr val="2356AF"/>
              </a:solidFill>
              <a:latin typeface="Jost"/>
              <a:ea typeface="Jost"/>
              <a:cs typeface="Jost"/>
              <a:sym typeface="Jost"/>
            </a:endParaRPr>
          </a:p>
        </p:txBody>
      </p:sp>
      <p:sp>
        <p:nvSpPr>
          <p:cNvPr id="1164" name="Google Shape;1164;g2735da4d7f8_0_38"/>
          <p:cNvSpPr txBox="1"/>
          <p:nvPr/>
        </p:nvSpPr>
        <p:spPr>
          <a:xfrm>
            <a:off x="463965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cxnSp>
        <p:nvCxnSpPr>
          <p:cNvPr id="1165" name="Google Shape;1165;g2735da4d7f8_0_38"/>
          <p:cNvCxnSpPr/>
          <p:nvPr/>
        </p:nvCxnSpPr>
        <p:spPr>
          <a:xfrm>
            <a:off x="1181100" y="33780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166" name="Google Shape;1166;g2735da4d7f8_0_38"/>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1167" name="Google Shape;1167;g2735da4d7f8_0_38"/>
          <p:cNvSpPr txBox="1"/>
          <p:nvPr/>
        </p:nvSpPr>
        <p:spPr>
          <a:xfrm>
            <a:off x="3476951"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u</a:t>
            </a:r>
            <a:endParaRPr sz="5500" b="0" i="0" u="none" strike="noStrike" cap="none">
              <a:solidFill>
                <a:srgbClr val="ED1C24"/>
              </a:solidFill>
              <a:latin typeface="Jost"/>
              <a:ea typeface="Jost"/>
              <a:cs typeface="Jost"/>
              <a:sym typeface="Jost"/>
            </a:endParaRPr>
          </a:p>
        </p:txBody>
      </p:sp>
      <p:sp>
        <p:nvSpPr>
          <p:cNvPr id="1168" name="Google Shape;1168;g2735da4d7f8_0_38"/>
          <p:cNvSpPr txBox="1"/>
          <p:nvPr/>
        </p:nvSpPr>
        <p:spPr>
          <a:xfrm>
            <a:off x="2324100"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169" name="Google Shape;1169;g2735da4d7f8_0_38"/>
          <p:cNvSpPr txBox="1"/>
          <p:nvPr/>
        </p:nvSpPr>
        <p:spPr>
          <a:xfrm>
            <a:off x="4629803"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1170" name="Google Shape;1170;g2735da4d7f8_0_38"/>
          <p:cNvSpPr txBox="1"/>
          <p:nvPr/>
        </p:nvSpPr>
        <p:spPr>
          <a:xfrm>
            <a:off x="5782654"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1171" name="Google Shape;1171;g2735da4d7f8_0_38"/>
          <p:cNvSpPr txBox="1"/>
          <p:nvPr/>
        </p:nvSpPr>
        <p:spPr>
          <a:xfrm>
            <a:off x="348680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783F04"/>
                </a:solidFill>
                <a:latin typeface="Jost"/>
                <a:ea typeface="Jost"/>
                <a:cs typeface="Jost"/>
                <a:sym typeface="Jost"/>
              </a:rPr>
              <a:t>ie</a:t>
            </a:r>
            <a:endParaRPr sz="5500" b="0" i="0" u="none" strike="noStrike" cap="none">
              <a:solidFill>
                <a:srgbClr val="783F04"/>
              </a:solidFill>
              <a:latin typeface="Jost"/>
              <a:ea typeface="Jost"/>
              <a:cs typeface="Jost"/>
              <a:sym typeface="Jost"/>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471</Words>
  <Application>Microsoft Office PowerPoint</Application>
  <PresentationFormat>On-screen Show (4:3)</PresentationFormat>
  <Paragraphs>158</Paragraphs>
  <Slides>21</Slides>
  <Notes>21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21</vt:i4>
      </vt:variant>
    </vt:vector>
  </HeadingPairs>
  <TitlesOfParts>
    <vt:vector size="29" baseType="lpstr">
      <vt:lpstr>Poppins Medium</vt:lpstr>
      <vt:lpstr>Arial</vt:lpstr>
      <vt:lpstr>Jost</vt:lpstr>
      <vt:lpstr>Poppins</vt:lpstr>
      <vt:lpstr>Calibri</vt:lpstr>
      <vt:lpstr>Nunito Black</vt:lpstr>
      <vt:lpstr>Poppins SemiBold</vt:lpstr>
      <vt:lpstr>Office Theme</vt:lpstr>
      <vt:lpstr>PowerPoint Presentation</vt:lpstr>
      <vt:lpstr>PowerPoint Presentation</vt:lpstr>
      <vt:lpstr>Recall all GPCs learned so far using flashcards.</vt:lpstr>
      <vt:lpstr>Recall all GPCs learned so far using flashcards.</vt:lpstr>
      <vt:lpstr>Recall all GPCs learned so far using flashcards.</vt:lpstr>
      <vt:lpstr>Recall all GPCs learned so far using flashcards.</vt:lpstr>
      <vt:lpstr>Review Phase 5 Common Exception Words today house mouse hour because Mr Mrs Ms where should could would move use want.</vt:lpstr>
      <vt:lpstr>Teach Suffix Rule</vt:lpstr>
      <vt:lpstr>Demonstrate Using Examples</vt:lpstr>
      <vt:lpstr>Demonstrate Using Examples</vt:lpstr>
      <vt:lpstr>Demonstrate Using Examples</vt:lpstr>
      <vt:lpstr>Explain Decoding</vt:lpstr>
      <vt:lpstr>Model Blending Phonemes</vt:lpstr>
      <vt:lpstr>Model Blending Phonemes</vt:lpstr>
      <vt:lpstr>Model Blending Phonemes</vt:lpstr>
      <vt:lpstr>Model Blending Phonemes</vt:lpstr>
      <vt:lpstr>Explain Encoding</vt:lpstr>
      <vt:lpstr>Practise Adding Affixes</vt:lpstr>
      <vt:lpstr>Practise Adding Affixes</vt:lpstr>
      <vt:lpstr>Practise Building Words</vt:lpstr>
      <vt:lpstr>Practise Building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2026-06-03T00:46:18Z</dcterms:modified>
</cp:coreProperties>
</file>