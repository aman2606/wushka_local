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wghW82amWHxDFiMkIFOrSuUqkH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F79976-C430-49F7-A255-786C9C74F0B2}">
  <a:tblStyle styleId="{0FF79976-C430-49F7-A255-786C9C74F0B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6192223e2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6192223e2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6192223e2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0"/>
            <a:ext cx="4850100" cy="1597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8186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or ure ur/ure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12 -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59</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6192223e2_0_804"/>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Independent Reading</a:t>
            </a:r>
            <a:endParaRPr sz="3200" b="0" i="0" u="none" strike="noStrike" cap="none">
              <a:solidFill>
                <a:srgbClr val="2F286F"/>
              </a:solidFill>
              <a:latin typeface="Poppins Medium"/>
              <a:ea typeface="Poppins Medium"/>
              <a:cs typeface="Poppins Medium"/>
              <a:sym typeface="Poppins Medium"/>
            </a:endParaRPr>
          </a:p>
        </p:txBody>
      </p:sp>
      <p:cxnSp>
        <p:nvCxnSpPr>
          <p:cNvPr id="128" name="Google Shape;128;g2c6192223e2_0_804"/>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6192223e2_0_80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6192223e2_0_804"/>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6192223e2_0_804"/>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Decodable Readers &amp; Teacher Book Activities</a:t>
            </a:r>
            <a:endParaRPr sz="1100" b="0" i="0" u="none" strike="noStrike" cap="none">
              <a:solidFill>
                <a:srgbClr val="2F286F"/>
              </a:solidFill>
              <a:latin typeface="Poppins Medium"/>
              <a:ea typeface="Poppins Medium"/>
              <a:cs typeface="Poppins Medium"/>
              <a:sym typeface="Poppins Medium"/>
            </a:endParaRPr>
          </a:p>
        </p:txBody>
      </p:sp>
      <p:sp>
        <p:nvSpPr>
          <p:cNvPr id="132" name="Google Shape;132;g2c6192223e2_0_804"/>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Workbooks</a:t>
            </a:r>
            <a:endParaRPr sz="1100" b="0" i="0" u="none" strike="noStrike" cap="none">
              <a:solidFill>
                <a:srgbClr val="2F286F"/>
              </a:solidFill>
              <a:latin typeface="Poppins Medium"/>
              <a:ea typeface="Poppins Medium"/>
              <a:cs typeface="Poppins Medium"/>
              <a:sym typeface="Poppins Medium"/>
            </a:endParaRPr>
          </a:p>
        </p:txBody>
      </p:sp>
      <p:grpSp>
        <p:nvGrpSpPr>
          <p:cNvPr id="134" name="Google Shape;134;g2c6192223e2_0_804"/>
          <p:cNvGrpSpPr/>
          <p:nvPr/>
        </p:nvGrpSpPr>
        <p:grpSpPr>
          <a:xfrm>
            <a:off x="8199150" y="5983875"/>
            <a:ext cx="586800" cy="571500"/>
            <a:chOff x="7894350" y="6212475"/>
            <a:chExt cx="586800" cy="571500"/>
          </a:xfrm>
        </p:grpSpPr>
        <p:sp>
          <p:nvSpPr>
            <p:cNvPr id="135" name="Google Shape;135;g2c6192223e2_0_80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6192223e2_0_80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c6192223e2_0_80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8" name="Google Shape;138;g2c6192223e2_0_804"/>
          <p:cNvGrpSpPr/>
          <p:nvPr/>
        </p:nvGrpSpPr>
        <p:grpSpPr>
          <a:xfrm>
            <a:off x="-36800" y="-52000"/>
            <a:ext cx="9236100" cy="543750"/>
            <a:chOff x="-36800" y="-52000"/>
            <a:chExt cx="9236100" cy="543750"/>
          </a:xfrm>
        </p:grpSpPr>
        <p:sp>
          <p:nvSpPr>
            <p:cNvPr id="139" name="Google Shape;139;g2c6192223e2_0_80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6192223e2_0_804"/>
            <p:cNvGrpSpPr/>
            <p:nvPr/>
          </p:nvGrpSpPr>
          <p:grpSpPr>
            <a:xfrm>
              <a:off x="1900680" y="88250"/>
              <a:ext cx="1337400" cy="403500"/>
              <a:chOff x="565600" y="88250"/>
              <a:chExt cx="1337400" cy="403500"/>
            </a:xfrm>
          </p:grpSpPr>
          <p:sp>
            <p:nvSpPr>
              <p:cNvPr id="141" name="Google Shape;141;g2c6192223e2_0_80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2" name="Google Shape;142;g2c6192223e2_0_80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3" name="Google Shape;143;g2c6192223e2_0_80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c6192223e2_0_80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5" name="Google Shape;145;g2c6192223e2_0_80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c6192223e2_0_80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c6192223e2_0_80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6192223e2_0_80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6192223e2_0_80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6192223e2_0_80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c6192223e2_0_80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c6192223e2_0_80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3" name="Google Shape;153;g2c6192223e2_0_80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17.xml"/><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4.xml"/><Relationship Id="rId5" Type="http://schemas.openxmlformats.org/officeDocument/2006/relationships/image" Target="../media/image7.png"/><Relationship Id="rId10" Type="http://schemas.openxmlformats.org/officeDocument/2006/relationships/slide" Target="slide9.xml"/><Relationship Id="rId4" Type="http://schemas.openxmlformats.org/officeDocument/2006/relationships/image" Target="../media/image9.png"/><Relationship Id="rId9" Type="http://schemas.openxmlformats.org/officeDocument/2006/relationships/slide" Target="slide7.xml"/><Relationship Id="rId14"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5.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7.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6.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3.png"/><Relationship Id="rId4" Type="http://schemas.openxmlformats.org/officeDocument/2006/relationships/image" Target="../media/image102.png"/></Relationships>
</file>

<file path=ppt/slides/_rels/slide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06.png"/><Relationship Id="rId4" Type="http://schemas.openxmlformats.org/officeDocument/2006/relationships/image" Target="../media/image10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08.png"/></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12.png"/><Relationship Id="rId4" Type="http://schemas.openxmlformats.org/officeDocument/2006/relationships/image" Target="../media/image1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png"/></Relationships>
</file>

<file path=ppt/slides/_rels/slide1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17.png"/><Relationship Id="rId4" Type="http://schemas.openxmlformats.org/officeDocument/2006/relationships/image" Target="../media/image116.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19.png"/><Relationship Id="rId4" Type="http://schemas.openxmlformats.org/officeDocument/2006/relationships/image" Target="../media/image118.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20.png"/></Relationships>
</file>

<file path=ppt/slides/_rels/slide1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22.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126.png"/><Relationship Id="rId4"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graphicFrame>
        <p:nvGraphicFramePr>
          <p:cNvPr id="710" name="Google Shape;710;p1"/>
          <p:cNvGraphicFramePr/>
          <p:nvPr/>
        </p:nvGraphicFramePr>
        <p:xfrm>
          <a:off x="4844200" y="1891197"/>
          <a:ext cx="3784950" cy="1678950"/>
        </p:xfrm>
        <a:graphic>
          <a:graphicData uri="http://schemas.openxmlformats.org/drawingml/2006/table">
            <a:tbl>
              <a:tblPr firstRow="1" bandRow="1">
                <a:noFill/>
                <a:tableStyleId>{0FF79976-C430-49F7-A255-786C9C74F0B2}</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ure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1" name="Google Shape;71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2" name="Google Shape;71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
        <p:nvSpPr>
          <p:cNvPr id="713" name="Google Shape;713;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4" name="Google Shape;714;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5" name="Google Shape;715;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1000"/>
              </a:spcBef>
              <a:spcAft>
                <a:spcPts val="0"/>
              </a:spcAft>
              <a:buSzPts val="3000"/>
              <a:buNone/>
            </a:pPr>
            <a:r>
              <a:rPr lang="en-US"/>
              <a:t>Review or ure ur/ure</a:t>
            </a:r>
            <a:endParaRPr/>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59</a:t>
            </a:r>
            <a:endParaRPr/>
          </a:p>
        </p:txBody>
      </p:sp>
      <p:pic>
        <p:nvPicPr>
          <p:cNvPr id="717" name="Google Shape;717;p1"/>
          <p:cNvPicPr preferRelativeResize="0"/>
          <p:nvPr/>
        </p:nvPicPr>
        <p:blipFill rotWithShape="1">
          <a:blip r:embed="rId3">
            <a:alphaModFix/>
          </a:blip>
          <a:srcRect l="79" r="79"/>
          <a:stretch/>
        </p:blipFill>
        <p:spPr>
          <a:xfrm rot="510146">
            <a:off x="7106159" y="3981204"/>
            <a:ext cx="1208039" cy="1709827"/>
          </a:xfrm>
          <a:prstGeom prst="rect">
            <a:avLst/>
          </a:prstGeom>
          <a:noFill/>
          <a:ln>
            <a:noFill/>
          </a:ln>
          <a:effectLst>
            <a:outerShdw blurRad="71438" dist="38100" dir="5220000" algn="bl" rotWithShape="0">
              <a:srgbClr val="000000">
                <a:alpha val="20000"/>
              </a:srgbClr>
            </a:outerShdw>
          </a:effectLst>
        </p:spPr>
      </p:pic>
      <p:pic>
        <p:nvPicPr>
          <p:cNvPr id="718" name="Google Shape;718;p1"/>
          <p:cNvPicPr preferRelativeResize="0"/>
          <p:nvPr/>
        </p:nvPicPr>
        <p:blipFill rotWithShape="1">
          <a:blip r:embed="rId4">
            <a:alphaModFix/>
          </a:blip>
          <a:srcRect l="19" r="19"/>
          <a:stretch/>
        </p:blipFill>
        <p:spPr>
          <a:xfrm rot="-10395">
            <a:off x="6068455" y="3892516"/>
            <a:ext cx="1208041" cy="1709828"/>
          </a:xfrm>
          <a:prstGeom prst="rect">
            <a:avLst/>
          </a:prstGeom>
          <a:noFill/>
          <a:ln>
            <a:noFill/>
          </a:ln>
          <a:effectLst>
            <a:outerShdw blurRad="71438" dist="38100" dir="5220000" algn="bl" rotWithShape="0">
              <a:srgbClr val="000000">
                <a:alpha val="20000"/>
              </a:srgbClr>
            </a:outerShdw>
          </a:effectLst>
        </p:spPr>
      </p:pic>
      <p:pic>
        <p:nvPicPr>
          <p:cNvPr id="719" name="Google Shape;719;p1"/>
          <p:cNvPicPr preferRelativeResize="0"/>
          <p:nvPr/>
        </p:nvPicPr>
        <p:blipFill rotWithShape="1">
          <a:blip r:embed="rId5">
            <a:alphaModFix/>
          </a:blip>
          <a:srcRect l="79" r="69"/>
          <a:stretch/>
        </p:blipFill>
        <p:spPr>
          <a:xfrm rot="-517244">
            <a:off x="5099724" y="3965930"/>
            <a:ext cx="1208039" cy="1709823"/>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a:t>
            </a:r>
            <a:r>
              <a:rPr lang="en-US">
                <a:solidFill>
                  <a:srgbClr val="8DC63F"/>
                </a:solidFill>
              </a:rPr>
              <a:t>or ure</a:t>
            </a:r>
            <a:r>
              <a:rPr lang="en-US"/>
              <a:t> and </a:t>
            </a:r>
            <a:r>
              <a:rPr lang="en-US">
                <a:solidFill>
                  <a:srgbClr val="8DC63F"/>
                </a:solidFill>
              </a:rPr>
              <a:t>ur/ure</a:t>
            </a:r>
            <a:r>
              <a:rPr lang="en-US"/>
              <a:t>.</a:t>
            </a:r>
            <a:endParaRPr/>
          </a:p>
        </p:txBody>
      </p:sp>
      <p:sp>
        <p:nvSpPr>
          <p:cNvPr id="726" name="Google Shape;726;g2bee4f4af4b_0_204"/>
          <p:cNvSpPr txBox="1">
            <a:spLocks noGrp="1"/>
          </p:cNvSpPr>
          <p:nvPr>
            <p:ph type="body" idx="2"/>
          </p:nvPr>
        </p:nvSpPr>
        <p:spPr>
          <a:xfrm>
            <a:off x="3298550" y="1710625"/>
            <a:ext cx="5106300" cy="1584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3 Common Exception Words learned so far </a:t>
            </a:r>
            <a:r>
              <a:rPr lang="en-US">
                <a:solidFill>
                  <a:srgbClr val="2356AF"/>
                </a:solidFill>
              </a:rPr>
              <a:t>push they me we be he she my by looked you are there here were</a:t>
            </a:r>
            <a:r>
              <a:rPr lang="en-US"/>
              <a:t>.</a:t>
            </a:r>
            <a:endParaRPr/>
          </a:p>
        </p:txBody>
      </p:sp>
      <p:sp>
        <p:nvSpPr>
          <p:cNvPr id="727" name="Google Shape;72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5846027" y="5256525"/>
            <a:ext cx="1444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3">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30" name="Google Shape;730;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4">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5">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6">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7">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42" name="Google Shape;74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3" name="Google Shape;74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4" name="Google Shape;744;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5" name="Google Shape;745;g2bee4f4af4b_0_204">
            <a:hlinkClick r:id="rId9" action="ppaction://hlinksldjump"/>
          </p:cNvPr>
          <p:cNvSpPr/>
          <p:nvPr/>
        </p:nvSpPr>
        <p:spPr>
          <a:xfrm>
            <a:off x="946800" y="3930256"/>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0" action="ppaction://hlinksldjump"/>
          </p:cNvPr>
          <p:cNvSpPr/>
          <p:nvPr/>
        </p:nvSpPr>
        <p:spPr>
          <a:xfrm>
            <a:off x="2421726"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1" action="ppaction://hlinksldjump"/>
          </p:cNvPr>
          <p:cNvSpPr/>
          <p:nvPr/>
        </p:nvSpPr>
        <p:spPr>
          <a:xfrm>
            <a:off x="4879302" y="378105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2" action="ppaction://hlinksldjump"/>
          </p:cNvPr>
          <p:cNvSpPr/>
          <p:nvPr/>
        </p:nvSpPr>
        <p:spPr>
          <a:xfrm>
            <a:off x="5954316" y="375298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3" action="ppaction://hlinksldjump"/>
          </p:cNvPr>
          <p:cNvSpPr/>
          <p:nvPr/>
        </p:nvSpPr>
        <p:spPr>
          <a:xfrm>
            <a:off x="7389816" y="375298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4" action="ppaction://hlinksldjump"/>
          </p:cNvPr>
          <p:cNvSpPr/>
          <p:nvPr/>
        </p:nvSpPr>
        <p:spPr>
          <a:xfrm>
            <a:off x="3579190"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7" name="Google Shape;757;g26b641b03cd_0_165"/>
          <p:cNvGrpSpPr/>
          <p:nvPr/>
        </p:nvGrpSpPr>
        <p:grpSpPr>
          <a:xfrm>
            <a:off x="930400" y="2129444"/>
            <a:ext cx="7283200" cy="3724851"/>
            <a:chOff x="930400" y="2129444"/>
            <a:chExt cx="7283200" cy="3724851"/>
          </a:xfrm>
        </p:grpSpPr>
        <p:pic>
          <p:nvPicPr>
            <p:cNvPr id="758" name="Google Shape;75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80" name="Google Shape;78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7" name="Google Shape;78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4"/>
              </a:srgbClr>
            </a:outerShdw>
          </a:effectLst>
        </p:spPr>
      </p:pic>
      <p:pic>
        <p:nvPicPr>
          <p:cNvPr id="788" name="Google Shape;78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7" name="Google Shape;79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01" name="Google Shape;80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2" name="Google Shape;80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3" name="Google Shape;80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4" name="Google Shape;81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22" name="Google Shape;822;g26b7edf6e71_0_109"/>
          <p:cNvGrpSpPr/>
          <p:nvPr/>
        </p:nvGrpSpPr>
        <p:grpSpPr>
          <a:xfrm>
            <a:off x="867357" y="2129450"/>
            <a:ext cx="7282807" cy="2686611"/>
            <a:chOff x="867357" y="2129450"/>
            <a:chExt cx="7282807" cy="2686611"/>
          </a:xfrm>
        </p:grpSpPr>
        <p:pic>
          <p:nvPicPr>
            <p:cNvPr id="823" name="Google Shape;82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a:t>
            </a:r>
            <a:r>
              <a:rPr lang="en-US"/>
              <a:t>.</a:t>
            </a:r>
            <a:endParaRPr/>
          </a:p>
        </p:txBody>
      </p:sp>
      <p:pic>
        <p:nvPicPr>
          <p:cNvPr id="843" name="Google Shape;843;g2c610ea7438_0_1"/>
          <p:cNvPicPr preferRelativeResize="0"/>
          <p:nvPr/>
        </p:nvPicPr>
        <p:blipFill rotWithShape="1">
          <a:blip r:embed="rId3">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c610ea7438_0_1"/>
          <p:cNvPicPr preferRelativeResize="0"/>
          <p:nvPr/>
        </p:nvPicPr>
        <p:blipFill rotWithShape="1">
          <a:blip r:embed="rId4">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610ea7438_0_1"/>
          <p:cNvPicPr preferRelativeResize="0"/>
          <p:nvPr/>
        </p:nvPicPr>
        <p:blipFill rotWithShape="1">
          <a:blip r:embed="rId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6" name="Google Shape;846;g2c610ea7438_0_1"/>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7" name="Google Shape;847;g2c610ea7438_0_1"/>
          <p:cNvPicPr preferRelativeResize="0"/>
          <p:nvPr/>
        </p:nvPicPr>
        <p:blipFill rotWithShape="1">
          <a:blip r:embed="rId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c610ea7438_0_1"/>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610ea7438_0_1"/>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610ea7438_0_1"/>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610ea7438_0_1"/>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610ea7438_0_1"/>
          <p:cNvPicPr preferRelativeResize="0"/>
          <p:nvPr/>
        </p:nvPicPr>
        <p:blipFill rotWithShape="1">
          <a:blip r:embed="rId1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610ea7438_0_1"/>
          <p:cNvPicPr preferRelativeResize="0"/>
          <p:nvPr/>
        </p:nvPicPr>
        <p:blipFill rotWithShape="1">
          <a:blip r:embed="rId1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610ea7438_0_1"/>
          <p:cNvPicPr preferRelativeResize="0"/>
          <p:nvPr/>
        </p:nvPicPr>
        <p:blipFill rotWithShape="1">
          <a:blip r:embed="rId1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5" name="Google Shape;855;g2c610ea7438_0_1"/>
          <p:cNvPicPr preferRelativeResize="0"/>
          <p:nvPr/>
        </p:nvPicPr>
        <p:blipFill rotWithShape="1">
          <a:blip r:embed="rId1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610ea7438_0_1"/>
          <p:cNvPicPr preferRelativeResize="0"/>
          <p:nvPr/>
        </p:nvPicPr>
        <p:blipFill rotWithShape="1">
          <a:blip r:embed="rId1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610ea7438_0_1"/>
          <p:cNvPicPr preferRelativeResize="0"/>
          <p:nvPr/>
        </p:nvPicPr>
        <p:blipFill rotWithShape="1">
          <a:blip r:embed="rId1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610ea7438_0_1"/>
          <p:cNvPicPr preferRelativeResize="0"/>
          <p:nvPr/>
        </p:nvPicPr>
        <p:blipFill rotWithShape="1">
          <a:blip r:embed="rId1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2c610ea7438_0_1"/>
          <p:cNvPicPr preferRelativeResize="0"/>
          <p:nvPr/>
        </p:nvPicPr>
        <p:blipFill rotWithShape="1">
          <a:blip r:embed="rId1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610ea7438_0_1"/>
          <p:cNvPicPr preferRelativeResize="0"/>
          <p:nvPr/>
        </p:nvPicPr>
        <p:blipFill rotWithShape="1">
          <a:blip r:embed="rId2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610ea7438_0_1"/>
          <p:cNvPicPr preferRelativeResize="0"/>
          <p:nvPr/>
        </p:nvPicPr>
        <p:blipFill rotWithShape="1">
          <a:blip r:embed="rId2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610ea7438_0_1"/>
          <p:cNvPicPr preferRelativeResize="0"/>
          <p:nvPr/>
        </p:nvPicPr>
        <p:blipFill rotWithShape="1">
          <a:blip r:embed="rId2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610ea7438_0_1"/>
          <p:cNvPicPr preferRelativeResize="0"/>
          <p:nvPr/>
        </p:nvPicPr>
        <p:blipFill rotWithShape="1">
          <a:blip r:embed="rId2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610ea7438_0_1"/>
          <p:cNvPicPr preferRelativeResize="0"/>
          <p:nvPr/>
        </p:nvPicPr>
        <p:blipFill rotWithShape="1">
          <a:blip r:embed="rId2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610ea7438_0_1"/>
          <p:cNvPicPr preferRelativeResize="0"/>
          <p:nvPr/>
        </p:nvPicPr>
        <p:blipFill rotWithShape="1">
          <a:blip r:embed="rId2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2c610ea7438_0_1"/>
          <p:cNvPicPr preferRelativeResize="0"/>
          <p:nvPr/>
        </p:nvPicPr>
        <p:blipFill rotWithShape="1">
          <a:blip r:embed="rId2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2c610ea7438_0_1"/>
          <p:cNvPicPr preferRelativeResize="0"/>
          <p:nvPr/>
        </p:nvPicPr>
        <p:blipFill rotWithShape="1">
          <a:blip r:embed="rId2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610ea7438_0_1"/>
          <p:cNvPicPr preferRelativeResize="0"/>
          <p:nvPr/>
        </p:nvPicPr>
        <p:blipFill rotWithShape="1">
          <a:blip r:embed="rId2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5" name="Google Shape;87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76" name="Google Shape;87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77" name="Google Shape;877;g2c186218c5a_0_17"/>
          <p:cNvPicPr preferRelativeResize="0"/>
          <p:nvPr/>
        </p:nvPicPr>
        <p:blipFill rotWithShape="1">
          <a:blip r:embed="rId3">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78" name="Google Shape;878;g2c186218c5a_0_17"/>
          <p:cNvPicPr preferRelativeResize="0"/>
          <p:nvPr/>
        </p:nvPicPr>
        <p:blipFill rotWithShape="1">
          <a:blip r:embed="rId4">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pic>
        <p:nvPicPr>
          <p:cNvPr id="879" name="Google Shape;879;g2c186218c5a_0_17"/>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6" name="Google Shape;88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87" name="Google Shape;88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8" name="Google Shape;888;g26b641b03cd_0_185"/>
          <p:cNvPicPr preferRelativeResize="0"/>
          <p:nvPr/>
        </p:nvPicPr>
        <p:blipFill rotWithShape="1">
          <a:blip r:embed="rId3">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89" name="Google Shape;889;g26b641b03cd_0_185"/>
          <p:cNvPicPr preferRelativeResize="0"/>
          <p:nvPr/>
        </p:nvPicPr>
        <p:blipFill rotWithShape="1">
          <a:blip r:embed="rId4">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90" name="Google Shape;890;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7" name="Google Shape;89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98" name="Google Shape;89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9" name="Google Shape;899;g2c186218c5a_0_25"/>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900" name="Google Shape;900;g2c186218c5a_0_25"/>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901" name="Google Shape;901;g2c186218c5a_0_25"/>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8" name="Google Shape;90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09" name="Google Shape;90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10" name="Google Shape;910;g26b641b03cd_0_192"/>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911" name="Google Shape;911;g26b641b03cd_0_192"/>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912" name="Google Shape;912;g26b641b03cd_0_192"/>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19" name="Google Shape;91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20" name="Google Shape;92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21" name="Google Shape;921;g26b641b03cd_0_204"/>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22" name="Google Shape;922;g26b641b03cd_0_204"/>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23" name="Google Shape;923;g26b641b03cd_0_204"/>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30" name="Google Shape;93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31" name="Google Shape;93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2" name="Google Shape;932;g2c186218c5a_0_48"/>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33" name="Google Shape;933;g2c186218c5a_0_48"/>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34" name="Google Shape;934;g2c186218c5a_0_48"/>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41" name="Google Shape;94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42" name="Google Shape;94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3" name="Google Shape;943;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44" name="Google Shape;944;g26b641b03cd_0_213"/>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45" name="Google Shape;945;g26b641b03cd_0_213"/>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52" name="Google Shape;9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53" name="Google Shape;9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54" name="Google Shape;954;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55" name="Google Shape;955;g2c186218c5a_0_149"/>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56" name="Google Shape;956;g2c186218c5a_0_149"/>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6b641b03cd_0_301"/>
          <p:cNvSpPr txBox="1">
            <a:spLocks noGrp="1"/>
          </p:cNvSpPr>
          <p:nvPr>
            <p:ph type="title"/>
          </p:nvPr>
        </p:nvSpPr>
        <p:spPr>
          <a:xfrm>
            <a:off x="1013301" y="5568500"/>
            <a:ext cx="7117500" cy="691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25000"/>
              <a:buFont typeface="Arial"/>
              <a:buNone/>
            </a:pPr>
            <a:r>
              <a:rPr lang="en-US"/>
              <a:t>Practise Common Exception Words</a:t>
            </a:r>
            <a:endParaRPr/>
          </a:p>
        </p:txBody>
      </p:sp>
      <p:sp>
        <p:nvSpPr>
          <p:cNvPr id="963" name="Google Shape;96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64" name="Google Shape;96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5" name="Google Shape;965;g26b641b03cd_0_301"/>
          <p:cNvPicPr preferRelativeResize="0"/>
          <p:nvPr/>
        </p:nvPicPr>
        <p:blipFill rotWithShape="1">
          <a:blip r:embed="rId3">
            <a:alphaModFix/>
          </a:blip>
          <a:srcRect t="19" b="29"/>
          <a:stretch/>
        </p:blipFill>
        <p:spPr>
          <a:xfrm>
            <a:off x="1089525" y="1934526"/>
            <a:ext cx="3321601" cy="2373725"/>
          </a:xfrm>
          <a:prstGeom prst="rect">
            <a:avLst/>
          </a:prstGeom>
          <a:noFill/>
          <a:ln>
            <a:noFill/>
          </a:ln>
          <a:effectLst>
            <a:outerShdw blurRad="57150" dist="19050" dir="5400000" algn="bl" rotWithShape="0">
              <a:srgbClr val="000000">
                <a:alpha val="20000"/>
              </a:srgbClr>
            </a:outerShdw>
          </a:effectLst>
        </p:spPr>
      </p:pic>
      <p:pic>
        <p:nvPicPr>
          <p:cNvPr id="966" name="Google Shape;966;g26b641b03cd_0_301"/>
          <p:cNvPicPr preferRelativeResize="0"/>
          <p:nvPr/>
        </p:nvPicPr>
        <p:blipFill rotWithShape="1">
          <a:blip r:embed="rId4">
            <a:alphaModFix/>
          </a:blip>
          <a:srcRect t="19" b="29"/>
          <a:stretch/>
        </p:blipFill>
        <p:spPr>
          <a:xfrm>
            <a:off x="4732875" y="193452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308"/>
          <p:cNvSpPr txBox="1">
            <a:spLocks noGrp="1"/>
          </p:cNvSpPr>
          <p:nvPr>
            <p:ph type="title"/>
          </p:nvPr>
        </p:nvSpPr>
        <p:spPr>
          <a:xfrm>
            <a:off x="976950" y="5568500"/>
            <a:ext cx="7190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73" name="Google Shape;97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74" name="Google Shape;97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75" name="Google Shape;975;g26b641b03cd_0_308"/>
          <p:cNvPicPr preferRelativeResize="0"/>
          <p:nvPr/>
        </p:nvPicPr>
        <p:blipFill rotWithShape="1">
          <a:blip r:embed="rId3">
            <a:alphaModFix/>
          </a:blip>
          <a:srcRect t="19" b="29"/>
          <a:stretch/>
        </p:blipFill>
        <p:spPr>
          <a:xfrm>
            <a:off x="1089525" y="1934526"/>
            <a:ext cx="3321601" cy="2373725"/>
          </a:xfrm>
          <a:prstGeom prst="rect">
            <a:avLst/>
          </a:prstGeom>
          <a:noFill/>
          <a:ln>
            <a:noFill/>
          </a:ln>
          <a:effectLst>
            <a:outerShdw blurRad="57150" dist="19050" dir="5400000" algn="bl" rotWithShape="0">
              <a:srgbClr val="000000">
                <a:alpha val="20000"/>
              </a:srgbClr>
            </a:outerShdw>
          </a:effectLst>
        </p:spPr>
      </p:pic>
      <p:pic>
        <p:nvPicPr>
          <p:cNvPr id="976" name="Google Shape;976;g26b641b03cd_0_308"/>
          <p:cNvPicPr preferRelativeResize="0"/>
          <p:nvPr/>
        </p:nvPicPr>
        <p:blipFill rotWithShape="1">
          <a:blip r:embed="rId4">
            <a:alphaModFix/>
          </a:blip>
          <a:srcRect t="19" b="29"/>
          <a:stretch/>
        </p:blipFill>
        <p:spPr>
          <a:xfrm>
            <a:off x="4732875" y="193452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3" name="Google Shape;983;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984" name="Google Shape;984;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5" name="Google Shape;985;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92" name="Google Shape;99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993" name="Google Shape;993;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94" name="Google Shape;99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pic>
        <p:nvPicPr>
          <p:cNvPr id="1000" name="Google Shape;1000;g2c6192223e2_0_38"/>
          <p:cNvPicPr preferRelativeResize="0"/>
          <p:nvPr/>
        </p:nvPicPr>
        <p:blipFill rotWithShape="1">
          <a:blip r:embed="rId3">
            <a:alphaModFix/>
          </a:blip>
          <a:srcRect l="406" r="395"/>
          <a:stretch/>
        </p:blipFill>
        <p:spPr>
          <a:xfrm>
            <a:off x="4392597" y="2697413"/>
            <a:ext cx="3906212" cy="2453951"/>
          </a:xfrm>
          <a:prstGeom prst="rect">
            <a:avLst/>
          </a:prstGeom>
          <a:noFill/>
          <a:ln>
            <a:noFill/>
          </a:ln>
        </p:spPr>
      </p:pic>
      <p:pic>
        <p:nvPicPr>
          <p:cNvPr id="1001" name="Google Shape;1001;g2c6192223e2_0_38"/>
          <p:cNvPicPr preferRelativeResize="0"/>
          <p:nvPr/>
        </p:nvPicPr>
        <p:blipFill rotWithShape="1">
          <a:blip r:embed="rId4">
            <a:alphaModFix/>
          </a:blip>
          <a:srcRect l="1465" r="1474"/>
          <a:stretch/>
        </p:blipFill>
        <p:spPr>
          <a:xfrm>
            <a:off x="879153" y="2714147"/>
            <a:ext cx="3362574" cy="1091031"/>
          </a:xfrm>
          <a:prstGeom prst="rect">
            <a:avLst/>
          </a:prstGeom>
          <a:noFill/>
          <a:ln>
            <a:noFill/>
          </a:ln>
        </p:spPr>
      </p:pic>
      <p:pic>
        <p:nvPicPr>
          <p:cNvPr id="1002" name="Google Shape;1002;g2c6192223e2_0_38"/>
          <p:cNvPicPr preferRelativeResize="0"/>
          <p:nvPr/>
        </p:nvPicPr>
        <p:blipFill rotWithShape="1">
          <a:blip r:embed="rId5">
            <a:alphaModFix/>
          </a:blip>
          <a:srcRect r="1409"/>
          <a:stretch/>
        </p:blipFill>
        <p:spPr>
          <a:xfrm>
            <a:off x="795337" y="3906425"/>
            <a:ext cx="3576650" cy="1135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264</Words>
  <Application>Microsoft Office PowerPoint</Application>
  <PresentationFormat>On-screen Show (4:3)</PresentationFormat>
  <Paragraphs>101</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Calibri</vt:lpstr>
      <vt:lpstr>Jost</vt:lpstr>
      <vt:lpstr>Poppins</vt:lpstr>
      <vt:lpstr>Poppins Medium</vt:lpstr>
      <vt:lpstr>Arial</vt:lpstr>
      <vt:lpstr>Poppins SemiBold</vt:lpstr>
      <vt:lpstr>Mulish</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2026-05-13T03:40:27Z</dcterms:modified>
</cp:coreProperties>
</file>