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Gn6u41sqreGDV77L5RbZmL20Xn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575FF7-6487-4388-BB2A-2AAE1AA03DBB}">
  <a:tblStyle styleId="{95575FF7-6487-4388-BB2A-2AAE1AA03DB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4" name="Google Shape;69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3c7f6e8c8e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33c7f6e8c8e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33c7f6e8c8e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33c7f6e8c8e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33c7f6e8c8e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33c7f6e8c8e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33c7f6e8c8e_0_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g33c7f6e8c8e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7" name="Google Shape;787;g33c7f6e8c8e_0_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33c7f6e8c8e_0_1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33c7f6e8c8e_0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33c7f6e8c8e_0_1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33c7f6e8c8e_0_1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33c7f6e8c8e_0_1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33c7f6e8c8e_0_1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33c7f6e8c8e_0_1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33c7f6e8c8e_0_1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33c7f6e8c8e_0_1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33c7f6e8c8e_0_1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33c7f6e8c8e_0_1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33c7f6e8c8e_0_1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33c7f6e8c8e_0_20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33c7f6e8c8e_0_2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33c7f6e8c8e_0_2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33c7f6e8c8e_0_2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33c7f6e8c8e_0_2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33c7f6e8c8e_0_2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0" name="Google Shape;101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5" name="Google Shape;103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6" name="Google Shape;103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2701ceed56d_4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2701ceed56d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2701ceed56d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dadb89a7d8_0_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g2dadb89a7d8_0_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4" name="Google Shape;1104;g2dadb89a7d8_0_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002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548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Family /y-oo/</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6113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6 -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30</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20.xml"/><Relationship Id="rId5" Type="http://schemas.openxmlformats.org/officeDocument/2006/relationships/image" Target="../media/image8.png"/><Relationship Id="rId10" Type="http://schemas.openxmlformats.org/officeDocument/2006/relationships/slide" Target="slide19.xml"/><Relationship Id="rId4" Type="http://schemas.openxmlformats.org/officeDocument/2006/relationships/slide" Target="slide12.xml"/><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7.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5.xml.rels><?xml version="1.0" encoding="UTF-8" standalone="yes"?>
<Relationships xmlns="http://schemas.openxmlformats.org/package/2006/relationships"><Relationship Id="rId13" Type="http://schemas.openxmlformats.org/officeDocument/2006/relationships/image" Target="../media/image74.png"/><Relationship Id="rId18" Type="http://schemas.openxmlformats.org/officeDocument/2006/relationships/image" Target="../media/image79.png"/><Relationship Id="rId26" Type="http://schemas.openxmlformats.org/officeDocument/2006/relationships/image" Target="../media/image87.png"/><Relationship Id="rId39" Type="http://schemas.openxmlformats.org/officeDocument/2006/relationships/image" Target="../media/image8.png"/><Relationship Id="rId21" Type="http://schemas.openxmlformats.org/officeDocument/2006/relationships/image" Target="../media/image82.png"/><Relationship Id="rId34" Type="http://schemas.openxmlformats.org/officeDocument/2006/relationships/image" Target="../media/image94.png"/><Relationship Id="rId42" Type="http://schemas.openxmlformats.org/officeDocument/2006/relationships/image" Target="../media/image101.png"/><Relationship Id="rId7" Type="http://schemas.openxmlformats.org/officeDocument/2006/relationships/image" Target="../media/image68.png"/><Relationship Id="rId2" Type="http://schemas.openxmlformats.org/officeDocument/2006/relationships/notesSlide" Target="../notesSlides/notesSlide5.xml"/><Relationship Id="rId16" Type="http://schemas.openxmlformats.org/officeDocument/2006/relationships/image" Target="../media/image77.png"/><Relationship Id="rId20" Type="http://schemas.openxmlformats.org/officeDocument/2006/relationships/image" Target="../media/image81.png"/><Relationship Id="rId29" Type="http://schemas.openxmlformats.org/officeDocument/2006/relationships/image" Target="../media/image90.png"/><Relationship Id="rId41"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67.png"/><Relationship Id="rId11" Type="http://schemas.openxmlformats.org/officeDocument/2006/relationships/image" Target="../media/image72.png"/><Relationship Id="rId24" Type="http://schemas.openxmlformats.org/officeDocument/2006/relationships/image" Target="../media/image85.png"/><Relationship Id="rId32" Type="http://schemas.openxmlformats.org/officeDocument/2006/relationships/image" Target="../media/image92.png"/><Relationship Id="rId37" Type="http://schemas.openxmlformats.org/officeDocument/2006/relationships/image" Target="../media/image97.png"/><Relationship Id="rId40" Type="http://schemas.openxmlformats.org/officeDocument/2006/relationships/image" Target="../media/image99.png"/><Relationship Id="rId5" Type="http://schemas.openxmlformats.org/officeDocument/2006/relationships/image" Target="../media/image66.png"/><Relationship Id="rId15" Type="http://schemas.openxmlformats.org/officeDocument/2006/relationships/image" Target="../media/image76.png"/><Relationship Id="rId23" Type="http://schemas.openxmlformats.org/officeDocument/2006/relationships/image" Target="../media/image84.png"/><Relationship Id="rId28" Type="http://schemas.openxmlformats.org/officeDocument/2006/relationships/image" Target="../media/image89.png"/><Relationship Id="rId36" Type="http://schemas.openxmlformats.org/officeDocument/2006/relationships/image" Target="../media/image96.png"/><Relationship Id="rId10" Type="http://schemas.openxmlformats.org/officeDocument/2006/relationships/image" Target="../media/image71.png"/><Relationship Id="rId19" Type="http://schemas.openxmlformats.org/officeDocument/2006/relationships/image" Target="../media/image80.png"/><Relationship Id="rId31" Type="http://schemas.openxmlformats.org/officeDocument/2006/relationships/image" Target="../media/image91.png"/><Relationship Id="rId4" Type="http://schemas.openxmlformats.org/officeDocument/2006/relationships/image" Target="../media/image6.png"/><Relationship Id="rId9" Type="http://schemas.openxmlformats.org/officeDocument/2006/relationships/image" Target="../media/image70.png"/><Relationship Id="rId14" Type="http://schemas.openxmlformats.org/officeDocument/2006/relationships/image" Target="../media/image75.png"/><Relationship Id="rId22" Type="http://schemas.openxmlformats.org/officeDocument/2006/relationships/image" Target="../media/image83.png"/><Relationship Id="rId27" Type="http://schemas.openxmlformats.org/officeDocument/2006/relationships/image" Target="../media/image88.png"/><Relationship Id="rId30" Type="http://schemas.openxmlformats.org/officeDocument/2006/relationships/image" Target="../media/image7.png"/><Relationship Id="rId35" Type="http://schemas.openxmlformats.org/officeDocument/2006/relationships/image" Target="../media/image95.png"/><Relationship Id="rId43" Type="http://schemas.openxmlformats.org/officeDocument/2006/relationships/image" Target="../media/image102.png"/><Relationship Id="rId8" Type="http://schemas.openxmlformats.org/officeDocument/2006/relationships/image" Target="../media/image69.png"/><Relationship Id="rId3" Type="http://schemas.openxmlformats.org/officeDocument/2006/relationships/image" Target="../media/image65.png"/><Relationship Id="rId12" Type="http://schemas.openxmlformats.org/officeDocument/2006/relationships/image" Target="../media/image73.png"/><Relationship Id="rId17" Type="http://schemas.openxmlformats.org/officeDocument/2006/relationships/image" Target="../media/image78.png"/><Relationship Id="rId25" Type="http://schemas.openxmlformats.org/officeDocument/2006/relationships/image" Target="../media/image86.png"/><Relationship Id="rId33" Type="http://schemas.openxmlformats.org/officeDocument/2006/relationships/image" Target="../media/image93.png"/><Relationship Id="rId38" Type="http://schemas.openxmlformats.org/officeDocument/2006/relationships/image" Target="../media/image98.png"/></Relationships>
</file>

<file path=ppt/slides/_rels/slide6.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5.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s>
</file>

<file path=ppt/slides/_rels/slide7.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3" Type="http://schemas.openxmlformats.org/officeDocument/2006/relationships/image" Target="../media/image113.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notesSlide" Target="../notesSlides/notesSlide7.xml"/><Relationship Id="rId16" Type="http://schemas.openxmlformats.org/officeDocument/2006/relationships/image" Target="../media/image126.png"/><Relationship Id="rId1" Type="http://schemas.openxmlformats.org/officeDocument/2006/relationships/slideLayout" Target="../slideLayouts/slideLayout3.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image" Target="../media/image12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s>
</file>

<file path=ppt/slides/_rels/slide8.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37.png"/><Relationship Id="rId18" Type="http://schemas.openxmlformats.org/officeDocument/2006/relationships/image" Target="../media/image142.png"/><Relationship Id="rId26" Type="http://schemas.openxmlformats.org/officeDocument/2006/relationships/image" Target="../media/image150.png"/><Relationship Id="rId3" Type="http://schemas.openxmlformats.org/officeDocument/2006/relationships/image" Target="../media/image127.png"/><Relationship Id="rId21" Type="http://schemas.openxmlformats.org/officeDocument/2006/relationships/image" Target="../media/image145.png"/><Relationship Id="rId7" Type="http://schemas.openxmlformats.org/officeDocument/2006/relationships/image" Target="../media/image131.png"/><Relationship Id="rId12" Type="http://schemas.openxmlformats.org/officeDocument/2006/relationships/image" Target="../media/image136.png"/><Relationship Id="rId17" Type="http://schemas.openxmlformats.org/officeDocument/2006/relationships/image" Target="../media/image141.png"/><Relationship Id="rId25" Type="http://schemas.openxmlformats.org/officeDocument/2006/relationships/image" Target="../media/image149.png"/><Relationship Id="rId2" Type="http://schemas.openxmlformats.org/officeDocument/2006/relationships/notesSlide" Target="../notesSlides/notesSlide8.xml"/><Relationship Id="rId16" Type="http://schemas.openxmlformats.org/officeDocument/2006/relationships/image" Target="../media/image140.png"/><Relationship Id="rId20" Type="http://schemas.openxmlformats.org/officeDocument/2006/relationships/image" Target="../media/image144.png"/><Relationship Id="rId29"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30.png"/><Relationship Id="rId11" Type="http://schemas.openxmlformats.org/officeDocument/2006/relationships/image" Target="../media/image135.png"/><Relationship Id="rId24" Type="http://schemas.openxmlformats.org/officeDocument/2006/relationships/image" Target="../media/image148.png"/><Relationship Id="rId5" Type="http://schemas.openxmlformats.org/officeDocument/2006/relationships/image" Target="../media/image129.png"/><Relationship Id="rId15" Type="http://schemas.openxmlformats.org/officeDocument/2006/relationships/image" Target="../media/image139.png"/><Relationship Id="rId23" Type="http://schemas.openxmlformats.org/officeDocument/2006/relationships/image" Target="../media/image147.png"/><Relationship Id="rId28" Type="http://schemas.openxmlformats.org/officeDocument/2006/relationships/image" Target="../media/image152.png"/><Relationship Id="rId10" Type="http://schemas.openxmlformats.org/officeDocument/2006/relationships/image" Target="../media/image134.png"/><Relationship Id="rId19" Type="http://schemas.openxmlformats.org/officeDocument/2006/relationships/image" Target="../media/image143.png"/><Relationship Id="rId4" Type="http://schemas.openxmlformats.org/officeDocument/2006/relationships/image" Target="../media/image128.png"/><Relationship Id="rId9" Type="http://schemas.openxmlformats.org/officeDocument/2006/relationships/image" Target="../media/image133.png"/><Relationship Id="rId14" Type="http://schemas.openxmlformats.org/officeDocument/2006/relationships/image" Target="../media/image138.png"/><Relationship Id="rId22" Type="http://schemas.openxmlformats.org/officeDocument/2006/relationships/image" Target="../media/image146.png"/><Relationship Id="rId27" Type="http://schemas.openxmlformats.org/officeDocument/2006/relationships/image" Target="../media/image151.png"/><Relationship Id="rId30" Type="http://schemas.openxmlformats.org/officeDocument/2006/relationships/image" Target="../media/image153.png"/></Relationships>
</file>

<file path=ppt/slides/_rels/slide9.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64.png"/><Relationship Id="rId3" Type="http://schemas.openxmlformats.org/officeDocument/2006/relationships/image" Target="../media/image154.png"/><Relationship Id="rId7" Type="http://schemas.openxmlformats.org/officeDocument/2006/relationships/image" Target="../media/image158.png"/><Relationship Id="rId12" Type="http://schemas.openxmlformats.org/officeDocument/2006/relationships/image" Target="../media/image16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7.png"/><Relationship Id="rId11" Type="http://schemas.openxmlformats.org/officeDocument/2006/relationships/image" Target="../media/image162.png"/><Relationship Id="rId5" Type="http://schemas.openxmlformats.org/officeDocument/2006/relationships/image" Target="../media/image156.png"/><Relationship Id="rId15" Type="http://schemas.openxmlformats.org/officeDocument/2006/relationships/image" Target="../media/image166.png"/><Relationship Id="rId10" Type="http://schemas.openxmlformats.org/officeDocument/2006/relationships/image" Target="../media/image161.png"/><Relationship Id="rId4" Type="http://schemas.openxmlformats.org/officeDocument/2006/relationships/image" Target="../media/image155.png"/><Relationship Id="rId9" Type="http://schemas.openxmlformats.org/officeDocument/2006/relationships/image" Target="../media/image160.png"/><Relationship Id="rId14" Type="http://schemas.openxmlformats.org/officeDocument/2006/relationships/image" Target="../media/image165.png"/></Relationships>
</file>

<file path=ppt/slides/_rels/slide10.xml.rels><?xml version="1.0" encoding="UTF-8" standalone="yes"?>
<Relationships xmlns="http://schemas.openxmlformats.org/package/2006/relationships"><Relationship Id="rId8" Type="http://schemas.openxmlformats.org/officeDocument/2006/relationships/image" Target="../media/image172.png"/><Relationship Id="rId13" Type="http://schemas.openxmlformats.org/officeDocument/2006/relationships/image" Target="../media/image177.png"/><Relationship Id="rId3" Type="http://schemas.openxmlformats.org/officeDocument/2006/relationships/image" Target="../media/image167.png"/><Relationship Id="rId7" Type="http://schemas.openxmlformats.org/officeDocument/2006/relationships/image" Target="../media/image171.png"/><Relationship Id="rId12" Type="http://schemas.openxmlformats.org/officeDocument/2006/relationships/image" Target="../media/image176.png"/><Relationship Id="rId2" Type="http://schemas.openxmlformats.org/officeDocument/2006/relationships/notesSlide" Target="../notesSlides/notesSlide10.xml"/><Relationship Id="rId16" Type="http://schemas.openxmlformats.org/officeDocument/2006/relationships/image" Target="../media/image180.png"/><Relationship Id="rId1" Type="http://schemas.openxmlformats.org/officeDocument/2006/relationships/slideLayout" Target="../slideLayouts/slideLayout3.xml"/><Relationship Id="rId6" Type="http://schemas.openxmlformats.org/officeDocument/2006/relationships/image" Target="../media/image170.png"/><Relationship Id="rId11" Type="http://schemas.openxmlformats.org/officeDocument/2006/relationships/image" Target="../media/image175.png"/><Relationship Id="rId5" Type="http://schemas.openxmlformats.org/officeDocument/2006/relationships/image" Target="../media/image169.png"/><Relationship Id="rId15" Type="http://schemas.openxmlformats.org/officeDocument/2006/relationships/image" Target="../media/image179.png"/><Relationship Id="rId10" Type="http://schemas.openxmlformats.org/officeDocument/2006/relationships/image" Target="../media/image174.png"/><Relationship Id="rId4" Type="http://schemas.openxmlformats.org/officeDocument/2006/relationships/image" Target="../media/image168.png"/><Relationship Id="rId9" Type="http://schemas.openxmlformats.org/officeDocument/2006/relationships/image" Target="../media/image173.png"/><Relationship Id="rId14" Type="http://schemas.openxmlformats.org/officeDocument/2006/relationships/image" Target="../media/image178.png"/></Relationships>
</file>

<file path=ppt/slides/_rels/slide11.xml.rels><?xml version="1.0" encoding="UTF-8" standalone="yes"?>
<Relationships xmlns="http://schemas.openxmlformats.org/package/2006/relationships"><Relationship Id="rId8" Type="http://schemas.openxmlformats.org/officeDocument/2006/relationships/image" Target="../media/image186.png"/><Relationship Id="rId13" Type="http://schemas.openxmlformats.org/officeDocument/2006/relationships/image" Target="../media/image191.png"/><Relationship Id="rId18" Type="http://schemas.openxmlformats.org/officeDocument/2006/relationships/image" Target="../media/image196.png"/><Relationship Id="rId3" Type="http://schemas.openxmlformats.org/officeDocument/2006/relationships/image" Target="../media/image181.png"/><Relationship Id="rId7" Type="http://schemas.openxmlformats.org/officeDocument/2006/relationships/image" Target="../media/image185.png"/><Relationship Id="rId12" Type="http://schemas.openxmlformats.org/officeDocument/2006/relationships/image" Target="../media/image190.png"/><Relationship Id="rId17" Type="http://schemas.openxmlformats.org/officeDocument/2006/relationships/image" Target="../media/image195.png"/><Relationship Id="rId2" Type="http://schemas.openxmlformats.org/officeDocument/2006/relationships/notesSlide" Target="../notesSlides/notesSlide11.xml"/><Relationship Id="rId16" Type="http://schemas.openxmlformats.org/officeDocument/2006/relationships/image" Target="../media/image194.png"/><Relationship Id="rId1" Type="http://schemas.openxmlformats.org/officeDocument/2006/relationships/slideLayout" Target="../slideLayouts/slideLayout3.xml"/><Relationship Id="rId6" Type="http://schemas.openxmlformats.org/officeDocument/2006/relationships/image" Target="../media/image184.png"/><Relationship Id="rId11" Type="http://schemas.openxmlformats.org/officeDocument/2006/relationships/image" Target="../media/image189.png"/><Relationship Id="rId5" Type="http://schemas.openxmlformats.org/officeDocument/2006/relationships/image" Target="../media/image183.png"/><Relationship Id="rId15" Type="http://schemas.openxmlformats.org/officeDocument/2006/relationships/image" Target="../media/image193.png"/><Relationship Id="rId10" Type="http://schemas.openxmlformats.org/officeDocument/2006/relationships/image" Target="../media/image188.png"/><Relationship Id="rId19" Type="http://schemas.openxmlformats.org/officeDocument/2006/relationships/image" Target="../media/image197.png"/><Relationship Id="rId4" Type="http://schemas.openxmlformats.org/officeDocument/2006/relationships/image" Target="../media/image182.png"/><Relationship Id="rId9" Type="http://schemas.openxmlformats.org/officeDocument/2006/relationships/image" Target="../media/image187.png"/><Relationship Id="rId14" Type="http://schemas.openxmlformats.org/officeDocument/2006/relationships/image" Target="../media/image192.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9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02.png"/><Relationship Id="rId5" Type="http://schemas.openxmlformats.org/officeDocument/2006/relationships/image" Target="../media/image201.png"/><Relationship Id="rId4" Type="http://schemas.openxmlformats.org/officeDocument/2006/relationships/image" Target="../media/image200.png"/></Relationships>
</file>

<file path=ppt/slides/_rels/slide16.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20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09.png"/><Relationship Id="rId5" Type="http://schemas.openxmlformats.org/officeDocument/2006/relationships/image" Target="../media/image208.png"/><Relationship Id="rId4" Type="http://schemas.openxmlformats.org/officeDocument/2006/relationships/image" Target="../media/image207.png"/></Relationships>
</file>

<file path=ppt/slides/_rels/slide1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13.png"/><Relationship Id="rId5" Type="http://schemas.openxmlformats.org/officeDocument/2006/relationships/image" Target="../media/image212.png"/><Relationship Id="rId4" Type="http://schemas.openxmlformats.org/officeDocument/2006/relationships/image" Target="../media/image2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16.png"/><Relationship Id="rId5" Type="http://schemas.openxmlformats.org/officeDocument/2006/relationships/image" Target="../media/image215.png"/><Relationship Id="rId4" Type="http://schemas.openxmlformats.org/officeDocument/2006/relationships/image" Target="../media/image214.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image" Target="../media/image197.png"/><Relationship Id="rId18" Type="http://schemas.openxmlformats.org/officeDocument/2006/relationships/image" Target="../media/image188.png"/><Relationship Id="rId3" Type="http://schemas.openxmlformats.org/officeDocument/2006/relationships/image" Target="../media/image187.png"/><Relationship Id="rId7" Type="http://schemas.openxmlformats.org/officeDocument/2006/relationships/image" Target="../media/image185.png"/><Relationship Id="rId12" Type="http://schemas.openxmlformats.org/officeDocument/2006/relationships/image" Target="../media/image190.png"/><Relationship Id="rId17" Type="http://schemas.openxmlformats.org/officeDocument/2006/relationships/image" Target="../media/image181.png"/><Relationship Id="rId2" Type="http://schemas.openxmlformats.org/officeDocument/2006/relationships/notesSlide" Target="../notesSlides/notesSlide22.xml"/><Relationship Id="rId16" Type="http://schemas.openxmlformats.org/officeDocument/2006/relationships/image" Target="../media/image196.png"/><Relationship Id="rId1" Type="http://schemas.openxmlformats.org/officeDocument/2006/relationships/slideLayout" Target="../slideLayouts/slideLayout4.xml"/><Relationship Id="rId6" Type="http://schemas.openxmlformats.org/officeDocument/2006/relationships/image" Target="../media/image193.png"/><Relationship Id="rId11" Type="http://schemas.openxmlformats.org/officeDocument/2006/relationships/image" Target="../media/image183.png"/><Relationship Id="rId5" Type="http://schemas.openxmlformats.org/officeDocument/2006/relationships/image" Target="../media/image186.png"/><Relationship Id="rId15" Type="http://schemas.openxmlformats.org/officeDocument/2006/relationships/image" Target="../media/image189.png"/><Relationship Id="rId10" Type="http://schemas.openxmlformats.org/officeDocument/2006/relationships/image" Target="../media/image191.png"/><Relationship Id="rId19" Type="http://schemas.openxmlformats.org/officeDocument/2006/relationships/image" Target="../media/image195.png"/><Relationship Id="rId4" Type="http://schemas.openxmlformats.org/officeDocument/2006/relationships/image" Target="../media/image194.png"/><Relationship Id="rId9" Type="http://schemas.openxmlformats.org/officeDocument/2006/relationships/image" Target="../media/image184.png"/><Relationship Id="rId14" Type="http://schemas.openxmlformats.org/officeDocument/2006/relationships/image" Target="../media/image182.png"/></Relationships>
</file>

<file path=ppt/slides/_rels/slide23.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2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79" name="Google Shape;679;p1"/>
          <p:cNvGrpSpPr/>
          <p:nvPr/>
        </p:nvGrpSpPr>
        <p:grpSpPr>
          <a:xfrm>
            <a:off x="4730792" y="3966699"/>
            <a:ext cx="4066934" cy="1850151"/>
            <a:chOff x="4730792" y="3966699"/>
            <a:chExt cx="4066934" cy="1850151"/>
          </a:xfrm>
        </p:grpSpPr>
        <p:sp>
          <p:nvSpPr>
            <p:cNvPr id="680" name="Google Shape;680;p1"/>
            <p:cNvSpPr/>
            <p:nvPr/>
          </p:nvSpPr>
          <p:spPr>
            <a:xfrm>
              <a:off x="6347592"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1"/>
            <p:cNvSpPr/>
            <p:nvPr/>
          </p:nvSpPr>
          <p:spPr>
            <a:xfrm>
              <a:off x="6668626"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3" name="Google Shape;683;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4" name="Google Shape;684;p1"/>
            <p:cNvPicPr preferRelativeResize="0"/>
            <p:nvPr/>
          </p:nvPicPr>
          <p:blipFill rotWithShape="1">
            <a:blip r:embed="rId3">
              <a:alphaModFix/>
            </a:blip>
            <a:srcRect t="59" b="59"/>
            <a:stretch/>
          </p:blipFill>
          <p:spPr>
            <a:xfrm rot="713626">
              <a:off x="7581276" y="4131198"/>
              <a:ext cx="1071651" cy="1516787"/>
            </a:xfrm>
            <a:prstGeom prst="rect">
              <a:avLst/>
            </a:prstGeom>
            <a:noFill/>
            <a:ln>
              <a:noFill/>
            </a:ln>
            <a:effectLst>
              <a:outerShdw blurRad="71438" dist="38100" dir="5220000" algn="bl" rotWithShape="0">
                <a:srgbClr val="000000">
                  <a:alpha val="20000"/>
                </a:srgbClr>
              </a:outerShdw>
            </a:effectLst>
          </p:spPr>
        </p:pic>
        <p:pic>
          <p:nvPicPr>
            <p:cNvPr id="685" name="Google Shape;685;p1"/>
            <p:cNvPicPr preferRelativeResize="0"/>
            <p:nvPr/>
          </p:nvPicPr>
          <p:blipFill rotWithShape="1">
            <a:blip r:embed="rId4">
              <a:alphaModFix/>
            </a:blip>
            <a:srcRect l="19" r="19"/>
            <a:stretch/>
          </p:blipFill>
          <p:spPr>
            <a:xfrm rot="193083">
              <a:off x="6666994" y="3998204"/>
              <a:ext cx="1071653" cy="1516786"/>
            </a:xfrm>
            <a:prstGeom prst="rect">
              <a:avLst/>
            </a:prstGeom>
            <a:noFill/>
            <a:ln>
              <a:noFill/>
            </a:ln>
            <a:effectLst>
              <a:outerShdw blurRad="71438" dist="38100" dir="5220000" algn="bl" rotWithShape="0">
                <a:srgbClr val="000000">
                  <a:alpha val="20000"/>
                </a:srgbClr>
              </a:outerShdw>
            </a:effectLst>
          </p:spPr>
        </p:pic>
        <p:pic>
          <p:nvPicPr>
            <p:cNvPr id="686" name="Google Shape;686;p1"/>
            <p:cNvPicPr preferRelativeResize="0"/>
            <p:nvPr/>
          </p:nvPicPr>
          <p:blipFill rotWithShape="1">
            <a:blip r:embed="rId5">
              <a:alphaModFix/>
            </a:blip>
            <a:srcRect l="19" r="19"/>
            <a:stretch/>
          </p:blipFill>
          <p:spPr>
            <a:xfrm rot="-313764">
              <a:off x="5805285" y="4012380"/>
              <a:ext cx="1071652" cy="1516785"/>
            </a:xfrm>
            <a:prstGeom prst="rect">
              <a:avLst/>
            </a:prstGeom>
            <a:noFill/>
            <a:ln>
              <a:noFill/>
            </a:ln>
            <a:effectLst>
              <a:outerShdw blurRad="71438" dist="38100" dir="5220000" algn="bl" rotWithShape="0">
                <a:srgbClr val="000000">
                  <a:alpha val="20000"/>
                </a:srgbClr>
              </a:outerShdw>
            </a:effectLst>
          </p:spPr>
        </p:pic>
        <p:pic>
          <p:nvPicPr>
            <p:cNvPr id="687" name="Google Shape;687;p1"/>
            <p:cNvPicPr preferRelativeResize="0"/>
            <p:nvPr/>
          </p:nvPicPr>
          <p:blipFill rotWithShape="1">
            <a:blip r:embed="rId6">
              <a:alphaModFix/>
            </a:blip>
            <a:srcRect l="79" r="69"/>
            <a:stretch/>
          </p:blipFill>
          <p:spPr>
            <a:xfrm rot="-781538">
              <a:off x="4887937" y="4198809"/>
              <a:ext cx="1071653" cy="1516788"/>
            </a:xfrm>
            <a:prstGeom prst="rect">
              <a:avLst/>
            </a:prstGeom>
            <a:noFill/>
            <a:ln>
              <a:noFill/>
            </a:ln>
            <a:effectLst>
              <a:outerShdw blurRad="71438" dist="38100" dir="5220000" algn="bl" rotWithShape="0">
                <a:srgbClr val="000000">
                  <a:alpha val="20000"/>
                </a:srgbClr>
              </a:outerShdw>
            </a:effectLst>
          </p:spPr>
        </p:pic>
      </p:grpSp>
      <p:sp>
        <p:nvSpPr>
          <p:cNvPr id="688" name="Google Shape;688;p1"/>
          <p:cNvSpPr txBox="1"/>
          <p:nvPr/>
        </p:nvSpPr>
        <p:spPr>
          <a:xfrm>
            <a:off x="884092" y="2716660"/>
            <a:ext cx="3882600" cy="84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rgbClr val="262626"/>
                </a:solidFill>
                <a:latin typeface="Poppins"/>
                <a:ea typeface="Poppins"/>
                <a:cs typeface="Poppins"/>
                <a:sym typeface="Poppins"/>
              </a:rPr>
              <a:t>Review Sound Family /y-oo/</a:t>
            </a:r>
            <a:endParaRPr sz="3000" b="0" i="0" u="none" strike="noStrike" cap="none">
              <a:solidFill>
                <a:srgbClr val="262626"/>
              </a:solidFill>
              <a:latin typeface="Poppins"/>
              <a:ea typeface="Poppins"/>
              <a:cs typeface="Poppins"/>
              <a:sym typeface="Poppins"/>
            </a:endParaRPr>
          </a:p>
        </p:txBody>
      </p:sp>
      <p:sp>
        <p:nvSpPr>
          <p:cNvPr id="689" name="Google Shape;689;p1"/>
          <p:cNvSpPr txBox="1"/>
          <p:nvPr/>
        </p:nvSpPr>
        <p:spPr>
          <a:xfrm>
            <a:off x="884092" y="3769358"/>
            <a:ext cx="3882600" cy="845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30</a:t>
            </a:r>
            <a:endParaRPr sz="2200" b="0" i="1" u="none" strike="noStrike" cap="none">
              <a:solidFill>
                <a:srgbClr val="262626"/>
              </a:solidFill>
              <a:latin typeface="Poppins"/>
              <a:ea typeface="Poppins"/>
              <a:cs typeface="Poppins"/>
              <a:sym typeface="Poppins"/>
            </a:endParaRPr>
          </a:p>
        </p:txBody>
      </p:sp>
      <p:graphicFrame>
        <p:nvGraphicFramePr>
          <p:cNvPr id="690" name="Google Shape;690;p1"/>
          <p:cNvGraphicFramePr/>
          <p:nvPr/>
        </p:nvGraphicFramePr>
        <p:xfrm>
          <a:off x="4844200" y="1646527"/>
          <a:ext cx="3784875" cy="2032200"/>
        </p:xfrm>
        <a:graphic>
          <a:graphicData uri="http://schemas.openxmlformats.org/drawingml/2006/table">
            <a:tbl>
              <a:tblPr firstRow="1" bandRow="1">
                <a:noFill/>
                <a:tableStyleId>{95575FF7-6487-4388-BB2A-2AAE1AA03DBB}</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/y-oo/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pic>
        <p:nvPicPr>
          <p:cNvPr id="696" name="Google Shape;696;g2bee4f4af4b_0_204"/>
          <p:cNvPicPr preferRelativeResize="0"/>
          <p:nvPr/>
        </p:nvPicPr>
        <p:blipFill rotWithShape="1">
          <a:blip r:embed="rId3">
            <a:alphaModFix/>
          </a:blip>
          <a:srcRect t="49" b="59"/>
          <a:stretch/>
        </p:blipFill>
        <p:spPr>
          <a:xfrm>
            <a:off x="845550" y="4364250"/>
            <a:ext cx="1177926" cy="588950"/>
          </a:xfrm>
          <a:prstGeom prst="rect">
            <a:avLst/>
          </a:prstGeom>
          <a:noFill/>
          <a:ln>
            <a:noFill/>
          </a:ln>
          <a:effectLst>
            <a:outerShdw blurRad="57150" dist="19050" dir="5400000" algn="bl" rotWithShape="0">
              <a:srgbClr val="BFBFBF"/>
            </a:outerShdw>
          </a:effectLst>
        </p:spPr>
      </p:pic>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/y-oo/</a:t>
            </a:r>
            <a:r>
              <a:rPr lang="en-US"/>
              <a:t> sound family spelling patterns, including homophones and Common Exception Words.</a:t>
            </a:r>
            <a:endParaRPr/>
          </a:p>
        </p:txBody>
      </p:sp>
      <p:sp>
        <p:nvSpPr>
          <p:cNvPr id="698" name="Google Shape;698;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99" name="Google Shape;699;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sp>
        <p:nvSpPr>
          <p:cNvPr id="701" name="Google Shape;701;g2bee4f4af4b_0_204">
            <a:hlinkClick r:id="rId4" action="ppaction://hlinksldjump"/>
          </p:cNvPr>
          <p:cNvSpPr/>
          <p:nvPr/>
        </p:nvSpPr>
        <p:spPr>
          <a:xfrm>
            <a:off x="989122" y="380063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2" name="Google Shape;702;g2bee4f4af4b_0_204"/>
          <p:cNvSpPr txBox="1"/>
          <p:nvPr/>
        </p:nvSpPr>
        <p:spPr>
          <a:xfrm>
            <a:off x="230732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210002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Grapheme to Phoneme Cards</a:t>
            </a:r>
            <a:endParaRPr sz="1400" b="0" i="0" u="none" strike="noStrike" cap="none" dirty="0">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5">
            <a:alphaModFix/>
          </a:blip>
          <a:srcRect l="79" r="79"/>
          <a:stretch/>
        </p:blipFill>
        <p:spPr>
          <a:xfrm>
            <a:off x="2320699" y="4101860"/>
            <a:ext cx="786850" cy="1113689"/>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3587579"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3380279"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6">
            <a:alphaModFix/>
          </a:blip>
          <a:srcRect l="89" r="79"/>
          <a:stretch/>
        </p:blipFill>
        <p:spPr>
          <a:xfrm>
            <a:off x="3587579" y="4169988"/>
            <a:ext cx="813600" cy="977432"/>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5962689"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5684800" y="5256525"/>
            <a:ext cx="1369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a:solidFill>
                <a:srgbClr val="75707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7">
            <a:alphaModFix/>
          </a:blip>
          <a:srcRect t="89" b="79"/>
          <a:stretch/>
        </p:blipFill>
        <p:spPr>
          <a:xfrm>
            <a:off x="5903502" y="4326104"/>
            <a:ext cx="931974" cy="665199"/>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477513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4660534"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8">
            <a:alphaModFix/>
          </a:blip>
          <a:srcRect/>
          <a:stretch/>
        </p:blipFill>
        <p:spPr>
          <a:xfrm>
            <a:off x="4874672" y="4232253"/>
            <a:ext cx="614525" cy="852902"/>
          </a:xfrm>
          <a:prstGeom prst="rect">
            <a:avLst/>
          </a:prstGeom>
          <a:noFill/>
          <a:ln>
            <a:noFill/>
          </a:ln>
          <a:effectLst>
            <a:outerShdw blurRad="71438" dist="19050" dir="5220000" algn="bl" rotWithShape="0">
              <a:srgbClr val="D8D8D8"/>
            </a:outerShdw>
          </a:effectLst>
        </p:spPr>
      </p:pic>
      <p:sp>
        <p:nvSpPr>
          <p:cNvPr id="714" name="Google Shape;714;g2bee4f4af4b_0_204"/>
          <p:cNvSpPr/>
          <p:nvPr/>
        </p:nvSpPr>
        <p:spPr>
          <a:xfrm>
            <a:off x="2223648"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9" action="ppaction://hlinksldjump"/>
          </p:cNvPr>
          <p:cNvSpPr/>
          <p:nvPr/>
        </p:nvSpPr>
        <p:spPr>
          <a:xfrm>
            <a:off x="3387616" y="37030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0" action="ppaction://hlinksldjump"/>
          </p:cNvPr>
          <p:cNvSpPr/>
          <p:nvPr/>
        </p:nvSpPr>
        <p:spPr>
          <a:xfrm>
            <a:off x="4677287" y="376563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1" action="ppaction://hlinksldjump"/>
          </p:cNvPr>
          <p:cNvSpPr/>
          <p:nvPr/>
        </p:nvSpPr>
        <p:spPr>
          <a:xfrm>
            <a:off x="5736840"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33c7f6e8c8e_0_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4" name="Google Shape;724;g33c7f6e8c8e_0_2"/>
          <p:cNvGrpSpPr/>
          <p:nvPr/>
        </p:nvGrpSpPr>
        <p:grpSpPr>
          <a:xfrm>
            <a:off x="930400" y="2053244"/>
            <a:ext cx="7283200" cy="3724851"/>
            <a:chOff x="930400" y="2129444"/>
            <a:chExt cx="7283200" cy="3724851"/>
          </a:xfrm>
        </p:grpSpPr>
        <p:pic>
          <p:nvPicPr>
            <p:cNvPr id="725" name="Google Shape;725;g33c7f6e8c8e_0_2"/>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33c7f6e8c8e_0_2"/>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33c7f6e8c8e_0_2"/>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3c7f6e8c8e_0_2"/>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3c7f6e8c8e_0_2"/>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3c7f6e8c8e_0_2"/>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3c7f6e8c8e_0_2"/>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3c7f6e8c8e_0_2"/>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3c7f6e8c8e_0_2"/>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3c7f6e8c8e_0_2"/>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3c7f6e8c8e_0_2"/>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3c7f6e8c8e_0_2"/>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3c7f6e8c8e_0_2"/>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3c7f6e8c8e_0_2"/>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3c7f6e8c8e_0_2"/>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3c7f6e8c8e_0_2"/>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3c7f6e8c8e_0_2"/>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3c7f6e8c8e_0_2"/>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3c7f6e8c8e_0_2"/>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3c7f6e8c8e_0_2"/>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33c7f6e8c8e_0_2"/>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33c7f6e8c8e_0_2"/>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33c7f6e8c8e_0_2"/>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33c7f6e8c8e_0_3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4" name="Google Shape;754;g33c7f6e8c8e_0_31"/>
          <p:cNvGrpSpPr/>
          <p:nvPr/>
        </p:nvGrpSpPr>
        <p:grpSpPr>
          <a:xfrm>
            <a:off x="930400" y="2053250"/>
            <a:ext cx="7283201" cy="2971674"/>
            <a:chOff x="930400" y="2129450"/>
            <a:chExt cx="7283201" cy="2971674"/>
          </a:xfrm>
        </p:grpSpPr>
        <p:pic>
          <p:nvPicPr>
            <p:cNvPr id="755" name="Google Shape;755;g33c7f6e8c8e_0_31"/>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33c7f6e8c8e_0_31"/>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7" name="Google Shape;757;g33c7f6e8c8e_0_31"/>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33c7f6e8c8e_0_31"/>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33c7f6e8c8e_0_31"/>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0" name="Google Shape;760;g33c7f6e8c8e_0_31"/>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3c7f6e8c8e_0_31"/>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2" name="Google Shape;762;g33c7f6e8c8e_0_31"/>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3" name="Google Shape;763;g33c7f6e8c8e_0_31"/>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33c7f6e8c8e_0_31"/>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5" name="Google Shape;765;g33c7f6e8c8e_0_31"/>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33c7f6e8c8e_0_31"/>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7" name="Google Shape;767;g33c7f6e8c8e_0_31"/>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8" name="Google Shape;768;g33c7f6e8c8e_0_31"/>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9" name="Google Shape;769;g33c7f6e8c8e_0_31"/>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0" name="Google Shape;770;g33c7f6e8c8e_0_31"/>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33c7f6e8c8e_0_31"/>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33c7f6e8c8e_0_31"/>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33c7f6e8c8e_0_31"/>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33c7f6e8c8e_0_31"/>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33c7f6e8c8e_0_31"/>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33c7f6e8c8e_0_31"/>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33c7f6e8c8e_0_31"/>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3c7f6e8c8e_0_31"/>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33c7f6e8c8e_0_31"/>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33c7f6e8c8e_0_31"/>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33c7f6e8c8e_0_31"/>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33c7f6e8c8e_0_31"/>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33c7f6e8c8e_0_31"/>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33c7f6e8c8e_0_6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0" name="Google Shape;790;g33c7f6e8c8e_0_66"/>
          <p:cNvGrpSpPr/>
          <p:nvPr/>
        </p:nvGrpSpPr>
        <p:grpSpPr>
          <a:xfrm>
            <a:off x="930400" y="2053250"/>
            <a:ext cx="7283201" cy="2971674"/>
            <a:chOff x="930400" y="2053250"/>
            <a:chExt cx="7283201" cy="2971674"/>
          </a:xfrm>
        </p:grpSpPr>
        <p:pic>
          <p:nvPicPr>
            <p:cNvPr id="791" name="Google Shape;791;g33c7f6e8c8e_0_66"/>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2" name="Google Shape;792;g33c7f6e8c8e_0_66"/>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33c7f6e8c8e_0_66"/>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33c7f6e8c8e_0_66"/>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33c7f6e8c8e_0_66"/>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6" name="Google Shape;796;g33c7f6e8c8e_0_66"/>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7" name="Google Shape;797;g33c7f6e8c8e_0_66"/>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98" name="Google Shape;798;g33c7f6e8c8e_0_66"/>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99" name="Google Shape;799;g33c7f6e8c8e_0_66"/>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0" name="Google Shape;800;g33c7f6e8c8e_0_66"/>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1" name="Google Shape;801;g33c7f6e8c8e_0_66"/>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2" name="Google Shape;802;g33c7f6e8c8e_0_66"/>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3" name="Google Shape;803;g33c7f6e8c8e_0_66"/>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4" name="Google Shape;804;g33c7f6e8c8e_0_66"/>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33c7f6e8c8e_0_66"/>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33c7f6e8c8e_0_66"/>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7" name="Google Shape;807;g33c7f6e8c8e_0_66"/>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08" name="Google Shape;808;g33c7f6e8c8e_0_66"/>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9" name="Google Shape;809;g33c7f6e8c8e_0_66"/>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0" name="Google Shape;810;g33c7f6e8c8e_0_66"/>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33c7f6e8c8e_0_66"/>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2" name="Google Shape;812;g33c7f6e8c8e_0_66"/>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33c7f6e8c8e_0_66"/>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4" name="Google Shape;814;g33c7f6e8c8e_0_66"/>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5" name="Google Shape;815;g33c7f6e8c8e_0_66"/>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6" name="Google Shape;816;g33c7f6e8c8e_0_66"/>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7" name="Google Shape;817;g33c7f6e8c8e_0_66"/>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8" name="Google Shape;818;g33c7f6e8c8e_0_66"/>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19" name="Google Shape;819;g33c7f6e8c8e_0_66"/>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20" name="Google Shape;820;g33c7f6e8c8e_0_66"/>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1" name="Google Shape;821;g33c7f6e8c8e_0_66"/>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2" name="Google Shape;822;g33c7f6e8c8e_0_66"/>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3" name="Google Shape;823;g33c7f6e8c8e_0_66"/>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4" name="Google Shape;824;g33c7f6e8c8e_0_66"/>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5" name="Google Shape;825;g33c7f6e8c8e_0_66"/>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6" name="Google Shape;826;g33c7f6e8c8e_0_66"/>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7" name="Google Shape;827;g33c7f6e8c8e_0_66"/>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33c7f6e8c8e_0_66"/>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33c7f6e8c8e_0_66"/>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0" name="Google Shape;830;g33c7f6e8c8e_0_66"/>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1" name="Google Shape;831;g33c7f6e8c8e_0_66"/>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33c7f6e8c8e_0_11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38" name="Google Shape;838;g33c7f6e8c8e_0_113"/>
          <p:cNvPicPr preferRelativeResize="0"/>
          <p:nvPr/>
        </p:nvPicPr>
        <p:blipFill rotWithShape="1">
          <a:blip r:embed="rId3">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39" name="Google Shape;839;g33c7f6e8c8e_0_113"/>
          <p:cNvPicPr preferRelativeResize="0"/>
          <p:nvPr/>
        </p:nvPicPr>
        <p:blipFill rotWithShape="1">
          <a:blip r:embed="rId4">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40" name="Google Shape;840;g33c7f6e8c8e_0_113"/>
          <p:cNvPicPr preferRelativeResize="0"/>
          <p:nvPr/>
        </p:nvPicPr>
        <p:blipFill rotWithShape="1">
          <a:blip r:embed="rId5">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41" name="Google Shape;841;g33c7f6e8c8e_0_113"/>
          <p:cNvPicPr preferRelativeResize="0"/>
          <p:nvPr/>
        </p:nvPicPr>
        <p:blipFill rotWithShape="1">
          <a:blip r:embed="rId6">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42" name="Google Shape;842;g33c7f6e8c8e_0_113"/>
          <p:cNvPicPr preferRelativeResize="0"/>
          <p:nvPr/>
        </p:nvPicPr>
        <p:blipFill rotWithShape="1">
          <a:blip r:embed="rId7">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43" name="Google Shape;843;g33c7f6e8c8e_0_113"/>
          <p:cNvPicPr preferRelativeResize="0"/>
          <p:nvPr/>
        </p:nvPicPr>
        <p:blipFill rotWithShape="1">
          <a:blip r:embed="rId8">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44" name="Google Shape;844;g33c7f6e8c8e_0_113"/>
          <p:cNvPicPr preferRelativeResize="0"/>
          <p:nvPr/>
        </p:nvPicPr>
        <p:blipFill rotWithShape="1">
          <a:blip r:embed="rId9">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45" name="Google Shape;845;g33c7f6e8c8e_0_113"/>
          <p:cNvPicPr preferRelativeResize="0"/>
          <p:nvPr/>
        </p:nvPicPr>
        <p:blipFill rotWithShape="1">
          <a:blip r:embed="rId10">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46" name="Google Shape;846;g33c7f6e8c8e_0_113"/>
          <p:cNvPicPr preferRelativeResize="0"/>
          <p:nvPr/>
        </p:nvPicPr>
        <p:blipFill rotWithShape="1">
          <a:blip r:embed="rId11">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47" name="Google Shape;847;g33c7f6e8c8e_0_113"/>
          <p:cNvPicPr preferRelativeResize="0"/>
          <p:nvPr/>
        </p:nvPicPr>
        <p:blipFill rotWithShape="1">
          <a:blip r:embed="rId12">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48" name="Google Shape;848;g33c7f6e8c8e_0_113"/>
          <p:cNvPicPr preferRelativeResize="0"/>
          <p:nvPr/>
        </p:nvPicPr>
        <p:blipFill rotWithShape="1">
          <a:blip r:embed="rId13">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g33c7f6e8c8e_0_12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55" name="Google Shape;855;g33c7f6e8c8e_0_127"/>
          <p:cNvGrpSpPr/>
          <p:nvPr/>
        </p:nvGrpSpPr>
        <p:grpSpPr>
          <a:xfrm>
            <a:off x="865957" y="2135925"/>
            <a:ext cx="7282807" cy="2686611"/>
            <a:chOff x="867357" y="2129450"/>
            <a:chExt cx="7282807" cy="2686611"/>
          </a:xfrm>
        </p:grpSpPr>
        <p:pic>
          <p:nvPicPr>
            <p:cNvPr id="856" name="Google Shape;856;g33c7f6e8c8e_0_127"/>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7" name="Google Shape;857;g33c7f6e8c8e_0_127"/>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33c7f6e8c8e_0_127"/>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33c7f6e8c8e_0_127"/>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33c7f6e8c8e_0_127"/>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33c7f6e8c8e_0_127"/>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33c7f6e8c8e_0_127"/>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3" name="Google Shape;863;g33c7f6e8c8e_0_127"/>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4" name="Google Shape;864;g33c7f6e8c8e_0_127"/>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5" name="Google Shape;865;g33c7f6e8c8e_0_127"/>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33c7f6e8c8e_0_127"/>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67" name="Google Shape;867;g33c7f6e8c8e_0_127"/>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68" name="Google Shape;868;g33c7f6e8c8e_0_127"/>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9" name="Google Shape;869;g33c7f6e8c8e_0_127"/>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33c7f6e8c8e_0_14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76" name="Google Shape;876;g33c7f6e8c8e_0_147"/>
          <p:cNvGrpSpPr/>
          <p:nvPr/>
        </p:nvGrpSpPr>
        <p:grpSpPr>
          <a:xfrm>
            <a:off x="866900" y="2125438"/>
            <a:ext cx="7281864" cy="2684601"/>
            <a:chOff x="868300" y="2129450"/>
            <a:chExt cx="7281864" cy="2684601"/>
          </a:xfrm>
        </p:grpSpPr>
        <p:pic>
          <p:nvPicPr>
            <p:cNvPr id="877" name="Google Shape;877;g33c7f6e8c8e_0_147"/>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78" name="Google Shape;878;g33c7f6e8c8e_0_147"/>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9" name="Google Shape;879;g33c7f6e8c8e_0_147"/>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80" name="Google Shape;880;g33c7f6e8c8e_0_147"/>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81" name="Google Shape;881;g33c7f6e8c8e_0_147"/>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82" name="Google Shape;882;g33c7f6e8c8e_0_147"/>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3" name="Google Shape;883;g33c7f6e8c8e_0_147"/>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4" name="Google Shape;884;g33c7f6e8c8e_0_147"/>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5" name="Google Shape;885;g33c7f6e8c8e_0_147"/>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6" name="Google Shape;886;g33c7f6e8c8e_0_147"/>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7" name="Google Shape;887;g33c7f6e8c8e_0_147"/>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8" name="Google Shape;888;g33c7f6e8c8e_0_147"/>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9" name="Google Shape;889;g33c7f6e8c8e_0_147"/>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0" name="Google Shape;890;g33c7f6e8c8e_0_147"/>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1" name="Google Shape;891;g33c7f6e8c8e_0_147"/>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2" name="Google Shape;892;g33c7f6e8c8e_0_147"/>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3" name="Google Shape;893;g33c7f6e8c8e_0_147"/>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4" name="Google Shape;894;g33c7f6e8c8e_0_147"/>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5" name="Google Shape;895;g33c7f6e8c8e_0_147"/>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6" name="Google Shape;896;g33c7f6e8c8e_0_147"/>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7" name="Google Shape;897;g33c7f6e8c8e_0_147"/>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8" name="Google Shape;898;g33c7f6e8c8e_0_147"/>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33c7f6e8c8e_0_147"/>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0" name="Google Shape;900;g33c7f6e8c8e_0_147"/>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1" name="Google Shape;901;g33c7f6e8c8e_0_147"/>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2" name="Google Shape;902;g33c7f6e8c8e_0_147"/>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3" name="Google Shape;903;g33c7f6e8c8e_0_147"/>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4" name="Google Shape;904;g33c7f6e8c8e_0_147"/>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33c7f6e8c8e_0_18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11" name="Google Shape;911;g33c7f6e8c8e_0_181"/>
          <p:cNvGrpSpPr/>
          <p:nvPr/>
        </p:nvGrpSpPr>
        <p:grpSpPr>
          <a:xfrm>
            <a:off x="868300" y="2129450"/>
            <a:ext cx="7281864" cy="2684601"/>
            <a:chOff x="868300" y="2053250"/>
            <a:chExt cx="7281864" cy="2684601"/>
          </a:xfrm>
        </p:grpSpPr>
        <p:pic>
          <p:nvPicPr>
            <p:cNvPr id="912" name="Google Shape;912;g33c7f6e8c8e_0_181"/>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13" name="Google Shape;913;g33c7f6e8c8e_0_181"/>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14" name="Google Shape;914;g33c7f6e8c8e_0_181"/>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15" name="Google Shape;915;g33c7f6e8c8e_0_181"/>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16" name="Google Shape;916;g33c7f6e8c8e_0_181"/>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17" name="Google Shape;917;g33c7f6e8c8e_0_181"/>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18" name="Google Shape;918;g33c7f6e8c8e_0_181"/>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19" name="Google Shape;919;g33c7f6e8c8e_0_181"/>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20" name="Google Shape;920;g33c7f6e8c8e_0_181"/>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21" name="Google Shape;921;g33c7f6e8c8e_0_181"/>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22" name="Google Shape;922;g33c7f6e8c8e_0_181"/>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23" name="Google Shape;923;g33c7f6e8c8e_0_181"/>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24" name="Google Shape;924;g33c7f6e8c8e_0_181"/>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33c7f6e8c8e_0_20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31" name="Google Shape;931;g33c7f6e8c8e_0_200"/>
          <p:cNvGrpSpPr/>
          <p:nvPr/>
        </p:nvGrpSpPr>
        <p:grpSpPr>
          <a:xfrm>
            <a:off x="868300" y="2129450"/>
            <a:ext cx="7281864" cy="2688001"/>
            <a:chOff x="868300" y="2129450"/>
            <a:chExt cx="7281864" cy="2688001"/>
          </a:xfrm>
        </p:grpSpPr>
        <p:pic>
          <p:nvPicPr>
            <p:cNvPr id="932" name="Google Shape;932;g33c7f6e8c8e_0_20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33" name="Google Shape;933;g33c7f6e8c8e_0_20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34" name="Google Shape;934;g33c7f6e8c8e_0_20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35" name="Google Shape;935;g33c7f6e8c8e_0_20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6" name="Google Shape;936;g33c7f6e8c8e_0_20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7" name="Google Shape;937;g33c7f6e8c8e_0_20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8" name="Google Shape;938;g33c7f6e8c8e_0_20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9" name="Google Shape;939;g33c7f6e8c8e_0_20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40" name="Google Shape;940;g33c7f6e8c8e_0_20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41" name="Google Shape;941;g33c7f6e8c8e_0_20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42" name="Google Shape;942;g33c7f6e8c8e_0_20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43" name="Google Shape;943;g33c7f6e8c8e_0_20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44" name="Google Shape;944;g33c7f6e8c8e_0_20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45" name="Google Shape;945;g33c7f6e8c8e_0_20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33c7f6e8c8e_0_220"/>
          <p:cNvSpPr txBox="1">
            <a:spLocks noGrp="1"/>
          </p:cNvSpPr>
          <p:nvPr>
            <p:ph type="title"/>
          </p:nvPr>
        </p:nvSpPr>
        <p:spPr>
          <a:xfrm>
            <a:off x="648950" y="582900"/>
            <a:ext cx="7846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br>
              <a:rPr lang="en-US" sz="2200"/>
            </a:br>
            <a:r>
              <a:rPr lang="en-US" sz="2200">
                <a:solidFill>
                  <a:srgbClr val="2356AF"/>
                </a:solidFill>
              </a:rPr>
              <a:t>people wild child mind kind behind eye oh most only both though through who prove shoe beautiful</a:t>
            </a:r>
            <a:r>
              <a:rPr lang="en-US" sz="2200"/>
              <a:t>.</a:t>
            </a:r>
            <a:endParaRPr sz="2200"/>
          </a:p>
        </p:txBody>
      </p:sp>
      <p:pic>
        <p:nvPicPr>
          <p:cNvPr id="952" name="Google Shape;952;g33c7f6e8c8e_0_22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53" name="Google Shape;953;g33c7f6e8c8e_0_220"/>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54" name="Google Shape;954;g33c7f6e8c8e_0_22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55" name="Google Shape;955;g33c7f6e8c8e_0_220"/>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56" name="Google Shape;956;g33c7f6e8c8e_0_22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57" name="Google Shape;957;g33c7f6e8c8e_0_220"/>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58" name="Google Shape;958;g33c7f6e8c8e_0_220"/>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59" name="Google Shape;959;g33c7f6e8c8e_0_220"/>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60" name="Google Shape;960;g33c7f6e8c8e_0_220"/>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61" name="Google Shape;961;g33c7f6e8c8e_0_220"/>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62" name="Google Shape;962;g33c7f6e8c8e_0_220"/>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63" name="Google Shape;963;g33c7f6e8c8e_0_220"/>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pic>
        <p:nvPicPr>
          <p:cNvPr id="964" name="Google Shape;964;g33c7f6e8c8e_0_220"/>
          <p:cNvPicPr preferRelativeResize="0"/>
          <p:nvPr/>
        </p:nvPicPr>
        <p:blipFill rotWithShape="1">
          <a:blip r:embed="rId15">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8040"/>
              </a:srgbClr>
            </a:outerShdw>
          </a:effectLst>
        </p:spPr>
      </p:pic>
      <p:pic>
        <p:nvPicPr>
          <p:cNvPr id="965" name="Google Shape;965;g33c7f6e8c8e_0_220"/>
          <p:cNvPicPr preferRelativeResize="0"/>
          <p:nvPr/>
        </p:nvPicPr>
        <p:blipFill rotWithShape="1">
          <a:blip r:embed="rId16">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8040"/>
              </a:srgbClr>
            </a:outerShdw>
          </a:effectLst>
        </p:spPr>
      </p:pic>
      <p:pic>
        <p:nvPicPr>
          <p:cNvPr id="966" name="Google Shape;966;g33c7f6e8c8e_0_220"/>
          <p:cNvPicPr preferRelativeResize="0"/>
          <p:nvPr/>
        </p:nvPicPr>
        <p:blipFill rotWithShape="1">
          <a:blip r:embed="rId17">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8040"/>
              </a:srgbClr>
            </a:outerShdw>
          </a:effectLst>
        </p:spPr>
      </p:pic>
      <p:pic>
        <p:nvPicPr>
          <p:cNvPr id="967" name="Google Shape;967;g33c7f6e8c8e_0_220"/>
          <p:cNvPicPr preferRelativeResize="0"/>
          <p:nvPr/>
        </p:nvPicPr>
        <p:blipFill rotWithShape="1">
          <a:blip r:embed="rId18">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8040"/>
              </a:srgbClr>
            </a:outerShdw>
          </a:effectLst>
        </p:spPr>
      </p:pic>
      <p:pic>
        <p:nvPicPr>
          <p:cNvPr id="968" name="Google Shape;968;g33c7f6e8c8e_0_220"/>
          <p:cNvPicPr preferRelativeResize="0"/>
          <p:nvPr/>
        </p:nvPicPr>
        <p:blipFill rotWithShape="1">
          <a:blip r:embed="rId19">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within </a:t>
            </a:r>
            <a:r>
              <a:rPr lang="en-US" sz="2000">
                <a:solidFill>
                  <a:srgbClr val="8DC63F"/>
                </a:solidFill>
              </a:rPr>
              <a:t>/y-oo/</a:t>
            </a:r>
            <a:r>
              <a:rPr lang="en-US" sz="2000"/>
              <a:t> family:</a:t>
            </a:r>
            <a:endParaRPr sz="2000"/>
          </a:p>
          <a:p>
            <a:pPr marL="0" lvl="0" indent="0" algn="ctr" rtl="0">
              <a:lnSpc>
                <a:spcPct val="100000"/>
              </a:lnSpc>
              <a:spcBef>
                <a:spcPts val="0"/>
              </a:spcBef>
              <a:spcAft>
                <a:spcPts val="0"/>
              </a:spcAft>
              <a:buSzPts val="2160"/>
              <a:buNone/>
            </a:pPr>
            <a:r>
              <a:rPr lang="en-US" sz="2000">
                <a:solidFill>
                  <a:srgbClr val="2356AF"/>
                </a:solidFill>
              </a:rPr>
              <a:t>dew / due, ewe / you</a:t>
            </a:r>
            <a:endParaRPr sz="2000">
              <a:solidFill>
                <a:srgbClr val="2356AF"/>
              </a:solidFill>
            </a:endParaRPr>
          </a:p>
        </p:txBody>
      </p:sp>
      <p:pic>
        <p:nvPicPr>
          <p:cNvPr id="975" name="Google Shape;975;g26f40b1072c_1_28"/>
          <p:cNvPicPr preferRelativeResize="0"/>
          <p:nvPr/>
        </p:nvPicPr>
        <p:blipFill rotWithShape="1">
          <a:blip r:embed="rId3">
            <a:alphaModFix/>
          </a:blip>
          <a:srcRect/>
          <a:stretch/>
        </p:blipFill>
        <p:spPr>
          <a:xfrm>
            <a:off x="903575" y="2149450"/>
            <a:ext cx="3596925" cy="1800400"/>
          </a:xfrm>
          <a:prstGeom prst="rect">
            <a:avLst/>
          </a:prstGeom>
          <a:noFill/>
          <a:ln>
            <a:noFill/>
          </a:ln>
          <a:effectLst>
            <a:outerShdw blurRad="57150" dist="19050" dir="5400000" algn="bl" rotWithShape="0">
              <a:srgbClr val="BFBFBF"/>
            </a:outerShdw>
          </a:effectLst>
        </p:spPr>
      </p:pic>
      <p:pic>
        <p:nvPicPr>
          <p:cNvPr id="976" name="Google Shape;976;g26f40b1072c_1_28"/>
          <p:cNvPicPr preferRelativeResize="0"/>
          <p:nvPr/>
        </p:nvPicPr>
        <p:blipFill rotWithShape="1">
          <a:blip r:embed="rId4">
            <a:alphaModFix/>
          </a:blip>
          <a:srcRect/>
          <a:stretch/>
        </p:blipFill>
        <p:spPr>
          <a:xfrm>
            <a:off x="4643499" y="2149450"/>
            <a:ext cx="3596925" cy="1800400"/>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6f40b1072c_1_0"/>
          <p:cNvSpPr txBox="1">
            <a:spLocks noGrp="1"/>
          </p:cNvSpPr>
          <p:nvPr>
            <p:ph type="title"/>
          </p:nvPr>
        </p:nvSpPr>
        <p:spPr>
          <a:xfrm>
            <a:off x="1004075" y="582900"/>
            <a:ext cx="71361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 containing </a:t>
            </a:r>
            <a:br>
              <a:rPr lang="en-US" sz="2000"/>
            </a:br>
            <a:r>
              <a:rPr lang="en-US" sz="2000">
                <a:solidFill>
                  <a:srgbClr val="8DC63F"/>
                </a:solidFill>
              </a:rPr>
              <a:t>/y-oo/</a:t>
            </a:r>
            <a:r>
              <a:rPr lang="en-US" sz="2000"/>
              <a:t> sound</a:t>
            </a:r>
            <a:r>
              <a:rPr lang="en-US" sz="2000">
                <a:solidFill>
                  <a:srgbClr val="2356AF"/>
                </a:solidFill>
              </a:rPr>
              <a:t> you</a:t>
            </a:r>
            <a:r>
              <a:rPr lang="en-US" sz="2000"/>
              <a:t>.</a:t>
            </a:r>
            <a:endParaRPr sz="2000"/>
          </a:p>
        </p:txBody>
      </p:sp>
      <p:pic>
        <p:nvPicPr>
          <p:cNvPr id="983" name="Google Shape;983;g26f40b1072c_1_0"/>
          <p:cNvPicPr preferRelativeResize="0"/>
          <p:nvPr/>
        </p:nvPicPr>
        <p:blipFill rotWithShape="1">
          <a:blip r:embed="rId3">
            <a:alphaModFix/>
          </a:blip>
          <a:srcRect t="19" b="29"/>
          <a:stretch/>
        </p:blipFill>
        <p:spPr>
          <a:xfrm>
            <a:off x="2918962" y="2129450"/>
            <a:ext cx="3306076" cy="236267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90" name="Google Shape;990;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991" name="Google Shape;991;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92" name="Google Shape;992;g2ce718e20f2_0_845"/>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993" name="Google Shape;993;g2ce718e20f2_0_845"/>
          <p:cNvPicPr preferRelativeResize="0"/>
          <p:nvPr/>
        </p:nvPicPr>
        <p:blipFill rotWithShape="1">
          <a:blip r:embed="rId4">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994" name="Google Shape;994;g2ce718e20f2_0_845"/>
          <p:cNvPicPr preferRelativeResize="0"/>
          <p:nvPr/>
        </p:nvPicPr>
        <p:blipFill rotWithShape="1">
          <a:blip r:embed="rId5">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pic>
        <p:nvPicPr>
          <p:cNvPr id="995" name="Google Shape;995;g2ce718e20f2_0_845"/>
          <p:cNvPicPr preferRelativeResize="0"/>
          <p:nvPr/>
        </p:nvPicPr>
        <p:blipFill rotWithShape="1">
          <a:blip r:embed="rId6">
            <a:alphaModFix/>
          </a:blip>
          <a:srcRect t="59" b="49"/>
          <a:stretch/>
        </p:blipFill>
        <p:spPr>
          <a:xfrm>
            <a:off x="6466506"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02" name="Google Shape;1002;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03" name="Google Shape;1003;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04" name="Google Shape;1004;g2701ceed56d_4_329"/>
          <p:cNvPicPr preferRelativeResize="0"/>
          <p:nvPr/>
        </p:nvPicPr>
        <p:blipFill rotWithShape="1">
          <a:blip r:embed="rId3">
            <a:alphaModFix/>
          </a:blip>
          <a:srcRect/>
          <a:stretch/>
        </p:blipFill>
        <p:spPr>
          <a:xfrm>
            <a:off x="930445" y="2001075"/>
            <a:ext cx="1747050" cy="2472849"/>
          </a:xfrm>
          <a:prstGeom prst="rect">
            <a:avLst/>
          </a:prstGeom>
          <a:noFill/>
          <a:ln>
            <a:noFill/>
          </a:ln>
          <a:effectLst>
            <a:outerShdw blurRad="71438" dist="28575" dir="5400000" algn="bl" rotWithShape="0">
              <a:srgbClr val="000000">
                <a:alpha val="15690"/>
              </a:srgbClr>
            </a:outerShdw>
          </a:effectLst>
        </p:spPr>
      </p:pic>
      <p:pic>
        <p:nvPicPr>
          <p:cNvPr id="1005" name="Google Shape;1005;g2701ceed56d_4_329"/>
          <p:cNvPicPr preferRelativeResize="0"/>
          <p:nvPr/>
        </p:nvPicPr>
        <p:blipFill rotWithShape="1">
          <a:blip r:embed="rId4">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690"/>
              </a:srgbClr>
            </a:outerShdw>
          </a:effectLst>
        </p:spPr>
      </p:pic>
      <p:pic>
        <p:nvPicPr>
          <p:cNvPr id="1006" name="Google Shape;1006;g2701ceed56d_4_329"/>
          <p:cNvPicPr preferRelativeResize="0"/>
          <p:nvPr/>
        </p:nvPicPr>
        <p:blipFill rotWithShape="1">
          <a:blip r:embed="rId5">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90"/>
              </a:srgbClr>
            </a:outerShdw>
          </a:effectLst>
        </p:spPr>
      </p:pic>
      <p:pic>
        <p:nvPicPr>
          <p:cNvPr id="1007" name="Google Shape;1007;g2701ceed56d_4_329"/>
          <p:cNvPicPr preferRelativeResize="0"/>
          <p:nvPr/>
        </p:nvPicPr>
        <p:blipFill rotWithShape="1">
          <a:blip r:embed="rId6">
            <a:alphaModFix/>
          </a:blip>
          <a:srcRect l="19" r="29"/>
          <a:stretch/>
        </p:blipFill>
        <p:spPr>
          <a:xfrm>
            <a:off x="6466506" y="2001075"/>
            <a:ext cx="1747050" cy="2472848"/>
          </a:xfrm>
          <a:prstGeom prst="rect">
            <a:avLst/>
          </a:prstGeom>
          <a:noFill/>
          <a:ln>
            <a:noFill/>
          </a:ln>
          <a:effectLst>
            <a:outerShdw blurRad="71438" dist="28575" dir="5400000" algn="bl" rotWithShape="0">
              <a:srgbClr val="000000">
                <a:alpha val="1569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4" name="Google Shape;101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5" name="Google Shape;101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16" name="Google Shape;1016;g26b641b03cd_0_204"/>
          <p:cNvGrpSpPr/>
          <p:nvPr/>
        </p:nvGrpSpPr>
        <p:grpSpPr>
          <a:xfrm>
            <a:off x="930450" y="2188099"/>
            <a:ext cx="7283102" cy="2098801"/>
            <a:chOff x="930450" y="2188099"/>
            <a:chExt cx="7283102" cy="2098801"/>
          </a:xfrm>
        </p:grpSpPr>
        <p:pic>
          <p:nvPicPr>
            <p:cNvPr id="1017" name="Google Shape;1017;g26b641b03cd_0_204"/>
            <p:cNvPicPr preferRelativeResize="0"/>
            <p:nvPr/>
          </p:nvPicPr>
          <p:blipFill rotWithShape="1">
            <a:blip r:embed="rId3">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18" name="Google Shape;1018;g26b641b03cd_0_204"/>
            <p:cNvPicPr preferRelativeResize="0"/>
            <p:nvPr/>
          </p:nvPicPr>
          <p:blipFill rotWithShape="1">
            <a:blip r:embed="rId4">
              <a:alphaModFix/>
            </a:blip>
            <a:srcRect l="79" r="89"/>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19" name="Google Shape;1019;g26b641b03cd_0_204"/>
            <p:cNvPicPr preferRelativeResize="0"/>
            <p:nvPr/>
          </p:nvPicPr>
          <p:blipFill rotWithShape="1">
            <a:blip r:embed="rId5">
              <a:alphaModFix/>
            </a:blip>
            <a:srcRect l="79" r="8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0" name="Google Shape;1020;g26b641b03cd_0_204"/>
            <p:cNvPicPr preferRelativeResize="0"/>
            <p:nvPr/>
          </p:nvPicPr>
          <p:blipFill rotWithShape="1">
            <a:blip r:embed="rId6">
              <a:alphaModFix/>
            </a:blip>
            <a:srcRect/>
            <a:stretch/>
          </p:blipFill>
          <p:spPr>
            <a:xfrm>
              <a:off x="2775800" y="2189859"/>
              <a:ext cx="1747051" cy="209528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7" name="Google Shape;102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8" name="Google Shape;102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29" name="Google Shape;1029;g2c186218c5a_0_48"/>
          <p:cNvPicPr preferRelativeResize="0"/>
          <p:nvPr/>
        </p:nvPicPr>
        <p:blipFill rotWithShape="1">
          <a:blip r:embed="rId3">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0" name="Google Shape;1030;g2c186218c5a_0_48"/>
          <p:cNvPicPr preferRelativeResize="0"/>
          <p:nvPr/>
        </p:nvPicPr>
        <p:blipFill rotWithShape="1">
          <a:blip r:embed="rId4">
            <a:alphaModFix/>
          </a:blip>
          <a:srcRect l="79" r="89"/>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1" name="Google Shape;1031;g2c186218c5a_0_48"/>
          <p:cNvPicPr preferRelativeResize="0"/>
          <p:nvPr/>
        </p:nvPicPr>
        <p:blipFill rotWithShape="1">
          <a:blip r:embed="rId5">
            <a:alphaModFix/>
          </a:blip>
          <a:srcRect l="79" r="8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2" name="Google Shape;1032;g2c186218c5a_0_48"/>
          <p:cNvPicPr preferRelativeResize="0"/>
          <p:nvPr/>
        </p:nvPicPr>
        <p:blipFill rotWithShape="1">
          <a:blip r:embed="rId6">
            <a:alphaModFix/>
          </a:blip>
          <a:srcRect/>
          <a:stretch/>
        </p:blipFill>
        <p:spPr>
          <a:xfrm>
            <a:off x="2775800" y="2189859"/>
            <a:ext cx="1747051" cy="209528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9" name="Google Shape;103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40" name="Google Shape;104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41" name="Google Shape;1041;g26b641b03cd_0_213"/>
          <p:cNvPicPr preferRelativeResize="0"/>
          <p:nvPr/>
        </p:nvPicPr>
        <p:blipFill rotWithShape="1">
          <a:blip r:embed="rId3">
            <a:alphaModFix/>
          </a:blip>
          <a:srcRect l="228" r="228"/>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2" name="Google Shape;1042;g26b641b03cd_0_213"/>
          <p:cNvPicPr preferRelativeResize="0"/>
          <p:nvPr/>
        </p:nvPicPr>
        <p:blipFill rotWithShape="1">
          <a:blip r:embed="rId4">
            <a:alphaModFix/>
          </a:blip>
          <a:srcRect l="129" r="13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3" name="Google Shape;1043;g26b641b03cd_0_213"/>
          <p:cNvPicPr preferRelativeResize="0"/>
          <p:nvPr/>
        </p:nvPicPr>
        <p:blipFill rotWithShape="1">
          <a:blip r:embed="rId5">
            <a:alphaModFix/>
          </a:blip>
          <a:srcRect l="129" r="139"/>
          <a:stretch/>
        </p:blipFill>
        <p:spPr>
          <a:xfrm>
            <a:off x="4650378"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4" name="Google Shape;1044;g26b641b03cd_0_213"/>
          <p:cNvPicPr preferRelativeResize="0"/>
          <p:nvPr/>
        </p:nvPicPr>
        <p:blipFill rotWithShape="1">
          <a:blip r:embed="rId6">
            <a:alphaModFix/>
          </a:blip>
          <a:srcRect l="228" r="228"/>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1" name="Google Shape;105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2" name="Google Shape;105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3" name="Google Shape;1053;g2c186218c5a_0_149"/>
          <p:cNvPicPr preferRelativeResize="0"/>
          <p:nvPr/>
        </p:nvPicPr>
        <p:blipFill rotWithShape="1">
          <a:blip r:embed="rId3">
            <a:alphaModFix/>
          </a:blip>
          <a:srcRect l="228" r="228"/>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4" name="Google Shape;1054;g2c186218c5a_0_149"/>
          <p:cNvPicPr preferRelativeResize="0"/>
          <p:nvPr/>
        </p:nvPicPr>
        <p:blipFill rotWithShape="1">
          <a:blip r:embed="rId4">
            <a:alphaModFix/>
          </a:blip>
          <a:srcRect l="129" r="13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5" name="Google Shape;1055;g2c186218c5a_0_149"/>
          <p:cNvPicPr preferRelativeResize="0"/>
          <p:nvPr/>
        </p:nvPicPr>
        <p:blipFill rotWithShape="1">
          <a:blip r:embed="rId5">
            <a:alphaModFix/>
          </a:blip>
          <a:srcRect l="129" r="139"/>
          <a:stretch/>
        </p:blipFill>
        <p:spPr>
          <a:xfrm>
            <a:off x="4650378"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6" name="Google Shape;1056;g2c186218c5a_0_149"/>
          <p:cNvPicPr preferRelativeResize="0"/>
          <p:nvPr/>
        </p:nvPicPr>
        <p:blipFill rotWithShape="1">
          <a:blip r:embed="rId6">
            <a:alphaModFix/>
          </a:blip>
          <a:srcRect l="228" r="228"/>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6b641b03cd_0_301"/>
          <p:cNvSpPr txBox="1">
            <a:spLocks noGrp="1"/>
          </p:cNvSpPr>
          <p:nvPr>
            <p:ph type="title"/>
          </p:nvPr>
        </p:nvSpPr>
        <p:spPr>
          <a:xfrm>
            <a:off x="594500"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63" name="Google Shape;106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4" name="Google Shape;106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5" name="Google Shape;1065;g26b641b03cd_0_301"/>
          <p:cNvPicPr preferRelativeResize="0"/>
          <p:nvPr/>
        </p:nvPicPr>
        <p:blipFill rotWithShape="1">
          <a:blip r:embed="rId3">
            <a:alphaModFix/>
          </a:blip>
          <a:srcRect t="19" b="29"/>
          <a:stretch/>
        </p:blipFill>
        <p:spPr>
          <a:xfrm>
            <a:off x="2571500" y="1733024"/>
            <a:ext cx="4000776" cy="2859051"/>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2" name="Google Shape;107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73" name="Google Shape;1073;g26b641b03cd_0_308"/>
          <p:cNvSpPr txBox="1">
            <a:spLocks noGrp="1"/>
          </p:cNvSpPr>
          <p:nvPr>
            <p:ph type="title"/>
          </p:nvPr>
        </p:nvSpPr>
        <p:spPr>
          <a:xfrm>
            <a:off x="602300" y="5568500"/>
            <a:ext cx="7939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74" name="Google Shape;1074;g26b641b03cd_0_308"/>
          <p:cNvPicPr preferRelativeResize="0"/>
          <p:nvPr/>
        </p:nvPicPr>
        <p:blipFill rotWithShape="1">
          <a:blip r:embed="rId3">
            <a:alphaModFix/>
          </a:blip>
          <a:srcRect t="19" b="29"/>
          <a:stretch/>
        </p:blipFill>
        <p:spPr>
          <a:xfrm>
            <a:off x="2571500" y="1733024"/>
            <a:ext cx="4000776" cy="2859051"/>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2701ceed56d_4_0"/>
          <p:cNvSpPr txBox="1">
            <a:spLocks noGrp="1"/>
          </p:cNvSpPr>
          <p:nvPr>
            <p:ph type="title"/>
          </p:nvPr>
        </p:nvSpPr>
        <p:spPr>
          <a:xfrm>
            <a:off x="586850" y="5568500"/>
            <a:ext cx="7970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81" name="Google Shape;1081;g2701ceed56d_4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2" name="Google Shape;1082;g2701ceed56d_4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83" name="Google Shape;1083;g2701ceed56d_4_0"/>
          <p:cNvGrpSpPr/>
          <p:nvPr/>
        </p:nvGrpSpPr>
        <p:grpSpPr>
          <a:xfrm>
            <a:off x="975876" y="841623"/>
            <a:ext cx="7192217" cy="1957960"/>
            <a:chOff x="975876" y="841623"/>
            <a:chExt cx="7192217" cy="1957960"/>
          </a:xfrm>
        </p:grpSpPr>
        <p:pic>
          <p:nvPicPr>
            <p:cNvPr id="1084" name="Google Shape;1084;g2701ceed56d_4_0"/>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085" name="Google Shape;1085;g2701ceed56d_4_0"/>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086" name="Google Shape;1086;g2701ceed56d_4_0"/>
            <p:cNvPicPr preferRelativeResize="0"/>
            <p:nvPr/>
          </p:nvPicPr>
          <p:blipFill rotWithShape="1">
            <a:blip r:embed="rId5">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087" name="Google Shape;1087;g2701ceed56d_4_0"/>
            <p:cNvPicPr preferRelativeResize="0"/>
            <p:nvPr/>
          </p:nvPicPr>
          <p:blipFill rotWithShape="1">
            <a:blip r:embed="rId6">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088" name="Google Shape;1088;g2701ceed56d_4_0"/>
            <p:cNvPicPr preferRelativeResize="0"/>
            <p:nvPr/>
          </p:nvPicPr>
          <p:blipFill rotWithShape="1">
            <a:blip r:embed="rId7">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089" name="Google Shape;1089;g2701ceed56d_4_0"/>
            <p:cNvPicPr preferRelativeResize="0"/>
            <p:nvPr/>
          </p:nvPicPr>
          <p:blipFill rotWithShape="1">
            <a:blip r:embed="rId8">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090" name="Google Shape;1090;g2701ceed56d_4_0"/>
            <p:cNvPicPr preferRelativeResize="0"/>
            <p:nvPr/>
          </p:nvPicPr>
          <p:blipFill rotWithShape="1">
            <a:blip r:embed="rId9">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091" name="Google Shape;1091;g2701ceed56d_4_0"/>
            <p:cNvPicPr preferRelativeResize="0"/>
            <p:nvPr/>
          </p:nvPicPr>
          <p:blipFill rotWithShape="1">
            <a:blip r:embed="rId10">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092" name="Google Shape;1092;g2701ceed56d_4_0"/>
            <p:cNvPicPr preferRelativeResize="0"/>
            <p:nvPr/>
          </p:nvPicPr>
          <p:blipFill rotWithShape="1">
            <a:blip r:embed="rId11">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093" name="Google Shape;1093;g2701ceed56d_4_0"/>
            <p:cNvPicPr preferRelativeResize="0"/>
            <p:nvPr/>
          </p:nvPicPr>
          <p:blipFill rotWithShape="1">
            <a:blip r:embed="rId12">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094" name="Google Shape;1094;g2701ceed56d_4_0"/>
            <p:cNvPicPr preferRelativeResize="0"/>
            <p:nvPr/>
          </p:nvPicPr>
          <p:blipFill rotWithShape="1">
            <a:blip r:embed="rId13">
              <a:alphaModFix/>
            </a:blip>
            <a:srcRect l="59" r="59"/>
            <a:stretch/>
          </p:blipFill>
          <p:spPr>
            <a:xfrm>
              <a:off x="975910" y="2207520"/>
              <a:ext cx="828489" cy="592062"/>
            </a:xfrm>
            <a:prstGeom prst="rect">
              <a:avLst/>
            </a:prstGeom>
            <a:noFill/>
            <a:ln>
              <a:noFill/>
            </a:ln>
            <a:effectLst>
              <a:outerShdw blurRad="57150" dist="19050" dir="5400000" algn="bl" rotWithShape="0">
                <a:srgbClr val="000000">
                  <a:alpha val="20000"/>
                </a:srgbClr>
              </a:outerShdw>
            </a:effectLst>
          </p:spPr>
        </p:pic>
        <p:pic>
          <p:nvPicPr>
            <p:cNvPr id="1095" name="Google Shape;1095;g2701ceed56d_4_0"/>
            <p:cNvPicPr preferRelativeResize="0"/>
            <p:nvPr/>
          </p:nvPicPr>
          <p:blipFill rotWithShape="1">
            <a:blip r:embed="rId14">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096" name="Google Shape;1096;g2701ceed56d_4_0"/>
            <p:cNvPicPr preferRelativeResize="0"/>
            <p:nvPr/>
          </p:nvPicPr>
          <p:blipFill rotWithShape="1">
            <a:blip r:embed="rId15">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097" name="Google Shape;1097;g2701ceed56d_4_0"/>
            <p:cNvPicPr preferRelativeResize="0"/>
            <p:nvPr/>
          </p:nvPicPr>
          <p:blipFill rotWithShape="1">
            <a:blip r:embed="rId16">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098" name="Google Shape;1098;g2701ceed56d_4_0"/>
            <p:cNvPicPr preferRelativeResize="0"/>
            <p:nvPr/>
          </p:nvPicPr>
          <p:blipFill rotWithShape="1">
            <a:blip r:embed="rId17">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099" name="Google Shape;1099;g2701ceed56d_4_0"/>
            <p:cNvPicPr preferRelativeResize="0"/>
            <p:nvPr/>
          </p:nvPicPr>
          <p:blipFill rotWithShape="1">
            <a:blip r:embed="rId18">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100" name="Google Shape;1100;g2701ceed56d_4_0"/>
            <p:cNvPicPr preferRelativeResize="0"/>
            <p:nvPr/>
          </p:nvPicPr>
          <p:blipFill rotWithShape="1">
            <a:blip r:embed="rId19">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pic>
        <p:nvPicPr>
          <p:cNvPr id="1106" name="Google Shape;1106;g2dadb89a7d8_0_69"/>
          <p:cNvPicPr preferRelativeResize="0"/>
          <p:nvPr/>
        </p:nvPicPr>
        <p:blipFill rotWithShape="1">
          <a:blip r:embed="rId3">
            <a:alphaModFix/>
          </a:blip>
          <a:srcRect t="29" b="18"/>
          <a:stretch/>
        </p:blipFill>
        <p:spPr>
          <a:xfrm>
            <a:off x="661750" y="2729650"/>
            <a:ext cx="4363977" cy="1154266"/>
          </a:xfrm>
          <a:prstGeom prst="rect">
            <a:avLst/>
          </a:prstGeom>
          <a:noFill/>
          <a:ln>
            <a:noFill/>
          </a:ln>
        </p:spPr>
      </p:pic>
      <p:pic>
        <p:nvPicPr>
          <p:cNvPr id="1107" name="Google Shape;1107;g2dadb89a7d8_0_69"/>
          <p:cNvPicPr preferRelativeResize="0"/>
          <p:nvPr/>
        </p:nvPicPr>
        <p:blipFill rotWithShape="1">
          <a:blip r:embed="rId4">
            <a:alphaModFix/>
          </a:blip>
          <a:srcRect/>
          <a:stretch/>
        </p:blipFill>
        <p:spPr>
          <a:xfrm>
            <a:off x="5102925" y="2705949"/>
            <a:ext cx="2940951" cy="16865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389</Words>
  <Application>Microsoft Office PowerPoint</Application>
  <PresentationFormat>On-screen Show (4:3)</PresentationFormat>
  <Paragraphs>100</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Medium</vt:lpstr>
      <vt:lpstr>Calibri</vt:lpstr>
      <vt:lpstr>Jost</vt:lpstr>
      <vt:lpstr>Poppins</vt:lpstr>
      <vt:lpstr>Arial</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vt:lpstr>
      <vt:lpstr>Teach Homophones within /y-oo/ family: dew / due, ewe / you</vt:lpstr>
      <vt:lpstr>Review Common Exception Word containing  /y-oo/ sound you.</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2026-05-25T05:43:26Z</dcterms:modified>
</cp:coreProperties>
</file>