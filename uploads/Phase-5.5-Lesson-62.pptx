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embeddedFontLst>
    <p:embeddedFont>
      <p:font typeface="Jost" panose="020B0604020202020204" charset="0"/>
      <p:regular r:id="rId31"/>
      <p:bold r:id="rId32"/>
      <p:italic r:id="rId33"/>
      <p:boldItalic r:id="rId34"/>
    </p:embeddedFont>
    <p:embeddedFont>
      <p:font typeface="Nunito Black" pitchFamily="2" charset="0"/>
      <p:bold r:id="rId35"/>
      <p:boldItalic r:id="rId36"/>
    </p:embeddedFont>
    <p:embeddedFont>
      <p:font typeface="Poppins" panose="00000500000000000000" pitchFamily="2" charset="0"/>
      <p:regular r:id="rId37"/>
      <p:bold r:id="rId38"/>
      <p:italic r:id="rId39"/>
      <p:boldItalic r:id="rId40"/>
    </p:embeddedFont>
    <p:embeddedFont>
      <p:font typeface="Poppins Medium" panose="00000600000000000000" pitchFamily="2" charset="0"/>
      <p:regular r:id="rId41"/>
      <p:bold r:id="rId42"/>
      <p:italic r:id="rId43"/>
      <p:boldItalic r:id="rId44"/>
    </p:embeddedFont>
    <p:embeddedFont>
      <p:font typeface="Poppins SemiBold" panose="00000700000000000000" pitchFamily="2"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PTcy6vhgiKCzfaiia5YgmMPk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BED396-A1D0-45B0-B358-A0849EADF8DB}">
  <a:tblStyle styleId="{4FBED396-A1D0-45B0-B358-A0849EADF8DB}"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8"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2" name="Google Shape;83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3" name="Google Shape;83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2" name="Google Shape;972;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5" name="Google Shape;985;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5" name="Google Shape;1005;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273c5ef998c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g273c5ef998c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g273c5ef998c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6" name="Google Shape;107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3" name="Google Shape;109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4" name="Google Shape;109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3" name="Google Shape;110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3" name="Google Shape;1123;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4" name="Google Shape;1124;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g273c5ef998c_0_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5" name="Google Shape;1135;g273c5ef998c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6" name="Google Shape;1136;g273c5ef998c_0_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2"/>
        <p:cNvGrpSpPr/>
        <p:nvPr/>
      </p:nvGrpSpPr>
      <p:grpSpPr>
        <a:xfrm>
          <a:off x="0" y="0"/>
          <a:ext cx="0" cy="0"/>
          <a:chOff x="0" y="0"/>
          <a:chExt cx="0" cy="0"/>
        </a:xfrm>
      </p:grpSpPr>
      <p:sp>
        <p:nvSpPr>
          <p:cNvPr id="1143" name="Google Shape;1143;g273c5ef998c_0_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4" name="Google Shape;1144;g273c5ef998c_0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5" name="Google Shape;1145;g273c5ef998c_0_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g273c5ef998c_0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3" name="Google Shape;1153;g273c5ef998c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4" name="Google Shape;1154;g273c5ef998c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7" name="Google Shape;1187;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8" name="Google Shape;1188;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4390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20140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/z/ - se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13.2 -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62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png"/><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3.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6.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7.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13" Type="http://schemas.openxmlformats.org/officeDocument/2006/relationships/image" Target="../media/image112.png"/><Relationship Id="rId18" Type="http://schemas.openxmlformats.org/officeDocument/2006/relationships/image" Target="../media/image116.png"/><Relationship Id="rId26" Type="http://schemas.openxmlformats.org/officeDocument/2006/relationships/image" Target="../media/image124.png"/><Relationship Id="rId3" Type="http://schemas.openxmlformats.org/officeDocument/2006/relationships/image" Target="../media/image102.png"/><Relationship Id="rId21" Type="http://schemas.openxmlformats.org/officeDocument/2006/relationships/image" Target="../media/image119.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5.png"/><Relationship Id="rId25" Type="http://schemas.openxmlformats.org/officeDocument/2006/relationships/image" Target="../media/image123.png"/><Relationship Id="rId33" Type="http://schemas.openxmlformats.org/officeDocument/2006/relationships/image" Target="../media/image131.png"/><Relationship Id="rId2" Type="http://schemas.openxmlformats.org/officeDocument/2006/relationships/notesSlide" Target="../notesSlides/notesSlide6.xml"/><Relationship Id="rId16" Type="http://schemas.openxmlformats.org/officeDocument/2006/relationships/image" Target="../media/image5.png"/><Relationship Id="rId20" Type="http://schemas.openxmlformats.org/officeDocument/2006/relationships/image" Target="../media/image118.png"/><Relationship Id="rId29"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2.png"/><Relationship Id="rId32" Type="http://schemas.openxmlformats.org/officeDocument/2006/relationships/image" Target="../media/image130.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1.png"/><Relationship Id="rId28" Type="http://schemas.openxmlformats.org/officeDocument/2006/relationships/image" Target="../media/image126.png"/><Relationship Id="rId10" Type="http://schemas.openxmlformats.org/officeDocument/2006/relationships/image" Target="../media/image109.png"/><Relationship Id="rId19" Type="http://schemas.openxmlformats.org/officeDocument/2006/relationships/image" Target="../media/image117.png"/><Relationship Id="rId31" Type="http://schemas.openxmlformats.org/officeDocument/2006/relationships/image" Target="../media/image12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0.png"/><Relationship Id="rId27" Type="http://schemas.openxmlformats.org/officeDocument/2006/relationships/image" Target="../media/image125.png"/><Relationship Id="rId30" Type="http://schemas.openxmlformats.org/officeDocument/2006/relationships/image" Target="../media/image128.png"/><Relationship Id="rId8" Type="http://schemas.openxmlformats.org/officeDocument/2006/relationships/image" Target="../media/image107.png"/></Relationships>
</file>

<file path=ppt/slides/_rels/slide7.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3" Type="http://schemas.openxmlformats.org/officeDocument/2006/relationships/image" Target="../media/image8.png"/><Relationship Id="rId7" Type="http://schemas.openxmlformats.org/officeDocument/2006/relationships/image" Target="../media/image135.png"/><Relationship Id="rId12" Type="http://schemas.openxmlformats.org/officeDocument/2006/relationships/image" Target="../media/image140.png"/><Relationship Id="rId2" Type="http://schemas.openxmlformats.org/officeDocument/2006/relationships/notesSlide" Target="../notesSlides/notesSlide7.xml"/><Relationship Id="rId16" Type="http://schemas.openxmlformats.org/officeDocument/2006/relationships/image" Target="../media/image144.png"/><Relationship Id="rId1" Type="http://schemas.openxmlformats.org/officeDocument/2006/relationships/slideLayout" Target="../slideLayouts/slideLayout3.xml"/><Relationship Id="rId6" Type="http://schemas.openxmlformats.org/officeDocument/2006/relationships/image" Target="../media/image134.png"/><Relationship Id="rId11" Type="http://schemas.openxmlformats.org/officeDocument/2006/relationships/image" Target="../media/image139.png"/><Relationship Id="rId5" Type="http://schemas.openxmlformats.org/officeDocument/2006/relationships/image" Target="../media/image133.png"/><Relationship Id="rId15" Type="http://schemas.openxmlformats.org/officeDocument/2006/relationships/image" Target="../media/image14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 Id="rId14" Type="http://schemas.openxmlformats.org/officeDocument/2006/relationships/image" Target="../media/image142.png"/></Relationships>
</file>

<file path=ppt/slides/_rels/slide8.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18" Type="http://schemas.openxmlformats.org/officeDocument/2006/relationships/image" Target="../media/image160.png"/><Relationship Id="rId26" Type="http://schemas.openxmlformats.org/officeDocument/2006/relationships/image" Target="../media/image168.png"/><Relationship Id="rId3" Type="http://schemas.openxmlformats.org/officeDocument/2006/relationships/image" Target="../media/image145.png"/><Relationship Id="rId21" Type="http://schemas.openxmlformats.org/officeDocument/2006/relationships/image" Target="../media/image163.png"/><Relationship Id="rId7" Type="http://schemas.openxmlformats.org/officeDocument/2006/relationships/image" Target="../media/image149.png"/><Relationship Id="rId12" Type="http://schemas.openxmlformats.org/officeDocument/2006/relationships/image" Target="../media/image154.png"/><Relationship Id="rId17" Type="http://schemas.openxmlformats.org/officeDocument/2006/relationships/image" Target="../media/image159.png"/><Relationship Id="rId25" Type="http://schemas.openxmlformats.org/officeDocument/2006/relationships/image" Target="../media/image167.png"/><Relationship Id="rId2" Type="http://schemas.openxmlformats.org/officeDocument/2006/relationships/notesSlide" Target="../notesSlides/notesSlide8.xml"/><Relationship Id="rId16" Type="http://schemas.openxmlformats.org/officeDocument/2006/relationships/image" Target="../media/image158.png"/><Relationship Id="rId20" Type="http://schemas.openxmlformats.org/officeDocument/2006/relationships/image" Target="../media/image162.png"/><Relationship Id="rId29" Type="http://schemas.openxmlformats.org/officeDocument/2006/relationships/image" Target="../media/image171.png"/><Relationship Id="rId1" Type="http://schemas.openxmlformats.org/officeDocument/2006/relationships/slideLayout" Target="../slideLayouts/slideLayout3.xml"/><Relationship Id="rId6" Type="http://schemas.openxmlformats.org/officeDocument/2006/relationships/image" Target="../media/image148.png"/><Relationship Id="rId11" Type="http://schemas.openxmlformats.org/officeDocument/2006/relationships/image" Target="../media/image153.png"/><Relationship Id="rId24" Type="http://schemas.openxmlformats.org/officeDocument/2006/relationships/image" Target="../media/image166.png"/><Relationship Id="rId5" Type="http://schemas.openxmlformats.org/officeDocument/2006/relationships/image" Target="../media/image147.png"/><Relationship Id="rId15" Type="http://schemas.openxmlformats.org/officeDocument/2006/relationships/image" Target="../media/image157.png"/><Relationship Id="rId23" Type="http://schemas.openxmlformats.org/officeDocument/2006/relationships/image" Target="../media/image165.png"/><Relationship Id="rId28" Type="http://schemas.openxmlformats.org/officeDocument/2006/relationships/image" Target="../media/image170.png"/><Relationship Id="rId10" Type="http://schemas.openxmlformats.org/officeDocument/2006/relationships/image" Target="../media/image152.png"/><Relationship Id="rId19" Type="http://schemas.openxmlformats.org/officeDocument/2006/relationships/image" Target="../media/image161.png"/><Relationship Id="rId4" Type="http://schemas.openxmlformats.org/officeDocument/2006/relationships/image" Target="../media/image146.png"/><Relationship Id="rId9" Type="http://schemas.openxmlformats.org/officeDocument/2006/relationships/image" Target="../media/image151.png"/><Relationship Id="rId14" Type="http://schemas.openxmlformats.org/officeDocument/2006/relationships/image" Target="../media/image156.png"/><Relationship Id="rId22" Type="http://schemas.openxmlformats.org/officeDocument/2006/relationships/image" Target="../media/image164.png"/><Relationship Id="rId27" Type="http://schemas.openxmlformats.org/officeDocument/2006/relationships/image" Target="../media/image169.png"/><Relationship Id="rId30" Type="http://schemas.openxmlformats.org/officeDocument/2006/relationships/image" Target="../media/image172.png"/></Relationships>
</file>

<file path=ppt/slides/_rels/slide9.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73.png"/><Relationship Id="rId7" Type="http://schemas.openxmlformats.org/officeDocument/2006/relationships/image" Target="../media/image177.png"/><Relationship Id="rId12" Type="http://schemas.openxmlformats.org/officeDocument/2006/relationships/image" Target="../media/image18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75.png"/><Relationship Id="rId15" Type="http://schemas.openxmlformats.org/officeDocument/2006/relationships/image" Target="../media/image18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png"/><Relationship Id="rId14" Type="http://schemas.openxmlformats.org/officeDocument/2006/relationships/image" Target="../media/image184.png"/></Relationships>
</file>

<file path=ppt/slides/_rels/slide10.xml.rels><?xml version="1.0" encoding="UTF-8" standalone="yes"?>
<Relationships xmlns="http://schemas.openxmlformats.org/package/2006/relationships"><Relationship Id="rId8" Type="http://schemas.openxmlformats.org/officeDocument/2006/relationships/image" Target="../media/image191.png"/><Relationship Id="rId13" Type="http://schemas.openxmlformats.org/officeDocument/2006/relationships/image" Target="../media/image196.png"/><Relationship Id="rId3" Type="http://schemas.openxmlformats.org/officeDocument/2006/relationships/image" Target="../media/image186.png"/><Relationship Id="rId7" Type="http://schemas.openxmlformats.org/officeDocument/2006/relationships/image" Target="../media/image190.png"/><Relationship Id="rId12" Type="http://schemas.openxmlformats.org/officeDocument/2006/relationships/image" Target="../media/image195.png"/><Relationship Id="rId17" Type="http://schemas.openxmlformats.org/officeDocument/2006/relationships/image" Target="../media/image200.png"/><Relationship Id="rId2" Type="http://schemas.openxmlformats.org/officeDocument/2006/relationships/notesSlide" Target="../notesSlides/notesSlide10.xml"/><Relationship Id="rId16" Type="http://schemas.openxmlformats.org/officeDocument/2006/relationships/image" Target="../media/image199.png"/><Relationship Id="rId1" Type="http://schemas.openxmlformats.org/officeDocument/2006/relationships/slideLayout" Target="../slideLayouts/slideLayout3.xml"/><Relationship Id="rId6" Type="http://schemas.openxmlformats.org/officeDocument/2006/relationships/image" Target="../media/image189.png"/><Relationship Id="rId11" Type="http://schemas.openxmlformats.org/officeDocument/2006/relationships/image" Target="../media/image194.png"/><Relationship Id="rId5" Type="http://schemas.openxmlformats.org/officeDocument/2006/relationships/image" Target="../media/image188.png"/><Relationship Id="rId15" Type="http://schemas.openxmlformats.org/officeDocument/2006/relationships/image" Target="../media/image198.png"/><Relationship Id="rId10" Type="http://schemas.openxmlformats.org/officeDocument/2006/relationships/image" Target="../media/image193.png"/><Relationship Id="rId4" Type="http://schemas.openxmlformats.org/officeDocument/2006/relationships/image" Target="../media/image187.png"/><Relationship Id="rId9" Type="http://schemas.openxmlformats.org/officeDocument/2006/relationships/image" Target="../media/image192.png"/><Relationship Id="rId14" Type="http://schemas.openxmlformats.org/officeDocument/2006/relationships/image" Target="../media/image197.png"/></Relationships>
</file>

<file path=ppt/slides/_rels/slide11.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211.png"/><Relationship Id="rId18" Type="http://schemas.openxmlformats.org/officeDocument/2006/relationships/image" Target="../media/image216.png"/><Relationship Id="rId26" Type="http://schemas.openxmlformats.org/officeDocument/2006/relationships/image" Target="../media/image224.png"/><Relationship Id="rId3" Type="http://schemas.openxmlformats.org/officeDocument/2006/relationships/image" Target="../media/image201.png"/><Relationship Id="rId21" Type="http://schemas.openxmlformats.org/officeDocument/2006/relationships/image" Target="../media/image219.png"/><Relationship Id="rId7" Type="http://schemas.openxmlformats.org/officeDocument/2006/relationships/image" Target="../media/image205.png"/><Relationship Id="rId12" Type="http://schemas.openxmlformats.org/officeDocument/2006/relationships/image" Target="../media/image210.png"/><Relationship Id="rId17" Type="http://schemas.openxmlformats.org/officeDocument/2006/relationships/image" Target="../media/image215.png"/><Relationship Id="rId25" Type="http://schemas.openxmlformats.org/officeDocument/2006/relationships/image" Target="../media/image223.png"/><Relationship Id="rId2" Type="http://schemas.openxmlformats.org/officeDocument/2006/relationships/notesSlide" Target="../notesSlides/notesSlide11.xml"/><Relationship Id="rId16" Type="http://schemas.openxmlformats.org/officeDocument/2006/relationships/image" Target="../media/image214.png"/><Relationship Id="rId20" Type="http://schemas.openxmlformats.org/officeDocument/2006/relationships/image" Target="../media/image218.png"/><Relationship Id="rId1" Type="http://schemas.openxmlformats.org/officeDocument/2006/relationships/slideLayout" Target="../slideLayouts/slideLayout3.xml"/><Relationship Id="rId6" Type="http://schemas.openxmlformats.org/officeDocument/2006/relationships/image" Target="../media/image204.png"/><Relationship Id="rId11" Type="http://schemas.openxmlformats.org/officeDocument/2006/relationships/image" Target="../media/image209.png"/><Relationship Id="rId24" Type="http://schemas.openxmlformats.org/officeDocument/2006/relationships/image" Target="../media/image222.png"/><Relationship Id="rId5" Type="http://schemas.openxmlformats.org/officeDocument/2006/relationships/image" Target="../media/image203.png"/><Relationship Id="rId15" Type="http://schemas.openxmlformats.org/officeDocument/2006/relationships/image" Target="../media/image213.png"/><Relationship Id="rId23" Type="http://schemas.openxmlformats.org/officeDocument/2006/relationships/image" Target="../media/image221.png"/><Relationship Id="rId10" Type="http://schemas.openxmlformats.org/officeDocument/2006/relationships/image" Target="../media/image208.png"/><Relationship Id="rId19" Type="http://schemas.openxmlformats.org/officeDocument/2006/relationships/image" Target="../media/image217.png"/><Relationship Id="rId4" Type="http://schemas.openxmlformats.org/officeDocument/2006/relationships/image" Target="../media/image202.png"/><Relationship Id="rId9" Type="http://schemas.openxmlformats.org/officeDocument/2006/relationships/image" Target="../media/image207.png"/><Relationship Id="rId14" Type="http://schemas.openxmlformats.org/officeDocument/2006/relationships/image" Target="../media/image212.png"/><Relationship Id="rId22" Type="http://schemas.openxmlformats.org/officeDocument/2006/relationships/image" Target="../media/image220.png"/></Relationships>
</file>

<file path=ppt/slides/_rels/slide12.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225.png"/><Relationship Id="rId7" Type="http://schemas.openxmlformats.org/officeDocument/2006/relationships/image" Target="../media/image22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8.png"/><Relationship Id="rId5" Type="http://schemas.openxmlformats.org/officeDocument/2006/relationships/image" Target="../media/image227.png"/><Relationship Id="rId4" Type="http://schemas.openxmlformats.org/officeDocument/2006/relationships/image" Target="../media/image226.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179.png"/><Relationship Id="rId5" Type="http://schemas.openxmlformats.org/officeDocument/2006/relationships/image" Target="../media/image140.png"/><Relationship Id="rId4" Type="http://schemas.openxmlformats.org/officeDocument/2006/relationships/image" Target="../media/image133.png"/></Relationships>
</file>

<file path=ppt/slides/_rels/slide24.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38.png"/><Relationship Id="rId5" Type="http://schemas.openxmlformats.org/officeDocument/2006/relationships/image" Target="../media/image237.png"/><Relationship Id="rId4" Type="http://schemas.openxmlformats.org/officeDocument/2006/relationships/image" Target="../media/image236.png"/></Relationships>
</file>

<file path=ppt/slides/_rels/slide25.xml.rels><?xml version="1.0" encoding="UTF-8" standalone="yes"?>
<Relationships xmlns="http://schemas.openxmlformats.org/package/2006/relationships"><Relationship Id="rId3" Type="http://schemas.openxmlformats.org/officeDocument/2006/relationships/image" Target="../media/image239.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/z/; </a:t>
            </a:r>
            <a:br>
              <a:rPr lang="en-US" sz="3000"/>
            </a:br>
            <a:r>
              <a:rPr lang="en-US" sz="3000"/>
              <a:t>se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62</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{4FBED396-A1D0-45B0-B358-A0849EADF8DB}</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FFFFFF"/>
                          </a:solidFill>
                          <a:latin typeface="Jost"/>
                          <a:ea typeface="Jost"/>
                          <a:cs typeface="Jost"/>
                          <a:sym typeface="Jost"/>
                        </a:rPr>
                        <a:t>/z/</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a:t>
            </a:r>
            <a:r>
              <a:rPr lang="en-US">
                <a:solidFill>
                  <a:srgbClr val="8DC63F"/>
                </a:solidFill>
              </a:rPr>
              <a:t> /z/</a:t>
            </a:r>
            <a:r>
              <a:rPr lang="en-US"/>
              <a:t> sound family spelling patterns.</a:t>
            </a:r>
            <a:endParaRPr/>
          </a:p>
        </p:txBody>
      </p:sp>
      <p:sp>
        <p:nvSpPr>
          <p:cNvPr id="662" name="Google Shape;662;g2bee4f4af4b_0_204"/>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02974" y="5256525"/>
            <a:ext cx="1482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59" b="59"/>
          <a:stretch/>
        </p:blipFill>
        <p:spPr>
          <a:xfrm>
            <a:off x="4578429" y="4326104"/>
            <a:ext cx="931973"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1032869" y="377189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123147" y="382082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304181" y="375450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495400" y="364157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10" name="Google Shape;810;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11" name="Google Shape;811;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12" name="Google Shape;812;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13" name="Google Shape;813;g2cdbdd49f8e_0_0"/>
          <p:cNvPicPr preferRelativeResize="0"/>
          <p:nvPr/>
        </p:nvPicPr>
        <p:blipFill rotWithShape="1">
          <a:blip r:embed="rId17">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14" name="Google Shape;814;g2cdbdd49f8e_0_0"/>
          <p:cNvPicPr preferRelativeResize="0"/>
          <p:nvPr/>
        </p:nvPicPr>
        <p:blipFill rotWithShape="1">
          <a:blip r:embed="rId18">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9">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0">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1">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7">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8">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25" name="Google Shape;825;g2cdbdd49f8e_0_0"/>
          <p:cNvPicPr preferRelativeResize="0"/>
          <p:nvPr/>
        </p:nvPicPr>
        <p:blipFill rotWithShape="1">
          <a:blip r:embed="rId29">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26" name="Google Shape;826;g2cdbdd49f8e_0_0"/>
          <p:cNvPicPr preferRelativeResize="0"/>
          <p:nvPr/>
        </p:nvPicPr>
        <p:blipFill rotWithShape="1">
          <a:blip r:embed="rId30">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27" name="Google Shape;827;g2cdbdd49f8e_0_0"/>
          <p:cNvPicPr preferRelativeResize="0"/>
          <p:nvPr/>
        </p:nvPicPr>
        <p:blipFill rotWithShape="1">
          <a:blip r:embed="rId31">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28" name="Google Shape;828;g2cdbdd49f8e_0_0"/>
          <p:cNvPicPr preferRelativeResize="0"/>
          <p:nvPr/>
        </p:nvPicPr>
        <p:blipFill rotWithShape="1">
          <a:blip r:embed="rId32">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29" name="Google Shape;829;g2cdbdd49f8e_0_0"/>
          <p:cNvPicPr preferRelativeResize="0"/>
          <p:nvPr/>
        </p:nvPicPr>
        <p:blipFill rotWithShape="1">
          <a:blip r:embed="rId33">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6" name="Google Shape;836;g26b7edf6e71_0_109"/>
          <p:cNvGrpSpPr/>
          <p:nvPr/>
        </p:nvGrpSpPr>
        <p:grpSpPr>
          <a:xfrm>
            <a:off x="865957" y="2135925"/>
            <a:ext cx="7282807" cy="2686611"/>
            <a:chOff x="867357" y="2129450"/>
            <a:chExt cx="7282807" cy="2686611"/>
          </a:xfrm>
        </p:grpSpPr>
        <p:pic>
          <p:nvPicPr>
            <p:cNvPr id="837" name="Google Shape;83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5" name="Google Shape;84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7" name="Google Shape;84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a:t>
            </a:r>
            <a:r>
              <a:rPr lang="en-US"/>
              <a:t>.</a:t>
            </a:r>
            <a:endParaRPr/>
          </a:p>
        </p:txBody>
      </p:sp>
      <p:grpSp>
        <p:nvGrpSpPr>
          <p:cNvPr id="857" name="Google Shape;857;g2c298d33e0c_0_6"/>
          <p:cNvGrpSpPr/>
          <p:nvPr/>
        </p:nvGrpSpPr>
        <p:grpSpPr>
          <a:xfrm>
            <a:off x="866900" y="2126902"/>
            <a:ext cx="7281864" cy="2684601"/>
            <a:chOff x="868300" y="2129450"/>
            <a:chExt cx="7281864" cy="2684601"/>
          </a:xfrm>
        </p:grpSpPr>
        <p:pic>
          <p:nvPicPr>
            <p:cNvPr id="858" name="Google Shape;85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62" name="Google Shape;86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92" name="Google Shape;892;g2c298da1f27_0_455"/>
          <p:cNvGrpSpPr/>
          <p:nvPr/>
        </p:nvGrpSpPr>
        <p:grpSpPr>
          <a:xfrm>
            <a:off x="868300" y="2129450"/>
            <a:ext cx="7281864" cy="2684601"/>
            <a:chOff x="868300" y="2053250"/>
            <a:chExt cx="7281864" cy="2684601"/>
          </a:xfrm>
        </p:grpSpPr>
        <p:pic>
          <p:nvPicPr>
            <p:cNvPr id="893" name="Google Shape;893;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7" name="Google Shape;897;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8" name="Google Shape;898;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9" name="Google Shape;899;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00" name="Google Shape;900;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02" name="Google Shape;902;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03" name="Google Shape;903;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04" name="Google Shape;904;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05" name="Google Shape;905;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pic>
        <p:nvPicPr>
          <p:cNvPr id="912" name="Google Shape;912;g2c298da1f27_1_0"/>
          <p:cNvPicPr preferRelativeResize="0"/>
          <p:nvPr/>
        </p:nvPicPr>
        <p:blipFill rotWithShape="1">
          <a:blip r:embed="rId3">
            <a:alphaModFix/>
          </a:blip>
          <a:srcRect l="189" r="179"/>
          <a:stretch/>
        </p:blipFill>
        <p:spPr>
          <a:xfrm>
            <a:off x="3320730" y="3994495"/>
            <a:ext cx="1148707" cy="822956"/>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4">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1_0"/>
          <p:cNvPicPr preferRelativeResize="0"/>
          <p:nvPr/>
        </p:nvPicPr>
        <p:blipFill rotWithShape="1">
          <a:blip r:embed="rId5">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15" name="Google Shape;915;g2c298da1f27_1_0"/>
          <p:cNvPicPr preferRelativeResize="0"/>
          <p:nvPr/>
        </p:nvPicPr>
        <p:blipFill rotWithShape="1">
          <a:blip r:embed="rId6">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16" name="Google Shape;916;g2c298da1f27_1_0"/>
          <p:cNvPicPr preferRelativeResize="0"/>
          <p:nvPr/>
        </p:nvPicPr>
        <p:blipFill rotWithShape="1">
          <a:blip r:embed="rId7">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7" name="Google Shape;917;g2c298da1f27_1_0"/>
          <p:cNvPicPr preferRelativeResize="0"/>
          <p:nvPr/>
        </p:nvPicPr>
        <p:blipFill rotWithShape="1">
          <a:blip r:embed="rId8">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8" name="Google Shape;918;g2c298da1f27_1_0"/>
          <p:cNvPicPr preferRelativeResize="0"/>
          <p:nvPr/>
        </p:nvPicPr>
        <p:blipFill rotWithShape="1">
          <a:blip r:embed="rId9">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9" name="Google Shape;919;g2c298da1f27_1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20" name="Google Shape;920;g2c298da1f27_1_0"/>
          <p:cNvPicPr preferRelativeResize="0"/>
          <p:nvPr/>
        </p:nvPicPr>
        <p:blipFill rotWithShape="1">
          <a:blip r:embed="rId11">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21" name="Google Shape;921;g2c298da1f27_1_0"/>
          <p:cNvPicPr preferRelativeResize="0"/>
          <p:nvPr/>
        </p:nvPicPr>
        <p:blipFill rotWithShape="1">
          <a:blip r:embed="rId12">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22" name="Google Shape;922;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23" name="Google Shape;923;g2c298da1f27_1_0"/>
          <p:cNvPicPr preferRelativeResize="0"/>
          <p:nvPr/>
        </p:nvPicPr>
        <p:blipFill rotWithShape="1">
          <a:blip r:embed="rId14">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24" name="Google Shape;924;g2c298da1f27_1_0"/>
          <p:cNvPicPr preferRelativeResize="0"/>
          <p:nvPr/>
        </p:nvPicPr>
        <p:blipFill rotWithShape="1">
          <a:blip r:embed="rId15">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25" name="Google Shape;925;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26" name="Google Shape;926;g2c298da1f27_1_0"/>
          <p:cNvPicPr preferRelativeResize="0"/>
          <p:nvPr/>
        </p:nvPicPr>
        <p:blipFill rotWithShape="1">
          <a:blip r:embed="rId17">
            <a:alphaModFix/>
          </a:blip>
          <a:srcRect l="19" r="9"/>
          <a:stretch/>
        </p:blipFill>
        <p:spPr>
          <a:xfrm>
            <a:off x="2093821" y="3994495"/>
            <a:ext cx="1148707"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pic>
        <p:nvPicPr>
          <p:cNvPr id="932" name="Google Shape;932;g2cdbdd193bb_0_343"/>
          <p:cNvPicPr preferRelativeResize="0"/>
          <p:nvPr/>
        </p:nvPicPr>
        <p:blipFill>
          <a:blip r:embed="rId3">
            <a:alphaModFix/>
          </a:blip>
          <a:stretch>
            <a:fillRect/>
          </a:stretch>
        </p:blipFill>
        <p:spPr>
          <a:xfrm>
            <a:off x="867797" y="2125686"/>
            <a:ext cx="1147324" cy="819918"/>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4">
            <a:alphaModFix/>
          </a:blip>
          <a:stretch>
            <a:fillRect/>
          </a:stretch>
        </p:blipFill>
        <p:spPr>
          <a:xfrm>
            <a:off x="2094526" y="2125686"/>
            <a:ext cx="1145440" cy="818569"/>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5">
            <a:alphaModFix/>
          </a:blip>
          <a:stretch>
            <a:fillRect/>
          </a:stretch>
        </p:blipFill>
        <p:spPr>
          <a:xfrm>
            <a:off x="3321259" y="2125686"/>
            <a:ext cx="1145440" cy="818569"/>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6">
            <a:alphaModFix/>
          </a:blip>
          <a:stretch>
            <a:fillRect/>
          </a:stretch>
        </p:blipFill>
        <p:spPr>
          <a:xfrm>
            <a:off x="4547991" y="2125686"/>
            <a:ext cx="1145440" cy="819954"/>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7">
            <a:alphaModFix/>
          </a:blip>
          <a:stretch>
            <a:fillRect/>
          </a:stretch>
        </p:blipFill>
        <p:spPr>
          <a:xfrm>
            <a:off x="5774724" y="2125686"/>
            <a:ext cx="1145440" cy="818569"/>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8">
            <a:alphaModFix/>
          </a:blip>
          <a:stretch>
            <a:fillRect/>
          </a:stretch>
        </p:blipFill>
        <p:spPr>
          <a:xfrm>
            <a:off x="7001468" y="2125686"/>
            <a:ext cx="1145440" cy="819954"/>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9">
            <a:alphaModFix/>
          </a:blip>
          <a:stretch>
            <a:fillRect/>
          </a:stretch>
        </p:blipFill>
        <p:spPr>
          <a:xfrm>
            <a:off x="868743" y="3060070"/>
            <a:ext cx="1145440" cy="819954"/>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0">
            <a:alphaModFix/>
          </a:blip>
          <a:stretch>
            <a:fillRect/>
          </a:stretch>
        </p:blipFill>
        <p:spPr>
          <a:xfrm>
            <a:off x="2094530" y="3060070"/>
            <a:ext cx="1145440" cy="819954"/>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11">
            <a:alphaModFix/>
          </a:blip>
          <a:stretch>
            <a:fillRect/>
          </a:stretch>
        </p:blipFill>
        <p:spPr>
          <a:xfrm>
            <a:off x="3320325" y="3060768"/>
            <a:ext cx="1146826" cy="818569"/>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12">
            <a:alphaModFix/>
          </a:blip>
          <a:stretch>
            <a:fillRect/>
          </a:stretch>
        </p:blipFill>
        <p:spPr>
          <a:xfrm>
            <a:off x="4547500" y="3060768"/>
            <a:ext cx="1146826" cy="818569"/>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13">
            <a:alphaModFix/>
          </a:blip>
          <a:stretch>
            <a:fillRect/>
          </a:stretch>
        </p:blipFill>
        <p:spPr>
          <a:xfrm>
            <a:off x="5774675" y="3060768"/>
            <a:ext cx="1146826" cy="818569"/>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14">
            <a:alphaModFix/>
          </a:blip>
          <a:stretch>
            <a:fillRect/>
          </a:stretch>
        </p:blipFill>
        <p:spPr>
          <a:xfrm>
            <a:off x="7001850" y="3060070"/>
            <a:ext cx="1146826" cy="819954"/>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15">
            <a:alphaModFix/>
          </a:blip>
          <a:stretch>
            <a:fillRect/>
          </a:stretch>
        </p:blipFill>
        <p:spPr>
          <a:xfrm>
            <a:off x="868050" y="3995098"/>
            <a:ext cx="1146826" cy="818569"/>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16">
            <a:alphaModFix/>
          </a:blip>
          <a:stretch>
            <a:fillRect/>
          </a:stretch>
        </p:blipFill>
        <p:spPr>
          <a:xfrm>
            <a:off x="2094775" y="3995850"/>
            <a:ext cx="1146826" cy="819954"/>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17">
            <a:alphaModFix/>
          </a:blip>
          <a:stretch>
            <a:fillRect/>
          </a:stretch>
        </p:blipFill>
        <p:spPr>
          <a:xfrm>
            <a:off x="3321500" y="3995850"/>
            <a:ext cx="1146826" cy="819954"/>
          </a:xfrm>
          <a:prstGeom prst="rect">
            <a:avLst/>
          </a:prstGeom>
          <a:noFill/>
          <a:ln>
            <a:noFill/>
          </a:ln>
          <a:effectLst>
            <a:outerShdw blurRad="71438" dist="19050" dir="5400000" algn="bl" rotWithShape="0">
              <a:srgbClr val="000000">
                <a:alpha val="18000"/>
              </a:srgbClr>
            </a:outerShdw>
          </a:effectLst>
        </p:spPr>
      </p:pic>
      <p:pic>
        <p:nvPicPr>
          <p:cNvPr id="947" name="Google Shape;947;g2cdbdd193bb_0_343"/>
          <p:cNvPicPr preferRelativeResize="0"/>
          <p:nvPr/>
        </p:nvPicPr>
        <p:blipFill>
          <a:blip r:embed="rId18">
            <a:alphaModFix/>
          </a:blip>
          <a:stretch>
            <a:fillRect/>
          </a:stretch>
        </p:blipFill>
        <p:spPr>
          <a:xfrm>
            <a:off x="4548225" y="3994450"/>
            <a:ext cx="1146826" cy="819954"/>
          </a:xfrm>
          <a:prstGeom prst="rect">
            <a:avLst/>
          </a:prstGeom>
          <a:noFill/>
          <a:ln>
            <a:noFill/>
          </a:ln>
          <a:effectLst>
            <a:outerShdw blurRad="71438" dist="19050" dir="5400000" algn="bl" rotWithShape="0">
              <a:srgbClr val="000000">
                <a:alpha val="18000"/>
              </a:srgbClr>
            </a:outerShdw>
          </a:effectLst>
        </p:spPr>
      </p:pic>
      <p:pic>
        <p:nvPicPr>
          <p:cNvPr id="948" name="Google Shape;948;g2cdbdd193bb_0_343"/>
          <p:cNvPicPr preferRelativeResize="0"/>
          <p:nvPr/>
        </p:nvPicPr>
        <p:blipFill>
          <a:blip r:embed="rId19">
            <a:alphaModFix/>
          </a:blip>
          <a:stretch>
            <a:fillRect/>
          </a:stretch>
        </p:blipFill>
        <p:spPr>
          <a:xfrm>
            <a:off x="5774950" y="3995860"/>
            <a:ext cx="1146826" cy="818569"/>
          </a:xfrm>
          <a:prstGeom prst="rect">
            <a:avLst/>
          </a:prstGeom>
          <a:noFill/>
          <a:ln>
            <a:noFill/>
          </a:ln>
          <a:effectLst>
            <a:outerShdw blurRad="71438" dist="19050" dir="5400000" algn="bl" rotWithShape="0">
              <a:srgbClr val="000000">
                <a:alpha val="18000"/>
              </a:srgbClr>
            </a:outerShdw>
          </a:effectLst>
        </p:spPr>
      </p:pic>
      <p:pic>
        <p:nvPicPr>
          <p:cNvPr id="949" name="Google Shape;949;g2cdbdd193bb_0_343"/>
          <p:cNvPicPr preferRelativeResize="0"/>
          <p:nvPr/>
        </p:nvPicPr>
        <p:blipFill>
          <a:blip r:embed="rId20">
            <a:alphaModFix/>
          </a:blip>
          <a:stretch>
            <a:fillRect/>
          </a:stretch>
        </p:blipFill>
        <p:spPr>
          <a:xfrm>
            <a:off x="7001675" y="3994460"/>
            <a:ext cx="1146826" cy="818569"/>
          </a:xfrm>
          <a:prstGeom prst="rect">
            <a:avLst/>
          </a:prstGeom>
          <a:noFill/>
          <a:ln>
            <a:noFill/>
          </a:ln>
          <a:effectLst>
            <a:outerShdw blurRad="71438" dist="19050" dir="5400000" algn="bl" rotWithShape="0">
              <a:srgbClr val="000000">
                <a:alpha val="18000"/>
              </a:srgbClr>
            </a:outerShdw>
          </a:effectLst>
        </p:spPr>
      </p:pic>
      <p:pic>
        <p:nvPicPr>
          <p:cNvPr id="950" name="Google Shape;950;g2cdbdd193bb_0_343"/>
          <p:cNvPicPr preferRelativeResize="0"/>
          <p:nvPr/>
        </p:nvPicPr>
        <p:blipFill>
          <a:blip r:embed="rId21">
            <a:alphaModFix/>
          </a:blip>
          <a:stretch>
            <a:fillRect/>
          </a:stretch>
        </p:blipFill>
        <p:spPr>
          <a:xfrm>
            <a:off x="868050" y="4931618"/>
            <a:ext cx="1146826" cy="818569"/>
          </a:xfrm>
          <a:prstGeom prst="rect">
            <a:avLst/>
          </a:prstGeom>
          <a:noFill/>
          <a:ln>
            <a:noFill/>
          </a:ln>
          <a:effectLst>
            <a:outerShdw blurRad="71438" dist="19050" dir="5400000" algn="bl" rotWithShape="0">
              <a:srgbClr val="000000">
                <a:alpha val="18000"/>
              </a:srgbClr>
            </a:outerShdw>
          </a:effectLst>
        </p:spPr>
      </p:pic>
      <p:pic>
        <p:nvPicPr>
          <p:cNvPr id="951" name="Google Shape;951;g2cdbdd193bb_0_343"/>
          <p:cNvPicPr preferRelativeResize="0"/>
          <p:nvPr/>
        </p:nvPicPr>
        <p:blipFill>
          <a:blip r:embed="rId22">
            <a:alphaModFix/>
          </a:blip>
          <a:stretch>
            <a:fillRect/>
          </a:stretch>
        </p:blipFill>
        <p:spPr>
          <a:xfrm>
            <a:off x="2094775" y="4931632"/>
            <a:ext cx="1146826" cy="819954"/>
          </a:xfrm>
          <a:prstGeom prst="rect">
            <a:avLst/>
          </a:prstGeom>
          <a:noFill/>
          <a:ln>
            <a:noFill/>
          </a:ln>
          <a:effectLst>
            <a:outerShdw blurRad="71438" dist="19050" dir="5400000" algn="bl" rotWithShape="0">
              <a:srgbClr val="000000">
                <a:alpha val="18000"/>
              </a:srgbClr>
            </a:outerShdw>
          </a:effectLst>
        </p:spPr>
      </p:pic>
      <p:pic>
        <p:nvPicPr>
          <p:cNvPr id="952" name="Google Shape;952;g2cdbdd193bb_0_343"/>
          <p:cNvPicPr preferRelativeResize="0"/>
          <p:nvPr/>
        </p:nvPicPr>
        <p:blipFill>
          <a:blip r:embed="rId23">
            <a:alphaModFix/>
          </a:blip>
          <a:stretch>
            <a:fillRect/>
          </a:stretch>
        </p:blipFill>
        <p:spPr>
          <a:xfrm>
            <a:off x="3321500" y="4932318"/>
            <a:ext cx="1146826" cy="818569"/>
          </a:xfrm>
          <a:prstGeom prst="rect">
            <a:avLst/>
          </a:prstGeom>
          <a:noFill/>
          <a:ln>
            <a:noFill/>
          </a:ln>
          <a:effectLst>
            <a:outerShdw blurRad="71438" dist="19050" dir="5400000" algn="bl" rotWithShape="0">
              <a:srgbClr val="000000">
                <a:alpha val="18000"/>
              </a:srgbClr>
            </a:outerShdw>
          </a:effectLst>
        </p:spPr>
      </p:pic>
      <p:pic>
        <p:nvPicPr>
          <p:cNvPr id="953" name="Google Shape;953;g2cdbdd193bb_0_343"/>
          <p:cNvPicPr preferRelativeResize="0"/>
          <p:nvPr/>
        </p:nvPicPr>
        <p:blipFill>
          <a:blip r:embed="rId24">
            <a:alphaModFix/>
          </a:blip>
          <a:stretch>
            <a:fillRect/>
          </a:stretch>
        </p:blipFill>
        <p:spPr>
          <a:xfrm>
            <a:off x="4548225" y="4929532"/>
            <a:ext cx="1146826" cy="819954"/>
          </a:xfrm>
          <a:prstGeom prst="rect">
            <a:avLst/>
          </a:prstGeom>
          <a:noFill/>
          <a:ln>
            <a:noFill/>
          </a:ln>
          <a:effectLst>
            <a:outerShdw blurRad="71438" dist="19050" dir="5400000" algn="bl" rotWithShape="0">
              <a:srgbClr val="000000">
                <a:alpha val="18000"/>
              </a:srgbClr>
            </a:outerShdw>
          </a:effectLst>
        </p:spPr>
      </p:pic>
      <p:pic>
        <p:nvPicPr>
          <p:cNvPr id="954" name="Google Shape;954;g2cdbdd193bb_0_343"/>
          <p:cNvPicPr preferRelativeResize="0"/>
          <p:nvPr/>
        </p:nvPicPr>
        <p:blipFill>
          <a:blip r:embed="rId25">
            <a:alphaModFix/>
          </a:blip>
          <a:stretch>
            <a:fillRect/>
          </a:stretch>
        </p:blipFill>
        <p:spPr>
          <a:xfrm>
            <a:off x="5774950" y="4930957"/>
            <a:ext cx="1146826" cy="819954"/>
          </a:xfrm>
          <a:prstGeom prst="rect">
            <a:avLst/>
          </a:prstGeom>
          <a:noFill/>
          <a:ln>
            <a:noFill/>
          </a:ln>
          <a:effectLst>
            <a:outerShdw blurRad="71438" dist="19050" dir="5400000" algn="bl" rotWithShape="0">
              <a:srgbClr val="000000">
                <a:alpha val="18000"/>
              </a:srgbClr>
            </a:outerShdw>
          </a:effectLst>
        </p:spPr>
      </p:pic>
      <p:pic>
        <p:nvPicPr>
          <p:cNvPr id="955" name="Google Shape;955;g2cdbdd193bb_0_343"/>
          <p:cNvPicPr preferRelativeResize="0"/>
          <p:nvPr/>
        </p:nvPicPr>
        <p:blipFill>
          <a:blip r:embed="rId26">
            <a:alphaModFix/>
          </a:blip>
          <a:stretch>
            <a:fillRect/>
          </a:stretch>
        </p:blipFill>
        <p:spPr>
          <a:xfrm>
            <a:off x="7001668" y="4932318"/>
            <a:ext cx="1145440" cy="818569"/>
          </a:xfrm>
          <a:prstGeom prst="rect">
            <a:avLst/>
          </a:prstGeom>
          <a:noFill/>
          <a:ln>
            <a:noFill/>
          </a:ln>
          <a:effectLst>
            <a:outerShdw blurRad="71438" dist="19050" dir="5400000" algn="bl" rotWithShape="0">
              <a:srgbClr val="000000">
                <a:alpha val="18000"/>
              </a:srgbClr>
            </a:outerShdw>
          </a:effectLst>
        </p:spPr>
      </p:pic>
      <p:sp>
        <p:nvSpPr>
          <p:cNvPr id="956" name="Google Shape;956;g2cdbdd193bb_0_343"/>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a:latin typeface="Poppins"/>
                <a:ea typeface="Poppins"/>
                <a:cs typeface="Poppins"/>
                <a:sym typeface="Poppins"/>
              </a:rPr>
              <a:t>Review Phase 5.5 Common Exception Words </a:t>
            </a:r>
            <a:br>
              <a:rPr lang="en-US" sz="2000">
                <a:latin typeface="Poppins"/>
                <a:ea typeface="Poppins"/>
                <a:cs typeface="Poppins"/>
                <a:sym typeface="Poppins"/>
              </a:rPr>
            </a:br>
            <a:r>
              <a:rPr lang="en-US" sz="2000">
                <a:solidFill>
                  <a:srgbClr val="2356AF"/>
                </a:solidFill>
                <a:latin typeface="Poppins"/>
                <a:ea typeface="Poppins"/>
                <a:cs typeface="Poppins"/>
                <a:sym typeface="Poppins"/>
              </a:rPr>
              <a:t>people wild child mind kind behind eye oh most only both though through who prove shoe beautiful climb Christmas school sugar love money any</a:t>
            </a:r>
            <a:r>
              <a:rPr lang="en-US" sz="2000">
                <a:latin typeface="Poppins"/>
                <a:ea typeface="Poppins"/>
                <a:cs typeface="Poppins"/>
                <a:sym typeface="Poppins"/>
              </a:rPr>
              <a:t>…</a:t>
            </a:r>
            <a:endParaRPr sz="20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a:t>
            </a:r>
            <a:br>
              <a:rPr lang="en-US" sz="2000"/>
            </a:br>
            <a:r>
              <a:rPr lang="en-US" sz="2000">
                <a:solidFill>
                  <a:srgbClr val="2356AF"/>
                </a:solidFill>
              </a:rPr>
              <a:t>many friend very busy pretty once</a:t>
            </a:r>
            <a:r>
              <a:rPr lang="en-US" sz="2000"/>
              <a:t>.</a:t>
            </a:r>
            <a:endParaRPr sz="2000"/>
          </a:p>
        </p:txBody>
      </p:sp>
      <p:pic>
        <p:nvPicPr>
          <p:cNvPr id="963" name="Google Shape;963;g2cdbdd193bb_0_376"/>
          <p:cNvPicPr preferRelativeResize="0"/>
          <p:nvPr/>
        </p:nvPicPr>
        <p:blipFill>
          <a:blip r:embed="rId3">
            <a:alphaModFix/>
          </a:blip>
          <a:stretch>
            <a:fillRect/>
          </a:stretch>
        </p:blipFill>
        <p:spPr>
          <a:xfrm>
            <a:off x="867797" y="2125686"/>
            <a:ext cx="1147421" cy="819976"/>
          </a:xfrm>
          <a:prstGeom prst="rect">
            <a:avLst/>
          </a:prstGeom>
          <a:noFill/>
          <a:ln>
            <a:noFill/>
          </a:ln>
          <a:effectLst>
            <a:outerShdw blurRad="71438" dist="19050" dir="5400000" algn="bl" rotWithShape="0">
              <a:srgbClr val="000000">
                <a:alpha val="18000"/>
              </a:srgbClr>
            </a:outerShdw>
          </a:effectLst>
        </p:spPr>
      </p:pic>
      <p:pic>
        <p:nvPicPr>
          <p:cNvPr id="964" name="Google Shape;964;g2cdbdd193bb_0_376"/>
          <p:cNvPicPr preferRelativeResize="0"/>
          <p:nvPr/>
        </p:nvPicPr>
        <p:blipFill>
          <a:blip r:embed="rId4">
            <a:alphaModFix/>
          </a:blip>
          <a:stretch>
            <a:fillRect/>
          </a:stretch>
        </p:blipFill>
        <p:spPr>
          <a:xfrm>
            <a:off x="2094526" y="2125686"/>
            <a:ext cx="1145486" cy="819967"/>
          </a:xfrm>
          <a:prstGeom prst="rect">
            <a:avLst/>
          </a:prstGeom>
          <a:noFill/>
          <a:ln>
            <a:noFill/>
          </a:ln>
          <a:effectLst>
            <a:outerShdw blurRad="71438" dist="19050" dir="5400000" algn="bl" rotWithShape="0">
              <a:srgbClr val="000000">
                <a:alpha val="18000"/>
              </a:srgbClr>
            </a:outerShdw>
          </a:effectLst>
        </p:spPr>
      </p:pic>
      <p:pic>
        <p:nvPicPr>
          <p:cNvPr id="965" name="Google Shape;965;g2cdbdd193bb_0_376"/>
          <p:cNvPicPr preferRelativeResize="0"/>
          <p:nvPr/>
        </p:nvPicPr>
        <p:blipFill>
          <a:blip r:embed="rId5">
            <a:alphaModFix/>
          </a:blip>
          <a:stretch>
            <a:fillRect/>
          </a:stretch>
        </p:blipFill>
        <p:spPr>
          <a:xfrm>
            <a:off x="3321259" y="2125686"/>
            <a:ext cx="1145486" cy="818582"/>
          </a:xfrm>
          <a:prstGeom prst="rect">
            <a:avLst/>
          </a:prstGeom>
          <a:noFill/>
          <a:ln>
            <a:noFill/>
          </a:ln>
          <a:effectLst>
            <a:outerShdw blurRad="71438" dist="19050" dir="5400000" algn="bl" rotWithShape="0">
              <a:srgbClr val="000000">
                <a:alpha val="18000"/>
              </a:srgbClr>
            </a:outerShdw>
          </a:effectLst>
        </p:spPr>
      </p:pic>
      <p:pic>
        <p:nvPicPr>
          <p:cNvPr id="966" name="Google Shape;966;g2cdbdd193bb_0_376"/>
          <p:cNvPicPr preferRelativeResize="0"/>
          <p:nvPr/>
        </p:nvPicPr>
        <p:blipFill>
          <a:blip r:embed="rId6">
            <a:alphaModFix/>
          </a:blip>
          <a:stretch>
            <a:fillRect/>
          </a:stretch>
        </p:blipFill>
        <p:spPr>
          <a:xfrm>
            <a:off x="4547991" y="2125686"/>
            <a:ext cx="1145486" cy="819967"/>
          </a:xfrm>
          <a:prstGeom prst="rect">
            <a:avLst/>
          </a:prstGeom>
          <a:noFill/>
          <a:ln>
            <a:noFill/>
          </a:ln>
          <a:effectLst>
            <a:outerShdw blurRad="71438" dist="19050" dir="5400000" algn="bl" rotWithShape="0">
              <a:srgbClr val="000000">
                <a:alpha val="18000"/>
              </a:srgbClr>
            </a:outerShdw>
          </a:effectLst>
        </p:spPr>
      </p:pic>
      <p:pic>
        <p:nvPicPr>
          <p:cNvPr id="967" name="Google Shape;967;g2cdbdd193bb_0_376"/>
          <p:cNvPicPr preferRelativeResize="0"/>
          <p:nvPr/>
        </p:nvPicPr>
        <p:blipFill>
          <a:blip r:embed="rId7">
            <a:alphaModFix/>
          </a:blip>
          <a:stretch>
            <a:fillRect/>
          </a:stretch>
        </p:blipFill>
        <p:spPr>
          <a:xfrm>
            <a:off x="5774724" y="2125686"/>
            <a:ext cx="1145486" cy="819967"/>
          </a:xfrm>
          <a:prstGeom prst="rect">
            <a:avLst/>
          </a:prstGeom>
          <a:noFill/>
          <a:ln>
            <a:noFill/>
          </a:ln>
          <a:effectLst>
            <a:outerShdw blurRad="71438" dist="19050" dir="5400000" algn="bl" rotWithShape="0">
              <a:srgbClr val="000000">
                <a:alpha val="18000"/>
              </a:srgbClr>
            </a:outerShdw>
          </a:effectLst>
        </p:spPr>
      </p:pic>
      <p:pic>
        <p:nvPicPr>
          <p:cNvPr id="968" name="Google Shape;968;g2cdbdd193bb_0_376"/>
          <p:cNvPicPr preferRelativeResize="0"/>
          <p:nvPr/>
        </p:nvPicPr>
        <p:blipFill>
          <a:blip r:embed="rId8">
            <a:alphaModFix/>
          </a:blip>
          <a:stretch>
            <a:fillRect/>
          </a:stretch>
        </p:blipFill>
        <p:spPr>
          <a:xfrm>
            <a:off x="7003287" y="2125686"/>
            <a:ext cx="1145486" cy="818582"/>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5" name="Google Shape;975;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76" name="Google Shape;976;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77" name="Google Shape;977;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8" name="Google Shape;978;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z</a:t>
            </a:r>
            <a:r>
              <a:rPr lang="en-US" sz="5800" b="0" i="0" u="none" strike="noStrike" cap="none">
                <a:solidFill>
                  <a:srgbClr val="2356AF"/>
                </a:solidFill>
                <a:latin typeface="Jost"/>
                <a:ea typeface="Jost"/>
                <a:cs typeface="Jost"/>
                <a:sym typeface="Jost"/>
              </a:rPr>
              <a:t>ip</a:t>
            </a:r>
            <a:endParaRPr sz="5800" b="0" i="0" u="none" strike="noStrike" cap="none">
              <a:solidFill>
                <a:srgbClr val="2356AF"/>
              </a:solidFill>
              <a:latin typeface="Jost"/>
              <a:ea typeface="Jost"/>
              <a:cs typeface="Jost"/>
              <a:sym typeface="Jost"/>
            </a:endParaRPr>
          </a:p>
        </p:txBody>
      </p:sp>
      <p:sp>
        <p:nvSpPr>
          <p:cNvPr id="979" name="Google Shape;979;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z</a:t>
            </a:r>
            <a:r>
              <a:rPr lang="en-US" sz="5800" b="0" i="0" u="none" strike="noStrike" cap="none">
                <a:solidFill>
                  <a:srgbClr val="2356AF"/>
                </a:solidFill>
                <a:latin typeface="Jost"/>
                <a:ea typeface="Jost"/>
                <a:cs typeface="Jost"/>
                <a:sym typeface="Jost"/>
              </a:rPr>
              <a:t>ebr</a:t>
            </a:r>
            <a:r>
              <a:rPr lang="en-US" sz="4900" b="0" i="0" u="none" strike="noStrike" cap="none">
                <a:solidFill>
                  <a:srgbClr val="2356AF"/>
                </a:solidFill>
                <a:latin typeface="Poppins"/>
                <a:ea typeface="Poppins"/>
                <a:cs typeface="Poppins"/>
                <a:sym typeface="Poppins"/>
              </a:rPr>
              <a:t>a</a:t>
            </a:r>
            <a:endParaRPr sz="4900" b="0" i="0" u="none" strike="noStrike" cap="none">
              <a:solidFill>
                <a:srgbClr val="2356AF"/>
              </a:solidFill>
              <a:latin typeface="Poppins"/>
              <a:ea typeface="Poppins"/>
              <a:cs typeface="Poppins"/>
              <a:sym typeface="Poppins"/>
            </a:endParaRPr>
          </a:p>
        </p:txBody>
      </p:sp>
      <p:sp>
        <p:nvSpPr>
          <p:cNvPr id="980" name="Google Shape;980;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z</a:t>
            </a:r>
            <a:r>
              <a:rPr lang="en-US" sz="5800" b="0" i="0" u="none" strike="noStrike" cap="none">
                <a:solidFill>
                  <a:srgbClr val="2356AF"/>
                </a:solidFill>
                <a:latin typeface="Jost"/>
                <a:ea typeface="Jost"/>
                <a:cs typeface="Jost"/>
                <a:sym typeface="Jost"/>
              </a:rPr>
              <a:t>oo</a:t>
            </a:r>
            <a:endParaRPr sz="5800" b="0" i="0" u="none" strike="noStrike" cap="none">
              <a:solidFill>
                <a:srgbClr val="2356AF"/>
              </a:solidFill>
              <a:latin typeface="Jost"/>
              <a:ea typeface="Jost"/>
              <a:cs typeface="Jost"/>
              <a:sym typeface="Jost"/>
            </a:endParaRPr>
          </a:p>
        </p:txBody>
      </p:sp>
      <p:sp>
        <p:nvSpPr>
          <p:cNvPr id="981" name="Google Shape;981;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7</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8" name="Google Shape;988;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89" name="Google Shape;989;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90" name="Google Shape;990;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91" name="Google Shape;991;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noi</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e</a:t>
            </a:r>
            <a:endParaRPr sz="5800" b="0" i="0" u="none" strike="noStrike" cap="none">
              <a:solidFill>
                <a:srgbClr val="D0CECE"/>
              </a:solidFill>
              <a:latin typeface="Jost"/>
              <a:ea typeface="Jost"/>
              <a:cs typeface="Jost"/>
              <a:sym typeface="Jost"/>
            </a:endParaRPr>
          </a:p>
        </p:txBody>
      </p:sp>
      <p:sp>
        <p:nvSpPr>
          <p:cNvPr id="992" name="Google Shape;992;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mu</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e</a:t>
            </a:r>
            <a:endParaRPr sz="5800" b="0" i="0" u="none" strike="noStrike" cap="none">
              <a:solidFill>
                <a:srgbClr val="D0CECE"/>
              </a:solidFill>
              <a:latin typeface="Jost"/>
              <a:ea typeface="Jost"/>
              <a:cs typeface="Jost"/>
              <a:sym typeface="Jost"/>
            </a:endParaRPr>
          </a:p>
        </p:txBody>
      </p:sp>
      <p:sp>
        <p:nvSpPr>
          <p:cNvPr id="993" name="Google Shape;993;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brui</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e</a:t>
            </a:r>
            <a:endParaRPr sz="5800" b="0" i="0" u="none" strike="noStrike" cap="none">
              <a:solidFill>
                <a:srgbClr val="D0CECE"/>
              </a:solidFill>
              <a:latin typeface="Jost"/>
              <a:ea typeface="Jost"/>
              <a:cs typeface="Jost"/>
              <a:sym typeface="Jost"/>
            </a:endParaRPr>
          </a:p>
        </p:txBody>
      </p:sp>
      <p:sp>
        <p:nvSpPr>
          <p:cNvPr id="994" name="Google Shape;994;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62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01" name="Google Shape;100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8" name="Google Shape;1008;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09" name="Google Shape;1009;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0" name="Google Shape;1010;g2c4fb7f6616_1_0"/>
          <p:cNvSpPr txBox="1">
            <a:spLocks noGrp="1"/>
          </p:cNvSpPr>
          <p:nvPr>
            <p:ph type="subTitle" idx="4294967295"/>
          </p:nvPr>
        </p:nvSpPr>
        <p:spPr>
          <a:xfrm>
            <a:off x="5545088" y="1308025"/>
            <a:ext cx="2005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
        <p:nvSpPr>
          <p:cNvPr id="1011" name="Google Shape;1011;g2c4fb7f6616_1_0"/>
          <p:cNvSpPr txBox="1">
            <a:spLocks noGrp="1"/>
          </p:cNvSpPr>
          <p:nvPr>
            <p:ph type="subTitle" idx="4294967295"/>
          </p:nvPr>
        </p:nvSpPr>
        <p:spPr>
          <a:xfrm>
            <a:off x="1593113" y="1308025"/>
            <a:ext cx="2311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1012" name="Google Shape;1012;g2c4fb7f6616_1_0"/>
          <p:cNvSpPr txBox="1">
            <a:spLocks noGrp="1"/>
          </p:cNvSpPr>
          <p:nvPr>
            <p:ph type="subTitle" idx="4294967295"/>
          </p:nvPr>
        </p:nvSpPr>
        <p:spPr>
          <a:xfrm>
            <a:off x="3541063" y="1308025"/>
            <a:ext cx="22701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1013" name="Google Shape;1013;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1" name="Google Shape;1021;g2c4fb7f6616_1_0"/>
          <p:cNvGrpSpPr/>
          <p:nvPr/>
        </p:nvGrpSpPr>
        <p:grpSpPr>
          <a:xfrm>
            <a:off x="-550" y="6984600"/>
            <a:ext cx="8596479" cy="808600"/>
            <a:chOff x="-550" y="6984600"/>
            <a:chExt cx="8596479" cy="808600"/>
          </a:xfrm>
        </p:grpSpPr>
        <p:sp>
          <p:nvSpPr>
            <p:cNvPr id="1022" name="Google Shape;1022;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5" name="Google Shape;1025;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6" name="Google Shape;1026;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7" name="Google Shape;1027;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8" name="Google Shape;1028;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9" name="Google Shape;1029;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30" name="Google Shape;103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31" name="Google Shape;1031;g2c4fb7f6616_1_0"/>
          <p:cNvSpPr/>
          <p:nvPr/>
        </p:nvSpPr>
        <p:spPr>
          <a:xfrm>
            <a:off x="1942613" y="4011900"/>
            <a:ext cx="16125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c4fb7f6616_1_0"/>
          <p:cNvSpPr/>
          <p:nvPr/>
        </p:nvSpPr>
        <p:spPr>
          <a:xfrm>
            <a:off x="3807152" y="4038325"/>
            <a:ext cx="17379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c4fb7f6616_1_0"/>
          <p:cNvSpPr/>
          <p:nvPr/>
        </p:nvSpPr>
        <p:spPr>
          <a:xfrm>
            <a:off x="5741738" y="4011900"/>
            <a:ext cx="16125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g273c5ef998c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40" name="Google Shape;1040;g273c5ef998c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41" name="Google Shape;1041;g273c5ef998c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2" name="Google Shape;1042;g273c5ef998c_0_12"/>
          <p:cNvSpPr txBox="1">
            <a:spLocks noGrp="1"/>
          </p:cNvSpPr>
          <p:nvPr>
            <p:ph type="subTitle" idx="4294967295"/>
          </p:nvPr>
        </p:nvSpPr>
        <p:spPr>
          <a:xfrm>
            <a:off x="5354588" y="1308025"/>
            <a:ext cx="2005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
        <p:nvSpPr>
          <p:cNvPr id="1043" name="Google Shape;1043;g273c5ef998c_0_12"/>
          <p:cNvSpPr txBox="1">
            <a:spLocks noGrp="1"/>
          </p:cNvSpPr>
          <p:nvPr>
            <p:ph type="subTitle" idx="4294967295"/>
          </p:nvPr>
        </p:nvSpPr>
        <p:spPr>
          <a:xfrm>
            <a:off x="1783613" y="1308025"/>
            <a:ext cx="2311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1044" name="Google Shape;1044;g273c5ef998c_0_12"/>
          <p:cNvSpPr txBox="1">
            <a:spLocks noGrp="1"/>
          </p:cNvSpPr>
          <p:nvPr>
            <p:ph type="subTitle" idx="4294967295"/>
          </p:nvPr>
        </p:nvSpPr>
        <p:spPr>
          <a:xfrm>
            <a:off x="3227675" y="1308025"/>
            <a:ext cx="2515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600" b="0" i="0" u="none" strike="noStrike" cap="none">
                <a:solidFill>
                  <a:srgbClr val="00904C"/>
                </a:solidFill>
                <a:latin typeface="Poppins"/>
                <a:ea typeface="Poppins"/>
                <a:cs typeface="Poppins"/>
                <a:sym typeface="Poppins"/>
              </a:rPr>
              <a:t>a</a:t>
            </a:r>
            <a:r>
              <a:rPr lang="en-US" sz="15000" b="0" i="0" u="none" strike="noStrike" cap="none">
                <a:solidFill>
                  <a:srgbClr val="00904C"/>
                </a:solidFill>
                <a:latin typeface="Jost"/>
                <a:ea typeface="Jost"/>
                <a:cs typeface="Jost"/>
                <a:sym typeface="Jost"/>
              </a:rPr>
              <a:t>u</a:t>
            </a:r>
            <a:endParaRPr sz="15000" b="0" i="0" u="none" strike="noStrike" cap="none">
              <a:solidFill>
                <a:srgbClr val="00904C"/>
              </a:solidFill>
              <a:latin typeface="Jost"/>
              <a:ea typeface="Jost"/>
              <a:cs typeface="Jost"/>
              <a:sym typeface="Jost"/>
            </a:endParaRPr>
          </a:p>
        </p:txBody>
      </p:sp>
      <p:sp>
        <p:nvSpPr>
          <p:cNvPr id="1045" name="Google Shape;1045;g273c5ef998c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73c5ef998c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73c5ef998c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73c5ef998c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273c5ef998c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50" name="Google Shape;1050;g273c5ef998c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273c5ef998c_0_1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2" name="Google Shape;1052;g273c5ef998c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3" name="Google Shape;1053;g273c5ef998c_0_12"/>
          <p:cNvGrpSpPr/>
          <p:nvPr/>
        </p:nvGrpSpPr>
        <p:grpSpPr>
          <a:xfrm>
            <a:off x="-550" y="6984600"/>
            <a:ext cx="8596479" cy="808600"/>
            <a:chOff x="-550" y="6984600"/>
            <a:chExt cx="8596479" cy="808600"/>
          </a:xfrm>
        </p:grpSpPr>
        <p:sp>
          <p:nvSpPr>
            <p:cNvPr id="1054" name="Google Shape;1054;g273c5ef998c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5" name="Google Shape;1055;g273c5ef998c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6" name="Google Shape;1056;g273c5ef998c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7" name="Google Shape;1057;g273c5ef998c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8" name="Google Shape;1058;g273c5ef998c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9" name="Google Shape;1059;g273c5ef998c_0_1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60" name="Google Shape;1060;g273c5ef998c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1" name="Google Shape;1061;g273c5ef998c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2" name="Google Shape;1062;g273c5ef998c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3" name="Google Shape;1063;g273c5ef998c_0_12"/>
          <p:cNvSpPr/>
          <p:nvPr/>
        </p:nvSpPr>
        <p:spPr>
          <a:xfrm>
            <a:off x="3553125" y="4038325"/>
            <a:ext cx="18651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4" name="Google Shape;1064;g273c5ef998c_0_12"/>
          <p:cNvSpPr/>
          <p:nvPr/>
        </p:nvSpPr>
        <p:spPr>
          <a:xfrm>
            <a:off x="5543650" y="4011900"/>
            <a:ext cx="16278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5" name="Google Shape;1065;g273c5ef998c_0_12"/>
          <p:cNvSpPr/>
          <p:nvPr/>
        </p:nvSpPr>
        <p:spPr>
          <a:xfrm>
            <a:off x="274436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72" name="Google Shape;107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9" name="Google Shape;107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0" name="Google Shape;1080;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1" name="Google Shape;108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8" name="Google Shape;108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9" name="Google Shape;1089;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90" name="Google Shape;109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7" name="Google Shape;109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8" name="Google Shape;1098;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9" name="Google Shape;109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06" name="Google Shape;110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07" name="Google Shape;1107;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08" name="Google Shape;1108;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pic>
        <p:nvPicPr>
          <p:cNvPr id="1114" name="Google Shape;1114;g26b641b03cd_0_301"/>
          <p:cNvPicPr preferRelativeResize="0"/>
          <p:nvPr/>
        </p:nvPicPr>
        <p:blipFill rotWithShape="1">
          <a:blip r:embed="rId3">
            <a:alphaModFix/>
          </a:blip>
          <a:srcRect/>
          <a:stretch/>
        </p:blipFill>
        <p:spPr>
          <a:xfrm>
            <a:off x="1500250" y="961475"/>
            <a:ext cx="2953422" cy="2110594"/>
          </a:xfrm>
          <a:prstGeom prst="rect">
            <a:avLst/>
          </a:prstGeom>
          <a:noFill/>
          <a:ln>
            <a:noFill/>
          </a:ln>
          <a:effectLst>
            <a:outerShdw blurRad="71438" dist="19050" dir="5400000" algn="bl" rotWithShape="0">
              <a:srgbClr val="000000">
                <a:alpha val="17254"/>
              </a:srgbClr>
            </a:outerShdw>
          </a:effectLst>
        </p:spPr>
      </p:pic>
      <p:pic>
        <p:nvPicPr>
          <p:cNvPr id="1115" name="Google Shape;1115;g26b641b03cd_0_301"/>
          <p:cNvPicPr preferRelativeResize="0"/>
          <p:nvPr/>
        </p:nvPicPr>
        <p:blipFill rotWithShape="1">
          <a:blip r:embed="rId4">
            <a:alphaModFix/>
          </a:blip>
          <a:srcRect/>
          <a:stretch/>
        </p:blipFill>
        <p:spPr>
          <a:xfrm>
            <a:off x="4690329" y="961475"/>
            <a:ext cx="2953422" cy="2110594"/>
          </a:xfrm>
          <a:prstGeom prst="rect">
            <a:avLst/>
          </a:prstGeom>
          <a:noFill/>
          <a:ln>
            <a:noFill/>
          </a:ln>
          <a:effectLst>
            <a:outerShdw blurRad="71438" dist="19050" dir="5400000" algn="bl" rotWithShape="0">
              <a:srgbClr val="000000">
                <a:alpha val="17254"/>
              </a:srgbClr>
            </a:outerShdw>
          </a:effectLst>
        </p:spPr>
      </p:pic>
      <p:pic>
        <p:nvPicPr>
          <p:cNvPr id="1116" name="Google Shape;1116;g26b641b03cd_0_301"/>
          <p:cNvPicPr preferRelativeResize="0"/>
          <p:nvPr/>
        </p:nvPicPr>
        <p:blipFill rotWithShape="1">
          <a:blip r:embed="rId5">
            <a:alphaModFix/>
          </a:blip>
          <a:srcRect t="19" b="29"/>
          <a:stretch/>
        </p:blipFill>
        <p:spPr>
          <a:xfrm>
            <a:off x="1500250" y="3231981"/>
            <a:ext cx="2953420" cy="2110594"/>
          </a:xfrm>
          <a:prstGeom prst="rect">
            <a:avLst/>
          </a:prstGeom>
          <a:noFill/>
          <a:ln>
            <a:noFill/>
          </a:ln>
          <a:effectLst>
            <a:outerShdw blurRad="71438" dist="19050" dir="5400000" algn="bl" rotWithShape="0">
              <a:srgbClr val="000000">
                <a:alpha val="17254"/>
              </a:srgbClr>
            </a:outerShdw>
          </a:effectLst>
        </p:spPr>
      </p:pic>
      <p:pic>
        <p:nvPicPr>
          <p:cNvPr id="1117" name="Google Shape;1117;g26b641b03cd_0_301"/>
          <p:cNvPicPr preferRelativeResize="0"/>
          <p:nvPr/>
        </p:nvPicPr>
        <p:blipFill rotWithShape="1">
          <a:blip r:embed="rId6">
            <a:alphaModFix/>
          </a:blip>
          <a:srcRect t="79" b="89"/>
          <a:stretch/>
        </p:blipFill>
        <p:spPr>
          <a:xfrm>
            <a:off x="4690329" y="3231981"/>
            <a:ext cx="2953422" cy="2110594"/>
          </a:xfrm>
          <a:prstGeom prst="rect">
            <a:avLst/>
          </a:prstGeom>
          <a:noFill/>
          <a:ln>
            <a:noFill/>
          </a:ln>
          <a:effectLst>
            <a:outerShdw blurRad="71438" dist="19050" dir="5400000" algn="bl" rotWithShape="0">
              <a:srgbClr val="000000">
                <a:alpha val="17254"/>
              </a:srgbClr>
            </a:outerShdw>
          </a:effectLst>
        </p:spPr>
      </p:pic>
      <p:sp>
        <p:nvSpPr>
          <p:cNvPr id="1118" name="Google Shape;1118;g26b641b03cd_0_301"/>
          <p:cNvSpPr txBox="1">
            <a:spLocks noGrp="1"/>
          </p:cNvSpPr>
          <p:nvPr>
            <p:ph type="title"/>
          </p:nvPr>
        </p:nvSpPr>
        <p:spPr>
          <a:xfrm>
            <a:off x="788700" y="5568500"/>
            <a:ext cx="75666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19" name="Google Shape;111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0" name="Google Shape;112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7" name="Google Shape;112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8" name="Google Shape;1128;g26b641b03cd_0_308"/>
          <p:cNvSpPr txBox="1">
            <a:spLocks noGrp="1"/>
          </p:cNvSpPr>
          <p:nvPr>
            <p:ph type="title"/>
          </p:nvPr>
        </p:nvSpPr>
        <p:spPr>
          <a:xfrm>
            <a:off x="852150" y="5568500"/>
            <a:ext cx="7439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29" name="Google Shape;1129;g26b641b03cd_0_308"/>
          <p:cNvPicPr preferRelativeResize="0"/>
          <p:nvPr/>
        </p:nvPicPr>
        <p:blipFill rotWithShape="1">
          <a:blip r:embed="rId3">
            <a:alphaModFix/>
          </a:blip>
          <a:srcRect l="59" r="59"/>
          <a:stretch/>
        </p:blipFill>
        <p:spPr>
          <a:xfrm>
            <a:off x="1500262" y="961475"/>
            <a:ext cx="2953410" cy="2110594"/>
          </a:xfrm>
          <a:prstGeom prst="rect">
            <a:avLst/>
          </a:prstGeom>
          <a:noFill/>
          <a:ln>
            <a:noFill/>
          </a:ln>
          <a:effectLst>
            <a:outerShdw blurRad="71438" dist="19050" dir="5400000" algn="bl" rotWithShape="0">
              <a:srgbClr val="000000">
                <a:alpha val="17647"/>
              </a:srgbClr>
            </a:outerShdw>
          </a:effectLst>
        </p:spPr>
      </p:pic>
      <p:pic>
        <p:nvPicPr>
          <p:cNvPr id="1130" name="Google Shape;1130;g26b641b03cd_0_308"/>
          <p:cNvPicPr preferRelativeResize="0"/>
          <p:nvPr/>
        </p:nvPicPr>
        <p:blipFill rotWithShape="1">
          <a:blip r:embed="rId4">
            <a:alphaModFix/>
          </a:blip>
          <a:srcRect l="59" r="59"/>
          <a:stretch/>
        </p:blipFill>
        <p:spPr>
          <a:xfrm>
            <a:off x="4690329" y="961475"/>
            <a:ext cx="2953410" cy="2110594"/>
          </a:xfrm>
          <a:prstGeom prst="rect">
            <a:avLst/>
          </a:prstGeom>
          <a:noFill/>
          <a:ln>
            <a:noFill/>
          </a:ln>
          <a:effectLst>
            <a:outerShdw blurRad="71438" dist="19050" dir="5400000" algn="bl" rotWithShape="0">
              <a:srgbClr val="000000">
                <a:alpha val="17647"/>
              </a:srgbClr>
            </a:outerShdw>
          </a:effectLst>
        </p:spPr>
      </p:pic>
      <p:pic>
        <p:nvPicPr>
          <p:cNvPr id="1131" name="Google Shape;1131;g26b641b03cd_0_308"/>
          <p:cNvPicPr preferRelativeResize="0"/>
          <p:nvPr/>
        </p:nvPicPr>
        <p:blipFill rotWithShape="1">
          <a:blip r:embed="rId5">
            <a:alphaModFix/>
          </a:blip>
          <a:srcRect t="79" b="89"/>
          <a:stretch/>
        </p:blipFill>
        <p:spPr>
          <a:xfrm>
            <a:off x="1500262" y="3231981"/>
            <a:ext cx="2953409" cy="2110594"/>
          </a:xfrm>
          <a:prstGeom prst="rect">
            <a:avLst/>
          </a:prstGeom>
          <a:noFill/>
          <a:ln>
            <a:noFill/>
          </a:ln>
          <a:effectLst>
            <a:outerShdw blurRad="71438" dist="19050" dir="5400000" algn="bl" rotWithShape="0">
              <a:srgbClr val="000000">
                <a:alpha val="17647"/>
              </a:srgbClr>
            </a:outerShdw>
          </a:effectLst>
        </p:spPr>
      </p:pic>
      <p:pic>
        <p:nvPicPr>
          <p:cNvPr id="1132" name="Google Shape;1132;g26b641b03cd_0_308"/>
          <p:cNvPicPr preferRelativeResize="0"/>
          <p:nvPr/>
        </p:nvPicPr>
        <p:blipFill rotWithShape="1">
          <a:blip r:embed="rId6">
            <a:alphaModFix/>
          </a:blip>
          <a:srcRect t="19" b="29"/>
          <a:stretch/>
        </p:blipFill>
        <p:spPr>
          <a:xfrm>
            <a:off x="4690329" y="3231981"/>
            <a:ext cx="2953410" cy="2110594"/>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g273c5ef998c_0_47"/>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39" name="Google Shape;1139;g273c5ef998c_0_4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0" name="Google Shape;1140;g273c5ef998c_0_4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41" name="Google Shape;1141;g273c5ef998c_0_47"/>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g273c5ef998c_0_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48" name="Google Shape;1148;g273c5ef998c_0_8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49" name="Google Shape;1149;g273c5ef998c_0_80"/>
          <p:cNvSpPr txBox="1">
            <a:spLocks noGrp="1"/>
          </p:cNvSpPr>
          <p:nvPr>
            <p:ph type="title"/>
          </p:nvPr>
        </p:nvSpPr>
        <p:spPr>
          <a:xfrm>
            <a:off x="795050" y="5568500"/>
            <a:ext cx="7553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50" name="Google Shape;1150;g273c5ef998c_0_80"/>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g273c5ef998c_0_11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7" name="Google Shape;1157;g273c5ef998c_0_11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8" name="Google Shape;1158;g273c5ef998c_0_114"/>
          <p:cNvGrpSpPr/>
          <p:nvPr/>
        </p:nvGrpSpPr>
        <p:grpSpPr>
          <a:xfrm>
            <a:off x="3024000" y="209875"/>
            <a:ext cx="3096000" cy="454800"/>
            <a:chOff x="3024000" y="209875"/>
            <a:chExt cx="3096000" cy="454800"/>
          </a:xfrm>
        </p:grpSpPr>
        <p:sp>
          <p:nvSpPr>
            <p:cNvPr id="1159" name="Google Shape;1159;g273c5ef998c_0_11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0" name="Google Shape;1160;g273c5ef998c_0_11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1" name="Google Shape;1161;g273c5ef998c_0_11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2" name="Google Shape;1162;g273c5ef998c_0_11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3" name="Google Shape;1163;g273c5ef998c_0_11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4" name="Google Shape;1164;g273c5ef998c_0_11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65" name="Google Shape;1165;g273c5ef998c_0_11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66" name="Google Shape;1166;g273c5ef998c_0_11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67" name="Google Shape;1167;g273c5ef998c_0_11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8" name="Google Shape;1168;g273c5ef998c_0_11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9" name="Google Shape;1169;g273c5ef998c_0_11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0" name="Google Shape;1170;g273c5ef998c_0_11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171" name="Google Shape;1171;g273c5ef998c_0_114"/>
          <p:cNvSpPr txBox="1"/>
          <p:nvPr/>
        </p:nvSpPr>
        <p:spPr>
          <a:xfrm>
            <a:off x="231547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72" name="Google Shape;1172;g273c5ef998c_0_114"/>
          <p:cNvSpPr txBox="1"/>
          <p:nvPr/>
        </p:nvSpPr>
        <p:spPr>
          <a:xfrm>
            <a:off x="5718584" y="1797575"/>
            <a:ext cx="111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173" name="Google Shape;1173;g273c5ef998c_0_114"/>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74" name="Google Shape;1174;g273c5ef998c_0_114"/>
          <p:cNvSpPr txBox="1"/>
          <p:nvPr/>
        </p:nvSpPr>
        <p:spPr>
          <a:xfrm>
            <a:off x="3449842"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5500" b="0" i="0" u="none" strike="noStrike" cap="none">
              <a:solidFill>
                <a:srgbClr val="00904C"/>
              </a:solidFill>
              <a:latin typeface="Jost"/>
              <a:ea typeface="Jost"/>
              <a:cs typeface="Jost"/>
              <a:sym typeface="Jost"/>
            </a:endParaRPr>
          </a:p>
        </p:txBody>
      </p:sp>
      <p:sp>
        <p:nvSpPr>
          <p:cNvPr id="1175" name="Google Shape;1175;g273c5ef998c_0_114"/>
          <p:cNvSpPr txBox="1"/>
          <p:nvPr/>
        </p:nvSpPr>
        <p:spPr>
          <a:xfrm>
            <a:off x="4584213" y="18290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176" name="Google Shape;1176;g273c5ef998c_0_11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
        <p:nvSpPr>
          <p:cNvPr id="1177" name="Google Shape;1177;g273c5ef998c_0_114"/>
          <p:cNvSpPr txBox="1"/>
          <p:nvPr/>
        </p:nvSpPr>
        <p:spPr>
          <a:xfrm>
            <a:off x="299991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78" name="Google Shape;1178;g273c5ef998c_0_114"/>
          <p:cNvSpPr txBox="1"/>
          <p:nvPr/>
        </p:nvSpPr>
        <p:spPr>
          <a:xfrm>
            <a:off x="6279341" y="27401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9" name="Google Shape;1179;g273c5ef998c_0_114"/>
          <p:cNvSpPr txBox="1"/>
          <p:nvPr/>
        </p:nvSpPr>
        <p:spPr>
          <a:xfrm>
            <a:off x="184706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80" name="Google Shape;1180;g273c5ef998c_0_114"/>
          <p:cNvSpPr txBox="1"/>
          <p:nvPr/>
        </p:nvSpPr>
        <p:spPr>
          <a:xfrm>
            <a:off x="415276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u</a:t>
            </a:r>
            <a:endParaRPr sz="5500" b="0" i="0" u="none" strike="noStrike" cap="none">
              <a:solidFill>
                <a:srgbClr val="00904C"/>
              </a:solidFill>
              <a:latin typeface="Jost"/>
              <a:ea typeface="Jost"/>
              <a:cs typeface="Jost"/>
              <a:sym typeface="Jost"/>
            </a:endParaRPr>
          </a:p>
        </p:txBody>
      </p:sp>
      <p:sp>
        <p:nvSpPr>
          <p:cNvPr id="1181" name="Google Shape;1181;g273c5ef998c_0_114"/>
          <p:cNvSpPr txBox="1"/>
          <p:nvPr/>
        </p:nvSpPr>
        <p:spPr>
          <a:xfrm>
            <a:off x="530561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82" name="Google Shape;1182;g273c5ef998c_0_11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183" name="Google Shape;1183;g273c5ef998c_0_114"/>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4700" b="0" i="0" u="none" strike="noStrike" cap="none">
              <a:solidFill>
                <a:srgbClr val="815137"/>
              </a:solidFill>
              <a:latin typeface="Poppins"/>
              <a:ea typeface="Poppins"/>
              <a:cs typeface="Poppins"/>
              <a:sym typeface="Poppins"/>
            </a:endParaRPr>
          </a:p>
        </p:txBody>
      </p:sp>
      <p:cxnSp>
        <p:nvCxnSpPr>
          <p:cNvPr id="1184" name="Google Shape;1184;g273c5ef998c_0_11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sp>
        <p:nvSpPr>
          <p:cNvPr id="1190" name="Google Shape;1190;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91" name="Google Shape;1191;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92" name="Google Shape;1192;g2d1eea302f1_0_6"/>
          <p:cNvGrpSpPr/>
          <p:nvPr/>
        </p:nvGrpSpPr>
        <p:grpSpPr>
          <a:xfrm>
            <a:off x="3024000" y="209875"/>
            <a:ext cx="3096000" cy="454800"/>
            <a:chOff x="3024000" y="209875"/>
            <a:chExt cx="3096000" cy="454800"/>
          </a:xfrm>
        </p:grpSpPr>
        <p:sp>
          <p:nvSpPr>
            <p:cNvPr id="1193" name="Google Shape;1193;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4" name="Google Shape;1194;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95" name="Google Shape;1195;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96" name="Google Shape;1196;g2d1eea302f1_0_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97" name="Google Shape;1197;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8" name="Google Shape;1198;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9" name="Google Shape;1199;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00" name="Google Shape;1200;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01" name="Google Shape;1201;g2d1eea302f1_0_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02" name="Google Shape;1202;g2d1eea302f1_0_6"/>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se choose cheese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ise </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muse bec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use bruise</a:t>
            </a:r>
            <a:endParaRPr sz="1800" b="0" i="0" u="none" strike="noStrike" cap="none">
              <a:solidFill>
                <a:srgbClr val="B7B7B7"/>
              </a:solidFill>
              <a:latin typeface="Jost"/>
              <a:ea typeface="Jost"/>
              <a:cs typeface="Jost"/>
              <a:sym typeface="Jost"/>
            </a:endParaRPr>
          </a:p>
        </p:txBody>
      </p:sp>
      <p:sp>
        <p:nvSpPr>
          <p:cNvPr id="1203" name="Google Shape;1203;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204" name="Google Shape;1204;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205" name="Google Shape;1205;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06" name="Google Shape;1206;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07" name="Google Shape;1207;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208" name="Google Shape;1208;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oo</a:t>
            </a:r>
            <a:endParaRPr sz="5500" b="0" i="0" u="none" strike="noStrike" cap="none">
              <a:solidFill>
                <a:srgbClr val="815137"/>
              </a:solidFill>
              <a:latin typeface="Jost"/>
              <a:ea typeface="Jost"/>
              <a:cs typeface="Jost"/>
              <a:sym typeface="Jost"/>
            </a:endParaRPr>
          </a:p>
        </p:txBody>
      </p:sp>
      <p:sp>
        <p:nvSpPr>
          <p:cNvPr id="1209" name="Google Shape;1209;g2d1eea302f1_0_6"/>
          <p:cNvSpPr txBox="1"/>
          <p:nvPr/>
        </p:nvSpPr>
        <p:spPr>
          <a:xfrm>
            <a:off x="231547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10" name="Google Shape;1210;g2d1eea302f1_0_6"/>
          <p:cNvSpPr txBox="1"/>
          <p:nvPr/>
        </p:nvSpPr>
        <p:spPr>
          <a:xfrm>
            <a:off x="5718584" y="1797575"/>
            <a:ext cx="11100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u-e</a:t>
            </a:r>
            <a:endParaRPr sz="5500" b="0" i="0" u="none" strike="noStrike" cap="none">
              <a:solidFill>
                <a:srgbClr val="F7941D"/>
              </a:solidFill>
              <a:latin typeface="Jost"/>
              <a:ea typeface="Jost"/>
              <a:cs typeface="Jost"/>
              <a:sym typeface="Jost"/>
            </a:endParaRPr>
          </a:p>
        </p:txBody>
      </p:sp>
      <p:sp>
        <p:nvSpPr>
          <p:cNvPr id="1211" name="Google Shape;1211;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212" name="Google Shape;1212;g2d1eea302f1_0_6"/>
          <p:cNvSpPr txBox="1"/>
          <p:nvPr/>
        </p:nvSpPr>
        <p:spPr>
          <a:xfrm>
            <a:off x="3449842"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5500" b="0" i="0" u="none" strike="noStrike" cap="none">
              <a:solidFill>
                <a:srgbClr val="00904C"/>
              </a:solidFill>
              <a:latin typeface="Jost"/>
              <a:ea typeface="Jost"/>
              <a:cs typeface="Jost"/>
              <a:sym typeface="Jost"/>
            </a:endParaRPr>
          </a:p>
        </p:txBody>
      </p:sp>
      <p:sp>
        <p:nvSpPr>
          <p:cNvPr id="1213" name="Google Shape;1213;g2d1eea302f1_0_6"/>
          <p:cNvSpPr txBox="1"/>
          <p:nvPr/>
        </p:nvSpPr>
        <p:spPr>
          <a:xfrm>
            <a:off x="4584213" y="18290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214" name="Google Shape;1214;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
        <p:nvSpPr>
          <p:cNvPr id="1215" name="Google Shape;1215;g2d1eea302f1_0_6"/>
          <p:cNvSpPr txBox="1"/>
          <p:nvPr/>
        </p:nvSpPr>
        <p:spPr>
          <a:xfrm>
            <a:off x="299991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216" name="Google Shape;1216;g2d1eea302f1_0_6"/>
          <p:cNvSpPr txBox="1"/>
          <p:nvPr/>
        </p:nvSpPr>
        <p:spPr>
          <a:xfrm>
            <a:off x="6279341" y="2740189"/>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17" name="Google Shape;1217;g2d1eea302f1_0_6"/>
          <p:cNvSpPr txBox="1"/>
          <p:nvPr/>
        </p:nvSpPr>
        <p:spPr>
          <a:xfrm>
            <a:off x="184706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18" name="Google Shape;1218;g2d1eea302f1_0_6"/>
          <p:cNvSpPr txBox="1"/>
          <p:nvPr/>
        </p:nvSpPr>
        <p:spPr>
          <a:xfrm>
            <a:off x="415276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u</a:t>
            </a:r>
            <a:endParaRPr sz="5500" b="0" i="0" u="none" strike="noStrike" cap="none">
              <a:solidFill>
                <a:srgbClr val="00904C"/>
              </a:solidFill>
              <a:latin typeface="Jost"/>
              <a:ea typeface="Jost"/>
              <a:cs typeface="Jost"/>
              <a:sym typeface="Jost"/>
            </a:endParaRPr>
          </a:p>
        </p:txBody>
      </p:sp>
      <p:sp>
        <p:nvSpPr>
          <p:cNvPr id="1219" name="Google Shape;1219;g2d1eea302f1_0_6"/>
          <p:cNvSpPr txBox="1"/>
          <p:nvPr/>
        </p:nvSpPr>
        <p:spPr>
          <a:xfrm>
            <a:off x="530561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220" name="Google Shape;1220;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4700" b="0" i="0" u="none" strike="noStrike" cap="none">
              <a:solidFill>
                <a:srgbClr val="815137"/>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532</Words>
  <Application>Microsoft Office PowerPoint</Application>
  <PresentationFormat>On-screen Show (4:3)</PresentationFormat>
  <Paragraphs>185</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Jost</vt:lpstr>
      <vt:lpstr>Poppins</vt:lpstr>
      <vt:lpstr>Nunito Black</vt:lpstr>
      <vt:lpstr>Arial</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vt:lpstr>
      <vt:lpstr>Review Phase 4 Common Exception Words said like out have some come what was so old do little one.</vt:lpstr>
      <vt:lpstr>Review Phase 5 Common Exception Words today house mouse hour because Mr Mrs Ms where should could would move use want.</vt:lpstr>
      <vt:lpstr>PowerPoint Presentation</vt:lpstr>
      <vt:lpstr>Review Phase 5.5 Common Exception Words… many friend very busy pretty once.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2026-05-29T03:03:14Z</dcterms:modified>
</cp:coreProperties>
</file>