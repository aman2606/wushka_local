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mMKxhErdH4hlcGBojQzlW/tAI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E380575-566C-487D-9999-26779F87F7BC}">
  <a:tblStyle styleId="{AE380575-566C-487D-9999-26779F87F7BC}"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038"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2" name="Google Shape;852;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3" name="Google Shape;853;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74c750b564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74c750b564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74c750b564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74c750b564_0_3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74c750b564_0_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74c750b564_0_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6" name="Google Shape;91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7" name="Google Shape;91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3" name="Google Shape;923;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4" name="Google Shape;924;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2ee8516310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g2ee8516310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2ee8516310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274c750b564_0_5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5" name="Google Shape;995;g274c750b564_0_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6" name="Google Shape;996;g274c750b564_0_5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ee8516310e_0_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ee8516310e_0_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ee8516310e_0_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7" name="Google Shape;106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8" name="Google Shape;106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4" name="Google Shape;1074;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5" name="Google Shape;1075;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274c750b564_0_19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7" name="Google Shape;1107;g274c750b564_0_1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8" name="Google Shape;1108;g274c750b564_0_1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0" name="Google Shape;114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1" name="Google Shape;114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5"/>
        <p:cNvGrpSpPr/>
        <p:nvPr/>
      </p:nvGrpSpPr>
      <p:grpSpPr>
        <a:xfrm>
          <a:off x="0" y="0"/>
          <a:ext cx="0" cy="0"/>
          <a:chOff x="0" y="0"/>
          <a:chExt cx="0" cy="0"/>
        </a:xfrm>
      </p:grpSpPr>
      <p:sp>
        <p:nvSpPr>
          <p:cNvPr id="1186" name="Google Shape;1186;g273c5b23c82_0_1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7" name="Google Shape;1187;g273c5b23c82_0_1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8" name="Google Shape;1188;g273c5b23c82_0_1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6" y="1600125"/>
            <a:ext cx="66315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53728"/>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3959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1847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777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790375"/>
            <a:ext cx="4612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Comparative Adjective </a:t>
            </a:r>
            <a:r>
              <a:rPr lang="en-US" sz="1600" b="0" i="0" u="none" strike="noStrike" cap="none">
                <a:solidFill>
                  <a:srgbClr val="000000"/>
                </a:solidFill>
                <a:latin typeface="Poppins"/>
                <a:ea typeface="Poppins"/>
                <a:cs typeface="Poppins"/>
                <a:sym typeface="Poppins"/>
              </a:rPr>
              <a:t>- an adjective used to say that something is more of a certain quality / adjective than something else.</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Superlative Adjective </a:t>
            </a:r>
            <a:r>
              <a:rPr lang="en-US" sz="1600" b="0" i="0" u="none" strike="noStrike" cap="none">
                <a:solidFill>
                  <a:srgbClr val="000000"/>
                </a:solidFill>
                <a:latin typeface="Poppins"/>
                <a:ea typeface="Poppins"/>
                <a:cs typeface="Poppins"/>
                <a:sym typeface="Poppins"/>
              </a:rPr>
              <a:t>- an adjective used to say that something is the most of a certain quality / adjective than something else.</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-er and -est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5 - Tuesday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22</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-er and -est </a:t>
            </a:r>
            <a:endParaRPr/>
          </a:p>
          <a:p>
            <a:pPr marL="0" lvl="0" indent="0" algn="l" rtl="0">
              <a:lnSpc>
                <a:spcPct val="90000"/>
              </a:lnSpc>
              <a:spcBef>
                <a:spcPts val="0"/>
              </a:spcBef>
              <a:spcAft>
                <a:spcPts val="0"/>
              </a:spcAft>
              <a:buClr>
                <a:srgbClr val="262626"/>
              </a:buClr>
              <a:buSzPts val="3600"/>
              <a:buNone/>
            </a:pPr>
            <a:r>
              <a:rPr lang="en-US"/>
              <a:t>suffixes</a:t>
            </a:r>
            <a:endParaRPr sz="30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920400" y="1891197"/>
          <a:ext cx="3785000" cy="1678950"/>
        </p:xfrm>
        <a:graphic>
          <a:graphicData uri="http://schemas.openxmlformats.org/drawingml/2006/table">
            <a:tbl>
              <a:tblPr firstRow="1" bandRow="1">
                <a:noFill/>
                <a:tableStyleId>{AE380575-566C-487D-9999-26779F87F7BC}</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-ed</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-er</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-est</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677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22</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Review and practise suffix </a:t>
            </a:r>
            <a:r>
              <a:rPr lang="en-US">
                <a:solidFill>
                  <a:srgbClr val="2356AF"/>
                </a:solidFill>
              </a:rPr>
              <a:t>-est</a:t>
            </a:r>
            <a:r>
              <a:rPr lang="en-US"/>
              <a:t> and </a:t>
            </a:r>
            <a:r>
              <a:rPr lang="en-US">
                <a:solidFill>
                  <a:srgbClr val="2356AF"/>
                </a:solidFill>
              </a:rPr>
              <a:t>-er</a:t>
            </a:r>
            <a:r>
              <a:rPr lang="en-US"/>
              <a:t>.</a:t>
            </a:r>
            <a:endParaRPr/>
          </a:p>
        </p:txBody>
      </p:sp>
      <p:sp>
        <p:nvSpPr>
          <p:cNvPr id="661" name="Google Shape;661;g2bee4f4af4b_0_204"/>
          <p:cNvSpPr txBox="1">
            <a:spLocks noGrp="1"/>
          </p:cNvSpPr>
          <p:nvPr>
            <p:ph type="body" idx="2"/>
          </p:nvPr>
        </p:nvSpPr>
        <p:spPr>
          <a:xfrm>
            <a:off x="3649025" y="2393250"/>
            <a:ext cx="47460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r>
              <a:rPr lang="en-US"/>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8542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8542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8542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7797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8548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6" name="Google Shape;856;g2ce66866dac_0_1153"/>
          <p:cNvSpPr txBox="1"/>
          <p:nvPr/>
        </p:nvSpPr>
        <p:spPr>
          <a:xfrm>
            <a:off x="1511875" y="1475175"/>
            <a:ext cx="61203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rgbClr val="000000"/>
              </a:buClr>
              <a:buSzPts val="2800"/>
              <a:buFont typeface="Arial"/>
              <a:buNone/>
            </a:pPr>
            <a:r>
              <a:rPr lang="en-US" sz="2600" b="0" i="0" u="none" strike="noStrike" cap="none">
                <a:solidFill>
                  <a:schemeClr val="dk1"/>
                </a:solidFill>
                <a:latin typeface="Poppins"/>
                <a:ea typeface="Poppins"/>
                <a:cs typeface="Poppins"/>
                <a:sym typeface="Poppins"/>
              </a:rPr>
              <a:t>When suffix </a:t>
            </a:r>
            <a:r>
              <a:rPr lang="en-US" sz="2600" b="0" i="0" u="none" strike="noStrike" cap="none">
                <a:solidFill>
                  <a:srgbClr val="2356AF"/>
                </a:solidFill>
                <a:latin typeface="Poppins"/>
                <a:ea typeface="Poppins"/>
                <a:cs typeface="Poppins"/>
                <a:sym typeface="Poppins"/>
              </a:rPr>
              <a:t>-est</a:t>
            </a:r>
            <a:r>
              <a:rPr lang="en-US" sz="2600" b="0" i="0" u="none" strike="noStrike" cap="none">
                <a:solidFill>
                  <a:schemeClr val="dk1"/>
                </a:solidFill>
                <a:latin typeface="Poppins"/>
                <a:ea typeface="Poppins"/>
                <a:cs typeface="Poppins"/>
                <a:sym typeface="Poppins"/>
              </a:rPr>
              <a:t> is added to the end of an adjective, the adjective changes to a superlative adjective. </a:t>
            </a:r>
            <a:endParaRPr sz="26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rgbClr val="000000"/>
              </a:buClr>
              <a:buSzPts val="2800"/>
              <a:buFont typeface="Arial"/>
              <a:buNone/>
            </a:pPr>
            <a:endParaRPr sz="26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rgbClr val="000000"/>
              </a:buClr>
              <a:buSzPts val="2800"/>
              <a:buFont typeface="Arial"/>
              <a:buNone/>
            </a:pPr>
            <a:r>
              <a:rPr lang="en-US" sz="2600" b="0" i="0" u="none" strike="noStrike" cap="none">
                <a:solidFill>
                  <a:schemeClr val="dk1"/>
                </a:solidFill>
                <a:latin typeface="Poppins"/>
                <a:ea typeface="Poppins"/>
                <a:cs typeface="Poppins"/>
                <a:sym typeface="Poppins"/>
              </a:rPr>
              <a:t>Review comparative adjectives using suffix</a:t>
            </a:r>
            <a:r>
              <a:rPr lang="en-US" sz="2600" b="0" i="0" u="none" strike="noStrike" cap="none">
                <a:solidFill>
                  <a:srgbClr val="2356AF"/>
                </a:solidFill>
                <a:latin typeface="Poppins"/>
                <a:ea typeface="Poppins"/>
                <a:cs typeface="Poppins"/>
                <a:sym typeface="Poppins"/>
              </a:rPr>
              <a:t> -er</a:t>
            </a:r>
            <a:r>
              <a:rPr lang="en-US" sz="2600" b="0" i="0" u="none" strike="noStrike" cap="none">
                <a:solidFill>
                  <a:schemeClr val="dk1"/>
                </a:solidFill>
                <a:latin typeface="Poppins"/>
                <a:ea typeface="Poppins"/>
                <a:cs typeface="Poppins"/>
                <a:sym typeface="Poppins"/>
              </a:rPr>
              <a:t> and illustrate the differences between suffixes.</a:t>
            </a:r>
            <a:endParaRPr sz="26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sp>
        <p:nvSpPr>
          <p:cNvPr id="863" name="Google Shape;863;g2ce66866dac_0_1159"/>
          <p:cNvSpPr txBox="1"/>
          <p:nvPr/>
        </p:nvSpPr>
        <p:spPr>
          <a:xfrm>
            <a:off x="1672825" y="904275"/>
            <a:ext cx="5798400" cy="919200"/>
          </a:xfrm>
          <a:prstGeom prst="rect">
            <a:avLst/>
          </a:prstGeom>
          <a:noFill/>
          <a:ln>
            <a:noFill/>
          </a:ln>
        </p:spPr>
        <p:txBody>
          <a:bodyPr spcFirstLastPara="1" wrap="square" lIns="0" tIns="0" rIns="0" bIns="0" anchor="ctr" anchorCtr="0">
            <a:noAutofit/>
          </a:bodyPr>
          <a:lstStyle/>
          <a:p>
            <a:pPr marL="0" marR="0" lvl="0" indent="0" algn="ctr" rtl="0">
              <a:lnSpc>
                <a:spcPct val="70000"/>
              </a:lnSpc>
              <a:spcBef>
                <a:spcPts val="1000"/>
              </a:spcBef>
              <a:spcAft>
                <a:spcPts val="0"/>
              </a:spcAft>
              <a:buClr>
                <a:srgbClr val="000000"/>
              </a:buClr>
              <a:buSzPts val="8000"/>
              <a:buFont typeface="Arial"/>
              <a:buNone/>
            </a:pPr>
            <a:r>
              <a:rPr lang="en-US" sz="6000" b="0" i="0" u="none" strike="noStrike" cap="none">
                <a:solidFill>
                  <a:srgbClr val="000000"/>
                </a:solidFill>
                <a:latin typeface="Jost"/>
                <a:ea typeface="Jost"/>
                <a:cs typeface="Jost"/>
                <a:sym typeface="Jost"/>
              </a:rPr>
              <a:t>f</a:t>
            </a:r>
            <a:r>
              <a:rPr lang="en-US" sz="5100" b="0" i="0" u="none" strike="noStrike" cap="none">
                <a:solidFill>
                  <a:srgbClr val="000000"/>
                </a:solidFill>
                <a:latin typeface="Poppins"/>
                <a:ea typeface="Poppins"/>
                <a:cs typeface="Poppins"/>
                <a:sym typeface="Poppins"/>
              </a:rPr>
              <a:t>a</a:t>
            </a:r>
            <a:r>
              <a:rPr lang="en-US" sz="6000" b="0" i="0" u="none" strike="noStrike" cap="none">
                <a:solidFill>
                  <a:srgbClr val="000000"/>
                </a:solidFill>
                <a:latin typeface="Jost"/>
                <a:ea typeface="Jost"/>
                <a:cs typeface="Jost"/>
                <a:sym typeface="Jost"/>
              </a:rPr>
              <a:t>t</a:t>
            </a:r>
            <a:endParaRPr sz="6000" b="0" i="0" u="none" strike="noStrike" cap="none">
              <a:solidFill>
                <a:srgbClr val="000000"/>
              </a:solidFill>
              <a:latin typeface="Jost"/>
              <a:ea typeface="Jost"/>
              <a:cs typeface="Jost"/>
              <a:sym typeface="Jost"/>
            </a:endParaRPr>
          </a:p>
        </p:txBody>
      </p:sp>
      <p:grpSp>
        <p:nvGrpSpPr>
          <p:cNvPr id="864" name="Google Shape;864;g2ce66866dac_0_1159"/>
          <p:cNvGrpSpPr/>
          <p:nvPr/>
        </p:nvGrpSpPr>
        <p:grpSpPr>
          <a:xfrm>
            <a:off x="1290900" y="3707202"/>
            <a:ext cx="6568775" cy="559800"/>
            <a:chOff x="1290900" y="2849950"/>
            <a:chExt cx="6568775" cy="559800"/>
          </a:xfrm>
        </p:grpSpPr>
        <p:sp>
          <p:nvSpPr>
            <p:cNvPr id="865" name="Google Shape;865;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6" name="Google Shape;866;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a:bodyPr>
            <a:lstStyle/>
            <a:p>
              <a:pPr marL="0" marR="0" lvl="0" indent="0" algn="ctr" rtl="0">
                <a:lnSpc>
                  <a:spcPct val="90000"/>
                </a:lnSpc>
                <a:spcBef>
                  <a:spcPts val="0"/>
                </a:spcBef>
                <a:spcAft>
                  <a:spcPts val="0"/>
                </a:spcAft>
                <a:buClr>
                  <a:schemeClr val="dk1"/>
                </a:buClr>
                <a:buSzPts val="852"/>
                <a:buFont typeface="Arial"/>
                <a:buNone/>
              </a:pPr>
              <a:r>
                <a:rPr lang="en-US" sz="1604" b="0" i="0" u="none" strike="noStrike" cap="none">
                  <a:solidFill>
                    <a:schemeClr val="dk1"/>
                  </a:solidFill>
                  <a:latin typeface="Poppins"/>
                  <a:ea typeface="Poppins"/>
                  <a:cs typeface="Poppins"/>
                  <a:sym typeface="Poppins"/>
                </a:rPr>
                <a:t>add suffix </a:t>
              </a:r>
              <a:r>
                <a:rPr lang="en-US" sz="1604" b="0" i="0" u="none" strike="noStrike" cap="none">
                  <a:solidFill>
                    <a:srgbClr val="2356AF"/>
                  </a:solidFill>
                  <a:latin typeface="Poppins"/>
                  <a:ea typeface="Poppins"/>
                  <a:cs typeface="Poppins"/>
                  <a:sym typeface="Poppins"/>
                </a:rPr>
                <a:t>-est</a:t>
              </a:r>
              <a:r>
                <a:rPr lang="en-US" sz="1604" b="0" i="0" u="none" strike="noStrike" cap="none">
                  <a:solidFill>
                    <a:schemeClr val="dk1"/>
                  </a:solidFill>
                  <a:latin typeface="Poppins"/>
                  <a:ea typeface="Poppins"/>
                  <a:cs typeface="Poppins"/>
                  <a:sym typeface="Poppins"/>
                </a:rPr>
                <a:t> to make a superlative adjective</a:t>
              </a:r>
              <a:endParaRPr sz="1604" b="0" i="0" u="none" strike="noStrike" cap="none">
                <a:solidFill>
                  <a:schemeClr val="dk1"/>
                </a:solidFill>
                <a:latin typeface="Poppins"/>
                <a:ea typeface="Poppins"/>
                <a:cs typeface="Poppins"/>
                <a:sym typeface="Poppins"/>
              </a:endParaRPr>
            </a:p>
          </p:txBody>
        </p:sp>
        <p:cxnSp>
          <p:nvCxnSpPr>
            <p:cNvPr id="867" name="Google Shape;867;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cxnSp>
          <p:nvCxnSpPr>
            <p:cNvPr id="868" name="Google Shape;868;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grpSp>
      <p:grpSp>
        <p:nvGrpSpPr>
          <p:cNvPr id="869" name="Google Shape;869;g2ce66866dac_0_1159"/>
          <p:cNvGrpSpPr/>
          <p:nvPr/>
        </p:nvGrpSpPr>
        <p:grpSpPr>
          <a:xfrm>
            <a:off x="1290900" y="1907584"/>
            <a:ext cx="6568775" cy="559800"/>
            <a:chOff x="1290900" y="2849950"/>
            <a:chExt cx="6568775" cy="559800"/>
          </a:xfrm>
        </p:grpSpPr>
        <p:sp>
          <p:nvSpPr>
            <p:cNvPr id="870" name="Google Shape;870;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1" name="Google Shape;871;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a:bodyPr>
            <a:lstStyle/>
            <a:p>
              <a:pPr marL="0" marR="0" lvl="0" indent="0" algn="ctr" rtl="0">
                <a:lnSpc>
                  <a:spcPct val="90000"/>
                </a:lnSpc>
                <a:spcBef>
                  <a:spcPts val="0"/>
                </a:spcBef>
                <a:spcAft>
                  <a:spcPts val="0"/>
                </a:spcAft>
                <a:buClr>
                  <a:schemeClr val="dk1"/>
                </a:buClr>
                <a:buSzPts val="852"/>
                <a:buFont typeface="Arial"/>
                <a:buNone/>
              </a:pPr>
              <a:r>
                <a:rPr lang="en-US" sz="1604" b="0" i="0" u="none" strike="noStrike" cap="none">
                  <a:solidFill>
                    <a:schemeClr val="dk1"/>
                  </a:solidFill>
                  <a:latin typeface="Poppins"/>
                  <a:ea typeface="Poppins"/>
                  <a:cs typeface="Poppins"/>
                  <a:sym typeface="Poppins"/>
                </a:rPr>
                <a:t>add suffix </a:t>
              </a:r>
              <a:r>
                <a:rPr lang="en-US" sz="1604" b="0" i="0" u="none" strike="noStrike" cap="none">
                  <a:solidFill>
                    <a:srgbClr val="2356AF"/>
                  </a:solidFill>
                  <a:latin typeface="Poppins"/>
                  <a:ea typeface="Poppins"/>
                  <a:cs typeface="Poppins"/>
                  <a:sym typeface="Poppins"/>
                </a:rPr>
                <a:t>-er</a:t>
              </a:r>
              <a:r>
                <a:rPr lang="en-US" sz="1604" b="0" i="0" u="none" strike="noStrike" cap="none">
                  <a:solidFill>
                    <a:schemeClr val="dk1"/>
                  </a:solidFill>
                  <a:latin typeface="Poppins"/>
                  <a:ea typeface="Poppins"/>
                  <a:cs typeface="Poppins"/>
                  <a:sym typeface="Poppins"/>
                </a:rPr>
                <a:t> to make a comparative adjective</a:t>
              </a:r>
              <a:endParaRPr sz="1604" b="0" i="0" u="none" strike="noStrike" cap="none">
                <a:solidFill>
                  <a:schemeClr val="dk1"/>
                </a:solidFill>
                <a:latin typeface="Poppins"/>
                <a:ea typeface="Poppins"/>
                <a:cs typeface="Poppins"/>
                <a:sym typeface="Poppins"/>
              </a:endParaRPr>
            </a:p>
          </p:txBody>
        </p:sp>
        <p:cxnSp>
          <p:nvCxnSpPr>
            <p:cNvPr id="872" name="Google Shape;872;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cxnSp>
          <p:nvCxnSpPr>
            <p:cNvPr id="873" name="Google Shape;873;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grpSp>
      <p:sp>
        <p:nvSpPr>
          <p:cNvPr id="874" name="Google Shape;874;g2ce66866dac_0_1159"/>
          <p:cNvSpPr txBox="1"/>
          <p:nvPr/>
        </p:nvSpPr>
        <p:spPr>
          <a:xfrm>
            <a:off x="1672825" y="4503511"/>
            <a:ext cx="5798400" cy="919200"/>
          </a:xfrm>
          <a:prstGeom prst="rect">
            <a:avLst/>
          </a:prstGeom>
          <a:noFill/>
          <a:ln>
            <a:noFill/>
          </a:ln>
        </p:spPr>
        <p:txBody>
          <a:bodyPr spcFirstLastPara="1" wrap="square" lIns="0" tIns="0" rIns="0" bIns="0" anchor="ctr" anchorCtr="0">
            <a:noAutofit/>
          </a:bodyPr>
          <a:lstStyle/>
          <a:p>
            <a:pPr marL="0" marR="0" lvl="0" indent="0" algn="ctr" rtl="0">
              <a:lnSpc>
                <a:spcPct val="70000"/>
              </a:lnSpc>
              <a:spcBef>
                <a:spcPts val="1000"/>
              </a:spcBef>
              <a:spcAft>
                <a:spcPts val="0"/>
              </a:spcAft>
              <a:buClr>
                <a:srgbClr val="000000"/>
              </a:buClr>
              <a:buSzPts val="8000"/>
              <a:buFont typeface="Arial"/>
              <a:buNone/>
            </a:pPr>
            <a:r>
              <a:rPr lang="en-US" sz="6000" b="0" i="0" u="none" strike="noStrike" cap="none">
                <a:solidFill>
                  <a:srgbClr val="000000"/>
                </a:solidFill>
                <a:latin typeface="Jost"/>
                <a:ea typeface="Jost"/>
                <a:cs typeface="Jost"/>
                <a:sym typeface="Jost"/>
              </a:rPr>
              <a:t>f</a:t>
            </a:r>
            <a:r>
              <a:rPr lang="en-US" sz="5100" b="0" i="0" u="none" strike="noStrike" cap="none">
                <a:solidFill>
                  <a:schemeClr val="dk1"/>
                </a:solidFill>
                <a:latin typeface="Poppins"/>
                <a:ea typeface="Poppins"/>
                <a:cs typeface="Poppins"/>
                <a:sym typeface="Poppins"/>
              </a:rPr>
              <a:t>a</a:t>
            </a:r>
            <a:r>
              <a:rPr lang="en-US" sz="6000" b="0" i="0" u="none" strike="noStrike" cap="none">
                <a:solidFill>
                  <a:srgbClr val="000000"/>
                </a:solidFill>
                <a:latin typeface="Jost"/>
                <a:ea typeface="Jost"/>
                <a:cs typeface="Jost"/>
                <a:sym typeface="Jost"/>
              </a:rPr>
              <a:t>tt</a:t>
            </a:r>
            <a:r>
              <a:rPr lang="en-US" sz="6000" b="0" i="0" u="none" strike="noStrike" cap="none">
                <a:solidFill>
                  <a:srgbClr val="2356AF"/>
                </a:solidFill>
                <a:latin typeface="Jost"/>
                <a:ea typeface="Jost"/>
                <a:cs typeface="Jost"/>
                <a:sym typeface="Jost"/>
              </a:rPr>
              <a:t>est</a:t>
            </a:r>
            <a:endParaRPr sz="6000" b="0" i="0" u="none" strike="noStrike" cap="none">
              <a:solidFill>
                <a:srgbClr val="2356AF"/>
              </a:solidFill>
              <a:latin typeface="Jost"/>
              <a:ea typeface="Jost"/>
              <a:cs typeface="Jost"/>
              <a:sym typeface="Jost"/>
            </a:endParaRPr>
          </a:p>
        </p:txBody>
      </p:sp>
      <p:sp>
        <p:nvSpPr>
          <p:cNvPr id="875" name="Google Shape;875;g2ce66866dac_0_1159"/>
          <p:cNvSpPr txBox="1"/>
          <p:nvPr/>
        </p:nvSpPr>
        <p:spPr>
          <a:xfrm>
            <a:off x="1672825" y="2703893"/>
            <a:ext cx="5798400" cy="919200"/>
          </a:xfrm>
          <a:prstGeom prst="rect">
            <a:avLst/>
          </a:prstGeom>
          <a:noFill/>
          <a:ln>
            <a:noFill/>
          </a:ln>
        </p:spPr>
        <p:txBody>
          <a:bodyPr spcFirstLastPara="1" wrap="square" lIns="0" tIns="0" rIns="0" bIns="0" anchor="ctr" anchorCtr="0">
            <a:noAutofit/>
          </a:bodyPr>
          <a:lstStyle/>
          <a:p>
            <a:pPr marL="0" marR="0" lvl="0" indent="0" algn="ctr" rtl="0">
              <a:lnSpc>
                <a:spcPct val="70000"/>
              </a:lnSpc>
              <a:spcBef>
                <a:spcPts val="1000"/>
              </a:spcBef>
              <a:spcAft>
                <a:spcPts val="0"/>
              </a:spcAft>
              <a:buClr>
                <a:srgbClr val="000000"/>
              </a:buClr>
              <a:buSzPts val="8000"/>
              <a:buFont typeface="Arial"/>
              <a:buNone/>
            </a:pPr>
            <a:r>
              <a:rPr lang="en-US" sz="6000" b="0" i="0" u="none" strike="noStrike" cap="none">
                <a:solidFill>
                  <a:srgbClr val="000000"/>
                </a:solidFill>
                <a:latin typeface="Jost"/>
                <a:ea typeface="Jost"/>
                <a:cs typeface="Jost"/>
                <a:sym typeface="Jost"/>
              </a:rPr>
              <a:t>f</a:t>
            </a:r>
            <a:r>
              <a:rPr lang="en-US" sz="5100" b="0" i="0" u="none" strike="noStrike" cap="none">
                <a:solidFill>
                  <a:schemeClr val="dk1"/>
                </a:solidFill>
                <a:latin typeface="Poppins"/>
                <a:ea typeface="Poppins"/>
                <a:cs typeface="Poppins"/>
                <a:sym typeface="Poppins"/>
              </a:rPr>
              <a:t>a</a:t>
            </a:r>
            <a:r>
              <a:rPr lang="en-US" sz="6000" b="0" i="0" u="none" strike="noStrike" cap="none">
                <a:solidFill>
                  <a:srgbClr val="000000"/>
                </a:solidFill>
                <a:latin typeface="Jost"/>
                <a:ea typeface="Jost"/>
                <a:cs typeface="Jost"/>
                <a:sym typeface="Jost"/>
              </a:rPr>
              <a:t>tt</a:t>
            </a:r>
            <a:r>
              <a:rPr lang="en-US" sz="6000" b="0" i="0" u="none" strike="noStrike" cap="none">
                <a:solidFill>
                  <a:srgbClr val="2356AF"/>
                </a:solidFill>
                <a:latin typeface="Jost"/>
                <a:ea typeface="Jost"/>
                <a:cs typeface="Jost"/>
                <a:sym typeface="Jost"/>
              </a:rPr>
              <a:t>er</a:t>
            </a:r>
            <a:endParaRPr sz="6000" b="0" i="0" u="none" strike="noStrike" cap="none">
              <a:solidFill>
                <a:srgbClr val="2356AF"/>
              </a:solidFill>
              <a:latin typeface="Jost"/>
              <a:ea typeface="Jost"/>
              <a:cs typeface="Jost"/>
              <a:sym typeface="Jo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74c750b564_0_1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sp>
        <p:nvSpPr>
          <p:cNvPr id="882" name="Google Shape;882;g274c750b564_0_11"/>
          <p:cNvSpPr txBox="1"/>
          <p:nvPr/>
        </p:nvSpPr>
        <p:spPr>
          <a:xfrm>
            <a:off x="1672825" y="904275"/>
            <a:ext cx="5798400" cy="919200"/>
          </a:xfrm>
          <a:prstGeom prst="rect">
            <a:avLst/>
          </a:prstGeom>
          <a:noFill/>
          <a:ln>
            <a:noFill/>
          </a:ln>
        </p:spPr>
        <p:txBody>
          <a:bodyPr spcFirstLastPara="1" wrap="square" lIns="0" tIns="0" rIns="0" bIns="0" anchor="ctr" anchorCtr="0">
            <a:noAutofit/>
          </a:bodyPr>
          <a:lstStyle/>
          <a:p>
            <a:pPr marL="0" marR="0" lvl="0" indent="0" algn="ctr" rtl="0">
              <a:lnSpc>
                <a:spcPct val="70000"/>
              </a:lnSpc>
              <a:spcBef>
                <a:spcPts val="1000"/>
              </a:spcBef>
              <a:spcAft>
                <a:spcPts val="0"/>
              </a:spcAft>
              <a:buClr>
                <a:srgbClr val="000000"/>
              </a:buClr>
              <a:buSzPts val="8000"/>
              <a:buFont typeface="Arial"/>
              <a:buNone/>
            </a:pPr>
            <a:r>
              <a:rPr lang="en-US" sz="6000" b="0" i="0" u="none" strike="noStrike" cap="none">
                <a:solidFill>
                  <a:srgbClr val="000000"/>
                </a:solidFill>
                <a:latin typeface="Jost"/>
                <a:ea typeface="Jost"/>
                <a:cs typeface="Jost"/>
                <a:sym typeface="Jost"/>
              </a:rPr>
              <a:t>big</a:t>
            </a:r>
            <a:endParaRPr sz="6000" b="0" i="0" u="none" strike="noStrike" cap="none">
              <a:solidFill>
                <a:srgbClr val="000000"/>
              </a:solidFill>
              <a:latin typeface="Jost"/>
              <a:ea typeface="Jost"/>
              <a:cs typeface="Jost"/>
              <a:sym typeface="Jost"/>
            </a:endParaRPr>
          </a:p>
        </p:txBody>
      </p:sp>
      <p:grpSp>
        <p:nvGrpSpPr>
          <p:cNvPr id="883" name="Google Shape;883;g274c750b564_0_11"/>
          <p:cNvGrpSpPr/>
          <p:nvPr/>
        </p:nvGrpSpPr>
        <p:grpSpPr>
          <a:xfrm>
            <a:off x="1290900" y="3707202"/>
            <a:ext cx="6568775" cy="559800"/>
            <a:chOff x="1290900" y="2849950"/>
            <a:chExt cx="6568775" cy="559800"/>
          </a:xfrm>
        </p:grpSpPr>
        <p:sp>
          <p:nvSpPr>
            <p:cNvPr id="884" name="Google Shape;884;g274c750b564_0_11"/>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5" name="Google Shape;885;g274c750b564_0_11"/>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a:bodyPr>
            <a:lstStyle/>
            <a:p>
              <a:pPr marL="0" marR="0" lvl="0" indent="0" algn="ctr" rtl="0">
                <a:lnSpc>
                  <a:spcPct val="90000"/>
                </a:lnSpc>
                <a:spcBef>
                  <a:spcPts val="0"/>
                </a:spcBef>
                <a:spcAft>
                  <a:spcPts val="0"/>
                </a:spcAft>
                <a:buClr>
                  <a:schemeClr val="dk1"/>
                </a:buClr>
                <a:buSzPts val="852"/>
                <a:buFont typeface="Arial"/>
                <a:buNone/>
              </a:pPr>
              <a:r>
                <a:rPr lang="en-US" sz="1604" b="0" i="0" u="none" strike="noStrike" cap="none">
                  <a:solidFill>
                    <a:schemeClr val="dk1"/>
                  </a:solidFill>
                  <a:latin typeface="Poppins"/>
                  <a:ea typeface="Poppins"/>
                  <a:cs typeface="Poppins"/>
                  <a:sym typeface="Poppins"/>
                </a:rPr>
                <a:t>add suffix </a:t>
              </a:r>
              <a:r>
                <a:rPr lang="en-US" sz="1604" b="0" i="0" u="none" strike="noStrike" cap="none">
                  <a:solidFill>
                    <a:srgbClr val="2356AF"/>
                  </a:solidFill>
                  <a:latin typeface="Poppins"/>
                  <a:ea typeface="Poppins"/>
                  <a:cs typeface="Poppins"/>
                  <a:sym typeface="Poppins"/>
                </a:rPr>
                <a:t>-est</a:t>
              </a:r>
              <a:r>
                <a:rPr lang="en-US" sz="1604" b="0" i="0" u="none" strike="noStrike" cap="none">
                  <a:solidFill>
                    <a:schemeClr val="dk1"/>
                  </a:solidFill>
                  <a:latin typeface="Poppins"/>
                  <a:ea typeface="Poppins"/>
                  <a:cs typeface="Poppins"/>
                  <a:sym typeface="Poppins"/>
                </a:rPr>
                <a:t> to make a superlative adjective</a:t>
              </a:r>
              <a:endParaRPr sz="1604" b="0" i="0" u="none" strike="noStrike" cap="none">
                <a:solidFill>
                  <a:schemeClr val="dk1"/>
                </a:solidFill>
                <a:latin typeface="Poppins"/>
                <a:ea typeface="Poppins"/>
                <a:cs typeface="Poppins"/>
                <a:sym typeface="Poppins"/>
              </a:endParaRPr>
            </a:p>
          </p:txBody>
        </p:sp>
        <p:cxnSp>
          <p:nvCxnSpPr>
            <p:cNvPr id="886" name="Google Shape;886;g274c750b564_0_11"/>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cxnSp>
          <p:nvCxnSpPr>
            <p:cNvPr id="887" name="Google Shape;887;g274c750b564_0_11"/>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grpSp>
      <p:grpSp>
        <p:nvGrpSpPr>
          <p:cNvPr id="888" name="Google Shape;888;g274c750b564_0_11"/>
          <p:cNvGrpSpPr/>
          <p:nvPr/>
        </p:nvGrpSpPr>
        <p:grpSpPr>
          <a:xfrm>
            <a:off x="1290900" y="1907584"/>
            <a:ext cx="6568775" cy="559800"/>
            <a:chOff x="1290900" y="2849950"/>
            <a:chExt cx="6568775" cy="559800"/>
          </a:xfrm>
        </p:grpSpPr>
        <p:sp>
          <p:nvSpPr>
            <p:cNvPr id="889" name="Google Shape;889;g274c750b564_0_11"/>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0" name="Google Shape;890;g274c750b564_0_11"/>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a:bodyPr>
            <a:lstStyle/>
            <a:p>
              <a:pPr marL="0" marR="0" lvl="0" indent="0" algn="ctr" rtl="0">
                <a:lnSpc>
                  <a:spcPct val="90000"/>
                </a:lnSpc>
                <a:spcBef>
                  <a:spcPts val="0"/>
                </a:spcBef>
                <a:spcAft>
                  <a:spcPts val="0"/>
                </a:spcAft>
                <a:buClr>
                  <a:schemeClr val="dk1"/>
                </a:buClr>
                <a:buSzPts val="852"/>
                <a:buFont typeface="Arial"/>
                <a:buNone/>
              </a:pPr>
              <a:r>
                <a:rPr lang="en-US" sz="1604" b="0" i="0" u="none" strike="noStrike" cap="none">
                  <a:solidFill>
                    <a:schemeClr val="dk1"/>
                  </a:solidFill>
                  <a:latin typeface="Poppins"/>
                  <a:ea typeface="Poppins"/>
                  <a:cs typeface="Poppins"/>
                  <a:sym typeface="Poppins"/>
                </a:rPr>
                <a:t>add suffix </a:t>
              </a:r>
              <a:r>
                <a:rPr lang="en-US" sz="1604" b="0" i="0" u="none" strike="noStrike" cap="none">
                  <a:solidFill>
                    <a:srgbClr val="2356AF"/>
                  </a:solidFill>
                  <a:latin typeface="Poppins"/>
                  <a:ea typeface="Poppins"/>
                  <a:cs typeface="Poppins"/>
                  <a:sym typeface="Poppins"/>
                </a:rPr>
                <a:t>-er</a:t>
              </a:r>
              <a:r>
                <a:rPr lang="en-US" sz="1604" b="0" i="0" u="none" strike="noStrike" cap="none">
                  <a:solidFill>
                    <a:schemeClr val="dk1"/>
                  </a:solidFill>
                  <a:latin typeface="Poppins"/>
                  <a:ea typeface="Poppins"/>
                  <a:cs typeface="Poppins"/>
                  <a:sym typeface="Poppins"/>
                </a:rPr>
                <a:t> to make a comparative adjective</a:t>
              </a:r>
              <a:endParaRPr sz="1604" b="0" i="0" u="none" strike="noStrike" cap="none">
                <a:solidFill>
                  <a:schemeClr val="dk1"/>
                </a:solidFill>
                <a:latin typeface="Poppins"/>
                <a:ea typeface="Poppins"/>
                <a:cs typeface="Poppins"/>
                <a:sym typeface="Poppins"/>
              </a:endParaRPr>
            </a:p>
          </p:txBody>
        </p:sp>
        <p:cxnSp>
          <p:nvCxnSpPr>
            <p:cNvPr id="891" name="Google Shape;891;g274c750b564_0_11"/>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cxnSp>
          <p:nvCxnSpPr>
            <p:cNvPr id="892" name="Google Shape;892;g274c750b564_0_11"/>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grpSp>
      <p:sp>
        <p:nvSpPr>
          <p:cNvPr id="893" name="Google Shape;893;g274c750b564_0_11"/>
          <p:cNvSpPr txBox="1"/>
          <p:nvPr/>
        </p:nvSpPr>
        <p:spPr>
          <a:xfrm>
            <a:off x="1672825" y="4503511"/>
            <a:ext cx="5798400" cy="919200"/>
          </a:xfrm>
          <a:prstGeom prst="rect">
            <a:avLst/>
          </a:prstGeom>
          <a:noFill/>
          <a:ln>
            <a:noFill/>
          </a:ln>
        </p:spPr>
        <p:txBody>
          <a:bodyPr spcFirstLastPara="1" wrap="square" lIns="0" tIns="0" rIns="0" bIns="0" anchor="ctr" anchorCtr="0">
            <a:noAutofit/>
          </a:bodyPr>
          <a:lstStyle/>
          <a:p>
            <a:pPr marL="0" marR="0" lvl="0" indent="0" algn="ctr" rtl="0">
              <a:lnSpc>
                <a:spcPct val="70000"/>
              </a:lnSpc>
              <a:spcBef>
                <a:spcPts val="1000"/>
              </a:spcBef>
              <a:spcAft>
                <a:spcPts val="0"/>
              </a:spcAft>
              <a:buClr>
                <a:srgbClr val="000000"/>
              </a:buClr>
              <a:buSzPts val="8000"/>
              <a:buFont typeface="Arial"/>
              <a:buNone/>
            </a:pPr>
            <a:r>
              <a:rPr lang="en-US" sz="6000" b="0" i="0" u="none" strike="noStrike" cap="none">
                <a:solidFill>
                  <a:srgbClr val="000000"/>
                </a:solidFill>
                <a:latin typeface="Jost"/>
                <a:ea typeface="Jost"/>
                <a:cs typeface="Jost"/>
                <a:sym typeface="Jost"/>
              </a:rPr>
              <a:t>bigg</a:t>
            </a:r>
            <a:r>
              <a:rPr lang="en-US" sz="6000" b="0" i="0" u="none" strike="noStrike" cap="none">
                <a:solidFill>
                  <a:srgbClr val="2356AF"/>
                </a:solidFill>
                <a:latin typeface="Jost"/>
                <a:ea typeface="Jost"/>
                <a:cs typeface="Jost"/>
                <a:sym typeface="Jost"/>
              </a:rPr>
              <a:t>est</a:t>
            </a:r>
            <a:endParaRPr sz="6000" b="0" i="0" u="none" strike="noStrike" cap="none">
              <a:solidFill>
                <a:srgbClr val="2356AF"/>
              </a:solidFill>
              <a:latin typeface="Jost"/>
              <a:ea typeface="Jost"/>
              <a:cs typeface="Jost"/>
              <a:sym typeface="Jost"/>
            </a:endParaRPr>
          </a:p>
        </p:txBody>
      </p:sp>
      <p:sp>
        <p:nvSpPr>
          <p:cNvPr id="894" name="Google Shape;894;g274c750b564_0_11"/>
          <p:cNvSpPr txBox="1"/>
          <p:nvPr/>
        </p:nvSpPr>
        <p:spPr>
          <a:xfrm>
            <a:off x="1672825" y="2703893"/>
            <a:ext cx="5798400" cy="919200"/>
          </a:xfrm>
          <a:prstGeom prst="rect">
            <a:avLst/>
          </a:prstGeom>
          <a:noFill/>
          <a:ln>
            <a:noFill/>
          </a:ln>
        </p:spPr>
        <p:txBody>
          <a:bodyPr spcFirstLastPara="1" wrap="square" lIns="0" tIns="0" rIns="0" bIns="0" anchor="ctr" anchorCtr="0">
            <a:noAutofit/>
          </a:bodyPr>
          <a:lstStyle/>
          <a:p>
            <a:pPr marL="0" marR="0" lvl="0" indent="0" algn="ctr" rtl="0">
              <a:lnSpc>
                <a:spcPct val="70000"/>
              </a:lnSpc>
              <a:spcBef>
                <a:spcPts val="1000"/>
              </a:spcBef>
              <a:spcAft>
                <a:spcPts val="0"/>
              </a:spcAft>
              <a:buClr>
                <a:srgbClr val="000000"/>
              </a:buClr>
              <a:buSzPts val="8000"/>
              <a:buFont typeface="Arial"/>
              <a:buNone/>
            </a:pPr>
            <a:r>
              <a:rPr lang="en-US" sz="6000" b="0" i="0" u="none" strike="noStrike" cap="none">
                <a:solidFill>
                  <a:srgbClr val="000000"/>
                </a:solidFill>
                <a:latin typeface="Jost"/>
                <a:ea typeface="Jost"/>
                <a:cs typeface="Jost"/>
                <a:sym typeface="Jost"/>
              </a:rPr>
              <a:t>bigg</a:t>
            </a:r>
            <a:r>
              <a:rPr lang="en-US" sz="6000" b="0" i="0" u="none" strike="noStrike" cap="none">
                <a:solidFill>
                  <a:srgbClr val="2356AF"/>
                </a:solidFill>
                <a:latin typeface="Jost"/>
                <a:ea typeface="Jost"/>
                <a:cs typeface="Jost"/>
                <a:sym typeface="Jost"/>
              </a:rPr>
              <a:t>er</a:t>
            </a:r>
            <a:endParaRPr sz="6000" b="0" i="0" u="none" strike="noStrike" cap="none">
              <a:solidFill>
                <a:srgbClr val="2356AF"/>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74c750b564_0_3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sp>
        <p:nvSpPr>
          <p:cNvPr id="901" name="Google Shape;901;g274c750b564_0_30"/>
          <p:cNvSpPr txBox="1"/>
          <p:nvPr/>
        </p:nvSpPr>
        <p:spPr>
          <a:xfrm>
            <a:off x="1672825" y="904275"/>
            <a:ext cx="5798400" cy="919200"/>
          </a:xfrm>
          <a:prstGeom prst="rect">
            <a:avLst/>
          </a:prstGeom>
          <a:noFill/>
          <a:ln>
            <a:noFill/>
          </a:ln>
        </p:spPr>
        <p:txBody>
          <a:bodyPr spcFirstLastPara="1" wrap="square" lIns="0" tIns="0" rIns="0" bIns="0" anchor="ctr" anchorCtr="0">
            <a:noAutofit/>
          </a:bodyPr>
          <a:lstStyle/>
          <a:p>
            <a:pPr marL="0" marR="0" lvl="0" indent="0" algn="ctr" rtl="0">
              <a:lnSpc>
                <a:spcPct val="70000"/>
              </a:lnSpc>
              <a:spcBef>
                <a:spcPts val="1000"/>
              </a:spcBef>
              <a:spcAft>
                <a:spcPts val="0"/>
              </a:spcAft>
              <a:buClr>
                <a:srgbClr val="000000"/>
              </a:buClr>
              <a:buSzPts val="8000"/>
              <a:buFont typeface="Arial"/>
              <a:buNone/>
            </a:pPr>
            <a:r>
              <a:rPr lang="en-US" sz="6000" b="0" i="0" u="none" strike="noStrike" cap="none">
                <a:solidFill>
                  <a:srgbClr val="000000"/>
                </a:solidFill>
                <a:latin typeface="Jost"/>
                <a:ea typeface="Jost"/>
                <a:cs typeface="Jost"/>
                <a:sym typeface="Jost"/>
              </a:rPr>
              <a:t>hot</a:t>
            </a:r>
            <a:endParaRPr sz="6000" b="0" i="0" u="none" strike="noStrike" cap="none">
              <a:solidFill>
                <a:srgbClr val="000000"/>
              </a:solidFill>
              <a:latin typeface="Jost"/>
              <a:ea typeface="Jost"/>
              <a:cs typeface="Jost"/>
              <a:sym typeface="Jost"/>
            </a:endParaRPr>
          </a:p>
        </p:txBody>
      </p:sp>
      <p:grpSp>
        <p:nvGrpSpPr>
          <p:cNvPr id="902" name="Google Shape;902;g274c750b564_0_30"/>
          <p:cNvGrpSpPr/>
          <p:nvPr/>
        </p:nvGrpSpPr>
        <p:grpSpPr>
          <a:xfrm>
            <a:off x="1290900" y="3707202"/>
            <a:ext cx="6568775" cy="559800"/>
            <a:chOff x="1290900" y="2849950"/>
            <a:chExt cx="6568775" cy="559800"/>
          </a:xfrm>
        </p:grpSpPr>
        <p:sp>
          <p:nvSpPr>
            <p:cNvPr id="903" name="Google Shape;903;g274c750b564_0_30"/>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74c750b564_0_30"/>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a:bodyPr>
            <a:lstStyle/>
            <a:p>
              <a:pPr marL="0" marR="0" lvl="0" indent="0" algn="ctr" rtl="0">
                <a:lnSpc>
                  <a:spcPct val="90000"/>
                </a:lnSpc>
                <a:spcBef>
                  <a:spcPts val="0"/>
                </a:spcBef>
                <a:spcAft>
                  <a:spcPts val="0"/>
                </a:spcAft>
                <a:buClr>
                  <a:schemeClr val="dk1"/>
                </a:buClr>
                <a:buSzPts val="852"/>
                <a:buFont typeface="Arial"/>
                <a:buNone/>
              </a:pPr>
              <a:r>
                <a:rPr lang="en-US" sz="1604" b="0" i="0" u="none" strike="noStrike" cap="none">
                  <a:solidFill>
                    <a:schemeClr val="dk1"/>
                  </a:solidFill>
                  <a:latin typeface="Poppins"/>
                  <a:ea typeface="Poppins"/>
                  <a:cs typeface="Poppins"/>
                  <a:sym typeface="Poppins"/>
                </a:rPr>
                <a:t>add suffix </a:t>
              </a:r>
              <a:r>
                <a:rPr lang="en-US" sz="1604" b="0" i="0" u="none" strike="noStrike" cap="none">
                  <a:solidFill>
                    <a:srgbClr val="2356AF"/>
                  </a:solidFill>
                  <a:latin typeface="Poppins"/>
                  <a:ea typeface="Poppins"/>
                  <a:cs typeface="Poppins"/>
                  <a:sym typeface="Poppins"/>
                </a:rPr>
                <a:t>-est</a:t>
              </a:r>
              <a:r>
                <a:rPr lang="en-US" sz="1604" b="0" i="0" u="none" strike="noStrike" cap="none">
                  <a:solidFill>
                    <a:schemeClr val="dk1"/>
                  </a:solidFill>
                  <a:latin typeface="Poppins"/>
                  <a:ea typeface="Poppins"/>
                  <a:cs typeface="Poppins"/>
                  <a:sym typeface="Poppins"/>
                </a:rPr>
                <a:t> to make a superlative adjective</a:t>
              </a:r>
              <a:endParaRPr sz="1604" b="0" i="0" u="none" strike="noStrike" cap="none">
                <a:solidFill>
                  <a:schemeClr val="dk1"/>
                </a:solidFill>
                <a:latin typeface="Poppins"/>
                <a:ea typeface="Poppins"/>
                <a:cs typeface="Poppins"/>
                <a:sym typeface="Poppins"/>
              </a:endParaRPr>
            </a:p>
          </p:txBody>
        </p:sp>
        <p:cxnSp>
          <p:nvCxnSpPr>
            <p:cNvPr id="905" name="Google Shape;905;g274c750b564_0_30"/>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cxnSp>
          <p:nvCxnSpPr>
            <p:cNvPr id="906" name="Google Shape;906;g274c750b564_0_30"/>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grpSp>
      <p:grpSp>
        <p:nvGrpSpPr>
          <p:cNvPr id="907" name="Google Shape;907;g274c750b564_0_30"/>
          <p:cNvGrpSpPr/>
          <p:nvPr/>
        </p:nvGrpSpPr>
        <p:grpSpPr>
          <a:xfrm>
            <a:off x="1290900" y="1907584"/>
            <a:ext cx="6568775" cy="559800"/>
            <a:chOff x="1290900" y="2849950"/>
            <a:chExt cx="6568775" cy="559800"/>
          </a:xfrm>
        </p:grpSpPr>
        <p:sp>
          <p:nvSpPr>
            <p:cNvPr id="908" name="Google Shape;908;g274c750b564_0_30"/>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9" name="Google Shape;909;g274c750b564_0_30"/>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a:bodyPr>
            <a:lstStyle/>
            <a:p>
              <a:pPr marL="0" marR="0" lvl="0" indent="0" algn="ctr" rtl="0">
                <a:lnSpc>
                  <a:spcPct val="90000"/>
                </a:lnSpc>
                <a:spcBef>
                  <a:spcPts val="0"/>
                </a:spcBef>
                <a:spcAft>
                  <a:spcPts val="0"/>
                </a:spcAft>
                <a:buClr>
                  <a:schemeClr val="dk1"/>
                </a:buClr>
                <a:buSzPts val="852"/>
                <a:buFont typeface="Arial"/>
                <a:buNone/>
              </a:pPr>
              <a:r>
                <a:rPr lang="en-US" sz="1604" b="0" i="0" u="none" strike="noStrike" cap="none">
                  <a:solidFill>
                    <a:schemeClr val="dk1"/>
                  </a:solidFill>
                  <a:latin typeface="Poppins"/>
                  <a:ea typeface="Poppins"/>
                  <a:cs typeface="Poppins"/>
                  <a:sym typeface="Poppins"/>
                </a:rPr>
                <a:t>add suffix </a:t>
              </a:r>
              <a:r>
                <a:rPr lang="en-US" sz="1604" b="0" i="0" u="none" strike="noStrike" cap="none">
                  <a:solidFill>
                    <a:srgbClr val="2356AF"/>
                  </a:solidFill>
                  <a:latin typeface="Poppins"/>
                  <a:ea typeface="Poppins"/>
                  <a:cs typeface="Poppins"/>
                  <a:sym typeface="Poppins"/>
                </a:rPr>
                <a:t>-er</a:t>
              </a:r>
              <a:r>
                <a:rPr lang="en-US" sz="1604" b="0" i="0" u="none" strike="noStrike" cap="none">
                  <a:solidFill>
                    <a:schemeClr val="dk1"/>
                  </a:solidFill>
                  <a:latin typeface="Poppins"/>
                  <a:ea typeface="Poppins"/>
                  <a:cs typeface="Poppins"/>
                  <a:sym typeface="Poppins"/>
                </a:rPr>
                <a:t> to make a comparative adjective</a:t>
              </a:r>
              <a:endParaRPr sz="1604" b="0" i="0" u="none" strike="noStrike" cap="none">
                <a:solidFill>
                  <a:schemeClr val="dk1"/>
                </a:solidFill>
                <a:latin typeface="Poppins"/>
                <a:ea typeface="Poppins"/>
                <a:cs typeface="Poppins"/>
                <a:sym typeface="Poppins"/>
              </a:endParaRPr>
            </a:p>
          </p:txBody>
        </p:sp>
        <p:cxnSp>
          <p:nvCxnSpPr>
            <p:cNvPr id="910" name="Google Shape;910;g274c750b564_0_30"/>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cxnSp>
          <p:nvCxnSpPr>
            <p:cNvPr id="911" name="Google Shape;911;g274c750b564_0_30"/>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grpSp>
      <p:sp>
        <p:nvSpPr>
          <p:cNvPr id="912" name="Google Shape;912;g274c750b564_0_30"/>
          <p:cNvSpPr txBox="1"/>
          <p:nvPr/>
        </p:nvSpPr>
        <p:spPr>
          <a:xfrm>
            <a:off x="1672825" y="4503511"/>
            <a:ext cx="5798400" cy="919200"/>
          </a:xfrm>
          <a:prstGeom prst="rect">
            <a:avLst/>
          </a:prstGeom>
          <a:noFill/>
          <a:ln>
            <a:noFill/>
          </a:ln>
        </p:spPr>
        <p:txBody>
          <a:bodyPr spcFirstLastPara="1" wrap="square" lIns="0" tIns="0" rIns="0" bIns="0" anchor="ctr" anchorCtr="0">
            <a:noAutofit/>
          </a:bodyPr>
          <a:lstStyle/>
          <a:p>
            <a:pPr marL="0" marR="0" lvl="0" indent="0" algn="ctr" rtl="0">
              <a:lnSpc>
                <a:spcPct val="70000"/>
              </a:lnSpc>
              <a:spcBef>
                <a:spcPts val="1000"/>
              </a:spcBef>
              <a:spcAft>
                <a:spcPts val="0"/>
              </a:spcAft>
              <a:buClr>
                <a:srgbClr val="000000"/>
              </a:buClr>
              <a:buSzPts val="8000"/>
              <a:buFont typeface="Arial"/>
              <a:buNone/>
            </a:pPr>
            <a:r>
              <a:rPr lang="en-US" sz="6000" b="0" i="0" u="none" strike="noStrike" cap="none">
                <a:solidFill>
                  <a:srgbClr val="000000"/>
                </a:solidFill>
                <a:latin typeface="Jost"/>
                <a:ea typeface="Jost"/>
                <a:cs typeface="Jost"/>
                <a:sym typeface="Jost"/>
              </a:rPr>
              <a:t>hott</a:t>
            </a:r>
            <a:r>
              <a:rPr lang="en-US" sz="6000" b="0" i="0" u="none" strike="noStrike" cap="none">
                <a:solidFill>
                  <a:srgbClr val="2356AF"/>
                </a:solidFill>
                <a:latin typeface="Jost"/>
                <a:ea typeface="Jost"/>
                <a:cs typeface="Jost"/>
                <a:sym typeface="Jost"/>
              </a:rPr>
              <a:t>est</a:t>
            </a:r>
            <a:endParaRPr sz="6000" b="0" i="0" u="none" strike="noStrike" cap="none">
              <a:solidFill>
                <a:srgbClr val="2356AF"/>
              </a:solidFill>
              <a:latin typeface="Jost"/>
              <a:ea typeface="Jost"/>
              <a:cs typeface="Jost"/>
              <a:sym typeface="Jost"/>
            </a:endParaRPr>
          </a:p>
        </p:txBody>
      </p:sp>
      <p:sp>
        <p:nvSpPr>
          <p:cNvPr id="913" name="Google Shape;913;g274c750b564_0_30"/>
          <p:cNvSpPr txBox="1"/>
          <p:nvPr/>
        </p:nvSpPr>
        <p:spPr>
          <a:xfrm>
            <a:off x="1672825" y="2703893"/>
            <a:ext cx="5798400" cy="919200"/>
          </a:xfrm>
          <a:prstGeom prst="rect">
            <a:avLst/>
          </a:prstGeom>
          <a:noFill/>
          <a:ln>
            <a:noFill/>
          </a:ln>
        </p:spPr>
        <p:txBody>
          <a:bodyPr spcFirstLastPara="1" wrap="square" lIns="0" tIns="0" rIns="0" bIns="0" anchor="ctr" anchorCtr="0">
            <a:noAutofit/>
          </a:bodyPr>
          <a:lstStyle/>
          <a:p>
            <a:pPr marL="0" marR="0" lvl="0" indent="0" algn="ctr" rtl="0">
              <a:lnSpc>
                <a:spcPct val="70000"/>
              </a:lnSpc>
              <a:spcBef>
                <a:spcPts val="1000"/>
              </a:spcBef>
              <a:spcAft>
                <a:spcPts val="0"/>
              </a:spcAft>
              <a:buClr>
                <a:srgbClr val="000000"/>
              </a:buClr>
              <a:buSzPts val="8000"/>
              <a:buFont typeface="Arial"/>
              <a:buNone/>
            </a:pPr>
            <a:r>
              <a:rPr lang="en-US" sz="6000" b="0" i="0" u="none" strike="noStrike" cap="none">
                <a:solidFill>
                  <a:srgbClr val="000000"/>
                </a:solidFill>
                <a:latin typeface="Jost"/>
                <a:ea typeface="Jost"/>
                <a:cs typeface="Jost"/>
                <a:sym typeface="Jost"/>
              </a:rPr>
              <a:t>hott</a:t>
            </a:r>
            <a:r>
              <a:rPr lang="en-US" sz="6000" b="0" i="0" u="none" strike="noStrike" cap="none">
                <a:solidFill>
                  <a:srgbClr val="2356AF"/>
                </a:solidFill>
                <a:latin typeface="Jost"/>
                <a:ea typeface="Jost"/>
                <a:cs typeface="Jost"/>
                <a:sym typeface="Jost"/>
              </a:rPr>
              <a:t>er</a:t>
            </a:r>
            <a:endParaRPr sz="6000" b="0" i="0" u="none" strike="noStrike" cap="none">
              <a:solidFill>
                <a:srgbClr val="2356AF"/>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8"/>
        <p:cNvGrpSpPr/>
        <p:nvPr/>
      </p:nvGrpSpPr>
      <p:grpSpPr>
        <a:xfrm>
          <a:off x="0" y="0"/>
          <a:ext cx="0" cy="0"/>
          <a:chOff x="0" y="0"/>
          <a:chExt cx="0" cy="0"/>
        </a:xfrm>
      </p:grpSpPr>
      <p:sp>
        <p:nvSpPr>
          <p:cNvPr id="919" name="Google Shape;91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20" name="Google Shape;92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5"/>
        <p:cNvGrpSpPr/>
        <p:nvPr/>
      </p:nvGrpSpPr>
      <p:grpSpPr>
        <a:xfrm>
          <a:off x="0" y="0"/>
          <a:ext cx="0" cy="0"/>
          <a:chOff x="0" y="0"/>
          <a:chExt cx="0" cy="0"/>
        </a:xfrm>
      </p:grpSpPr>
      <p:sp>
        <p:nvSpPr>
          <p:cNvPr id="926" name="Google Shape;926;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7" name="Google Shape;927;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28" name="Google Shape;928;g2c4fb7f6616_1_0"/>
          <p:cNvSpPr/>
          <p:nvPr/>
        </p:nvSpPr>
        <p:spPr>
          <a:xfrm>
            <a:off x="354260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9" name="Google Shape;929;g2c4fb7f6616_1_0"/>
          <p:cNvSpPr/>
          <p:nvPr/>
        </p:nvSpPr>
        <p:spPr>
          <a:xfrm>
            <a:off x="427712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0" name="Google Shape;930;g2c4fb7f6616_1_0"/>
          <p:cNvSpPr/>
          <p:nvPr/>
        </p:nvSpPr>
        <p:spPr>
          <a:xfrm>
            <a:off x="498279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1" name="Google Shape;931;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2" name="Google Shape;932;g2c4fb7f6616_1_0"/>
          <p:cNvSpPr txBox="1">
            <a:spLocks noGrp="1"/>
          </p:cNvSpPr>
          <p:nvPr>
            <p:ph type="subTitle" idx="4294967295"/>
          </p:nvPr>
        </p:nvSpPr>
        <p:spPr>
          <a:xfrm>
            <a:off x="3456355" y="1308025"/>
            <a:ext cx="638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f</a:t>
            </a:r>
            <a:endParaRPr sz="12000" b="0" i="0" u="none" strike="noStrike" cap="none">
              <a:solidFill>
                <a:srgbClr val="2356AF"/>
              </a:solidFill>
              <a:latin typeface="Jost"/>
              <a:ea typeface="Jost"/>
              <a:cs typeface="Jost"/>
              <a:sym typeface="Jost"/>
            </a:endParaRPr>
          </a:p>
        </p:txBody>
      </p:sp>
      <p:sp>
        <p:nvSpPr>
          <p:cNvPr id="933" name="Google Shape;933;g2c4fb7f6616_1_0"/>
          <p:cNvSpPr txBox="1">
            <a:spLocks noGrp="1"/>
          </p:cNvSpPr>
          <p:nvPr>
            <p:ph type="subTitle" idx="4294967295"/>
          </p:nvPr>
        </p:nvSpPr>
        <p:spPr>
          <a:xfrm>
            <a:off x="3962275" y="1386943"/>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0000" b="0" i="0" u="none" strike="noStrike" cap="none">
                <a:solidFill>
                  <a:srgbClr val="ED1C24"/>
                </a:solidFill>
                <a:latin typeface="Poppins"/>
                <a:ea typeface="Poppins"/>
                <a:cs typeface="Poppins"/>
                <a:sym typeface="Poppins"/>
              </a:rPr>
              <a:t>a</a:t>
            </a:r>
            <a:endParaRPr sz="10000" b="0" i="0" u="none" strike="noStrike" cap="none">
              <a:solidFill>
                <a:srgbClr val="ED1C24"/>
              </a:solidFill>
              <a:latin typeface="Poppins"/>
              <a:ea typeface="Poppins"/>
              <a:cs typeface="Poppins"/>
              <a:sym typeface="Poppins"/>
            </a:endParaRPr>
          </a:p>
        </p:txBody>
      </p:sp>
      <p:sp>
        <p:nvSpPr>
          <p:cNvPr id="934" name="Google Shape;934;g2c4fb7f6616_1_0"/>
          <p:cNvSpPr txBox="1">
            <a:spLocks noGrp="1"/>
          </p:cNvSpPr>
          <p:nvPr>
            <p:ph type="subTitle" idx="4294967295"/>
          </p:nvPr>
        </p:nvSpPr>
        <p:spPr>
          <a:xfrm>
            <a:off x="466794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35" name="Google Shape;935;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6" name="Google Shape;936;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7" name="Google Shape;937;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8" name="Google Shape;938;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9" name="Google Shape;939;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0" name="Google Shape;940;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1" name="Google Shape;941;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2" name="Google Shape;942;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43" name="Google Shape;943;g2c4fb7f6616_1_0"/>
          <p:cNvGrpSpPr/>
          <p:nvPr/>
        </p:nvGrpSpPr>
        <p:grpSpPr>
          <a:xfrm>
            <a:off x="-550" y="6984600"/>
            <a:ext cx="8596479" cy="808600"/>
            <a:chOff x="-550" y="6984600"/>
            <a:chExt cx="8596479" cy="808600"/>
          </a:xfrm>
        </p:grpSpPr>
        <p:sp>
          <p:nvSpPr>
            <p:cNvPr id="944" name="Google Shape;944;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5" name="Google Shape;945;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6" name="Google Shape;946;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7" name="Google Shape;947;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8" name="Google Shape;948;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9" name="Google Shape;949;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0" name="Google Shape;950;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1" name="Google Shape;951;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2" name="Google Shape;952;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2ee8516310e_0_0"/>
          <p:cNvSpPr/>
          <p:nvPr/>
        </p:nvSpPr>
        <p:spPr>
          <a:xfrm>
            <a:off x="3714652" y="4011900"/>
            <a:ext cx="878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ee8516310e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0" name="Google Shape;960;g2ee8516310e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1" name="Google Shape;961;g2ee8516310e_0_0"/>
          <p:cNvSpPr/>
          <p:nvPr/>
        </p:nvSpPr>
        <p:spPr>
          <a:xfrm>
            <a:off x="225845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2" name="Google Shape;962;g2ee8516310e_0_0"/>
          <p:cNvSpPr/>
          <p:nvPr/>
        </p:nvSpPr>
        <p:spPr>
          <a:xfrm>
            <a:off x="2992972"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3" name="Google Shape;963;g2ee8516310e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4" name="Google Shape;964;g2ee8516310e_0_0"/>
          <p:cNvSpPr txBox="1">
            <a:spLocks noGrp="1"/>
          </p:cNvSpPr>
          <p:nvPr>
            <p:ph type="subTitle" idx="4294967295"/>
          </p:nvPr>
        </p:nvSpPr>
        <p:spPr>
          <a:xfrm>
            <a:off x="2172202" y="1308025"/>
            <a:ext cx="638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f</a:t>
            </a:r>
            <a:endParaRPr sz="12000" b="0" i="0" u="none" strike="noStrike" cap="none">
              <a:solidFill>
                <a:srgbClr val="2356AF"/>
              </a:solidFill>
              <a:latin typeface="Jost"/>
              <a:ea typeface="Jost"/>
              <a:cs typeface="Jost"/>
              <a:sym typeface="Jost"/>
            </a:endParaRPr>
          </a:p>
        </p:txBody>
      </p:sp>
      <p:sp>
        <p:nvSpPr>
          <p:cNvPr id="965" name="Google Shape;965;g2ee8516310e_0_0"/>
          <p:cNvSpPr txBox="1">
            <a:spLocks noGrp="1"/>
          </p:cNvSpPr>
          <p:nvPr>
            <p:ph type="subTitle" idx="4294967295"/>
          </p:nvPr>
        </p:nvSpPr>
        <p:spPr>
          <a:xfrm>
            <a:off x="2678122" y="1386943"/>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0000" b="0" i="0" u="none" strike="noStrike" cap="none">
                <a:solidFill>
                  <a:srgbClr val="ED1C24"/>
                </a:solidFill>
                <a:latin typeface="Poppins"/>
                <a:ea typeface="Poppins"/>
                <a:cs typeface="Poppins"/>
                <a:sym typeface="Poppins"/>
              </a:rPr>
              <a:t>a</a:t>
            </a:r>
            <a:endParaRPr sz="10000" b="0" i="0" u="none" strike="noStrike" cap="none">
              <a:solidFill>
                <a:srgbClr val="ED1C24"/>
              </a:solidFill>
              <a:latin typeface="Poppins"/>
              <a:ea typeface="Poppins"/>
              <a:cs typeface="Poppins"/>
              <a:sym typeface="Poppins"/>
            </a:endParaRPr>
          </a:p>
        </p:txBody>
      </p:sp>
      <p:sp>
        <p:nvSpPr>
          <p:cNvPr id="966" name="Google Shape;966;g2ee8516310e_0_0"/>
          <p:cNvSpPr txBox="1">
            <a:spLocks noGrp="1"/>
          </p:cNvSpPr>
          <p:nvPr>
            <p:ph type="subTitle" idx="4294967295"/>
          </p:nvPr>
        </p:nvSpPr>
        <p:spPr>
          <a:xfrm>
            <a:off x="338379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t</a:t>
            </a:r>
            <a:endParaRPr sz="12000" b="0" i="0" u="none" strike="noStrike" cap="none">
              <a:solidFill>
                <a:srgbClr val="FFD400"/>
              </a:solidFill>
              <a:latin typeface="Jost"/>
              <a:ea typeface="Jost"/>
              <a:cs typeface="Jost"/>
              <a:sym typeface="Jost"/>
            </a:endParaRPr>
          </a:p>
        </p:txBody>
      </p:sp>
      <p:sp>
        <p:nvSpPr>
          <p:cNvPr id="967" name="Google Shape;967;g2ee8516310e_0_0"/>
          <p:cNvSpPr txBox="1">
            <a:spLocks noGrp="1"/>
          </p:cNvSpPr>
          <p:nvPr>
            <p:ph type="subTitle" idx="4294967295"/>
          </p:nvPr>
        </p:nvSpPr>
        <p:spPr>
          <a:xfrm>
            <a:off x="389823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t</a:t>
            </a:r>
            <a:endParaRPr sz="12000" b="0" i="0" u="none" strike="noStrike" cap="none">
              <a:solidFill>
                <a:srgbClr val="FFD400"/>
              </a:solidFill>
              <a:latin typeface="Jost"/>
              <a:ea typeface="Jost"/>
              <a:cs typeface="Jost"/>
              <a:sym typeface="Jost"/>
            </a:endParaRPr>
          </a:p>
        </p:txBody>
      </p:sp>
      <p:sp>
        <p:nvSpPr>
          <p:cNvPr id="968" name="Google Shape;968;g2ee8516310e_0_0"/>
          <p:cNvSpPr/>
          <p:nvPr/>
        </p:nvSpPr>
        <p:spPr>
          <a:xfrm>
            <a:off x="565328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ee8516310e_0_0"/>
          <p:cNvSpPr txBox="1">
            <a:spLocks noGrp="1"/>
          </p:cNvSpPr>
          <p:nvPr>
            <p:ph type="subTitle" idx="4294967295"/>
          </p:nvPr>
        </p:nvSpPr>
        <p:spPr>
          <a:xfrm>
            <a:off x="533843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970" name="Google Shape;970;g2ee8516310e_0_0"/>
          <p:cNvSpPr/>
          <p:nvPr/>
        </p:nvSpPr>
        <p:spPr>
          <a:xfrm>
            <a:off x="489508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1" name="Google Shape;971;g2ee8516310e_0_0"/>
          <p:cNvSpPr txBox="1">
            <a:spLocks noGrp="1"/>
          </p:cNvSpPr>
          <p:nvPr>
            <p:ph type="subTitle" idx="4294967295"/>
          </p:nvPr>
        </p:nvSpPr>
        <p:spPr>
          <a:xfrm>
            <a:off x="4580235"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e</a:t>
            </a:r>
            <a:endParaRPr sz="12000" b="0" i="0" u="none" strike="noStrike" cap="none">
              <a:solidFill>
                <a:srgbClr val="ED1C24"/>
              </a:solidFill>
              <a:latin typeface="Jost"/>
              <a:ea typeface="Jost"/>
              <a:cs typeface="Jost"/>
              <a:sym typeface="Jost"/>
            </a:endParaRPr>
          </a:p>
        </p:txBody>
      </p:sp>
      <p:sp>
        <p:nvSpPr>
          <p:cNvPr id="972" name="Google Shape;972;g2ee8516310e_0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ee8516310e_0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ee8516310e_0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ee8516310e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ee8516310e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ee8516310e_0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8" name="Google Shape;978;g2ee8516310e_0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9" name="Google Shape;979;g2ee8516310e_0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80" name="Google Shape;980;g2ee8516310e_0_0"/>
          <p:cNvGrpSpPr/>
          <p:nvPr/>
        </p:nvGrpSpPr>
        <p:grpSpPr>
          <a:xfrm>
            <a:off x="-550" y="6984600"/>
            <a:ext cx="8596479" cy="808600"/>
            <a:chOff x="-550" y="6984600"/>
            <a:chExt cx="8596479" cy="808600"/>
          </a:xfrm>
        </p:grpSpPr>
        <p:sp>
          <p:nvSpPr>
            <p:cNvPr id="981" name="Google Shape;981;g2ee8516310e_0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2" name="Google Shape;982;g2ee8516310e_0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3" name="Google Shape;983;g2ee8516310e_0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4" name="Google Shape;984;g2ee8516310e_0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5" name="Google Shape;985;g2ee8516310e_0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6" name="Google Shape;986;g2ee8516310e_0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7" name="Google Shape;987;g2ee8516310e_0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8" name="Google Shape;988;g2ee8516310e_0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9" name="Google Shape;989;g2ee8516310e_0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90" name="Google Shape;990;g2ee8516310e_0_0"/>
          <p:cNvSpPr/>
          <p:nvPr/>
        </p:nvSpPr>
        <p:spPr>
          <a:xfrm>
            <a:off x="6266948" y="391037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1" name="Google Shape;991;g2ee8516310e_0_0"/>
          <p:cNvSpPr txBox="1">
            <a:spLocks noGrp="1"/>
          </p:cNvSpPr>
          <p:nvPr>
            <p:ph type="subTitle" idx="4294967295"/>
          </p:nvPr>
        </p:nvSpPr>
        <p:spPr>
          <a:xfrm>
            <a:off x="5952098" y="1293218"/>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92" name="Google Shape;992;g2ee8516310e_0_0"/>
          <p:cNvSpPr/>
          <p:nvPr/>
        </p:nvSpPr>
        <p:spPr>
          <a:xfrm>
            <a:off x="4076620" y="3873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274c750b564_0_5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9" name="Google Shape;999;g274c750b564_0_5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00" name="Google Shape;1000;g274c750b564_0_50"/>
          <p:cNvSpPr/>
          <p:nvPr/>
        </p:nvSpPr>
        <p:spPr>
          <a:xfrm>
            <a:off x="50905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1" name="Google Shape;1001;g274c750b564_0_5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2" name="Google Shape;1002;g274c750b564_0_50"/>
          <p:cNvSpPr txBox="1">
            <a:spLocks noGrp="1"/>
          </p:cNvSpPr>
          <p:nvPr>
            <p:ph type="subTitle" idx="4294967295"/>
          </p:nvPr>
        </p:nvSpPr>
        <p:spPr>
          <a:xfrm>
            <a:off x="477570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1003" name="Google Shape;1003;g274c750b564_0_5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4" name="Google Shape;1004;g274c750b564_0_5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5" name="Google Shape;1005;g274c750b564_0_5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6" name="Google Shape;1006;g274c750b564_0_5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7" name="Google Shape;1007;g274c750b564_0_5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74c750b564_0_5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9" name="Google Shape;1009;g274c750b564_0_5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0" name="Google Shape;1010;g274c750b564_0_5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11" name="Google Shape;1011;g274c750b564_0_50"/>
          <p:cNvGrpSpPr/>
          <p:nvPr/>
        </p:nvGrpSpPr>
        <p:grpSpPr>
          <a:xfrm>
            <a:off x="-550" y="6984600"/>
            <a:ext cx="8596479" cy="808600"/>
            <a:chOff x="-550" y="6984600"/>
            <a:chExt cx="8596479" cy="808600"/>
          </a:xfrm>
        </p:grpSpPr>
        <p:sp>
          <p:nvSpPr>
            <p:cNvPr id="1012" name="Google Shape;1012;g274c750b564_0_5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3" name="Google Shape;1013;g274c750b564_0_5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4" name="Google Shape;1014;g274c750b564_0_5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5" name="Google Shape;1015;g274c750b564_0_5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6" name="Google Shape;1016;g274c750b564_0_5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7" name="Google Shape;1017;g274c750b564_0_5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8" name="Google Shape;1018;g274c750b564_0_5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9" name="Google Shape;1019;g274c750b564_0_5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20" name="Google Shape;1020;g274c750b564_0_5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21" name="Google Shape;1021;g274c750b564_0_50"/>
          <p:cNvSpPr/>
          <p:nvPr/>
        </p:nvSpPr>
        <p:spPr>
          <a:xfrm>
            <a:off x="446189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2" name="Google Shape;1022;g274c750b564_0_50"/>
          <p:cNvSpPr txBox="1">
            <a:spLocks noGrp="1"/>
          </p:cNvSpPr>
          <p:nvPr>
            <p:ph type="subTitle" idx="4294967295"/>
          </p:nvPr>
        </p:nvSpPr>
        <p:spPr>
          <a:xfrm>
            <a:off x="4147048"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o</a:t>
            </a:r>
            <a:endParaRPr sz="12000" b="0" i="0" u="none" strike="noStrike" cap="none">
              <a:solidFill>
                <a:srgbClr val="ED1C24"/>
              </a:solidFill>
              <a:latin typeface="Jost"/>
              <a:ea typeface="Jost"/>
              <a:cs typeface="Jost"/>
              <a:sym typeface="Jost"/>
            </a:endParaRPr>
          </a:p>
        </p:txBody>
      </p:sp>
      <p:sp>
        <p:nvSpPr>
          <p:cNvPr id="1023" name="Google Shape;1023;g274c750b564_0_50"/>
          <p:cNvSpPr/>
          <p:nvPr/>
        </p:nvSpPr>
        <p:spPr>
          <a:xfrm>
            <a:off x="366345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4" name="Google Shape;1024;g274c750b564_0_50"/>
          <p:cNvSpPr txBox="1">
            <a:spLocks noGrp="1"/>
          </p:cNvSpPr>
          <p:nvPr>
            <p:ph type="subTitle" idx="4294967295"/>
          </p:nvPr>
        </p:nvSpPr>
        <p:spPr>
          <a:xfrm>
            <a:off x="334860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h</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ee8516310e_0_41"/>
          <p:cNvSpPr/>
          <p:nvPr/>
        </p:nvSpPr>
        <p:spPr>
          <a:xfrm>
            <a:off x="3834976" y="4011900"/>
            <a:ext cx="8781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31" name="Google Shape;1031;g2ee8516310e_0_4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32" name="Google Shape;1032;g2ee8516310e_0_4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1033" name="Google Shape;1033;g2ee8516310e_0_4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34" name="Google Shape;1034;g2ee8516310e_0_41"/>
          <p:cNvSpPr txBox="1">
            <a:spLocks noGrp="1"/>
          </p:cNvSpPr>
          <p:nvPr>
            <p:ph type="subTitle" idx="4294967295"/>
          </p:nvPr>
        </p:nvSpPr>
        <p:spPr>
          <a:xfrm>
            <a:off x="3673157" y="1308025"/>
            <a:ext cx="710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t</a:t>
            </a:r>
            <a:endParaRPr sz="12000" b="0" i="0" u="none" strike="noStrike" cap="none">
              <a:solidFill>
                <a:srgbClr val="FFD400"/>
              </a:solidFill>
              <a:latin typeface="Jost"/>
              <a:ea typeface="Jost"/>
              <a:cs typeface="Jost"/>
              <a:sym typeface="Jost"/>
            </a:endParaRPr>
          </a:p>
        </p:txBody>
      </p:sp>
      <p:sp>
        <p:nvSpPr>
          <p:cNvPr id="1035" name="Google Shape;1035;g2ee8516310e_0_41"/>
          <p:cNvSpPr txBox="1">
            <a:spLocks noGrp="1"/>
          </p:cNvSpPr>
          <p:nvPr>
            <p:ph type="subTitle" idx="4294967295"/>
          </p:nvPr>
        </p:nvSpPr>
        <p:spPr>
          <a:xfrm>
            <a:off x="4176474" y="1308025"/>
            <a:ext cx="6969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0"/>
                </a:solidFill>
                <a:latin typeface="Jost"/>
                <a:ea typeface="Jost"/>
                <a:cs typeface="Jost"/>
                <a:sym typeface="Jost"/>
              </a:rPr>
              <a:t>t</a:t>
            </a:r>
            <a:endParaRPr sz="12000" b="0" i="0" u="none" strike="noStrike" cap="none">
              <a:solidFill>
                <a:srgbClr val="FFD400"/>
              </a:solidFill>
              <a:latin typeface="Jost"/>
              <a:ea typeface="Jost"/>
              <a:cs typeface="Jost"/>
              <a:sym typeface="Jost"/>
            </a:endParaRPr>
          </a:p>
        </p:txBody>
      </p:sp>
      <p:sp>
        <p:nvSpPr>
          <p:cNvPr id="1036" name="Google Shape;1036;g2ee8516310e_0_41"/>
          <p:cNvSpPr/>
          <p:nvPr/>
        </p:nvSpPr>
        <p:spPr>
          <a:xfrm>
            <a:off x="577006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7" name="Google Shape;1037;g2ee8516310e_0_41"/>
          <p:cNvSpPr txBox="1">
            <a:spLocks noGrp="1"/>
          </p:cNvSpPr>
          <p:nvPr>
            <p:ph type="subTitle" idx="4294967295"/>
          </p:nvPr>
        </p:nvSpPr>
        <p:spPr>
          <a:xfrm>
            <a:off x="545521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1038" name="Google Shape;1038;g2ee8516310e_0_41"/>
          <p:cNvSpPr/>
          <p:nvPr/>
        </p:nvSpPr>
        <p:spPr>
          <a:xfrm>
            <a:off x="5011866"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9" name="Google Shape;1039;g2ee8516310e_0_41"/>
          <p:cNvSpPr txBox="1">
            <a:spLocks noGrp="1"/>
          </p:cNvSpPr>
          <p:nvPr>
            <p:ph type="subTitle" idx="4294967295"/>
          </p:nvPr>
        </p:nvSpPr>
        <p:spPr>
          <a:xfrm>
            <a:off x="4697016"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e</a:t>
            </a:r>
            <a:endParaRPr sz="12000" b="0" i="0" u="none" strike="noStrike" cap="none">
              <a:solidFill>
                <a:srgbClr val="ED1C24"/>
              </a:solidFill>
              <a:latin typeface="Jost"/>
              <a:ea typeface="Jost"/>
              <a:cs typeface="Jost"/>
              <a:sym typeface="Jost"/>
            </a:endParaRPr>
          </a:p>
        </p:txBody>
      </p:sp>
      <p:sp>
        <p:nvSpPr>
          <p:cNvPr id="1040" name="Google Shape;1040;g2ee8516310e_0_4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1" name="Google Shape;1041;g2ee8516310e_0_4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2" name="Google Shape;1042;g2ee8516310e_0_4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3" name="Google Shape;1043;g2ee8516310e_0_4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4" name="Google Shape;1044;g2ee8516310e_0_4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5" name="Google Shape;1045;g2ee8516310e_0_4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6" name="Google Shape;1046;g2ee8516310e_0_4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7" name="Google Shape;1047;g2ee8516310e_0_4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48" name="Google Shape;1048;g2ee8516310e_0_41"/>
          <p:cNvGrpSpPr/>
          <p:nvPr/>
        </p:nvGrpSpPr>
        <p:grpSpPr>
          <a:xfrm>
            <a:off x="-550" y="6984600"/>
            <a:ext cx="8596479" cy="808600"/>
            <a:chOff x="-550" y="6984600"/>
            <a:chExt cx="8596479" cy="808600"/>
          </a:xfrm>
        </p:grpSpPr>
        <p:sp>
          <p:nvSpPr>
            <p:cNvPr id="1049" name="Google Shape;1049;g2ee8516310e_0_4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0" name="Google Shape;1050;g2ee8516310e_0_4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1" name="Google Shape;1051;g2ee8516310e_0_4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2" name="Google Shape;1052;g2ee8516310e_0_4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53" name="Google Shape;1053;g2ee8516310e_0_4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54" name="Google Shape;1054;g2ee8516310e_0_4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55" name="Google Shape;1055;g2ee8516310e_0_4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56" name="Google Shape;1056;g2ee8516310e_0_4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57" name="Google Shape;1057;g2ee8516310e_0_4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58" name="Google Shape;1058;g2ee8516310e_0_41"/>
          <p:cNvSpPr/>
          <p:nvPr/>
        </p:nvSpPr>
        <p:spPr>
          <a:xfrm>
            <a:off x="6383729" y="391037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9" name="Google Shape;1059;g2ee8516310e_0_41"/>
          <p:cNvSpPr txBox="1">
            <a:spLocks noGrp="1"/>
          </p:cNvSpPr>
          <p:nvPr>
            <p:ph type="subTitle" idx="4294967295"/>
          </p:nvPr>
        </p:nvSpPr>
        <p:spPr>
          <a:xfrm>
            <a:off x="6068879" y="1293218"/>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1060" name="Google Shape;1060;g2ee8516310e_0_41"/>
          <p:cNvSpPr/>
          <p:nvPr/>
        </p:nvSpPr>
        <p:spPr>
          <a:xfrm>
            <a:off x="4222898" y="387378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1" name="Google Shape;1061;g2ee8516310e_0_41"/>
          <p:cNvSpPr/>
          <p:nvPr/>
        </p:nvSpPr>
        <p:spPr>
          <a:xfrm>
            <a:off x="3168719"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2" name="Google Shape;1062;g2ee8516310e_0_41"/>
          <p:cNvSpPr txBox="1">
            <a:spLocks noGrp="1"/>
          </p:cNvSpPr>
          <p:nvPr>
            <p:ph type="subTitle" idx="4294967295"/>
          </p:nvPr>
        </p:nvSpPr>
        <p:spPr>
          <a:xfrm>
            <a:off x="285386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o</a:t>
            </a:r>
            <a:endParaRPr sz="12000" b="0" i="0" u="none" strike="noStrike" cap="none">
              <a:solidFill>
                <a:srgbClr val="ED1C24"/>
              </a:solidFill>
              <a:latin typeface="Jost"/>
              <a:ea typeface="Jost"/>
              <a:cs typeface="Jost"/>
              <a:sym typeface="Jost"/>
            </a:endParaRPr>
          </a:p>
        </p:txBody>
      </p:sp>
      <p:sp>
        <p:nvSpPr>
          <p:cNvPr id="1063" name="Google Shape;1063;g2ee8516310e_0_41"/>
          <p:cNvSpPr/>
          <p:nvPr/>
        </p:nvSpPr>
        <p:spPr>
          <a:xfrm>
            <a:off x="237027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4" name="Google Shape;1064;g2ee8516310e_0_41"/>
          <p:cNvSpPr txBox="1">
            <a:spLocks noGrp="1"/>
          </p:cNvSpPr>
          <p:nvPr>
            <p:ph type="subTitle" idx="4294967295"/>
          </p:nvPr>
        </p:nvSpPr>
        <p:spPr>
          <a:xfrm>
            <a:off x="205542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h</a:t>
            </a:r>
            <a:endParaRPr sz="12000" b="0" i="0" u="none" strike="noStrike" cap="none">
              <a:solidFill>
                <a:srgbClr val="2356AF"/>
              </a:solidFill>
              <a:latin typeface="Jost"/>
              <a:ea typeface="Jost"/>
              <a:cs typeface="Jost"/>
              <a:sym typeface="Jo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71" name="Google Shape;107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grpSp>
        <p:nvGrpSpPr>
          <p:cNvPr id="1077" name="Google Shape;1077;g2dadbbe58d1_1_3"/>
          <p:cNvGrpSpPr/>
          <p:nvPr/>
        </p:nvGrpSpPr>
        <p:grpSpPr>
          <a:xfrm>
            <a:off x="1628550" y="3614075"/>
            <a:ext cx="5886900" cy="1851900"/>
            <a:chOff x="1628550" y="3614075"/>
            <a:chExt cx="5886900" cy="1851900"/>
          </a:xfrm>
        </p:grpSpPr>
        <p:sp>
          <p:nvSpPr>
            <p:cNvPr id="1078" name="Google Shape;1078;g2dadbbe58d1_1_3"/>
            <p:cNvSpPr/>
            <p:nvPr/>
          </p:nvSpPr>
          <p:spPr>
            <a:xfrm flipH="1">
              <a:off x="1628550" y="3629300"/>
              <a:ext cx="58869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79" name="Google Shape;1079;g2dadbbe58d1_1_3"/>
            <p:cNvGrpSpPr/>
            <p:nvPr/>
          </p:nvGrpSpPr>
          <p:grpSpPr>
            <a:xfrm flipH="1">
              <a:off x="1668046" y="4063875"/>
              <a:ext cx="5847268" cy="1170725"/>
              <a:chOff x="1181250" y="4063875"/>
              <a:chExt cx="6781800" cy="1170725"/>
            </a:xfrm>
          </p:grpSpPr>
          <p:cxnSp>
            <p:nvCxnSpPr>
              <p:cNvPr id="1080" name="Google Shape;1080;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1" name="Google Shape;1081;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2" name="Google Shape;1082;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3" name="Google Shape;1083;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84" name="Google Shape;1084;g2dadbbe58d1_1_3"/>
            <p:cNvCxnSpPr/>
            <p:nvPr/>
          </p:nvCxnSpPr>
          <p:spPr>
            <a:xfrm rot="10800000">
              <a:off x="2557486"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85" name="Google Shape;1085;g2dadbbe58d1_1_3"/>
            <p:cNvGrpSpPr/>
            <p:nvPr/>
          </p:nvGrpSpPr>
          <p:grpSpPr>
            <a:xfrm flipH="1">
              <a:off x="4107017" y="3629300"/>
              <a:ext cx="3405686" cy="1828800"/>
              <a:chOff x="273339" y="3631675"/>
              <a:chExt cx="3405686" cy="1828800"/>
            </a:xfrm>
          </p:grpSpPr>
          <p:sp>
            <p:nvSpPr>
              <p:cNvPr id="1086" name="Google Shape;1086;g2dadbbe58d1_1_3"/>
              <p:cNvSpPr/>
              <p:nvPr/>
            </p:nvSpPr>
            <p:spPr>
              <a:xfrm rot="-5400000">
                <a:off x="988989" y="2916025"/>
                <a:ext cx="1828800" cy="32601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87" name="Google Shape;1087;g2dadbbe58d1_1_3"/>
              <p:cNvGrpSpPr/>
              <p:nvPr/>
            </p:nvGrpSpPr>
            <p:grpSpPr>
              <a:xfrm>
                <a:off x="3415325" y="4484375"/>
                <a:ext cx="263700" cy="263700"/>
                <a:chOff x="3415325" y="4484375"/>
                <a:chExt cx="263700" cy="263700"/>
              </a:xfrm>
            </p:grpSpPr>
            <p:sp>
              <p:nvSpPr>
                <p:cNvPr id="1088" name="Google Shape;1088;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089" name="Google Shape;1089;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090" name="Google Shape;1090;g2dadbbe58d1_1_3"/>
            <p:cNvCxnSpPr/>
            <p:nvPr/>
          </p:nvCxnSpPr>
          <p:spPr>
            <a:xfrm rot="10800000">
              <a:off x="3294557"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91" name="Google Shape;1091;g2dadbbe58d1_1_3"/>
            <p:cNvCxnSpPr/>
            <p:nvPr/>
          </p:nvCxnSpPr>
          <p:spPr>
            <a:xfrm rot="10800000">
              <a:off x="5981512"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92" name="Google Shape;1092;g2dadbbe58d1_1_3"/>
            <p:cNvCxnSpPr/>
            <p:nvPr/>
          </p:nvCxnSpPr>
          <p:spPr>
            <a:xfrm rot="10800000">
              <a:off x="5215916"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093" name="Google Shape;1093;g2dadbbe58d1_1_3"/>
            <p:cNvCxnSpPr/>
            <p:nvPr/>
          </p:nvCxnSpPr>
          <p:spPr>
            <a:xfrm rot="10800000">
              <a:off x="6747107"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094" name="Google Shape;1094;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095" name="Google Shape;1095;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cxnSp>
        <p:nvCxnSpPr>
          <p:cNvPr id="1096" name="Google Shape;1096;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97" name="Google Shape;1097;g2dadbbe58d1_1_3"/>
          <p:cNvSpPr txBox="1"/>
          <p:nvPr/>
        </p:nvSpPr>
        <p:spPr>
          <a:xfrm>
            <a:off x="6012025" y="4064350"/>
            <a:ext cx="71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098" name="Google Shape;1098;g2dadbbe58d1_1_3"/>
          <p:cNvSpPr txBox="1"/>
          <p:nvPr/>
        </p:nvSpPr>
        <p:spPr>
          <a:xfrm>
            <a:off x="1667950"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b</a:t>
            </a:r>
            <a:endParaRPr sz="8500" b="0" i="0" u="none" strike="noStrike" cap="none">
              <a:solidFill>
                <a:srgbClr val="2356AF"/>
              </a:solidFill>
              <a:latin typeface="Jost"/>
              <a:ea typeface="Jost"/>
              <a:cs typeface="Jost"/>
              <a:sym typeface="Jost"/>
            </a:endParaRPr>
          </a:p>
        </p:txBody>
      </p:sp>
      <p:sp>
        <p:nvSpPr>
          <p:cNvPr id="1099" name="Google Shape;1099;g2dadbbe58d1_1_3"/>
          <p:cNvSpPr txBox="1"/>
          <p:nvPr/>
        </p:nvSpPr>
        <p:spPr>
          <a:xfrm>
            <a:off x="2571949" y="4064350"/>
            <a:ext cx="71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
        <p:nvSpPr>
          <p:cNvPr id="1100" name="Google Shape;1100;g2dadbbe58d1_1_3"/>
          <p:cNvSpPr txBox="1"/>
          <p:nvPr/>
        </p:nvSpPr>
        <p:spPr>
          <a:xfrm>
            <a:off x="5254123" y="4064350"/>
            <a:ext cx="71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ED1C24"/>
              </a:solidFill>
              <a:latin typeface="Jost"/>
              <a:ea typeface="Jost"/>
              <a:cs typeface="Jost"/>
              <a:sym typeface="Jost"/>
            </a:endParaRPr>
          </a:p>
        </p:txBody>
      </p:sp>
      <p:sp>
        <p:nvSpPr>
          <p:cNvPr id="1101" name="Google Shape;1101;g2dadbbe58d1_1_3"/>
          <p:cNvSpPr txBox="1"/>
          <p:nvPr/>
        </p:nvSpPr>
        <p:spPr>
          <a:xfrm>
            <a:off x="3393012"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g</a:t>
            </a:r>
            <a:endParaRPr sz="8500" b="0" i="0" u="none" strike="noStrike" cap="none">
              <a:solidFill>
                <a:srgbClr val="2356AF"/>
              </a:solidFill>
              <a:latin typeface="Jost"/>
              <a:ea typeface="Jost"/>
              <a:cs typeface="Jost"/>
              <a:sym typeface="Jost"/>
            </a:endParaRPr>
          </a:p>
        </p:txBody>
      </p:sp>
      <p:sp>
        <p:nvSpPr>
          <p:cNvPr id="1102" name="Google Shape;1102;g2dadbbe58d1_1_3"/>
          <p:cNvSpPr txBox="1"/>
          <p:nvPr/>
        </p:nvSpPr>
        <p:spPr>
          <a:xfrm>
            <a:off x="4358521"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103" name="Google Shape;1103;g2dadbbe58d1_1_3"/>
          <p:cNvSpPr txBox="1"/>
          <p:nvPr/>
        </p:nvSpPr>
        <p:spPr>
          <a:xfrm>
            <a:off x="6865375" y="4064350"/>
            <a:ext cx="577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pic>
        <p:nvPicPr>
          <p:cNvPr id="1104" name="Google Shape;1104;g2dadbbe58d1_1_3"/>
          <p:cNvPicPr preferRelativeResize="0"/>
          <p:nvPr/>
        </p:nvPicPr>
        <p:blipFill rotWithShape="1">
          <a:blip r:embed="rId3">
            <a:alphaModFix/>
          </a:blip>
          <a:srcRect l="38462" r="32424"/>
          <a:stretch/>
        </p:blipFill>
        <p:spPr>
          <a:xfrm>
            <a:off x="3637227" y="657600"/>
            <a:ext cx="2363752" cy="25636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grpSp>
        <p:nvGrpSpPr>
          <p:cNvPr id="1110" name="Google Shape;1110;g274c750b564_0_193"/>
          <p:cNvGrpSpPr/>
          <p:nvPr/>
        </p:nvGrpSpPr>
        <p:grpSpPr>
          <a:xfrm>
            <a:off x="1628550" y="3614075"/>
            <a:ext cx="5886900" cy="1851900"/>
            <a:chOff x="1628550" y="3614075"/>
            <a:chExt cx="5886900" cy="1851900"/>
          </a:xfrm>
        </p:grpSpPr>
        <p:sp>
          <p:nvSpPr>
            <p:cNvPr id="1111" name="Google Shape;1111;g274c750b564_0_193"/>
            <p:cNvSpPr/>
            <p:nvPr/>
          </p:nvSpPr>
          <p:spPr>
            <a:xfrm flipH="1">
              <a:off x="1628550" y="3629300"/>
              <a:ext cx="58869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12" name="Google Shape;1112;g274c750b564_0_193"/>
            <p:cNvGrpSpPr/>
            <p:nvPr/>
          </p:nvGrpSpPr>
          <p:grpSpPr>
            <a:xfrm flipH="1">
              <a:off x="1668046" y="4063875"/>
              <a:ext cx="5847268" cy="1170725"/>
              <a:chOff x="1181250" y="4063875"/>
              <a:chExt cx="6781800" cy="1170725"/>
            </a:xfrm>
          </p:grpSpPr>
          <p:cxnSp>
            <p:nvCxnSpPr>
              <p:cNvPr id="1113" name="Google Shape;1113;g274c750b564_0_19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4" name="Google Shape;1114;g274c750b564_0_19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5" name="Google Shape;1115;g274c750b564_0_19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16" name="Google Shape;1116;g274c750b564_0_19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117" name="Google Shape;1117;g274c750b564_0_193"/>
            <p:cNvCxnSpPr/>
            <p:nvPr/>
          </p:nvCxnSpPr>
          <p:spPr>
            <a:xfrm rot="10800000">
              <a:off x="2557486"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118" name="Google Shape;1118;g274c750b564_0_193"/>
            <p:cNvGrpSpPr/>
            <p:nvPr/>
          </p:nvGrpSpPr>
          <p:grpSpPr>
            <a:xfrm flipH="1">
              <a:off x="4107017" y="3629300"/>
              <a:ext cx="3405686" cy="1828800"/>
              <a:chOff x="273339" y="3631675"/>
              <a:chExt cx="3405686" cy="1828800"/>
            </a:xfrm>
          </p:grpSpPr>
          <p:sp>
            <p:nvSpPr>
              <p:cNvPr id="1119" name="Google Shape;1119;g274c750b564_0_193"/>
              <p:cNvSpPr/>
              <p:nvPr/>
            </p:nvSpPr>
            <p:spPr>
              <a:xfrm rot="-5400000">
                <a:off x="988989" y="2916025"/>
                <a:ext cx="1828800" cy="32601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20" name="Google Shape;1120;g274c750b564_0_193"/>
              <p:cNvGrpSpPr/>
              <p:nvPr/>
            </p:nvGrpSpPr>
            <p:grpSpPr>
              <a:xfrm>
                <a:off x="3415325" y="4484375"/>
                <a:ext cx="263700" cy="263700"/>
                <a:chOff x="3415325" y="4484375"/>
                <a:chExt cx="263700" cy="263700"/>
              </a:xfrm>
            </p:grpSpPr>
            <p:sp>
              <p:nvSpPr>
                <p:cNvPr id="1121" name="Google Shape;1121;g274c750b564_0_19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122" name="Google Shape;1122;g274c750b564_0_19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123" name="Google Shape;1123;g274c750b564_0_193"/>
            <p:cNvCxnSpPr/>
            <p:nvPr/>
          </p:nvCxnSpPr>
          <p:spPr>
            <a:xfrm rot="10800000">
              <a:off x="3294557"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24" name="Google Shape;1124;g274c750b564_0_193"/>
            <p:cNvCxnSpPr/>
            <p:nvPr/>
          </p:nvCxnSpPr>
          <p:spPr>
            <a:xfrm rot="10800000">
              <a:off x="5981512"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25" name="Google Shape;1125;g274c750b564_0_193"/>
            <p:cNvCxnSpPr/>
            <p:nvPr/>
          </p:nvCxnSpPr>
          <p:spPr>
            <a:xfrm rot="10800000">
              <a:off x="5215916"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26" name="Google Shape;1126;g274c750b564_0_193"/>
            <p:cNvCxnSpPr/>
            <p:nvPr/>
          </p:nvCxnSpPr>
          <p:spPr>
            <a:xfrm rot="10800000">
              <a:off x="6747107"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127" name="Google Shape;1127;g274c750b564_0_19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128" name="Google Shape;1128;g274c750b564_0_19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cxnSp>
        <p:nvCxnSpPr>
          <p:cNvPr id="1129" name="Google Shape;1129;g274c750b564_0_19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pic>
        <p:nvPicPr>
          <p:cNvPr id="1130" name="Google Shape;1130;g274c750b564_0_193"/>
          <p:cNvPicPr preferRelativeResize="0"/>
          <p:nvPr/>
        </p:nvPicPr>
        <p:blipFill rotWithShape="1">
          <a:blip r:embed="rId3">
            <a:alphaModFix/>
          </a:blip>
          <a:srcRect l="20452" r="20452"/>
          <a:stretch/>
        </p:blipFill>
        <p:spPr>
          <a:xfrm>
            <a:off x="2172876" y="657591"/>
            <a:ext cx="4798248" cy="2563626"/>
          </a:xfrm>
          <a:prstGeom prst="rect">
            <a:avLst/>
          </a:prstGeom>
          <a:noFill/>
          <a:ln>
            <a:noFill/>
          </a:ln>
        </p:spPr>
      </p:pic>
      <p:sp>
        <p:nvSpPr>
          <p:cNvPr id="1131" name="Google Shape;1131;g274c750b564_0_193"/>
          <p:cNvSpPr txBox="1"/>
          <p:nvPr/>
        </p:nvSpPr>
        <p:spPr>
          <a:xfrm>
            <a:off x="6012025" y="4064350"/>
            <a:ext cx="71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132" name="Google Shape;1132;g274c750b564_0_193"/>
          <p:cNvSpPr txBox="1"/>
          <p:nvPr/>
        </p:nvSpPr>
        <p:spPr>
          <a:xfrm>
            <a:off x="1667950" y="4064350"/>
            <a:ext cx="889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b</a:t>
            </a:r>
            <a:endParaRPr sz="8500" b="0" i="0" u="none" strike="noStrike" cap="none">
              <a:solidFill>
                <a:srgbClr val="2356AF"/>
              </a:solidFill>
              <a:latin typeface="Jost"/>
              <a:ea typeface="Jost"/>
              <a:cs typeface="Jost"/>
              <a:sym typeface="Jost"/>
            </a:endParaRPr>
          </a:p>
        </p:txBody>
      </p:sp>
      <p:sp>
        <p:nvSpPr>
          <p:cNvPr id="1133" name="Google Shape;1133;g274c750b564_0_193"/>
          <p:cNvSpPr txBox="1"/>
          <p:nvPr/>
        </p:nvSpPr>
        <p:spPr>
          <a:xfrm>
            <a:off x="2571949" y="4064350"/>
            <a:ext cx="71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i</a:t>
            </a:r>
            <a:endParaRPr sz="8500" b="0" i="0" u="none" strike="noStrike" cap="none">
              <a:solidFill>
                <a:srgbClr val="ED1C24"/>
              </a:solidFill>
              <a:latin typeface="Jost"/>
              <a:ea typeface="Jost"/>
              <a:cs typeface="Jost"/>
              <a:sym typeface="Jost"/>
            </a:endParaRPr>
          </a:p>
        </p:txBody>
      </p:sp>
      <p:sp>
        <p:nvSpPr>
          <p:cNvPr id="1134" name="Google Shape;1134;g274c750b564_0_193"/>
          <p:cNvSpPr txBox="1"/>
          <p:nvPr/>
        </p:nvSpPr>
        <p:spPr>
          <a:xfrm>
            <a:off x="5254123" y="4064350"/>
            <a:ext cx="71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e</a:t>
            </a:r>
            <a:endParaRPr sz="8500" b="0" i="0" u="none" strike="noStrike" cap="none">
              <a:solidFill>
                <a:srgbClr val="ED1C24"/>
              </a:solidFill>
              <a:latin typeface="Jost"/>
              <a:ea typeface="Jost"/>
              <a:cs typeface="Jost"/>
              <a:sym typeface="Jost"/>
            </a:endParaRPr>
          </a:p>
        </p:txBody>
      </p:sp>
      <p:sp>
        <p:nvSpPr>
          <p:cNvPr id="1135" name="Google Shape;1135;g274c750b564_0_193"/>
          <p:cNvSpPr txBox="1"/>
          <p:nvPr/>
        </p:nvSpPr>
        <p:spPr>
          <a:xfrm>
            <a:off x="3393012"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g</a:t>
            </a:r>
            <a:endParaRPr sz="8500" b="0" i="0" u="none" strike="noStrike" cap="none">
              <a:solidFill>
                <a:srgbClr val="2356AF"/>
              </a:solidFill>
              <a:latin typeface="Jost"/>
              <a:ea typeface="Jost"/>
              <a:cs typeface="Jost"/>
              <a:sym typeface="Jost"/>
            </a:endParaRPr>
          </a:p>
        </p:txBody>
      </p:sp>
      <p:sp>
        <p:nvSpPr>
          <p:cNvPr id="1136" name="Google Shape;1136;g274c750b564_0_193"/>
          <p:cNvSpPr txBox="1"/>
          <p:nvPr/>
        </p:nvSpPr>
        <p:spPr>
          <a:xfrm>
            <a:off x="4358521"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g</a:t>
            </a:r>
            <a:endParaRPr sz="8500" b="0" i="0" u="none" strike="noStrike" cap="none">
              <a:solidFill>
                <a:srgbClr val="2356AF"/>
              </a:solidFill>
              <a:latin typeface="Jost"/>
              <a:ea typeface="Jost"/>
              <a:cs typeface="Jost"/>
              <a:sym typeface="Jost"/>
            </a:endParaRPr>
          </a:p>
        </p:txBody>
      </p:sp>
      <p:sp>
        <p:nvSpPr>
          <p:cNvPr id="1137" name="Google Shape;1137;g274c750b564_0_193"/>
          <p:cNvSpPr txBox="1"/>
          <p:nvPr/>
        </p:nvSpPr>
        <p:spPr>
          <a:xfrm>
            <a:off x="6865375" y="4064350"/>
            <a:ext cx="577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t</a:t>
            </a:r>
            <a:endParaRPr sz="8500" b="0" i="0" u="none" strike="noStrike" cap="none">
              <a:solidFill>
                <a:srgbClr val="2356AF"/>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44" name="Google Shape;114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45" name="Google Shape;1145;g1f3daf8a844_0_64"/>
          <p:cNvGrpSpPr/>
          <p:nvPr/>
        </p:nvGrpSpPr>
        <p:grpSpPr>
          <a:xfrm>
            <a:off x="3024000" y="209875"/>
            <a:ext cx="3096000" cy="454800"/>
            <a:chOff x="3024000" y="209875"/>
            <a:chExt cx="3096000" cy="454800"/>
          </a:xfrm>
        </p:grpSpPr>
        <p:sp>
          <p:nvSpPr>
            <p:cNvPr id="1146" name="Google Shape;114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7" name="Google Shape;114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48" name="Google Shape;114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49" name="Google Shape;114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0" name="Google Shape;115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51" name="Google Shape;115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52" name="Google Shape;115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53" name="Google Shape;1153;g1f3daf8a844_0_64"/>
          <p:cNvSpPr txBox="1"/>
          <p:nvPr/>
        </p:nvSpPr>
        <p:spPr>
          <a:xfrm>
            <a:off x="22577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54" name="Google Shape;1154;g1f3daf8a844_0_64"/>
          <p:cNvSpPr txBox="1"/>
          <p:nvPr/>
        </p:nvSpPr>
        <p:spPr>
          <a:xfrm>
            <a:off x="57163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155" name="Google Shape;1155;g1f3daf8a844_0_64"/>
          <p:cNvSpPr txBox="1"/>
          <p:nvPr/>
        </p:nvSpPr>
        <p:spPr>
          <a:xfrm>
            <a:off x="11049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56" name="Google Shape;1156;g1f3daf8a844_0_64"/>
          <p:cNvSpPr txBox="1"/>
          <p:nvPr/>
        </p:nvSpPr>
        <p:spPr>
          <a:xfrm>
            <a:off x="45634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57" name="Google Shape;1157;g1f3daf8a844_0_64"/>
          <p:cNvSpPr txBox="1"/>
          <p:nvPr/>
        </p:nvSpPr>
        <p:spPr>
          <a:xfrm>
            <a:off x="68691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58" name="Google Shape;1158;g1f3daf8a844_0_64"/>
          <p:cNvSpPr txBox="1"/>
          <p:nvPr/>
        </p:nvSpPr>
        <p:spPr>
          <a:xfrm>
            <a:off x="2095450" y="2160375"/>
            <a:ext cx="722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9" name="Google Shape;1159;g1f3daf8a844_0_64"/>
          <p:cNvSpPr txBox="1"/>
          <p:nvPr/>
        </p:nvSpPr>
        <p:spPr>
          <a:xfrm>
            <a:off x="52591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60" name="Google Shape;1160;g1f3daf8a844_0_64"/>
          <p:cNvSpPr txBox="1"/>
          <p:nvPr/>
        </p:nvSpPr>
        <p:spPr>
          <a:xfrm>
            <a:off x="9525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1" name="Google Shape;1161;g1f3daf8a844_0_64"/>
          <p:cNvSpPr txBox="1"/>
          <p:nvPr/>
        </p:nvSpPr>
        <p:spPr>
          <a:xfrm>
            <a:off x="3095951" y="2160375"/>
            <a:ext cx="722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62" name="Google Shape;1162;g1f3daf8a844_0_64"/>
          <p:cNvSpPr txBox="1"/>
          <p:nvPr/>
        </p:nvSpPr>
        <p:spPr>
          <a:xfrm>
            <a:off x="41062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63" name="Google Shape;1163;g1f3daf8a844_0_64"/>
          <p:cNvSpPr txBox="1"/>
          <p:nvPr/>
        </p:nvSpPr>
        <p:spPr>
          <a:xfrm>
            <a:off x="34106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64" name="Google Shape;1164;g1f3daf8a844_0_64"/>
          <p:cNvSpPr txBox="1"/>
          <p:nvPr/>
        </p:nvSpPr>
        <p:spPr>
          <a:xfrm>
            <a:off x="63357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65" name="Google Shape;1165;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66" name="Google Shape;1166;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67" name="Google Shape;1167;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68" name="Google Shape;1168;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69" name="Google Shape;1169;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70" name="Google Shape;1170;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1" name="Google Shape;1171;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2" name="Google Shape;1172;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73" name="Google Shape;1173;g1f3daf8a844_0_64"/>
          <p:cNvGrpSpPr/>
          <p:nvPr/>
        </p:nvGrpSpPr>
        <p:grpSpPr>
          <a:xfrm>
            <a:off x="-550" y="6984600"/>
            <a:ext cx="8596479" cy="808600"/>
            <a:chOff x="-550" y="6984600"/>
            <a:chExt cx="8596479" cy="808600"/>
          </a:xfrm>
        </p:grpSpPr>
        <p:sp>
          <p:nvSpPr>
            <p:cNvPr id="1174" name="Google Shape;1174;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75" name="Google Shape;1175;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76" name="Google Shape;1176;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77" name="Google Shape;1177;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78" name="Google Shape;1178;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79" name="Google Shape;1179;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80" name="Google Shape;1180;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81" name="Google Shape;1181;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182" name="Google Shape;1182;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183" name="Google Shape;1183;g1f3daf8a844_0_64"/>
          <p:cNvSpPr txBox="1"/>
          <p:nvPr/>
        </p:nvSpPr>
        <p:spPr>
          <a:xfrm>
            <a:off x="71739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cxnSp>
        <p:nvCxnSpPr>
          <p:cNvPr id="1184" name="Google Shape;118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89"/>
        <p:cNvGrpSpPr/>
        <p:nvPr/>
      </p:nvGrpSpPr>
      <p:grpSpPr>
        <a:xfrm>
          <a:off x="0" y="0"/>
          <a:ext cx="0" cy="0"/>
          <a:chOff x="0" y="0"/>
          <a:chExt cx="0" cy="0"/>
        </a:xfrm>
      </p:grpSpPr>
      <p:sp>
        <p:nvSpPr>
          <p:cNvPr id="1190" name="Google Shape;1190;g273c5b23c82_0_12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91" name="Google Shape;1191;g273c5b23c82_0_12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92" name="Google Shape;1192;g273c5b23c82_0_124"/>
          <p:cNvGrpSpPr/>
          <p:nvPr/>
        </p:nvGrpSpPr>
        <p:grpSpPr>
          <a:xfrm>
            <a:off x="3024000" y="209875"/>
            <a:ext cx="3096000" cy="454800"/>
            <a:chOff x="3024000" y="209875"/>
            <a:chExt cx="3096000" cy="454800"/>
          </a:xfrm>
        </p:grpSpPr>
        <p:sp>
          <p:nvSpPr>
            <p:cNvPr id="1193" name="Google Shape;1193;g273c5b23c82_0_12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4" name="Google Shape;1194;g273c5b23c82_0_12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95" name="Google Shape;1195;g273c5b23c82_0_124"/>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96" name="Google Shape;1196;g273c5b23c82_0_124"/>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big bigger biggest strong stronger strongest</a:t>
            </a:r>
            <a:endParaRPr sz="1800" b="0" i="0" u="none" strike="noStrike" cap="none">
              <a:solidFill>
                <a:srgbClr val="B7B7B7"/>
              </a:solidFill>
              <a:latin typeface="Jost"/>
              <a:ea typeface="Jost"/>
              <a:cs typeface="Jost"/>
              <a:sym typeface="Jost"/>
            </a:endParaRPr>
          </a:p>
        </p:txBody>
      </p:sp>
      <p:cxnSp>
        <p:nvCxnSpPr>
          <p:cNvPr id="1197" name="Google Shape;1197;g273c5b23c82_0_124"/>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98" name="Google Shape;1198;g273c5b23c82_0_12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99" name="Google Shape;1199;g273c5b23c82_0_12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00" name="Google Shape;1200;g273c5b23c82_0_12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201" name="Google Shape;1201;g273c5b23c82_0_12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02" name="Google Shape;1202;g273c5b23c82_0_124"/>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03" name="Google Shape;1203;g273c5b23c82_0_12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04" name="Google Shape;1204;g273c5b23c82_0_12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05" name="Google Shape;1205;g273c5b23c82_0_12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06" name="Google Shape;1206;g273c5b23c82_0_12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07" name="Google Shape;1207;g273c5b23c82_0_12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08" name="Google Shape;1208;g273c5b23c82_0_12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9" name="Google Shape;1209;g273c5b23c82_0_12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0" name="Google Shape;1210;g273c5b23c82_0_12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211" name="Google Shape;1211;g273c5b23c82_0_124"/>
          <p:cNvGrpSpPr/>
          <p:nvPr/>
        </p:nvGrpSpPr>
        <p:grpSpPr>
          <a:xfrm>
            <a:off x="-550" y="6984600"/>
            <a:ext cx="8596479" cy="808600"/>
            <a:chOff x="-550" y="6984600"/>
            <a:chExt cx="8596479" cy="808600"/>
          </a:xfrm>
        </p:grpSpPr>
        <p:sp>
          <p:nvSpPr>
            <p:cNvPr id="1212" name="Google Shape;1212;g273c5b23c82_0_12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213" name="Google Shape;1213;g273c5b23c82_0_12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214" name="Google Shape;1214;g273c5b23c82_0_12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215" name="Google Shape;1215;g273c5b23c82_0_12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216" name="Google Shape;1216;g273c5b23c82_0_12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217" name="Google Shape;1217;g273c5b23c82_0_12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218" name="Google Shape;1218;g273c5b23c82_0_12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219" name="Google Shape;1219;g273c5b23c82_0_12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220" name="Google Shape;1220;g273c5b23c82_0_12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221" name="Google Shape;1221;g273c5b23c82_0_124"/>
          <p:cNvSpPr txBox="1"/>
          <p:nvPr/>
        </p:nvSpPr>
        <p:spPr>
          <a:xfrm>
            <a:off x="22577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222" name="Google Shape;1222;g273c5b23c82_0_124"/>
          <p:cNvSpPr txBox="1"/>
          <p:nvPr/>
        </p:nvSpPr>
        <p:spPr>
          <a:xfrm>
            <a:off x="57163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993FA2"/>
                </a:solidFill>
                <a:latin typeface="Jost"/>
                <a:ea typeface="Jost"/>
                <a:cs typeface="Jost"/>
                <a:sym typeface="Jost"/>
              </a:rPr>
              <a:t>er</a:t>
            </a:r>
            <a:endParaRPr sz="5500" b="0" i="0" u="none" strike="noStrike" cap="none">
              <a:solidFill>
                <a:srgbClr val="993FA2"/>
              </a:solidFill>
              <a:latin typeface="Jost"/>
              <a:ea typeface="Jost"/>
              <a:cs typeface="Jost"/>
              <a:sym typeface="Jost"/>
            </a:endParaRPr>
          </a:p>
        </p:txBody>
      </p:sp>
      <p:sp>
        <p:nvSpPr>
          <p:cNvPr id="1223" name="Google Shape;1223;g273c5b23c82_0_124"/>
          <p:cNvSpPr txBox="1"/>
          <p:nvPr/>
        </p:nvSpPr>
        <p:spPr>
          <a:xfrm>
            <a:off x="11049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224" name="Google Shape;1224;g273c5b23c82_0_124"/>
          <p:cNvSpPr txBox="1"/>
          <p:nvPr/>
        </p:nvSpPr>
        <p:spPr>
          <a:xfrm>
            <a:off x="45634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225" name="Google Shape;1225;g273c5b23c82_0_124"/>
          <p:cNvSpPr txBox="1"/>
          <p:nvPr/>
        </p:nvSpPr>
        <p:spPr>
          <a:xfrm>
            <a:off x="68691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226" name="Google Shape;1226;g273c5b23c82_0_124"/>
          <p:cNvSpPr txBox="1"/>
          <p:nvPr/>
        </p:nvSpPr>
        <p:spPr>
          <a:xfrm>
            <a:off x="2095450" y="2160375"/>
            <a:ext cx="722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227" name="Google Shape;1227;g273c5b23c82_0_124"/>
          <p:cNvSpPr txBox="1"/>
          <p:nvPr/>
        </p:nvSpPr>
        <p:spPr>
          <a:xfrm>
            <a:off x="5259106"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228" name="Google Shape;1228;g273c5b23c82_0_124"/>
          <p:cNvSpPr txBox="1"/>
          <p:nvPr/>
        </p:nvSpPr>
        <p:spPr>
          <a:xfrm>
            <a:off x="9525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229" name="Google Shape;1229;g273c5b23c82_0_124"/>
          <p:cNvSpPr txBox="1"/>
          <p:nvPr/>
        </p:nvSpPr>
        <p:spPr>
          <a:xfrm>
            <a:off x="3095951" y="2160375"/>
            <a:ext cx="722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230" name="Google Shape;1230;g273c5b23c82_0_124"/>
          <p:cNvSpPr txBox="1"/>
          <p:nvPr/>
        </p:nvSpPr>
        <p:spPr>
          <a:xfrm>
            <a:off x="410625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231" name="Google Shape;1231;g273c5b23c82_0_124"/>
          <p:cNvSpPr txBox="1"/>
          <p:nvPr/>
        </p:nvSpPr>
        <p:spPr>
          <a:xfrm>
            <a:off x="34106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232" name="Google Shape;1232;g273c5b23c82_0_124"/>
          <p:cNvSpPr txBox="1"/>
          <p:nvPr/>
        </p:nvSpPr>
        <p:spPr>
          <a:xfrm>
            <a:off x="63357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233" name="Google Shape;1233;g273c5b23c82_0_124"/>
          <p:cNvSpPr txBox="1"/>
          <p:nvPr/>
        </p:nvSpPr>
        <p:spPr>
          <a:xfrm>
            <a:off x="7173955"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493</Words>
  <Application>Microsoft Office PowerPoint</Application>
  <PresentationFormat>On-screen Show (4:3)</PresentationFormat>
  <Paragraphs>190</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Poppins Medium</vt:lpstr>
      <vt:lpstr>Arial</vt:lpstr>
      <vt:lpstr>Jost</vt:lpstr>
      <vt:lpstr>Poppins</vt:lpstr>
      <vt:lpstr>Calibri</vt:lpstr>
      <vt:lpstr>Nunito Black</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2026-06-03T01:07:23Z</dcterms:modified>
</cp:coreProperties>
</file>