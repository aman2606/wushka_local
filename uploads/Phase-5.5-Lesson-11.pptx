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idlAX57/BGrSkCkrf+v/yWtL8M2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F84714-0D01-40A2-87B0-7EE5DB0C8E2E}">
  <a:tblStyle styleId="{77F84714-0D01-40A2-87B0-7EE5DB0C8E2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d2822a3c8a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d2822a3c8a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d2822a3c8a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d2822a3c8a_0_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d2822a3c8a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d2822a3c8a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387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/igh/ </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3 -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11</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6.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2.png"/><Relationship Id="rId21" Type="http://schemas.openxmlformats.org/officeDocument/2006/relationships/image" Target="../media/image49.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6.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2.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9.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5.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8.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5.png"/><Relationship Id="rId40" Type="http://schemas.openxmlformats.org/officeDocument/2006/relationships/image" Target="../media/image96.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99.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notesSlide" Target="../notesSlides/notesSlide7.xml"/><Relationship Id="rId16"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_rels/slide8.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18" Type="http://schemas.openxmlformats.org/officeDocument/2006/relationships/image" Target="../media/image134.png"/><Relationship Id="rId26" Type="http://schemas.openxmlformats.org/officeDocument/2006/relationships/image" Target="../media/image142.png"/><Relationship Id="rId3" Type="http://schemas.openxmlformats.org/officeDocument/2006/relationships/image" Target="../media/image119.png"/><Relationship Id="rId21" Type="http://schemas.openxmlformats.org/officeDocument/2006/relationships/image" Target="../media/image137.png"/><Relationship Id="rId7" Type="http://schemas.openxmlformats.org/officeDocument/2006/relationships/image" Target="../media/image123.png"/><Relationship Id="rId12" Type="http://schemas.openxmlformats.org/officeDocument/2006/relationships/image" Target="../media/image128.png"/><Relationship Id="rId17" Type="http://schemas.openxmlformats.org/officeDocument/2006/relationships/image" Target="../media/image133.png"/><Relationship Id="rId25" Type="http://schemas.openxmlformats.org/officeDocument/2006/relationships/image" Target="../media/image141.png"/><Relationship Id="rId2" Type="http://schemas.openxmlformats.org/officeDocument/2006/relationships/notesSlide" Target="../notesSlides/notesSlide8.xml"/><Relationship Id="rId16" Type="http://schemas.openxmlformats.org/officeDocument/2006/relationships/image" Target="../media/image132.png"/><Relationship Id="rId20" Type="http://schemas.openxmlformats.org/officeDocument/2006/relationships/image" Target="../media/image136.png"/><Relationship Id="rId29" Type="http://schemas.openxmlformats.org/officeDocument/2006/relationships/image" Target="../media/image145.png"/><Relationship Id="rId1" Type="http://schemas.openxmlformats.org/officeDocument/2006/relationships/slideLayout" Target="../slideLayouts/slideLayout3.xml"/><Relationship Id="rId6" Type="http://schemas.openxmlformats.org/officeDocument/2006/relationships/image" Target="../media/image122.png"/><Relationship Id="rId11" Type="http://schemas.openxmlformats.org/officeDocument/2006/relationships/image" Target="../media/image127.png"/><Relationship Id="rId24" Type="http://schemas.openxmlformats.org/officeDocument/2006/relationships/image" Target="../media/image140.png"/><Relationship Id="rId5" Type="http://schemas.openxmlformats.org/officeDocument/2006/relationships/image" Target="../media/image121.png"/><Relationship Id="rId15" Type="http://schemas.openxmlformats.org/officeDocument/2006/relationships/image" Target="../media/image131.png"/><Relationship Id="rId23" Type="http://schemas.openxmlformats.org/officeDocument/2006/relationships/image" Target="../media/image139.png"/><Relationship Id="rId28" Type="http://schemas.openxmlformats.org/officeDocument/2006/relationships/image" Target="../media/image144.png"/><Relationship Id="rId10" Type="http://schemas.openxmlformats.org/officeDocument/2006/relationships/image" Target="../media/image126.png"/><Relationship Id="rId19" Type="http://schemas.openxmlformats.org/officeDocument/2006/relationships/image" Target="../media/image135.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 Id="rId22" Type="http://schemas.openxmlformats.org/officeDocument/2006/relationships/image" Target="../media/image138.png"/><Relationship Id="rId27" Type="http://schemas.openxmlformats.org/officeDocument/2006/relationships/image" Target="../media/image143.png"/><Relationship Id="rId30" Type="http://schemas.openxmlformats.org/officeDocument/2006/relationships/image" Target="../media/image146.png"/></Relationships>
</file>

<file path=ppt/slides/_rels/slide9.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3" Type="http://schemas.openxmlformats.org/officeDocument/2006/relationships/image" Target="../media/image147.png"/><Relationship Id="rId7" Type="http://schemas.openxmlformats.org/officeDocument/2006/relationships/image" Target="../media/image151.png"/><Relationship Id="rId12" Type="http://schemas.openxmlformats.org/officeDocument/2006/relationships/image" Target="../media/image15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0.png"/><Relationship Id="rId11" Type="http://schemas.openxmlformats.org/officeDocument/2006/relationships/image" Target="../media/image155.png"/><Relationship Id="rId5" Type="http://schemas.openxmlformats.org/officeDocument/2006/relationships/image" Target="../media/image149.png"/><Relationship Id="rId15" Type="http://schemas.openxmlformats.org/officeDocument/2006/relationships/image" Target="../media/image159.png"/><Relationship Id="rId10" Type="http://schemas.openxmlformats.org/officeDocument/2006/relationships/image" Target="../media/image154.png"/><Relationship Id="rId4" Type="http://schemas.openxmlformats.org/officeDocument/2006/relationships/image" Target="../media/image148.png"/><Relationship Id="rId9" Type="http://schemas.openxmlformats.org/officeDocument/2006/relationships/image" Target="../media/image153.png"/><Relationship Id="rId14" Type="http://schemas.openxmlformats.org/officeDocument/2006/relationships/image" Target="../media/image158.png"/></Relationships>
</file>

<file path=ppt/slides/_rels/slide10.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2" Type="http://schemas.openxmlformats.org/officeDocument/2006/relationships/notesSlide" Target="../notesSlides/notesSlide10.xml"/><Relationship Id="rId16" Type="http://schemas.openxmlformats.org/officeDocument/2006/relationships/image" Target="../media/image173.png"/><Relationship Id="rId1" Type="http://schemas.openxmlformats.org/officeDocument/2006/relationships/slideLayout" Target="../slideLayouts/slideLayout3.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11.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/igh/;</a:t>
            </a:r>
            <a:br>
              <a:rPr lang="en-US" sz="3000"/>
            </a:br>
            <a:r>
              <a:rPr lang="en-US" sz="3000"/>
              <a:t>igh ie</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11</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{77F84714-0D01-40A2-87B0-7EE5DB0C8E2E}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/igh/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/igh/ </a:t>
            </a:r>
            <a:r>
              <a:rPr lang="en-US"/>
              <a:t>sound family spelling patterns.</a:t>
            </a:r>
            <a:endParaRPr/>
          </a:p>
        </p:txBody>
      </p:sp>
      <p:sp>
        <p:nvSpPr>
          <p:cNvPr id="662" name="Google Shape;662;g2bee4f4af4b_0_204"/>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22538"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3387516" y="381742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2055204"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0400" y="2053250"/>
            <a:ext cx="1315420" cy="1861922"/>
          </a:xfrm>
          <a:prstGeom prst="rect">
            <a:avLst/>
          </a:prstGeom>
          <a:noFill/>
          <a:ln>
            <a:noFill/>
          </a:ln>
          <a:effectLst>
            <a:outerShdw blurRad="71438" dist="28575" dir="5400000" algn="bl" rotWithShape="0">
              <a:srgbClr val="000000">
                <a:alpha val="15686"/>
              </a:srgbClr>
            </a:outerShdw>
          </a:effectLst>
        </p:spPr>
      </p:pic>
      <p:pic>
        <p:nvPicPr>
          <p:cNvPr id="796" name="Google Shape;796;g2cdbdd49f8e_0_0"/>
          <p:cNvPicPr preferRelativeResize="0"/>
          <p:nvPr/>
        </p:nvPicPr>
        <p:blipFill rotWithShape="1">
          <a:blip r:embed="rId4">
            <a:alphaModFix/>
          </a:blip>
          <a:srcRect l="79" r="79"/>
          <a:stretch/>
        </p:blipFill>
        <p:spPr>
          <a:xfrm>
            <a:off x="5358480" y="2053250"/>
            <a:ext cx="1315420" cy="1861922"/>
          </a:xfrm>
          <a:prstGeom prst="rect">
            <a:avLst/>
          </a:prstGeom>
          <a:noFill/>
          <a:ln>
            <a:noFill/>
          </a:ln>
          <a:effectLst>
            <a:outerShdw blurRad="71438" dist="28575" dir="5400000" algn="bl" rotWithShape="0">
              <a:srgbClr val="000000">
                <a:alpha val="15686"/>
              </a:srgbClr>
            </a:outerShdw>
          </a:effectLst>
        </p:spPr>
      </p:pic>
      <p:pic>
        <p:nvPicPr>
          <p:cNvPr id="797" name="Google Shape;797;g2cdbdd49f8e_0_0"/>
          <p:cNvPicPr preferRelativeResize="0"/>
          <p:nvPr/>
        </p:nvPicPr>
        <p:blipFill rotWithShape="1">
          <a:blip r:embed="rId5">
            <a:alphaModFix/>
          </a:blip>
          <a:srcRect l="19" r="29"/>
          <a:stretch/>
        </p:blipFill>
        <p:spPr>
          <a:xfrm>
            <a:off x="2406425" y="2053250"/>
            <a:ext cx="1315420" cy="1861926"/>
          </a:xfrm>
          <a:prstGeom prst="rect">
            <a:avLst/>
          </a:prstGeom>
          <a:noFill/>
          <a:ln>
            <a:noFill/>
          </a:ln>
          <a:effectLst>
            <a:outerShdw blurRad="71438" dist="28575" dir="5400000" algn="bl" rotWithShape="0">
              <a:srgbClr val="000000">
                <a:alpha val="15686"/>
              </a:srgbClr>
            </a:outerShdw>
          </a:effectLst>
        </p:spPr>
      </p:pic>
      <p:pic>
        <p:nvPicPr>
          <p:cNvPr id="798" name="Google Shape;798;g2cdbdd49f8e_0_0"/>
          <p:cNvPicPr preferRelativeResize="0"/>
          <p:nvPr/>
        </p:nvPicPr>
        <p:blipFill rotWithShape="1">
          <a:blip r:embed="rId6">
            <a:alphaModFix/>
          </a:blip>
          <a:srcRect l="19" r="29"/>
          <a:stretch/>
        </p:blipFill>
        <p:spPr>
          <a:xfrm>
            <a:off x="3882455" y="2053250"/>
            <a:ext cx="1315420" cy="1861926"/>
          </a:xfrm>
          <a:prstGeom prst="rect">
            <a:avLst/>
          </a:prstGeom>
          <a:noFill/>
          <a:ln>
            <a:noFill/>
          </a:ln>
          <a:effectLst>
            <a:outerShdw blurRad="71438" dist="28575" dir="5400000" algn="bl" rotWithShape="0">
              <a:srgbClr val="000000">
                <a:alpha val="15686"/>
              </a:srgbClr>
            </a:outerShdw>
          </a:effectLst>
        </p:spPr>
      </p:pic>
      <p:pic>
        <p:nvPicPr>
          <p:cNvPr id="799" name="Google Shape;799;g2cdbdd49f8e_0_0"/>
          <p:cNvPicPr preferRelativeResize="0"/>
          <p:nvPr/>
        </p:nvPicPr>
        <p:blipFill rotWithShape="1">
          <a:blip r:embed="rId7">
            <a:alphaModFix/>
          </a:blip>
          <a:srcRect l="19" r="29"/>
          <a:stretch/>
        </p:blipFill>
        <p:spPr>
          <a:xfrm>
            <a:off x="6834506" y="2053250"/>
            <a:ext cx="1315420" cy="1861926"/>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6" name="Google Shape;806;g26b7edf6e71_0_109"/>
          <p:cNvGrpSpPr/>
          <p:nvPr/>
        </p:nvGrpSpPr>
        <p:grpSpPr>
          <a:xfrm>
            <a:off x="865957" y="2135925"/>
            <a:ext cx="7282807" cy="2686611"/>
            <a:chOff x="867357" y="2129450"/>
            <a:chExt cx="7282807" cy="2686611"/>
          </a:xfrm>
        </p:grpSpPr>
        <p:pic>
          <p:nvPicPr>
            <p:cNvPr id="807" name="Google Shape;80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27" name="Google Shape;827;g2c298d33e0c_0_6"/>
          <p:cNvGrpSpPr/>
          <p:nvPr/>
        </p:nvGrpSpPr>
        <p:grpSpPr>
          <a:xfrm>
            <a:off x="866900" y="2133161"/>
            <a:ext cx="7281864" cy="2684601"/>
            <a:chOff x="868300" y="2129450"/>
            <a:chExt cx="7281864" cy="2684601"/>
          </a:xfrm>
        </p:grpSpPr>
        <p:pic>
          <p:nvPicPr>
            <p:cNvPr id="828" name="Google Shape;82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2" name="Google Shape;83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2" name="Google Shape;862;g2c298da1f27_0_455"/>
          <p:cNvGrpSpPr/>
          <p:nvPr/>
        </p:nvGrpSpPr>
        <p:grpSpPr>
          <a:xfrm>
            <a:off x="868300" y="2129450"/>
            <a:ext cx="7281864" cy="2684601"/>
            <a:chOff x="868300" y="2053250"/>
            <a:chExt cx="7281864" cy="2684601"/>
          </a:xfrm>
        </p:grpSpPr>
        <p:pic>
          <p:nvPicPr>
            <p:cNvPr id="863" name="Google Shape;863;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4" name="Google Shape;864;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5" name="Google Shape;865;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6" name="Google Shape;866;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1" name="Google Shape;871;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2" name="Google Shape;872;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3" name="Google Shape;873;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4" name="Google Shape;874;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2" name="Google Shape;882;g2c298da1f27_1_0"/>
          <p:cNvGrpSpPr/>
          <p:nvPr/>
        </p:nvGrpSpPr>
        <p:grpSpPr>
          <a:xfrm>
            <a:off x="868300" y="2129450"/>
            <a:ext cx="7281864" cy="2688001"/>
            <a:chOff x="868300" y="2129450"/>
            <a:chExt cx="7281864" cy="2688001"/>
          </a:xfrm>
        </p:grpSpPr>
        <p:pic>
          <p:nvPicPr>
            <p:cNvPr id="883" name="Google Shape;883;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cdbdd193bb_0_343"/>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a:t>Review Phase 5.5 Common Exception Word </a:t>
            </a:r>
            <a:br>
              <a:rPr lang="en-US"/>
            </a:br>
            <a:r>
              <a:rPr lang="en-US">
                <a:solidFill>
                  <a:srgbClr val="2356AF"/>
                </a:solidFill>
              </a:rPr>
              <a:t>people</a:t>
            </a:r>
            <a:r>
              <a:rPr lang="en-US"/>
              <a:t>.</a:t>
            </a:r>
            <a:endParaRPr/>
          </a:p>
        </p:txBody>
      </p:sp>
      <p:pic>
        <p:nvPicPr>
          <p:cNvPr id="903" name="Google Shape;903;g2cdbdd193bb_0_343"/>
          <p:cNvPicPr preferRelativeResize="0"/>
          <p:nvPr/>
        </p:nvPicPr>
        <p:blipFill rotWithShape="1">
          <a:blip r:embed="rId3">
            <a:alphaModFix/>
          </a:blip>
          <a:srcRect/>
          <a:stretch/>
        </p:blipFill>
        <p:spPr>
          <a:xfrm>
            <a:off x="2792917" y="2129450"/>
            <a:ext cx="3558167"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d2822a3c8a_0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0" name="Google Shape;910;g2d2822a3c8a_0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11" name="Google Shape;911;g2d2822a3c8a_0_32"/>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12" name="Google Shape;912;g2d2822a3c8a_0_3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13" name="Google Shape;913;g2d2822a3c8a_0_32"/>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r</a:t>
            </a:r>
            <a:r>
              <a:rPr lang="en-US" sz="5800" b="0" i="0" u="none" strike="noStrike" cap="none">
                <a:solidFill>
                  <a:srgbClr val="00904C"/>
                </a:solidFill>
                <a:latin typeface="Jost"/>
                <a:ea typeface="Jost"/>
                <a:cs typeface="Jost"/>
                <a:sym typeface="Jost"/>
              </a:rPr>
              <a:t>igh</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14" name="Google Shape;914;g2d2822a3c8a_0_32"/>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n</a:t>
            </a:r>
            <a:r>
              <a:rPr lang="en-US" sz="5800" b="0" i="0" u="none" strike="noStrike" cap="none">
                <a:solidFill>
                  <a:srgbClr val="00904C"/>
                </a:solidFill>
                <a:latin typeface="Jost"/>
                <a:ea typeface="Jost"/>
                <a:cs typeface="Jost"/>
                <a:sym typeface="Jost"/>
              </a:rPr>
              <a:t>igh</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15" name="Google Shape;915;g2d2822a3c8a_0_32"/>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a:t>
            </a:r>
            <a:r>
              <a:rPr lang="en-US" sz="5800" b="0" i="0" u="none" strike="noStrike" cap="none">
                <a:solidFill>
                  <a:srgbClr val="00904C"/>
                </a:solidFill>
                <a:latin typeface="Jost"/>
                <a:ea typeface="Jost"/>
                <a:cs typeface="Jost"/>
                <a:sym typeface="Jost"/>
              </a:rPr>
              <a:t>igh</a:t>
            </a:r>
            <a:r>
              <a:rPr lang="en-US" sz="5800" b="0" i="0" u="none" strike="noStrike" cap="none">
                <a:solidFill>
                  <a:srgbClr val="2356AF"/>
                </a:solidFill>
                <a:latin typeface="Jost"/>
                <a:ea typeface="Jost"/>
                <a:cs typeface="Jost"/>
                <a:sym typeface="Jost"/>
              </a:rPr>
              <a:t>t </a:t>
            </a:r>
            <a:endParaRPr sz="5800" b="0" i="0" u="none" strike="noStrike" cap="none">
              <a:solidFill>
                <a:srgbClr val="2356AF"/>
              </a:solidFill>
              <a:latin typeface="Jost"/>
              <a:ea typeface="Jost"/>
              <a:cs typeface="Jost"/>
              <a:sym typeface="Jost"/>
            </a:endParaRPr>
          </a:p>
        </p:txBody>
      </p:sp>
      <p:sp>
        <p:nvSpPr>
          <p:cNvPr id="916" name="Google Shape;916;g2d2822a3c8a_0_32"/>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33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3" name="Google Shape;92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24" name="Google Shape;924;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25" name="Google Shape;92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6" name="Google Shape;926;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a:t>
            </a:r>
            <a:r>
              <a:rPr lang="en-US" sz="5800" b="0" i="0" u="none" strike="noStrike" cap="none">
                <a:solidFill>
                  <a:srgbClr val="815137"/>
                </a:solidFill>
                <a:latin typeface="Jost"/>
                <a:ea typeface="Jost"/>
                <a:cs typeface="Jost"/>
                <a:sym typeface="Jost"/>
              </a:rPr>
              <a:t>ie </a:t>
            </a:r>
            <a:endParaRPr sz="5800" b="0" i="0" u="none" strike="noStrike" cap="none">
              <a:solidFill>
                <a:srgbClr val="815137"/>
              </a:solidFill>
              <a:latin typeface="Jost"/>
              <a:ea typeface="Jost"/>
              <a:cs typeface="Jost"/>
              <a:sym typeface="Jost"/>
            </a:endParaRPr>
          </a:p>
        </p:txBody>
      </p:sp>
      <p:sp>
        <p:nvSpPr>
          <p:cNvPr id="927" name="Google Shape;927;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d</a:t>
            </a:r>
            <a:r>
              <a:rPr lang="en-US" sz="5800" b="0" i="0" u="none" strike="noStrike" cap="none">
                <a:solidFill>
                  <a:srgbClr val="815137"/>
                </a:solidFill>
                <a:latin typeface="Jost"/>
                <a:ea typeface="Jost"/>
                <a:cs typeface="Jost"/>
                <a:sym typeface="Jost"/>
              </a:rPr>
              <a:t>ie</a:t>
            </a:r>
            <a:endParaRPr sz="5800" b="0" i="0" u="none" strike="noStrike" cap="none">
              <a:solidFill>
                <a:srgbClr val="815137"/>
              </a:solidFill>
              <a:latin typeface="Jost"/>
              <a:ea typeface="Jost"/>
              <a:cs typeface="Jost"/>
              <a:sym typeface="Jost"/>
            </a:endParaRPr>
          </a:p>
        </p:txBody>
      </p:sp>
      <p:sp>
        <p:nvSpPr>
          <p:cNvPr id="928" name="Google Shape;928;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a:t>
            </a:r>
            <a:r>
              <a:rPr lang="en-US" sz="5800" b="0" i="0" u="none" strike="noStrike" cap="none">
                <a:solidFill>
                  <a:srgbClr val="815137"/>
                </a:solidFill>
                <a:latin typeface="Jost"/>
                <a:ea typeface="Jost"/>
                <a:cs typeface="Jost"/>
                <a:sym typeface="Jost"/>
              </a:rPr>
              <a:t>ie </a:t>
            </a:r>
            <a:endParaRPr sz="5800" b="0" i="0" u="none" strike="noStrike" cap="none">
              <a:solidFill>
                <a:srgbClr val="815137"/>
              </a:solidFill>
              <a:latin typeface="Jost"/>
              <a:ea typeface="Jost"/>
              <a:cs typeface="Jost"/>
              <a:sym typeface="Jost"/>
            </a:endParaRPr>
          </a:p>
        </p:txBody>
      </p:sp>
      <p:sp>
        <p:nvSpPr>
          <p:cNvPr id="929" name="Google Shape;929;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36" name="Google Shape;93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7" name="Google Shape;93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38" name="Google Shape;93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45" name="Google Shape;94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6" name="Google Shape;94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47" name="Google Shape;94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54" name="Google Shape;95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55" name="Google Shape;95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56" name="Google Shape;95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3" name="Google Shape;96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4" name="Google Shape;96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5" name="Google Shape;96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2" name="Google Shape;97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73" name="Google Shape;973;g1f3daf8a844_0_64"/>
          <p:cNvGrpSpPr/>
          <p:nvPr/>
        </p:nvGrpSpPr>
        <p:grpSpPr>
          <a:xfrm>
            <a:off x="3024000" y="209875"/>
            <a:ext cx="3096000" cy="454800"/>
            <a:chOff x="3024000" y="209875"/>
            <a:chExt cx="3096000" cy="454800"/>
          </a:xfrm>
        </p:grpSpPr>
        <p:sp>
          <p:nvSpPr>
            <p:cNvPr id="974" name="Google Shape;97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76" name="Google Shape;97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77" name="Google Shape;97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8" name="Google Shape;97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9" name="Google Shape;97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0" name="Google Shape;98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1" name="Google Shape;981;g1f3daf8a844_0_64"/>
          <p:cNvSpPr txBox="1"/>
          <p:nvPr/>
        </p:nvSpPr>
        <p:spPr>
          <a:xfrm>
            <a:off x="2198700" y="960050"/>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igh</a:t>
            </a:r>
            <a:endParaRPr sz="5500" b="0" i="0" u="none" strike="noStrike" cap="none">
              <a:solidFill>
                <a:srgbClr val="00904C"/>
              </a:solidFill>
              <a:latin typeface="Jost"/>
              <a:ea typeface="Jost"/>
              <a:cs typeface="Jost"/>
              <a:sym typeface="Jost"/>
            </a:endParaRPr>
          </a:p>
        </p:txBody>
      </p:sp>
      <p:sp>
        <p:nvSpPr>
          <p:cNvPr id="982" name="Google Shape;982;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83" name="Google Shape;98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84" name="Google Shape;984;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85" name="Google Shape;98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86" name="Google Shape;986;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87" name="Google Shape;987;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FFD403"/>
              </a:solidFill>
              <a:latin typeface="Jost"/>
              <a:ea typeface="Jost"/>
              <a:cs typeface="Jost"/>
              <a:sym typeface="Jost"/>
            </a:endParaRPr>
          </a:p>
        </p:txBody>
      </p:sp>
      <p:sp>
        <p:nvSpPr>
          <p:cNvPr id="988" name="Google Shape;988;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89" name="Google Shape;989;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sp>
        <p:nvSpPr>
          <p:cNvPr id="990" name="Google Shape;990;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91" name="Google Shape;99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92" name="Google Shape;992;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93" name="Google Shape;993;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994" name="Google Shape;99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d2822a3c8a_0_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1" name="Google Shape;1001;g2d2822a3c8a_0_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02" name="Google Shape;1002;g2d2822a3c8a_0_49"/>
          <p:cNvGrpSpPr/>
          <p:nvPr/>
        </p:nvGrpSpPr>
        <p:grpSpPr>
          <a:xfrm>
            <a:off x="3024000" y="209875"/>
            <a:ext cx="3096000" cy="454800"/>
            <a:chOff x="3024000" y="209875"/>
            <a:chExt cx="3096000" cy="454800"/>
          </a:xfrm>
        </p:grpSpPr>
        <p:sp>
          <p:nvSpPr>
            <p:cNvPr id="1003" name="Google Shape;1003;g2d2822a3c8a_0_4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d2822a3c8a_0_4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5" name="Google Shape;1005;g2d2822a3c8a_0_4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06" name="Google Shape;1006;g2d2822a3c8a_0_4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07" name="Google Shape;1007;g2d2822a3c8a_0_4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8" name="Google Shape;1008;g2d2822a3c8a_0_4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9" name="Google Shape;1009;g2d2822a3c8a_0_4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0" name="Google Shape;1010;g2d2822a3c8a_0_4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1" name="Google Shape;1011;g2d2822a3c8a_0_49"/>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high sigh fight light right die lie pie tie cried fried</a:t>
            </a:r>
            <a:endParaRPr sz="1800" b="0" i="0" u="none" strike="noStrike" cap="none">
              <a:solidFill>
                <a:srgbClr val="B7B7B7"/>
              </a:solidFill>
              <a:latin typeface="Jost"/>
              <a:ea typeface="Jost"/>
              <a:cs typeface="Jost"/>
              <a:sym typeface="Jost"/>
            </a:endParaRPr>
          </a:p>
        </p:txBody>
      </p:sp>
      <p:sp>
        <p:nvSpPr>
          <p:cNvPr id="1012" name="Google Shape;1012;g2d2822a3c8a_0_49"/>
          <p:cNvSpPr txBox="1"/>
          <p:nvPr/>
        </p:nvSpPr>
        <p:spPr>
          <a:xfrm>
            <a:off x="2198700" y="960050"/>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igh</a:t>
            </a:r>
            <a:endParaRPr sz="5500" b="0" i="0" u="none" strike="noStrike" cap="none">
              <a:solidFill>
                <a:srgbClr val="00904C"/>
              </a:solidFill>
              <a:latin typeface="Jost"/>
              <a:ea typeface="Jost"/>
              <a:cs typeface="Jost"/>
              <a:sym typeface="Jost"/>
            </a:endParaRPr>
          </a:p>
        </p:txBody>
      </p:sp>
      <p:sp>
        <p:nvSpPr>
          <p:cNvPr id="1013" name="Google Shape;1013;g2d2822a3c8a_0_49"/>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14" name="Google Shape;1014;g2d2822a3c8a_0_4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15" name="Google Shape;1015;g2d2822a3c8a_0_49"/>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cxnSp>
        <p:nvCxnSpPr>
          <p:cNvPr id="1016" name="Google Shape;1016;g2d2822a3c8a_0_4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17" name="Google Shape;1017;g2d2822a3c8a_0_4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18" name="Google Shape;1018;g2d2822a3c8a_0_49"/>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19" name="Google Shape;1019;g2d2822a3c8a_0_49"/>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FFD403"/>
              </a:solidFill>
              <a:latin typeface="Jost"/>
              <a:ea typeface="Jost"/>
              <a:cs typeface="Jost"/>
              <a:sym typeface="Jost"/>
            </a:endParaRPr>
          </a:p>
        </p:txBody>
      </p:sp>
      <p:sp>
        <p:nvSpPr>
          <p:cNvPr id="1020" name="Google Shape;1020;g2d2822a3c8a_0_49"/>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21" name="Google Shape;1021;g2d2822a3c8a_0_49"/>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sp>
        <p:nvSpPr>
          <p:cNvPr id="1022" name="Google Shape;1022;g2d2822a3c8a_0_49"/>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23" name="Google Shape;1023;g2d2822a3c8a_0_49"/>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24" name="Google Shape;1024;g2d2822a3c8a_0_49"/>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25" name="Google Shape;1025;g2d2822a3c8a_0_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387</Words>
  <Application>Microsoft Office PowerPoint</Application>
  <PresentationFormat>On-screen Show (4:3)</PresentationFormat>
  <Paragraphs>121</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Jost</vt:lpstr>
      <vt:lpstr>Calibri</vt:lpstr>
      <vt:lpstr>Poppins</vt:lpstr>
      <vt:lpstr>Nunito Black</vt:lpstr>
      <vt:lpstr>Arial</vt:lpstr>
      <vt:lpstr>Poppins Medium</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  people.</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2026-05-22T04:42:58Z</dcterms:modified>
</cp:coreProperties>
</file>