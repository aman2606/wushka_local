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AChLq6L4lq7QGO9sgVhbF5KZB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4FE080-B1E4-43AA-986C-87B7F1545954}">
  <a:tblStyle styleId="{FB4FE080-B1E4-43AA-986C-87B7F154595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4" name="Google Shape;814;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0" name="Google Shape;85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d067a69799_0_1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d067a69799_0_1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d067a69799_0_1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d067a69799_0_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d067a69799_0_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d067a69799_0_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d067a69799_0_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d067a69799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d067a69799_0_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6" name="Google Shape;1086;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7" name="Google Shape;1087;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Compare 'er' and 'ur'</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11 -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60"/>
        <p:cNvGrpSpPr/>
        <p:nvPr/>
      </p:nvGrpSpPr>
      <p:grpSpPr>
        <a:xfrm>
          <a:off x="0" y="0"/>
          <a:ext cx="0" cy="0"/>
          <a:chOff x="0" y="0"/>
          <a:chExt cx="0" cy="0"/>
        </a:xfrm>
      </p:grpSpPr>
      <p:sp>
        <p:nvSpPr>
          <p:cNvPr id="161" name="Google Shape;161;g2c71408be6c_0_1705"/>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Independent Reading</a:t>
            </a:r>
            <a:endParaRPr sz="3200" b="0" i="0" u="none" strike="noStrike" cap="none">
              <a:solidFill>
                <a:srgbClr val="2F286F"/>
              </a:solidFill>
              <a:latin typeface="Poppins Medium"/>
              <a:ea typeface="Poppins Medium"/>
              <a:cs typeface="Poppins Medium"/>
              <a:sym typeface="Poppins Medium"/>
            </a:endParaRPr>
          </a:p>
        </p:txBody>
      </p:sp>
      <p:cxnSp>
        <p:nvCxnSpPr>
          <p:cNvPr id="162" name="Google Shape;162;g2c71408be6c_0_1705"/>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c71408be6c_0_170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c71408be6c_0_1705"/>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65" name="Google Shape;165;g2c71408be6c_0_1705"/>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2F286F"/>
                </a:solidFill>
                <a:latin typeface="Poppins Medium"/>
                <a:ea typeface="Poppins Medium"/>
                <a:cs typeface="Poppins Medium"/>
                <a:sym typeface="Poppins Medium"/>
              </a:rPr>
              <a:t>Decodable Readers &amp; Teacher Book Activities</a:t>
            </a:r>
            <a:endParaRPr sz="1100" b="0" i="0" u="none" strike="noStrike" cap="none">
              <a:solidFill>
                <a:srgbClr val="2F286F"/>
              </a:solidFill>
              <a:latin typeface="Poppins Medium"/>
              <a:ea typeface="Poppins Medium"/>
              <a:cs typeface="Poppins Medium"/>
              <a:sym typeface="Poppins Medium"/>
            </a:endParaRPr>
          </a:p>
        </p:txBody>
      </p:sp>
      <p:grpSp>
        <p:nvGrpSpPr>
          <p:cNvPr id="167" name="Google Shape;167;g2c71408be6c_0_1705"/>
          <p:cNvGrpSpPr/>
          <p:nvPr/>
        </p:nvGrpSpPr>
        <p:grpSpPr>
          <a:xfrm>
            <a:off x="8199150" y="5983875"/>
            <a:ext cx="586800" cy="571500"/>
            <a:chOff x="7894350" y="6212475"/>
            <a:chExt cx="586800" cy="571500"/>
          </a:xfrm>
        </p:grpSpPr>
        <p:sp>
          <p:nvSpPr>
            <p:cNvPr id="168" name="Google Shape;168;g2c71408be6c_0_170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c71408be6c_0_170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c71408be6c_0_170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c71408be6c_0_1705"/>
          <p:cNvGrpSpPr/>
          <p:nvPr/>
        </p:nvGrpSpPr>
        <p:grpSpPr>
          <a:xfrm>
            <a:off x="-36800" y="-52000"/>
            <a:ext cx="9236100" cy="543750"/>
            <a:chOff x="-36800" y="-52000"/>
            <a:chExt cx="9236100" cy="543750"/>
          </a:xfrm>
        </p:grpSpPr>
        <p:sp>
          <p:nvSpPr>
            <p:cNvPr id="172" name="Google Shape;172;g2c71408be6c_0_170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c71408be6c_0_1705"/>
            <p:cNvGrpSpPr/>
            <p:nvPr/>
          </p:nvGrpSpPr>
          <p:grpSpPr>
            <a:xfrm>
              <a:off x="1900680" y="88250"/>
              <a:ext cx="1337400" cy="403500"/>
              <a:chOff x="565600" y="88250"/>
              <a:chExt cx="1337400" cy="403500"/>
            </a:xfrm>
          </p:grpSpPr>
          <p:sp>
            <p:nvSpPr>
              <p:cNvPr id="174" name="Google Shape;174;g2c71408be6c_0_170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c71408be6c_0_170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c71408be6c_0_170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c71408be6c_0_170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c71408be6c_0_170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c71408be6c_0_170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c71408be6c_0_170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c71408be6c_0_170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c71408be6c_0_170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c71408be6c_0_170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c71408be6c_0_170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c71408be6c_0_170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c71408be6c_0_170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750"/>
            <a:chOff x="-36800" y="-52000"/>
            <a:chExt cx="9236100" cy="54375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1900680" y="8825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3" name="Google Shape;20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slide" Target="slide22.xml"/><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9.xml"/><Relationship Id="rId5" Type="http://schemas.openxmlformats.org/officeDocument/2006/relationships/image" Target="../media/image8.png"/><Relationship Id="rId10" Type="http://schemas.openxmlformats.org/officeDocument/2006/relationships/slide" Target="slide8.xml"/><Relationship Id="rId4" Type="http://schemas.openxmlformats.org/officeDocument/2006/relationships/image" Target="../media/image7.png"/><Relationship Id="rId9" Type="http://schemas.openxmlformats.org/officeDocument/2006/relationships/slide" Target="slide6.xml"/><Relationship Id="rId14"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5.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6.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s>
</file>

<file path=ppt/slides/_rels/slide5.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image" Target="../media/image6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101" y="2716650"/>
            <a:ext cx="37848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Compare 'er' </a:t>
            </a:r>
            <a:br>
              <a:rPr lang="en-US"/>
            </a:br>
            <a:r>
              <a:rPr lang="en-US"/>
              <a:t>and 'ur'</a:t>
            </a:r>
            <a:endParaRPr/>
          </a:p>
        </p:txBody>
      </p:sp>
      <p:sp>
        <p:nvSpPr>
          <p:cNvPr id="710" name="Google Shape;710;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54</a:t>
            </a:r>
            <a:endParaRPr/>
          </a:p>
        </p:txBody>
      </p:sp>
      <p:pic>
        <p:nvPicPr>
          <p:cNvPr id="711" name="Google Shape;711;p1"/>
          <p:cNvPicPr preferRelativeResize="0"/>
          <p:nvPr/>
        </p:nvPicPr>
        <p:blipFill rotWithShape="1">
          <a:blip r:embed="rId3">
            <a:alphaModFix/>
          </a:blip>
          <a:srcRect l="79" r="69"/>
          <a:stretch/>
        </p:blipFill>
        <p:spPr>
          <a:xfrm rot="540305">
            <a:off x="7336183" y="3915827"/>
            <a:ext cx="1208040" cy="1709827"/>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4">
            <a:alphaModFix/>
          </a:blip>
          <a:srcRect l="79" r="7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4" name="Google Shape;714;p1"/>
          <p:cNvSpPr txBox="1"/>
          <p:nvPr/>
        </p:nvSpPr>
        <p:spPr>
          <a:xfrm>
            <a:off x="536247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sp>
        <p:nvSpPr>
          <p:cNvPr id="715" name="Google Shape;715;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graphicFrame>
        <p:nvGraphicFramePr>
          <p:cNvPr id="716" name="Google Shape;716;p1"/>
          <p:cNvGraphicFramePr/>
          <p:nvPr/>
        </p:nvGraphicFramePr>
        <p:xfrm>
          <a:off x="4844200" y="1891197"/>
          <a:ext cx="3784950" cy="1678950"/>
        </p:xfrm>
        <a:graphic>
          <a:graphicData uri="http://schemas.openxmlformats.org/drawingml/2006/table">
            <a:tbl>
              <a:tblPr firstRow="1" bandRow="1">
                <a:noFill/>
                <a:tableStyleId>{FB4FE080-B1E4-43AA-986C-87B7F1545954}</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7" name="Google Shape;717;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Compare r-controlled digraphs </a:t>
            </a:r>
            <a:r>
              <a:rPr lang="en-US">
                <a:solidFill>
                  <a:srgbClr val="8DC63F"/>
                </a:solidFill>
              </a:rPr>
              <a:t>er</a:t>
            </a:r>
            <a:r>
              <a:rPr lang="en-US"/>
              <a:t> and </a:t>
            </a:r>
            <a:r>
              <a:rPr lang="en-US">
                <a:solidFill>
                  <a:srgbClr val="8DC63F"/>
                </a:solidFill>
              </a:rPr>
              <a:t>ur</a:t>
            </a:r>
            <a:r>
              <a:rPr lang="en-US"/>
              <a:t>.</a:t>
            </a:r>
            <a:endParaRPr/>
          </a:p>
        </p:txBody>
      </p:sp>
      <p:sp>
        <p:nvSpPr>
          <p:cNvPr id="724" name="Google Shape;72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5" name="Google Shape;725;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6" name="Google Shape;72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7" name="Google Shape;727;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28" name="Google Shape;728;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5786328"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39" name="Google Shape;739;g2bee4f4af4b_0_204"/>
          <p:cNvPicPr preferRelativeResize="0"/>
          <p:nvPr/>
        </p:nvPicPr>
        <p:blipFill rotWithShape="1">
          <a:blip r:embed="rId7">
            <a:alphaModFix/>
          </a:blip>
          <a:srcRect/>
          <a:stretch/>
        </p:blipFill>
        <p:spPr>
          <a:xfrm>
            <a:off x="7455246" y="4363493"/>
            <a:ext cx="786850" cy="590422"/>
          </a:xfrm>
          <a:prstGeom prst="rect">
            <a:avLst/>
          </a:prstGeom>
          <a:noFill/>
          <a:ln>
            <a:noFill/>
          </a:ln>
          <a:effectLst>
            <a:outerShdw blurRad="71438" dist="19050" dir="5220000" algn="bl" rotWithShape="0">
              <a:srgbClr val="D8D8D8"/>
            </a:outerShdw>
          </a:effectLst>
        </p:spPr>
      </p:pic>
      <p:sp>
        <p:nvSpPr>
          <p:cNvPr id="740" name="Google Shape;74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1" name="Google Shape;74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2" name="Google Shape;742;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43" name="Google Shape;743;g2bee4f4af4b_0_204">
            <a:hlinkClick r:id="rId9" action="ppaction://hlinksldjump"/>
          </p:cNvPr>
          <p:cNvSpPr/>
          <p:nvPr/>
        </p:nvSpPr>
        <p:spPr>
          <a:xfrm>
            <a:off x="982263"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4" name="Google Shape;744;g2bee4f4af4b_0_204">
            <a:hlinkClick r:id="rId10" action="ppaction://hlinksldjump"/>
          </p:cNvPr>
          <p:cNvSpPr/>
          <p:nvPr/>
        </p:nvSpPr>
        <p:spPr>
          <a:xfrm>
            <a:off x="2447751" y="373980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11" action="ppaction://hlinksldjump"/>
          </p:cNvPr>
          <p:cNvSpPr/>
          <p:nvPr/>
        </p:nvSpPr>
        <p:spPr>
          <a:xfrm>
            <a:off x="4859429" y="373980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12" action="ppaction://hlinksldjump"/>
          </p:cNvPr>
          <p:cNvSpPr/>
          <p:nvPr/>
        </p:nvSpPr>
        <p:spPr>
          <a:xfrm>
            <a:off x="5990304" y="382995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3" action="ppaction://hlinksldjump"/>
          </p:cNvPr>
          <p:cNvSpPr/>
          <p:nvPr/>
        </p:nvSpPr>
        <p:spPr>
          <a:xfrm>
            <a:off x="7389816" y="377815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8" name="Google Shape;748;g2bee4f4af4b_0_204">
            <a:hlinkClick r:id="rId14" action="ppaction://hlinksldjump"/>
          </p:cNvPr>
          <p:cNvSpPr/>
          <p:nvPr/>
        </p:nvSpPr>
        <p:spPr>
          <a:xfrm>
            <a:off x="3629915" y="3823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5" name="Google Shape;755;g26b641b03cd_0_165"/>
          <p:cNvGrpSpPr/>
          <p:nvPr/>
        </p:nvGrpSpPr>
        <p:grpSpPr>
          <a:xfrm>
            <a:off x="930400" y="2129444"/>
            <a:ext cx="7283200" cy="3724851"/>
            <a:chOff x="930400" y="2129444"/>
            <a:chExt cx="7283200" cy="3724851"/>
          </a:xfrm>
        </p:grpSpPr>
        <p:pic>
          <p:nvPicPr>
            <p:cNvPr id="756" name="Google Shape;75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8" name="Google Shape;77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5" name="Google Shape;785;g26b7edf6e71_0_26"/>
          <p:cNvPicPr preferRelativeResize="0"/>
          <p:nvPr/>
        </p:nvPicPr>
        <p:blipFill rotWithShape="1">
          <a:blip r:embed="rId3">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86" name="Google Shape;786;g26b7edf6e71_0_26"/>
          <p:cNvPicPr preferRelativeResize="0"/>
          <p:nvPr/>
        </p:nvPicPr>
        <p:blipFill rotWithShape="1">
          <a:blip r:embed="rId4">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5">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6">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7">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8">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9">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0">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3" name="Google Shape;793;g26b7edf6e71_0_26"/>
          <p:cNvPicPr preferRelativeResize="0"/>
          <p:nvPr/>
        </p:nvPicPr>
        <p:blipFill rotWithShape="1">
          <a:blip r:embed="rId11">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2">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3">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4">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5">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6">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7">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18">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19">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0">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1">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2">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3">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4">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5">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6">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7">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8">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29">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18" name="Google Shape;818;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19" name="Google Shape;819;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6" name="Google Shape;82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7" name="Google Shape;82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8" name="Google Shape;828;g2c186218c5a_0_17"/>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29" name="Google Shape;829;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30" name="Google Shape;830;g2c186218c5a_0_17"/>
          <p:cNvPicPr preferRelativeResize="0"/>
          <p:nvPr/>
        </p:nvPicPr>
        <p:blipFill rotWithShape="1">
          <a:blip r:embed="rId4">
            <a:alphaModFix/>
          </a:blip>
          <a:srcRect t="149" b="14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pic>
        <p:nvPicPr>
          <p:cNvPr id="836" name="Google Shape;836;g26b641b03cd_0_185"/>
          <p:cNvPicPr preferRelativeResize="0"/>
          <p:nvPr/>
        </p:nvPicPr>
        <p:blipFill rotWithShape="1">
          <a:blip r:embed="rId3">
            <a:alphaModFix/>
          </a:blip>
          <a:srcRect t="39" b="3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37" name="Google Shape;837;g26b641b03cd_0_185"/>
          <p:cNvPicPr preferRelativeResize="0"/>
          <p:nvPr/>
        </p:nvPicPr>
        <p:blipFill rotWithShape="1">
          <a:blip r:embed="rId4">
            <a:alphaModFix/>
          </a:blip>
          <a:srcRect t="149" b="14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38" name="Google Shape;83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9" name="Google Shape;83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40" name="Google Shape;84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41" name="Google Shape;841;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42" name="Google Shape;842;g26b641b03cd_0_185"/>
          <p:cNvGrpSpPr/>
          <p:nvPr/>
        </p:nvGrpSpPr>
        <p:grpSpPr>
          <a:xfrm>
            <a:off x="6799775" y="1463138"/>
            <a:ext cx="1558225" cy="830250"/>
            <a:chOff x="3203200" y="2683688"/>
            <a:chExt cx="1558225" cy="830250"/>
          </a:xfrm>
        </p:grpSpPr>
        <p:pic>
          <p:nvPicPr>
            <p:cNvPr id="843" name="Google Shape;843;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4" name="Google Shape;844;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/er/</a:t>
              </a:r>
              <a:endParaRPr sz="3500" b="0" i="0" u="none" strike="noStrike" cap="none">
                <a:solidFill>
                  <a:srgbClr val="993FA2"/>
                </a:solidFill>
                <a:latin typeface="Jost"/>
                <a:ea typeface="Jost"/>
                <a:cs typeface="Jost"/>
                <a:sym typeface="Jost"/>
              </a:endParaRPr>
            </a:p>
          </p:txBody>
        </p:sp>
      </p:grpSp>
      <p:grpSp>
        <p:nvGrpSpPr>
          <p:cNvPr id="845" name="Google Shape;845;g26b641b03cd_0_185"/>
          <p:cNvGrpSpPr/>
          <p:nvPr/>
        </p:nvGrpSpPr>
        <p:grpSpPr>
          <a:xfrm>
            <a:off x="6799775" y="3981075"/>
            <a:ext cx="1558225" cy="830250"/>
            <a:chOff x="3203200" y="2683688"/>
            <a:chExt cx="1558225" cy="830250"/>
          </a:xfrm>
        </p:grpSpPr>
        <p:pic>
          <p:nvPicPr>
            <p:cNvPr id="846" name="Google Shape;846;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47" name="Google Shape;847;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993FA2"/>
                  </a:solidFill>
                  <a:latin typeface="Jost"/>
                  <a:ea typeface="Jost"/>
                  <a:cs typeface="Jost"/>
                  <a:sym typeface="Jost"/>
                </a:rPr>
                <a:t>/ur/</a:t>
              </a:r>
              <a:endParaRPr sz="3500" b="0" i="0" u="none" strike="noStrike" cap="none">
                <a:solidFill>
                  <a:srgbClr val="993FA2"/>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4" name="Google Shape;85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55" name="Google Shape;85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56" name="Google Shape;856;g2c186218c5a_0_25"/>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cxnSp>
        <p:nvCxnSpPr>
          <p:cNvPr id="857" name="Google Shape;857;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8" name="Google Shape;858;g2c186218c5a_0_25"/>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5" name="Google Shape;86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66" name="Google Shape;86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67" name="Google Shape;867;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68" name="Google Shape;868;g26b641b03cd_0_192"/>
          <p:cNvPicPr preferRelativeResize="0"/>
          <p:nvPr/>
        </p:nvPicPr>
        <p:blipFill rotWithShape="1">
          <a:blip r:embed="rId3">
            <a:alphaModFix/>
          </a:blip>
          <a:srcRect l="79" r="79"/>
          <a:stretch/>
        </p:blipFill>
        <p:spPr>
          <a:xfrm>
            <a:off x="1441162" y="1197025"/>
            <a:ext cx="2826422" cy="4000650"/>
          </a:xfrm>
          <a:prstGeom prst="rect">
            <a:avLst/>
          </a:prstGeom>
          <a:noFill/>
          <a:ln>
            <a:noFill/>
          </a:ln>
          <a:effectLst>
            <a:outerShdw blurRad="71438" dist="19050" dir="5400000" algn="bl" rotWithShape="0">
              <a:srgbClr val="000000">
                <a:alpha val="18039"/>
              </a:srgbClr>
            </a:outerShdw>
          </a:effectLst>
        </p:spPr>
      </p:pic>
      <p:pic>
        <p:nvPicPr>
          <p:cNvPr id="869" name="Google Shape;869;g26b641b03cd_0_192"/>
          <p:cNvPicPr preferRelativeResize="0"/>
          <p:nvPr/>
        </p:nvPicPr>
        <p:blipFill rotWithShape="1">
          <a:blip r:embed="rId4">
            <a:alphaModFix/>
          </a:blip>
          <a:srcRect l="79" r="79"/>
          <a:stretch/>
        </p:blipFill>
        <p:spPr>
          <a:xfrm>
            <a:off x="4876415" y="1197025"/>
            <a:ext cx="2826422" cy="40006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76" name="Google Shape;87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7" name="Google Shape;87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d067a69799_0_12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4" name="Google Shape;884;g2d067a69799_0_1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5" name="Google Shape;885;g2d067a69799_0_12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d067a69799_0_12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d067a69799_0_12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d067a69799_0_12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d067a69799_0_12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0" name="Google Shape;890;g2d067a69799_0_123"/>
          <p:cNvGrpSpPr/>
          <p:nvPr/>
        </p:nvGrpSpPr>
        <p:grpSpPr>
          <a:xfrm>
            <a:off x="304250" y="6984600"/>
            <a:ext cx="8330829" cy="808600"/>
            <a:chOff x="-152950" y="7365600"/>
            <a:chExt cx="8330829" cy="808600"/>
          </a:xfrm>
        </p:grpSpPr>
        <p:sp>
          <p:nvSpPr>
            <p:cNvPr id="891" name="Google Shape;891;g2d067a69799_0_12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2" name="Google Shape;892;g2d067a69799_0_12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3" name="Google Shape;893;g2d067a69799_0_12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4" name="Google Shape;894;g2d067a69799_0_12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5" name="Google Shape;895;g2d067a69799_0_12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6" name="Google Shape;896;g2d067a69799_0_12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7" name="Google Shape;897;g2d067a69799_0_12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8" name="Google Shape;898;g2d067a69799_0_12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9" name="Google Shape;899;g2d067a69799_0_12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0" name="Google Shape;900;g2d067a69799_0_12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1" name="Google Shape;901;g2d067a69799_0_12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2" name="Google Shape;902;g2d067a69799_0_123"/>
          <p:cNvSpPr/>
          <p:nvPr/>
        </p:nvSpPr>
        <p:spPr>
          <a:xfrm>
            <a:off x="449773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d067a69799_0_123"/>
          <p:cNvSpPr txBox="1"/>
          <p:nvPr/>
        </p:nvSpPr>
        <p:spPr>
          <a:xfrm>
            <a:off x="392803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x</a:t>
            </a:r>
            <a:endParaRPr sz="15000" b="0" i="0" u="none" strike="noStrike" cap="none">
              <a:solidFill>
                <a:srgbClr val="2356AF"/>
              </a:solidFill>
              <a:latin typeface="Jost"/>
              <a:ea typeface="Jost"/>
              <a:cs typeface="Jost"/>
              <a:sym typeface="Jost"/>
            </a:endParaRPr>
          </a:p>
        </p:txBody>
      </p:sp>
      <p:sp>
        <p:nvSpPr>
          <p:cNvPr id="904" name="Google Shape;904;g2d067a69799_0_123"/>
          <p:cNvSpPr txBox="1"/>
          <p:nvPr/>
        </p:nvSpPr>
        <p:spPr>
          <a:xfrm>
            <a:off x="4816503"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05" name="Google Shape;905;g2d067a69799_0_123"/>
          <p:cNvSpPr/>
          <p:nvPr/>
        </p:nvSpPr>
        <p:spPr>
          <a:xfrm>
            <a:off x="5418453"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d067a69799_0_123"/>
          <p:cNvSpPr/>
          <p:nvPr/>
        </p:nvSpPr>
        <p:spPr>
          <a:xfrm>
            <a:off x="3532530" y="3906888"/>
            <a:ext cx="390000" cy="390000"/>
          </a:xfrm>
          <a:prstGeom prst="ellipse">
            <a:avLst/>
          </a:prstGeom>
          <a:solidFill>
            <a:srgbClr val="E11E2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d067a69799_0_123"/>
          <p:cNvSpPr txBox="1"/>
          <p:nvPr/>
        </p:nvSpPr>
        <p:spPr>
          <a:xfrm>
            <a:off x="296283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11E26"/>
                </a:solidFill>
                <a:latin typeface="Jost"/>
                <a:ea typeface="Jost"/>
                <a:cs typeface="Jost"/>
                <a:sym typeface="Jost"/>
              </a:rPr>
              <a:t>o</a:t>
            </a:r>
            <a:endParaRPr sz="15000" b="0" i="0" u="none" strike="noStrike" cap="none">
              <a:solidFill>
                <a:srgbClr val="E11E26"/>
              </a:solidFill>
              <a:latin typeface="Jost"/>
              <a:ea typeface="Jost"/>
              <a:cs typeface="Jost"/>
              <a:sym typeface="Jost"/>
            </a:endParaRPr>
          </a:p>
        </p:txBody>
      </p:sp>
      <p:sp>
        <p:nvSpPr>
          <p:cNvPr id="908" name="Google Shape;908;g2d067a69799_0_123"/>
          <p:cNvSpPr/>
          <p:nvPr/>
        </p:nvSpPr>
        <p:spPr>
          <a:xfrm>
            <a:off x="24179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d067a69799_0_123"/>
          <p:cNvSpPr txBox="1"/>
          <p:nvPr/>
        </p:nvSpPr>
        <p:spPr>
          <a:xfrm>
            <a:off x="184829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10" name="Google Shape;910;g2d067a69799_0_123"/>
          <p:cNvSpPr/>
          <p:nvPr/>
        </p:nvSpPr>
        <p:spPr>
          <a:xfrm>
            <a:off x="512655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d067a69799_0_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7" name="Google Shape;917;g2d067a69799_0_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8" name="Google Shape;918;g2d067a69799_0_94"/>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d067a69799_0_94"/>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d067a69799_0_94"/>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d067a69799_0_9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d067a69799_0_9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3" name="Google Shape;923;g2d067a69799_0_94"/>
          <p:cNvGrpSpPr/>
          <p:nvPr/>
        </p:nvGrpSpPr>
        <p:grpSpPr>
          <a:xfrm>
            <a:off x="304250" y="6984600"/>
            <a:ext cx="8330829" cy="808600"/>
            <a:chOff x="-152950" y="7365600"/>
            <a:chExt cx="8330829" cy="808600"/>
          </a:xfrm>
        </p:grpSpPr>
        <p:sp>
          <p:nvSpPr>
            <p:cNvPr id="924" name="Google Shape;924;g2d067a69799_0_94"/>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5" name="Google Shape;925;g2d067a69799_0_94"/>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6" name="Google Shape;926;g2d067a69799_0_94"/>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7" name="Google Shape;927;g2d067a69799_0_94"/>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8" name="Google Shape;928;g2d067a69799_0_94"/>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9" name="Google Shape;929;g2d067a69799_0_94"/>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0" name="Google Shape;930;g2d067a69799_0_94"/>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1" name="Google Shape;931;g2d067a69799_0_94"/>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2" name="Google Shape;932;g2d067a69799_0_94"/>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d067a69799_0_94"/>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4" name="Google Shape;934;g2d067a69799_0_94"/>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5" name="Google Shape;935;g2d067a69799_0_94"/>
          <p:cNvSpPr/>
          <p:nvPr/>
        </p:nvSpPr>
        <p:spPr>
          <a:xfrm>
            <a:off x="30075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d067a69799_0_94"/>
          <p:cNvSpPr txBox="1"/>
          <p:nvPr/>
        </p:nvSpPr>
        <p:spPr>
          <a:xfrm>
            <a:off x="24378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7" name="Google Shape;937;g2d067a69799_0_94"/>
          <p:cNvSpPr txBox="1"/>
          <p:nvPr/>
        </p:nvSpPr>
        <p:spPr>
          <a:xfrm>
            <a:off x="3326277"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938" name="Google Shape;938;g2d067a69799_0_94"/>
          <p:cNvSpPr/>
          <p:nvPr/>
        </p:nvSpPr>
        <p:spPr>
          <a:xfrm>
            <a:off x="3928227"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67a69799_0_94"/>
          <p:cNvSpPr/>
          <p:nvPr/>
        </p:nvSpPr>
        <p:spPr>
          <a:xfrm>
            <a:off x="57464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d067a69799_0_94"/>
          <p:cNvSpPr txBox="1"/>
          <p:nvPr/>
        </p:nvSpPr>
        <p:spPr>
          <a:xfrm>
            <a:off x="51767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7" name="Google Shape;94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8" name="Google Shape;94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3" name="Google Shape;953;g2c4fd7a3c22_2_0"/>
          <p:cNvGrpSpPr/>
          <p:nvPr/>
        </p:nvGrpSpPr>
        <p:grpSpPr>
          <a:xfrm>
            <a:off x="304250" y="6984600"/>
            <a:ext cx="8330829" cy="808600"/>
            <a:chOff x="-152950" y="7365600"/>
            <a:chExt cx="8330829" cy="808600"/>
          </a:xfrm>
        </p:grpSpPr>
        <p:sp>
          <p:nvSpPr>
            <p:cNvPr id="954" name="Google Shape;95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5" name="Google Shape;95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2" name="Google Shape;96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4" name="Google Shape;964;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5" name="Google Shape;965;g2c4fd7a3c22_2_0"/>
          <p:cNvSpPr/>
          <p:nvPr/>
        </p:nvSpPr>
        <p:spPr>
          <a:xfrm>
            <a:off x="2275642"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c4fd7a3c22_2_0"/>
          <p:cNvSpPr/>
          <p:nvPr/>
        </p:nvSpPr>
        <p:spPr>
          <a:xfrm>
            <a:off x="3136642" y="390563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7" name="Google Shape;967;g2c4fd7a3c22_2_0"/>
          <p:cNvSpPr txBox="1"/>
          <p:nvPr/>
        </p:nvSpPr>
        <p:spPr>
          <a:xfrm>
            <a:off x="3434517" y="1262300"/>
            <a:ext cx="2513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nn</a:t>
            </a:r>
            <a:endParaRPr sz="15000" b="0" i="0" u="none" strike="noStrike" cap="none">
              <a:solidFill>
                <a:srgbClr val="2356AF"/>
              </a:solidFill>
              <a:latin typeface="Jost"/>
              <a:ea typeface="Jost"/>
              <a:cs typeface="Jost"/>
              <a:sym typeface="Jost"/>
            </a:endParaRPr>
          </a:p>
        </p:txBody>
      </p:sp>
      <p:sp>
        <p:nvSpPr>
          <p:cNvPr id="968" name="Google Shape;968;g2c4fd7a3c22_2_0"/>
          <p:cNvSpPr txBox="1"/>
          <p:nvPr/>
        </p:nvSpPr>
        <p:spPr>
          <a:xfrm>
            <a:off x="1705942"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69" name="Google Shape;969;g2c4fd7a3c22_2_0"/>
          <p:cNvSpPr txBox="1"/>
          <p:nvPr/>
        </p:nvSpPr>
        <p:spPr>
          <a:xfrm>
            <a:off x="2566967" y="1262300"/>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70" name="Google Shape;970;g2c4fd7a3c22_2_0"/>
          <p:cNvSpPr txBox="1"/>
          <p:nvPr/>
        </p:nvSpPr>
        <p:spPr>
          <a:xfrm>
            <a:off x="5599958" y="1262300"/>
            <a:ext cx="1838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er</a:t>
            </a:r>
            <a:endParaRPr sz="15000" b="0" i="0" u="none" strike="noStrike" cap="none">
              <a:solidFill>
                <a:srgbClr val="993FA2"/>
              </a:solidFill>
              <a:latin typeface="Jost"/>
              <a:ea typeface="Jost"/>
              <a:cs typeface="Jost"/>
              <a:sym typeface="Jost"/>
            </a:endParaRPr>
          </a:p>
        </p:txBody>
      </p:sp>
      <p:sp>
        <p:nvSpPr>
          <p:cNvPr id="971" name="Google Shape;971;g2c4fd7a3c22_2_0"/>
          <p:cNvSpPr/>
          <p:nvPr/>
        </p:nvSpPr>
        <p:spPr>
          <a:xfrm>
            <a:off x="5783708" y="4010650"/>
            <a:ext cx="1470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4fd7a3c22_2_0"/>
          <p:cNvSpPr/>
          <p:nvPr/>
        </p:nvSpPr>
        <p:spPr>
          <a:xfrm>
            <a:off x="3997642"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c4fd7a3c22_2_0"/>
          <p:cNvSpPr/>
          <p:nvPr/>
        </p:nvSpPr>
        <p:spPr>
          <a:xfrm>
            <a:off x="4984142" y="390563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d7a3c22_2_0"/>
          <p:cNvSpPr/>
          <p:nvPr/>
        </p:nvSpPr>
        <p:spPr>
          <a:xfrm>
            <a:off x="4623500" y="386906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d067a69799_0_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1" name="Google Shape;981;g2d067a69799_0_6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82" name="Google Shape;982;g2d067a69799_0_6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067a69799_0_6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d067a69799_0_6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67a69799_0_6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d067a69799_0_6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7" name="Google Shape;987;g2d067a69799_0_65"/>
          <p:cNvGrpSpPr/>
          <p:nvPr/>
        </p:nvGrpSpPr>
        <p:grpSpPr>
          <a:xfrm>
            <a:off x="304250" y="6984600"/>
            <a:ext cx="8330829" cy="808600"/>
            <a:chOff x="-152950" y="7365600"/>
            <a:chExt cx="8330829" cy="808600"/>
          </a:xfrm>
        </p:grpSpPr>
        <p:sp>
          <p:nvSpPr>
            <p:cNvPr id="988" name="Google Shape;988;g2d067a69799_0_6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9" name="Google Shape;989;g2d067a69799_0_6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0" name="Google Shape;990;g2d067a69799_0_6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1" name="Google Shape;991;g2d067a69799_0_6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2" name="Google Shape;992;g2d067a69799_0_6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3" name="Google Shape;993;g2d067a69799_0_6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4" name="Google Shape;994;g2d067a69799_0_6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5" name="Google Shape;995;g2d067a69799_0_6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6" name="Google Shape;996;g2d067a69799_0_6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7" name="Google Shape;997;g2d067a69799_0_6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8" name="Google Shape;998;g2d067a69799_0_6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9" name="Google Shape;999;g2d067a69799_0_65"/>
          <p:cNvSpPr/>
          <p:nvPr/>
        </p:nvSpPr>
        <p:spPr>
          <a:xfrm>
            <a:off x="30456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d067a69799_0_65"/>
          <p:cNvSpPr txBox="1"/>
          <p:nvPr/>
        </p:nvSpPr>
        <p:spPr>
          <a:xfrm>
            <a:off x="24759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01" name="Google Shape;1001;g2d067a69799_0_65"/>
          <p:cNvSpPr txBox="1"/>
          <p:nvPr/>
        </p:nvSpPr>
        <p:spPr>
          <a:xfrm>
            <a:off x="3364377"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1002" name="Google Shape;1002;g2d067a69799_0_65"/>
          <p:cNvSpPr/>
          <p:nvPr/>
        </p:nvSpPr>
        <p:spPr>
          <a:xfrm>
            <a:off x="3966327"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d067a69799_0_65"/>
          <p:cNvSpPr/>
          <p:nvPr/>
        </p:nvSpPr>
        <p:spPr>
          <a:xfrm>
            <a:off x="5708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067a69799_0_65"/>
          <p:cNvSpPr txBox="1"/>
          <p:nvPr/>
        </p:nvSpPr>
        <p:spPr>
          <a:xfrm>
            <a:off x="5138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1" name="Google Shape;101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12" name="Google Shape;101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9" name="Google Shape;101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0" name="Google Shape;102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1" name="Google Shape;1021;g26b641b03cd_0_204"/>
          <p:cNvPicPr preferRelativeResize="0"/>
          <p:nvPr/>
        </p:nvPicPr>
        <p:blipFill rotWithShape="1">
          <a:blip r:embed="rId3">
            <a:alphaModFix/>
          </a:blip>
          <a:srcRect l="79" r="8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1022" name="Google Shape;1022;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3" name="Google Shape;1023;g26b641b03cd_0_204"/>
          <p:cNvPicPr preferRelativeResize="0"/>
          <p:nvPr/>
        </p:nvPicPr>
        <p:blipFill rotWithShape="1">
          <a:blip r:embed="rId4">
            <a:alphaModFix/>
          </a:blip>
          <a:srcRect l="79" r="8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30" name="Google Shape;103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1" name="Google Shape;103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32" name="Google Shape;1032;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3" name="Google Shape;1033;g2c186218c5a_0_48"/>
          <p:cNvPicPr preferRelativeResize="0"/>
          <p:nvPr/>
        </p:nvPicPr>
        <p:blipFill rotWithShape="1">
          <a:blip r:embed="rId3">
            <a:alphaModFix/>
          </a:blip>
          <a:srcRect l="79" r="8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34" name="Google Shape;1034;g2c186218c5a_0_48"/>
          <p:cNvPicPr preferRelativeResize="0"/>
          <p:nvPr/>
        </p:nvPicPr>
        <p:blipFill rotWithShape="1">
          <a:blip r:embed="rId4">
            <a:alphaModFix/>
          </a:blip>
          <a:srcRect/>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41" name="Google Shape;104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2" name="Google Shape;1042;g26b641b03cd_0_213"/>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43" name="Google Shape;104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44" name="Google Shape;1044;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45" name="Google Shape;1045;g26b641b03cd_0_213"/>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52" name="Google Shape;105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3" name="Google Shape;10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54" name="Google Shape;1054;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55" name="Google Shape;1055;g2c186218c5a_0_149"/>
          <p:cNvPicPr preferRelativeResize="0"/>
          <p:nvPr/>
        </p:nvPicPr>
        <p:blipFill rotWithShape="1">
          <a:blip r:embed="rId3">
            <a:alphaModFix/>
          </a:blip>
          <a:srcRect l="228" r="228"/>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56" name="Google Shape;1056;g2c186218c5a_0_149"/>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301"/>
          <p:cNvSpPr txBox="1">
            <a:spLocks noGrp="1"/>
          </p:cNvSpPr>
          <p:nvPr>
            <p:ph type="title"/>
          </p:nvPr>
        </p:nvSpPr>
        <p:spPr>
          <a:xfrm>
            <a:off x="964425" y="5568500"/>
            <a:ext cx="7215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3" name="Google Shape;106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64" name="Google Shape;106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5" name="Google Shape;1065;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8"/>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2" name="Google Shape;10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sp>
        <p:nvSpPr>
          <p:cNvPr id="1073" name="Google Shape;107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74" name="Google Shape;1074;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1" name="Google Shape;108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2" name="Google Shape;108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3" name="Google Shape;1083;g26b641b03cd_0_315"/>
          <p:cNvPicPr preferRelativeResize="0"/>
          <p:nvPr/>
        </p:nvPicPr>
        <p:blipFill rotWithShape="1">
          <a:blip r:embed="rId3">
            <a:alphaModFix/>
          </a:blip>
          <a:srcRect/>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0" name="Google Shape;1090;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USING JNL688</a:t>
            </a:r>
            <a:endParaRPr/>
          </a:p>
        </p:txBody>
      </p:sp>
      <p:sp>
        <p:nvSpPr>
          <p:cNvPr id="1091" name="Google Shape;109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92" name="Google Shape;1092;g26b641b03cd_1_0"/>
          <p:cNvPicPr preferRelativeResize="0"/>
          <p:nvPr/>
        </p:nvPicPr>
        <p:blipFill rotWithShape="1">
          <a:blip r:embed="rId3">
            <a:alphaModFix/>
          </a:blip>
          <a:srcRect l="69" r="6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400</Words>
  <Application>Microsoft Office PowerPoint</Application>
  <PresentationFormat>On-screen Show (4:3)</PresentationFormat>
  <Paragraphs>170</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Poppins SemiBold</vt:lpstr>
      <vt:lpstr>Jost</vt:lpstr>
      <vt:lpstr>Calibri</vt:lpstr>
      <vt:lpstr>Poppins</vt:lpstr>
      <vt:lpstr>Mulish</vt:lpstr>
      <vt:lpstr>Nunito Black</vt:lpstr>
      <vt:lpstr>Poppins Medium</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2026-04-29T06:05:56Z</dcterms:modified>
</cp:coreProperties>
</file>