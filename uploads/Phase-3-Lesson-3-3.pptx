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Finger Paint" panose="020B0604020202020204" charset="0"/>
      <p:regular r:id="rId26"/>
    </p:embeddedFont>
    <p:embeddedFont>
      <p:font typeface="Jost" panose="020B0604020202020204" charset="0"/>
      <p:regular r:id="rId27"/>
      <p:bold r:id="rId28"/>
      <p:italic r:id="rId29"/>
      <p:boldItalic r:id="rId30"/>
    </p:embeddedFont>
    <p:embeddedFont>
      <p:font typeface="Mulish" panose="020B0604020202020204" charset="0"/>
      <p:regular r:id="rId31"/>
      <p:bold r:id="rId32"/>
      <p:italic r:id="rId33"/>
      <p:boldItalic r:id="rId34"/>
    </p:embeddedFont>
    <p:embeddedFont>
      <p:font typeface="Nunito Black" pitchFamily="2" charset="0"/>
      <p:bold r:id="rId35"/>
      <p:boldItalic r:id="rId36"/>
    </p:embeddedFont>
    <p:embeddedFont>
      <p:font typeface="Poppins" panose="00000500000000000000" pitchFamily="2" charset="0"/>
      <p:regular r:id="rId37"/>
      <p:bold r:id="rId38"/>
      <p:italic r:id="rId39"/>
      <p:boldItalic r:id="rId40"/>
    </p:embeddedFont>
    <p:embeddedFont>
      <p:font typeface="Poppins Medium" panose="00000600000000000000" pitchFamily="2" charset="0"/>
      <p:regular r:id="rId41"/>
      <p:bold r:id="rId42"/>
      <p:italic r:id="rId43"/>
      <p:boldItalic r:id="rId44"/>
    </p:embeddedFont>
    <p:embeddedFont>
      <p:font typeface="Poppins SemiBold" panose="00000700000000000000" pitchFamily="2"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igkFStEIdITTw/b16F4ud0L35q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E2F0E22-28A5-4BC8-8E78-AC65F20D7A45}">
  <a:tblStyle styleId="{7E2F0E22-28A5-4BC8-8E78-AC65F20D7A45}"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57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47" Type="http://schemas.openxmlformats.org/officeDocument/2006/relationships/font" Target="fonts/font22.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45" Type="http://schemas.openxmlformats.org/officeDocument/2006/relationships/font" Target="fonts/font20.fntdata"/><Relationship Id="rId58"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48" Type="http://schemas.openxmlformats.org/officeDocument/2006/relationships/font" Target="fonts/font23.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46" Type="http://schemas.openxmlformats.org/officeDocument/2006/relationships/font" Target="fonts/font21.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6.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5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4" name="Google Shape;694;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5" name="Google Shape;695;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2" name="Google Shape;722;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3" name="Google Shape;723;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2" name="Google Shape;752;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3" name="Google Shape;753;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0" name="Google Shape;760;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1" name="Google Shape;761;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1" name="Google Shape;781;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2" name="Google Shape;782;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0" name="Google Shape;790;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1" name="Google Shape;791;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9" name="Google Shape;799;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0" name="Google Shape;800;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8" name="Google Shape;808;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9" name="Google Shape;809;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7" name="Google Shape;817;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8" name="Google Shape;818;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5" name="Google Shape;825;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6" name="Google Shape;826;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p:cNvGrpSpPr/>
        <p:nvPr/>
      </p:nvGrpSpPr>
      <p:grpSpPr>
        <a:xfrm>
          <a:off x="0" y="0"/>
          <a:ext cx="0" cy="0"/>
          <a:chOff x="0" y="0"/>
          <a:chExt cx="0" cy="0"/>
        </a:xfrm>
      </p:grpSpPr>
      <p:sp>
        <p:nvSpPr>
          <p:cNvPr id="854" name="Google Shape;854;g2c616d0d490_0_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5" name="Google Shape;855;g2c616d0d490_0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6" name="Google Shape;856;g2c616d0d490_0_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p:cNvGrpSpPr/>
        <p:nvPr/>
      </p:nvGrpSpPr>
      <p:grpSpPr>
        <a:xfrm>
          <a:off x="0" y="0"/>
          <a:ext cx="0" cy="0"/>
          <a:chOff x="0" y="0"/>
          <a:chExt cx="0" cy="0"/>
        </a:xfrm>
      </p:grpSpPr>
      <p:sp>
        <p:nvSpPr>
          <p:cNvPr id="884" name="Google Shape;884;g2c616d0d490_0_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5" name="Google Shape;885;g2c616d0d490_0_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6" name="Google Shape;886;g2c616d0d490_0_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5" name="Google Shape;915;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6" name="Google Shape;916;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3" name="Google Shape;923;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4" name="Google Shape;924;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0"/>
        <p:cNvGrpSpPr/>
        <p:nvPr/>
      </p:nvGrpSpPr>
      <p:grpSpPr>
        <a:xfrm>
          <a:off x="0" y="0"/>
          <a:ext cx="0" cy="0"/>
          <a:chOff x="0" y="0"/>
          <a:chExt cx="0" cy="0"/>
        </a:xfrm>
      </p:grpSpPr>
      <p:sp>
        <p:nvSpPr>
          <p:cNvPr id="931" name="Google Shape;931;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2" name="Google Shape;932;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3" name="Google Shape;933;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9"/>
        <p:cNvGrpSpPr/>
        <p:nvPr/>
      </p:nvGrpSpPr>
      <p:grpSpPr>
        <a:xfrm>
          <a:off x="0" y="0"/>
          <a:ext cx="0" cy="0"/>
          <a:chOff x="0" y="0"/>
          <a:chExt cx="0" cy="0"/>
        </a:xfrm>
      </p:grpSpPr>
      <p:sp>
        <p:nvSpPr>
          <p:cNvPr id="940" name="Google Shape;940;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1" name="Google Shape;941;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2" name="Google Shape;942;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8"/>
        <p:cNvGrpSpPr/>
        <p:nvPr/>
      </p:nvGrpSpPr>
      <p:grpSpPr>
        <a:xfrm>
          <a:off x="0" y="0"/>
          <a:ext cx="0" cy="0"/>
          <a:chOff x="0" y="0"/>
          <a:chExt cx="0" cy="0"/>
        </a:xfrm>
      </p:grpSpPr>
      <p:sp>
        <p:nvSpPr>
          <p:cNvPr id="949" name="Google Shape;949;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0" name="Google Shape;950;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1" name="Google Shape;951;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9" name="Google Shape;959;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0" name="Google Shape;960;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6"/>
        <p:cNvGrpSpPr/>
        <p:nvPr/>
      </p:nvGrpSpPr>
      <p:grpSpPr>
        <a:xfrm>
          <a:off x="0" y="0"/>
          <a:ext cx="0" cy="0"/>
          <a:chOff x="0" y="0"/>
          <a:chExt cx="0" cy="0"/>
        </a:xfrm>
      </p:grpSpPr>
      <p:sp>
        <p:nvSpPr>
          <p:cNvPr id="967" name="Google Shape;967;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8" name="Google Shape;968;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9" name="Google Shape;969;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7" name="Google Shape;977;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8" name="Google Shape;978;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9"/>
        <p:cNvGrpSpPr/>
        <p:nvPr/>
      </p:nvGrpSpPr>
      <p:grpSpPr>
        <a:xfrm>
          <a:off x="0" y="0"/>
          <a:ext cx="0" cy="0"/>
          <a:chOff x="0" y="0"/>
          <a:chExt cx="0" cy="0"/>
        </a:xfrm>
      </p:grpSpPr>
      <p:sp>
        <p:nvSpPr>
          <p:cNvPr id="1000" name="Google Shape;1000;g2c616d0d490_0_6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1" name="Google Shape;1001;g2c616d0d490_0_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2" name="Google Shape;1002;g2c616d0d490_0_6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7" name="Google Shape;1027;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8" name="Google Shape;1028;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Letter Sound 'w'</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1 - Wednesday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3</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26"/>
        <p:cNvGrpSpPr/>
        <p:nvPr/>
      </p:nvGrpSpPr>
      <p:grpSpPr>
        <a:xfrm>
          <a:off x="0" y="0"/>
          <a:ext cx="0" cy="0"/>
          <a:chOff x="0" y="0"/>
          <a:chExt cx="0" cy="0"/>
        </a:xfrm>
      </p:grpSpPr>
      <p:sp>
        <p:nvSpPr>
          <p:cNvPr id="127" name="Google Shape;127;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28" name="Google Shape;128;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29" name="Google Shape;129;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0" name="Google Shape;130;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32" name="Google Shape;132;g26b641b03cd_0_260"/>
          <p:cNvGrpSpPr/>
          <p:nvPr/>
        </p:nvGrpSpPr>
        <p:grpSpPr>
          <a:xfrm>
            <a:off x="8199150" y="5983875"/>
            <a:ext cx="586800" cy="571500"/>
            <a:chOff x="7894350" y="6212475"/>
            <a:chExt cx="586800" cy="571500"/>
          </a:xfrm>
        </p:grpSpPr>
        <p:sp>
          <p:nvSpPr>
            <p:cNvPr id="133" name="Google Shape;133;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4" name="Google Shape;134;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5" name="Google Shape;135;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37" name="Google Shape;137;g26b641b03cd_0_260"/>
          <p:cNvGrpSpPr/>
          <p:nvPr/>
        </p:nvGrpSpPr>
        <p:grpSpPr>
          <a:xfrm>
            <a:off x="-36800" y="-52000"/>
            <a:ext cx="9236100" cy="543750"/>
            <a:chOff x="-36800" y="-52000"/>
            <a:chExt cx="9236100" cy="543750"/>
          </a:xfrm>
        </p:grpSpPr>
        <p:sp>
          <p:nvSpPr>
            <p:cNvPr id="138" name="Google Shape;138;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9" name="Google Shape;139;g26b641b03cd_0_260"/>
            <p:cNvGrpSpPr/>
            <p:nvPr/>
          </p:nvGrpSpPr>
          <p:grpSpPr>
            <a:xfrm>
              <a:off x="1900680" y="88250"/>
              <a:ext cx="1337400" cy="403500"/>
              <a:chOff x="565600" y="88250"/>
              <a:chExt cx="1337400" cy="403500"/>
            </a:xfrm>
          </p:grpSpPr>
          <p:sp>
            <p:nvSpPr>
              <p:cNvPr id="140" name="Google Shape;140;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41" name="Google Shape;141;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42" name="Google Shape;14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43" name="Google Shape;143;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44" name="Google Shape;14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5" name="Google Shape;14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46" name="Google Shape;146;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 name="Google Shape;14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48" name="Google Shape;14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0" name="Google Shape;15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1" name="Google Shape;15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2" name="Google Shape;152;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0" name="Google Shape;190;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1" name="Google Shape;19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2" name="Google Shape;19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93" name="Google Shape;193;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98" name="Google Shape;198;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00" name="Google Shape;20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1" name="Google Shape;20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2" name="Google Shape;202;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3" name="Google Shape;20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4" name="Google Shape;20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5" name="Google Shape;20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6" name="Google Shape;20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8" name="Google Shape;20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9" name="Google Shape;20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10" name="Google Shape;210;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4" name="Google Shape;224;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7" name="Google Shape;22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9" name="Google Shape;22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30" name="Google Shape;23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1" name="Google Shape;23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3" name="Google Shape;23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4" name="Google Shape;23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5" name="Google Shape;23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6" name="Google Shape;23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7" name="Google Shape;23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8" name="Google Shape;23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0" name="Google Shape;24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1" name="Google Shape;24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2" name="Google Shape;24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3" name="Google Shape;243;g1f3daf8a844_0_32"/>
          <p:cNvGrpSpPr/>
          <p:nvPr/>
        </p:nvGrpSpPr>
        <p:grpSpPr>
          <a:xfrm>
            <a:off x="662575" y="6212475"/>
            <a:ext cx="586800" cy="571500"/>
            <a:chOff x="662575" y="6212475"/>
            <a:chExt cx="586800" cy="571500"/>
          </a:xfrm>
        </p:grpSpPr>
        <p:sp>
          <p:nvSpPr>
            <p:cNvPr id="244" name="Google Shape;244;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7" name="Google Shape;247;g1f3daf8a844_0_32"/>
          <p:cNvGrpSpPr/>
          <p:nvPr/>
        </p:nvGrpSpPr>
        <p:grpSpPr>
          <a:xfrm>
            <a:off x="7894350" y="6212475"/>
            <a:ext cx="586800" cy="571500"/>
            <a:chOff x="7894350" y="6212475"/>
            <a:chExt cx="586800" cy="571500"/>
          </a:xfrm>
        </p:grpSpPr>
        <p:sp>
          <p:nvSpPr>
            <p:cNvPr id="248" name="Google Shape;248;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1"/>
        <p:cNvGrpSpPr/>
        <p:nvPr/>
      </p:nvGrpSpPr>
      <p:grpSpPr>
        <a:xfrm>
          <a:off x="0" y="0"/>
          <a:ext cx="0" cy="0"/>
          <a:chOff x="0" y="0"/>
          <a:chExt cx="0" cy="0"/>
        </a:xfrm>
      </p:grpSpPr>
      <p:sp>
        <p:nvSpPr>
          <p:cNvPr id="252" name="Google Shape;252;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3" name="Google Shape;26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4" name="Google Shape;26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5" name="Google Shape;26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8" name="Google Shape;26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3" name="Google Shape;27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4" name="Google Shape;274;g2c157a2fb06_0_53"/>
          <p:cNvGrpSpPr/>
          <p:nvPr/>
        </p:nvGrpSpPr>
        <p:grpSpPr>
          <a:xfrm>
            <a:off x="1403031" y="6958923"/>
            <a:ext cx="6774848" cy="1291477"/>
            <a:chOff x="717231" y="7263723"/>
            <a:chExt cx="6774848" cy="1291477"/>
          </a:xfrm>
        </p:grpSpPr>
        <p:sp>
          <p:nvSpPr>
            <p:cNvPr id="275" name="Google Shape;27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2" name="Google Shape;28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3" name="Google Shape;28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6" name="Google Shape;28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7" name="Google Shape;28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8" name="Google Shape;288;g2c157a2fb06_0_53"/>
          <p:cNvGrpSpPr/>
          <p:nvPr/>
        </p:nvGrpSpPr>
        <p:grpSpPr>
          <a:xfrm>
            <a:off x="662575" y="6212475"/>
            <a:ext cx="586800" cy="571500"/>
            <a:chOff x="662575" y="6212475"/>
            <a:chExt cx="586800" cy="571500"/>
          </a:xfrm>
        </p:grpSpPr>
        <p:sp>
          <p:nvSpPr>
            <p:cNvPr id="289" name="Google Shape;28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2" name="Google Shape;292;g2c157a2fb06_0_53"/>
          <p:cNvGrpSpPr/>
          <p:nvPr/>
        </p:nvGrpSpPr>
        <p:grpSpPr>
          <a:xfrm>
            <a:off x="7894350" y="6212475"/>
            <a:ext cx="586800" cy="571500"/>
            <a:chOff x="7894350" y="6212475"/>
            <a:chExt cx="586800" cy="571500"/>
          </a:xfrm>
        </p:grpSpPr>
        <p:sp>
          <p:nvSpPr>
            <p:cNvPr id="293" name="Google Shape;29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6"/>
        <p:cNvGrpSpPr/>
        <p:nvPr/>
      </p:nvGrpSpPr>
      <p:grpSpPr>
        <a:xfrm>
          <a:off x="0" y="0"/>
          <a:ext cx="0" cy="0"/>
          <a:chOff x="0" y="0"/>
          <a:chExt cx="0" cy="0"/>
        </a:xfrm>
      </p:grpSpPr>
      <p:sp>
        <p:nvSpPr>
          <p:cNvPr id="297" name="Google Shape;297;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5" name="Google Shape;30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6" name="Google Shape;30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9" name="Google Shape;30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0" name="Google Shape;31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1" name="Google Shape;31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7" name="Google Shape;317;g2c157a2fb06_0_158"/>
          <p:cNvGrpSpPr/>
          <p:nvPr/>
        </p:nvGrpSpPr>
        <p:grpSpPr>
          <a:xfrm>
            <a:off x="662575" y="6212475"/>
            <a:ext cx="586800" cy="571500"/>
            <a:chOff x="662575" y="6212475"/>
            <a:chExt cx="586800" cy="571500"/>
          </a:xfrm>
        </p:grpSpPr>
        <p:sp>
          <p:nvSpPr>
            <p:cNvPr id="318" name="Google Shape;31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158"/>
          <p:cNvGrpSpPr/>
          <p:nvPr/>
        </p:nvGrpSpPr>
        <p:grpSpPr>
          <a:xfrm>
            <a:off x="7894350" y="6212475"/>
            <a:ext cx="586800" cy="571500"/>
            <a:chOff x="7894350" y="6212475"/>
            <a:chExt cx="586800" cy="571500"/>
          </a:xfrm>
        </p:grpSpPr>
        <p:sp>
          <p:nvSpPr>
            <p:cNvPr id="322" name="Google Shape;32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5"/>
        <p:cNvGrpSpPr/>
        <p:nvPr/>
      </p:nvGrpSpPr>
      <p:grpSpPr>
        <a:xfrm>
          <a:off x="0" y="0"/>
          <a:ext cx="0" cy="0"/>
          <a:chOff x="0" y="0"/>
          <a:chExt cx="0" cy="0"/>
        </a:xfrm>
      </p:grpSpPr>
      <p:sp>
        <p:nvSpPr>
          <p:cNvPr id="326" name="Google Shape;326;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9" name="Google Shape;329;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8" name="Google Shape;33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a:spLocks noGrp="1"/>
          </p:cNvSpPr>
          <p:nvPr>
            <p:ph type="pic" idx="8"/>
          </p:nvPr>
        </p:nvSpPr>
        <p:spPr>
          <a:xfrm>
            <a:off x="5086375" y="4412425"/>
            <a:ext cx="2668800" cy="1291500"/>
          </a:xfrm>
          <a:prstGeom prst="rect">
            <a:avLst/>
          </a:prstGeom>
          <a:noFill/>
          <a:ln>
            <a:noFill/>
          </a:ln>
        </p:spPr>
      </p:sp>
      <p:sp>
        <p:nvSpPr>
          <p:cNvPr id="344" name="Google Shape;344;g2c157a2fb06_0_263"/>
          <p:cNvSpPr>
            <a:spLocks noGrp="1"/>
          </p:cNvSpPr>
          <p:nvPr>
            <p:ph type="pic" idx="9"/>
          </p:nvPr>
        </p:nvSpPr>
        <p:spPr>
          <a:xfrm>
            <a:off x="5086375" y="797675"/>
            <a:ext cx="2668800" cy="1291500"/>
          </a:xfrm>
          <a:prstGeom prst="rect">
            <a:avLst/>
          </a:prstGeom>
          <a:noFill/>
          <a:ln>
            <a:noFill/>
          </a:ln>
        </p:spPr>
      </p:sp>
      <p:sp>
        <p:nvSpPr>
          <p:cNvPr id="345" name="Google Shape;345;g2c157a2fb06_0_263"/>
          <p:cNvSpPr>
            <a:spLocks noGrp="1"/>
          </p:cNvSpPr>
          <p:nvPr>
            <p:ph type="pic" idx="13"/>
          </p:nvPr>
        </p:nvSpPr>
        <p:spPr>
          <a:xfrm>
            <a:off x="5086375" y="2002592"/>
            <a:ext cx="2668800" cy="1291500"/>
          </a:xfrm>
          <a:prstGeom prst="rect">
            <a:avLst/>
          </a:prstGeom>
          <a:noFill/>
          <a:ln>
            <a:noFill/>
          </a:ln>
        </p:spPr>
      </p:sp>
      <p:sp>
        <p:nvSpPr>
          <p:cNvPr id="346" name="Google Shape;346;g2c157a2fb06_0_263"/>
          <p:cNvSpPr>
            <a:spLocks noGrp="1"/>
          </p:cNvSpPr>
          <p:nvPr>
            <p:ph type="pic" idx="14"/>
          </p:nvPr>
        </p:nvSpPr>
        <p:spPr>
          <a:xfrm>
            <a:off x="5086375" y="3207508"/>
            <a:ext cx="2668800" cy="1291500"/>
          </a:xfrm>
          <a:prstGeom prst="rect">
            <a:avLst/>
          </a:prstGeom>
          <a:noFill/>
          <a:ln>
            <a:noFill/>
          </a:ln>
        </p:spPr>
      </p:sp>
      <p:sp>
        <p:nvSpPr>
          <p:cNvPr id="347" name="Google Shape;34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8" name="Google Shape;34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9" name="Google Shape;349;g2c157a2fb06_0_263"/>
          <p:cNvGrpSpPr/>
          <p:nvPr/>
        </p:nvGrpSpPr>
        <p:grpSpPr>
          <a:xfrm>
            <a:off x="662575" y="6212475"/>
            <a:ext cx="586800" cy="571500"/>
            <a:chOff x="662575" y="6212475"/>
            <a:chExt cx="586800" cy="571500"/>
          </a:xfrm>
        </p:grpSpPr>
        <p:sp>
          <p:nvSpPr>
            <p:cNvPr id="350" name="Google Shape;350;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3" name="Google Shape;353;g2c157a2fb06_0_263"/>
          <p:cNvGrpSpPr/>
          <p:nvPr/>
        </p:nvGrpSpPr>
        <p:grpSpPr>
          <a:xfrm>
            <a:off x="7894350" y="6212475"/>
            <a:ext cx="586800" cy="571500"/>
            <a:chOff x="7894350" y="6212475"/>
            <a:chExt cx="586800" cy="571500"/>
          </a:xfrm>
        </p:grpSpPr>
        <p:sp>
          <p:nvSpPr>
            <p:cNvPr id="354" name="Google Shape;354;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7"/>
        <p:cNvGrpSpPr/>
        <p:nvPr/>
      </p:nvGrpSpPr>
      <p:grpSpPr>
        <a:xfrm>
          <a:off x="0" y="0"/>
          <a:ext cx="0" cy="0"/>
          <a:chOff x="0" y="0"/>
          <a:chExt cx="0" cy="0"/>
        </a:xfrm>
      </p:grpSpPr>
      <p:sp>
        <p:nvSpPr>
          <p:cNvPr id="358" name="Google Shape;358;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62" name="Google Shape;362;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6" name="Google Shape;36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7" name="Google Shape;36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8" name="Google Shape;36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9" name="Google Shape;36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2" name="Google Shape;37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3" name="Google Shape;37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4" name="Google Shape;37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467"/>
          <p:cNvGrpSpPr/>
          <p:nvPr/>
        </p:nvGrpSpPr>
        <p:grpSpPr>
          <a:xfrm>
            <a:off x="662575" y="6212475"/>
            <a:ext cx="586800" cy="571500"/>
            <a:chOff x="662575" y="6212475"/>
            <a:chExt cx="586800" cy="571500"/>
          </a:xfrm>
        </p:grpSpPr>
        <p:sp>
          <p:nvSpPr>
            <p:cNvPr id="377" name="Google Shape;37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467"/>
          <p:cNvGrpSpPr/>
          <p:nvPr/>
        </p:nvGrpSpPr>
        <p:grpSpPr>
          <a:xfrm>
            <a:off x="7894350" y="6212475"/>
            <a:ext cx="586800" cy="571500"/>
            <a:chOff x="7894350" y="6212475"/>
            <a:chExt cx="586800" cy="571500"/>
          </a:xfrm>
        </p:grpSpPr>
        <p:sp>
          <p:nvSpPr>
            <p:cNvPr id="381" name="Google Shape;38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4"/>
        <p:cNvGrpSpPr/>
        <p:nvPr/>
      </p:nvGrpSpPr>
      <p:grpSpPr>
        <a:xfrm>
          <a:off x="0" y="0"/>
          <a:ext cx="0" cy="0"/>
          <a:chOff x="0" y="0"/>
          <a:chExt cx="0" cy="0"/>
        </a:xfrm>
      </p:grpSpPr>
      <p:sp>
        <p:nvSpPr>
          <p:cNvPr id="385" name="Google Shape;385;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5" name="Google Shape;39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1"/>
        <p:cNvGrpSpPr/>
        <p:nvPr/>
      </p:nvGrpSpPr>
      <p:grpSpPr>
        <a:xfrm>
          <a:off x="0" y="0"/>
          <a:ext cx="0" cy="0"/>
          <a:chOff x="0" y="0"/>
          <a:chExt cx="0" cy="0"/>
        </a:xfrm>
      </p:grpSpPr>
      <p:sp>
        <p:nvSpPr>
          <p:cNvPr id="412" name="Google Shape;412;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1" name="Google Shape;42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3" name="Google Shape;42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4" name="Google Shape;42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7" name="Google Shape;42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8" name="Google Shape;42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9" name="Google Shape;42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798"/>
          <p:cNvGrpSpPr/>
          <p:nvPr/>
        </p:nvGrpSpPr>
        <p:grpSpPr>
          <a:xfrm>
            <a:off x="662575" y="6212475"/>
            <a:ext cx="586800" cy="571500"/>
            <a:chOff x="662575" y="6212475"/>
            <a:chExt cx="586800" cy="571500"/>
          </a:xfrm>
        </p:grpSpPr>
        <p:sp>
          <p:nvSpPr>
            <p:cNvPr id="432" name="Google Shape;43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798"/>
          <p:cNvGrpSpPr/>
          <p:nvPr/>
        </p:nvGrpSpPr>
        <p:grpSpPr>
          <a:xfrm>
            <a:off x="7894350" y="6212475"/>
            <a:ext cx="586800" cy="571500"/>
            <a:chOff x="7894350" y="6212475"/>
            <a:chExt cx="586800" cy="571500"/>
          </a:xfrm>
        </p:grpSpPr>
        <p:sp>
          <p:nvSpPr>
            <p:cNvPr id="436" name="Google Shape;43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9"/>
        <p:cNvGrpSpPr/>
        <p:nvPr/>
      </p:nvGrpSpPr>
      <p:grpSpPr>
        <a:xfrm>
          <a:off x="0" y="0"/>
          <a:ext cx="0" cy="0"/>
          <a:chOff x="0" y="0"/>
          <a:chExt cx="0" cy="0"/>
        </a:xfrm>
      </p:grpSpPr>
      <p:sp>
        <p:nvSpPr>
          <p:cNvPr id="440" name="Google Shape;440;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4" name="Google Shape;45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3" name="Google Shape;48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7" name="Google Shape;48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9" name="Google Shape;48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1" name="Google Shape;49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3" name="Google Shape;49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9" name="Google Shape;499;g2c157a2fb06_0_700"/>
          <p:cNvGrpSpPr/>
          <p:nvPr/>
        </p:nvGrpSpPr>
        <p:grpSpPr>
          <a:xfrm>
            <a:off x="662575" y="6212475"/>
            <a:ext cx="586800" cy="571500"/>
            <a:chOff x="662575" y="6212475"/>
            <a:chExt cx="586800" cy="571500"/>
          </a:xfrm>
        </p:grpSpPr>
        <p:sp>
          <p:nvSpPr>
            <p:cNvPr id="500" name="Google Shape;50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3" name="Google Shape;503;g2c157a2fb06_0_700"/>
          <p:cNvGrpSpPr/>
          <p:nvPr/>
        </p:nvGrpSpPr>
        <p:grpSpPr>
          <a:xfrm>
            <a:off x="7894350" y="6212475"/>
            <a:ext cx="586800" cy="571500"/>
            <a:chOff x="7894350" y="6212475"/>
            <a:chExt cx="586800" cy="571500"/>
          </a:xfrm>
        </p:grpSpPr>
        <p:sp>
          <p:nvSpPr>
            <p:cNvPr id="504" name="Google Shape;50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7"/>
        <p:cNvGrpSpPr/>
        <p:nvPr/>
      </p:nvGrpSpPr>
      <p:grpSpPr>
        <a:xfrm>
          <a:off x="0" y="0"/>
          <a:ext cx="0" cy="0"/>
          <a:chOff x="0" y="0"/>
          <a:chExt cx="0" cy="0"/>
        </a:xfrm>
      </p:grpSpPr>
      <p:sp>
        <p:nvSpPr>
          <p:cNvPr id="508" name="Google Shape;508;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6" name="Google Shape;51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9" name="Google Shape;51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20" name="Google Shape;52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7" name="Google Shape;52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8" name="Google Shape;52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9" name="Google Shape;52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0" name="Google Shape;53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8" name="Google Shape;53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9" name="Google Shape;539;g2c157a2fb06_0_932"/>
          <p:cNvGrpSpPr/>
          <p:nvPr/>
        </p:nvGrpSpPr>
        <p:grpSpPr>
          <a:xfrm>
            <a:off x="662575" y="6212475"/>
            <a:ext cx="586800" cy="571500"/>
            <a:chOff x="662575" y="6212475"/>
            <a:chExt cx="586800" cy="571500"/>
          </a:xfrm>
        </p:grpSpPr>
        <p:sp>
          <p:nvSpPr>
            <p:cNvPr id="540" name="Google Shape;54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3" name="Google Shape;543;g2c157a2fb06_0_932"/>
          <p:cNvGrpSpPr/>
          <p:nvPr/>
        </p:nvGrpSpPr>
        <p:grpSpPr>
          <a:xfrm>
            <a:off x="7894350" y="6212475"/>
            <a:ext cx="586800" cy="571500"/>
            <a:chOff x="7894350" y="6212475"/>
            <a:chExt cx="586800" cy="571500"/>
          </a:xfrm>
        </p:grpSpPr>
        <p:sp>
          <p:nvSpPr>
            <p:cNvPr id="544" name="Google Shape;54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7"/>
        <p:cNvGrpSpPr/>
        <p:nvPr/>
      </p:nvGrpSpPr>
      <p:grpSpPr>
        <a:xfrm>
          <a:off x="0" y="0"/>
          <a:ext cx="0" cy="0"/>
          <a:chOff x="0" y="0"/>
          <a:chExt cx="0" cy="0"/>
        </a:xfrm>
      </p:grpSpPr>
      <p:sp>
        <p:nvSpPr>
          <p:cNvPr id="548" name="Google Shape;548;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5" name="Google Shape;55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6" name="Google Shape;55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7" name="Google Shape;55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8" name="Google Shape;55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0" name="Google Shape;57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1" name="Google Shape;57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2" name="Google Shape;57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4" name="Google Shape;57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5" name="Google Shape;57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6" name="Google Shape;576;g2c157a2fb06_0_1045"/>
          <p:cNvGrpSpPr/>
          <p:nvPr/>
        </p:nvGrpSpPr>
        <p:grpSpPr>
          <a:xfrm>
            <a:off x="662575" y="6212475"/>
            <a:ext cx="586800" cy="571500"/>
            <a:chOff x="662575" y="6212475"/>
            <a:chExt cx="586800" cy="571500"/>
          </a:xfrm>
        </p:grpSpPr>
        <p:sp>
          <p:nvSpPr>
            <p:cNvPr id="577" name="Google Shape;57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045"/>
          <p:cNvGrpSpPr/>
          <p:nvPr/>
        </p:nvGrpSpPr>
        <p:grpSpPr>
          <a:xfrm>
            <a:off x="7894350" y="6212475"/>
            <a:ext cx="586800" cy="571500"/>
            <a:chOff x="7894350" y="6212475"/>
            <a:chExt cx="586800" cy="571500"/>
          </a:xfrm>
        </p:grpSpPr>
        <p:sp>
          <p:nvSpPr>
            <p:cNvPr id="581" name="Google Shape;58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4"/>
        <p:cNvGrpSpPr/>
        <p:nvPr/>
      </p:nvGrpSpPr>
      <p:grpSpPr>
        <a:xfrm>
          <a:off x="0" y="0"/>
          <a:ext cx="0" cy="0"/>
          <a:chOff x="0" y="0"/>
          <a:chExt cx="0" cy="0"/>
        </a:xfrm>
      </p:grpSpPr>
      <p:sp>
        <p:nvSpPr>
          <p:cNvPr id="585" name="Google Shape;585;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8" name="Google Shape;588;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9" name="Google Shape;589;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3" name="Google Shape;59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7" name="Google Shape;59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8" name="Google Shape;59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1" name="Google Shape;60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2" name="Google Shape;602;g2c157a2fb06_0_1110"/>
          <p:cNvGrpSpPr/>
          <p:nvPr/>
        </p:nvGrpSpPr>
        <p:grpSpPr>
          <a:xfrm>
            <a:off x="5806200" y="1807463"/>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6" name="Google Shape;60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7" name="Google Shape;60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8" name="Google Shape;608;g2c157a2fb06_0_1110"/>
          <p:cNvGrpSpPr/>
          <p:nvPr/>
        </p:nvGrpSpPr>
        <p:grpSpPr>
          <a:xfrm>
            <a:off x="5806200" y="2842438"/>
            <a:ext cx="756300" cy="146700"/>
            <a:chOff x="5806200" y="1807463"/>
            <a:chExt cx="756300" cy="146700"/>
          </a:xfrm>
        </p:grpSpPr>
        <p:sp>
          <p:nvSpPr>
            <p:cNvPr id="609" name="Google Shape;60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2" name="Google Shape;612;g2c157a2fb06_0_1110"/>
          <p:cNvGrpSpPr/>
          <p:nvPr/>
        </p:nvGrpSpPr>
        <p:grpSpPr>
          <a:xfrm>
            <a:off x="5806200" y="3877413"/>
            <a:ext cx="756300" cy="146700"/>
            <a:chOff x="5806200" y="1807463"/>
            <a:chExt cx="756300" cy="146700"/>
          </a:xfrm>
        </p:grpSpPr>
        <p:sp>
          <p:nvSpPr>
            <p:cNvPr id="613" name="Google Shape;61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662575" y="6212475"/>
            <a:ext cx="586800" cy="571500"/>
            <a:chOff x="662575" y="6212475"/>
            <a:chExt cx="586800" cy="571500"/>
          </a:xfrm>
        </p:grpSpPr>
        <p:sp>
          <p:nvSpPr>
            <p:cNvPr id="617" name="Google Shape;61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0" name="Google Shape;620;g2c157a2fb06_0_1110"/>
          <p:cNvGrpSpPr/>
          <p:nvPr/>
        </p:nvGrpSpPr>
        <p:grpSpPr>
          <a:xfrm>
            <a:off x="7894350" y="6212475"/>
            <a:ext cx="586800" cy="571500"/>
            <a:chOff x="7894350" y="6212475"/>
            <a:chExt cx="586800" cy="571500"/>
          </a:xfrm>
        </p:grpSpPr>
        <p:sp>
          <p:nvSpPr>
            <p:cNvPr id="621" name="Google Shape;62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4"/>
        <p:cNvGrpSpPr/>
        <p:nvPr/>
      </p:nvGrpSpPr>
      <p:grpSpPr>
        <a:xfrm>
          <a:off x="0" y="0"/>
          <a:ext cx="0" cy="0"/>
          <a:chOff x="0" y="0"/>
          <a:chExt cx="0" cy="0"/>
        </a:xfrm>
      </p:grpSpPr>
      <p:sp>
        <p:nvSpPr>
          <p:cNvPr id="625" name="Google Shape;62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9" name="Google Shape;62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8" name="Google Shape;638;p30"/>
          <p:cNvGrpSpPr/>
          <p:nvPr/>
        </p:nvGrpSpPr>
        <p:grpSpPr>
          <a:xfrm>
            <a:off x="6022940" y="5341706"/>
            <a:ext cx="594501" cy="305904"/>
            <a:chOff x="5672081" y="1914352"/>
            <a:chExt cx="792668" cy="305904"/>
          </a:xfrm>
        </p:grpSpPr>
        <p:sp>
          <p:nvSpPr>
            <p:cNvPr id="639" name="Google Shape;63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1" name="Google Shape;64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2" name="Google Shape;64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0" name="Google Shape;65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1" name="Google Shape;65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8" name="Google Shape;66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9" name="Google Shape;66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0"/>
        <p:cNvGrpSpPr/>
        <p:nvPr/>
      </p:nvGrpSpPr>
      <p:grpSpPr>
        <a:xfrm>
          <a:off x="0" y="0"/>
          <a:ext cx="0" cy="0"/>
          <a:chOff x="0" y="0"/>
          <a:chExt cx="0" cy="0"/>
        </a:xfrm>
      </p:grpSpPr>
      <p:sp>
        <p:nvSpPr>
          <p:cNvPr id="671" name="Google Shape;67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3" name="Google Shape;67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4"/>
        <p:cNvGrpSpPr/>
        <p:nvPr/>
      </p:nvGrpSpPr>
      <p:grpSpPr>
        <a:xfrm>
          <a:off x="0" y="0"/>
          <a:ext cx="0" cy="0"/>
          <a:chOff x="0" y="0"/>
          <a:chExt cx="0" cy="0"/>
        </a:xfrm>
      </p:grpSpPr>
      <p:sp>
        <p:nvSpPr>
          <p:cNvPr id="675" name="Google Shape;67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7" name="Google Shape;67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image" Target="../media/image7.png"/><Relationship Id="rId7" Type="http://schemas.openxmlformats.org/officeDocument/2006/relationships/image" Target="../media/image6.png"/><Relationship Id="rId12" Type="http://schemas.openxmlformats.org/officeDocument/2006/relationships/slide" Target="slide19.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slide" Target="slide18.xml"/><Relationship Id="rId5" Type="http://schemas.openxmlformats.org/officeDocument/2006/relationships/image" Target="../media/image5.png"/><Relationship Id="rId10" Type="http://schemas.openxmlformats.org/officeDocument/2006/relationships/slide" Target="slide16.xml"/><Relationship Id="rId4" Type="http://schemas.openxmlformats.org/officeDocument/2006/relationships/image" Target="../media/image8.png"/><Relationship Id="rId9" Type="http://schemas.openxmlformats.org/officeDocument/2006/relationships/slide" Target="slide8.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5.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3" Type="http://schemas.openxmlformats.org/officeDocument/2006/relationships/image" Target="../media/image35.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notesSlide" Target="../notesSlides/notesSlide5.xml"/><Relationship Id="rId16" Type="http://schemas.openxmlformats.org/officeDocument/2006/relationships/image" Target="../media/image48.png"/><Relationship Id="rId1" Type="http://schemas.openxmlformats.org/officeDocument/2006/relationships/slideLayout" Target="../slideLayouts/slideLayout3.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5" Type="http://schemas.openxmlformats.org/officeDocument/2006/relationships/image" Target="../media/image4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6.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Letter Sound 'w'</a:t>
            </a:r>
            <a:endParaRPr/>
          </a:p>
        </p:txBody>
      </p:sp>
      <p:sp>
        <p:nvSpPr>
          <p:cNvPr id="683" name="Google Shape;683;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3</a:t>
            </a:r>
            <a:endParaRPr/>
          </a:p>
        </p:txBody>
      </p:sp>
      <p:graphicFrame>
        <p:nvGraphicFramePr>
          <p:cNvPr id="686" name="Google Shape;686;p1"/>
          <p:cNvGraphicFramePr/>
          <p:nvPr/>
        </p:nvGraphicFramePr>
        <p:xfrm>
          <a:off x="4844200" y="1891197"/>
          <a:ext cx="3784950" cy="1678950"/>
        </p:xfrm>
        <a:graphic>
          <a:graphicData uri="http://schemas.openxmlformats.org/drawingml/2006/table">
            <a:tbl>
              <a:tblPr firstRow="1" bandRow="1">
                <a:noFill/>
                <a:tableStyleId>{7E2F0E22-28A5-4BC8-8E78-AC65F20D7A45}</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w</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x</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y</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z</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zz</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qu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ng</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igh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r>
                        <a:rPr lang="en-US" sz="1500" u="none" strike="noStrike" cap="none">
                          <a:solidFill>
                            <a:srgbClr val="D9D9D9"/>
                          </a:solidFill>
                          <a:latin typeface="Poppins"/>
                          <a:ea typeface="Poppins"/>
                          <a:cs typeface="Poppins"/>
                          <a:sym typeface="Poppins"/>
                        </a:rPr>
                        <a:t>a</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687" name="Google Shape;687;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8" name="Google Shape;688;p1"/>
          <p:cNvPicPr preferRelativeResize="0"/>
          <p:nvPr/>
        </p:nvPicPr>
        <p:blipFill rotWithShape="1">
          <a:blip r:embed="rId3">
            <a:alphaModFix/>
          </a:blip>
          <a:srcRect t="59" b="59"/>
          <a:stretch/>
        </p:blipFill>
        <p:spPr>
          <a:xfrm rot="135067">
            <a:off x="3956216" y="4474110"/>
            <a:ext cx="2493520" cy="997850"/>
          </a:xfrm>
          <a:prstGeom prst="rect">
            <a:avLst/>
          </a:prstGeom>
          <a:noFill/>
          <a:ln>
            <a:noFill/>
          </a:ln>
          <a:effectLst>
            <a:outerShdw blurRad="71438" dist="38100" dir="5220000" algn="bl" rotWithShape="0">
              <a:srgbClr val="000000">
                <a:alpha val="20784"/>
              </a:srgbClr>
            </a:outerShdw>
          </a:effectLst>
        </p:spPr>
      </p:pic>
      <p:pic>
        <p:nvPicPr>
          <p:cNvPr id="689" name="Google Shape;689;p1"/>
          <p:cNvPicPr preferRelativeResize="0"/>
          <p:nvPr/>
        </p:nvPicPr>
        <p:blipFill rotWithShape="1">
          <a:blip r:embed="rId4">
            <a:alphaModFix/>
          </a:blip>
          <a:srcRect t="89" b="99"/>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90" name="Google Shape;690;p1"/>
          <p:cNvPicPr preferRelativeResize="0"/>
          <p:nvPr/>
        </p:nvPicPr>
        <p:blipFill rotWithShape="1">
          <a:blip r:embed="rId5">
            <a:alphaModFix/>
          </a:blip>
          <a:srcRect l="19" r="19"/>
          <a:stretch/>
        </p:blipFill>
        <p:spPr>
          <a:xfrm rot="540305">
            <a:off x="7336183" y="3887252"/>
            <a:ext cx="1208040" cy="1709828"/>
          </a:xfrm>
          <a:prstGeom prst="rect">
            <a:avLst/>
          </a:prstGeom>
          <a:noFill/>
          <a:ln>
            <a:noFill/>
          </a:ln>
          <a:effectLst>
            <a:outerShdw blurRad="71438" dist="38100" dir="5220000" algn="bl" rotWithShape="0">
              <a:srgbClr val="000000">
                <a:alpha val="20000"/>
              </a:srgbClr>
            </a:outerShdw>
          </a:effectLst>
        </p:spPr>
      </p:pic>
      <p:cxnSp>
        <p:nvCxnSpPr>
          <p:cNvPr id="691" name="Google Shape;691;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letter / sound </a:t>
            </a:r>
            <a:r>
              <a:rPr lang="en-US">
                <a:solidFill>
                  <a:srgbClr val="8DC63F"/>
                </a:solidFill>
              </a:rPr>
              <a:t>w</a:t>
            </a:r>
            <a:r>
              <a:rPr lang="en-US"/>
              <a:t>.</a:t>
            </a:r>
            <a:endParaRPr/>
          </a:p>
        </p:txBody>
      </p:sp>
      <p:sp>
        <p:nvSpPr>
          <p:cNvPr id="698" name="Google Shape;698;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Phase 2 Common Exception Words </a:t>
            </a:r>
            <a:r>
              <a:rPr lang="en-US">
                <a:solidFill>
                  <a:srgbClr val="2356AF"/>
                </a:solidFill>
              </a:rPr>
              <a:t>as I is no go to into the put his has of pull full</a:t>
            </a:r>
            <a:r>
              <a:rPr lang="en-US"/>
              <a:t>.</a:t>
            </a:r>
            <a:endParaRPr/>
          </a:p>
        </p:txBody>
      </p:sp>
      <p:sp>
        <p:nvSpPr>
          <p:cNvPr id="699" name="Google Shape;699;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00" name="Google Shape;700;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1" name="Google Shape;701;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2" name="Google Shape;702;g2bee4f4af4b_0_204"/>
          <p:cNvPicPr preferRelativeResize="0"/>
          <p:nvPr/>
        </p:nvPicPr>
        <p:blipFill rotWithShape="1">
          <a:blip r:embed="rId3">
            <a:alphaModFix/>
          </a:blip>
          <a:srcRect l="19" r="19"/>
          <a:stretch/>
        </p:blipFill>
        <p:spPr>
          <a:xfrm>
            <a:off x="2519626" y="4101860"/>
            <a:ext cx="786850" cy="1113688"/>
          </a:xfrm>
          <a:prstGeom prst="rect">
            <a:avLst/>
          </a:prstGeom>
          <a:noFill/>
          <a:ln>
            <a:noFill/>
          </a:ln>
          <a:effectLst>
            <a:outerShdw blurRad="71438" dist="19050" dir="5220000" algn="bl" rotWithShape="0">
              <a:srgbClr val="D8D8D8"/>
            </a:outerShdw>
          </a:effectLst>
        </p:spPr>
      </p:pic>
      <p:sp>
        <p:nvSpPr>
          <p:cNvPr id="703" name="Google Shape;703;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4" name="Google Shape;704;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5" name="Google Shape;705;g2bee4f4af4b_0_204"/>
          <p:cNvPicPr preferRelativeResize="0"/>
          <p:nvPr/>
        </p:nvPicPr>
        <p:blipFill rotWithShape="1">
          <a:blip r:embed="rId4">
            <a:alphaModFix/>
          </a:blip>
          <a:srcRect l="159" r="149"/>
          <a:stretch/>
        </p:blipFill>
        <p:spPr>
          <a:xfrm>
            <a:off x="3786506" y="4169988"/>
            <a:ext cx="813600" cy="977433"/>
          </a:xfrm>
          <a:prstGeom prst="rect">
            <a:avLst/>
          </a:prstGeom>
          <a:noFill/>
          <a:ln>
            <a:noFill/>
          </a:ln>
          <a:effectLst>
            <a:outerShdw blurRad="71438" dist="19050" dir="5220000" algn="bl" rotWithShape="0">
              <a:srgbClr val="D8D8D8"/>
            </a:outerShdw>
          </a:effectLst>
        </p:spPr>
      </p:pic>
      <p:sp>
        <p:nvSpPr>
          <p:cNvPr id="706" name="Google Shape;706;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7" name="Google Shape;707;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08" name="Google Shape;708;g2bee4f4af4b_0_204"/>
          <p:cNvPicPr preferRelativeResize="0"/>
          <p:nvPr/>
        </p:nvPicPr>
        <p:blipFill rotWithShape="1">
          <a:blip r:embed="rId5">
            <a:alphaModFix/>
          </a:blip>
          <a:srcRect t="59" b="69"/>
          <a:stretch/>
        </p:blipFill>
        <p:spPr>
          <a:xfrm>
            <a:off x="946800" y="4384154"/>
            <a:ext cx="1372150" cy="549101"/>
          </a:xfrm>
          <a:prstGeom prst="rect">
            <a:avLst/>
          </a:prstGeom>
          <a:noFill/>
          <a:ln>
            <a:noFill/>
          </a:ln>
          <a:effectLst>
            <a:outerShdw blurRad="71438" dist="19050" dir="5220000" algn="bl" rotWithShape="0">
              <a:srgbClr val="D8D8D8"/>
            </a:outerShdw>
          </a:effectLst>
        </p:spPr>
      </p:pic>
      <p:sp>
        <p:nvSpPr>
          <p:cNvPr id="709" name="Google Shape;709;g2bee4f4af4b_0_204"/>
          <p:cNvSpPr txBox="1"/>
          <p:nvPr/>
        </p:nvSpPr>
        <p:spPr>
          <a:xfrm>
            <a:off x="61464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10" name="Google Shape;710;g2bee4f4af4b_0_204"/>
          <p:cNvSpPr txBox="1"/>
          <p:nvPr/>
        </p:nvSpPr>
        <p:spPr>
          <a:xfrm>
            <a:off x="59391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11" name="Google Shape;711;g2bee4f4af4b_0_204"/>
          <p:cNvPicPr preferRelativeResize="0"/>
          <p:nvPr/>
        </p:nvPicPr>
        <p:blipFill rotWithShape="1">
          <a:blip r:embed="rId6">
            <a:alphaModFix/>
          </a:blip>
          <a:srcRect t="89" b="99"/>
          <a:stretch/>
        </p:blipFill>
        <p:spPr>
          <a:xfrm>
            <a:off x="6159846" y="4363493"/>
            <a:ext cx="786850" cy="590421"/>
          </a:xfrm>
          <a:prstGeom prst="rect">
            <a:avLst/>
          </a:prstGeom>
          <a:noFill/>
          <a:ln>
            <a:noFill/>
          </a:ln>
          <a:effectLst>
            <a:outerShdw blurRad="71438" dist="19050" dir="5220000" algn="bl" rotWithShape="0">
              <a:srgbClr val="D8D8D8"/>
            </a:outerShdw>
          </a:effectLst>
        </p:spPr>
      </p:pic>
      <p:sp>
        <p:nvSpPr>
          <p:cNvPr id="712" name="Google Shape;712;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13" name="Google Shape;713;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4" name="Google Shape;714;g2bee4f4af4b_0_204"/>
          <p:cNvPicPr preferRelativeResize="0"/>
          <p:nvPr/>
        </p:nvPicPr>
        <p:blipFill rotWithShape="1">
          <a:blip r:embed="rId7">
            <a:alphaModFix/>
          </a:blip>
          <a:srcRect t="89" b="99"/>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5" name="Google Shape;715;g2bee4f4af4b_0_204">
            <a:hlinkClick r:id="rId8" action="ppaction://hlinksldjump"/>
          </p:cNvPr>
          <p:cNvSpPr/>
          <p:nvPr/>
        </p:nvSpPr>
        <p:spPr>
          <a:xfrm>
            <a:off x="1011130" y="3823503"/>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6" name="Google Shape;716;g2bee4f4af4b_0_204">
            <a:hlinkClick r:id="rId9" action="ppaction://hlinksldjump"/>
          </p:cNvPr>
          <p:cNvSpPr/>
          <p:nvPr/>
        </p:nvSpPr>
        <p:spPr>
          <a:xfrm>
            <a:off x="2412731" y="373711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7" name="Google Shape;717;g2bee4f4af4b_0_204">
            <a:hlinkClick r:id="rId10" action="ppaction://hlinksldjump"/>
          </p:cNvPr>
          <p:cNvSpPr/>
          <p:nvPr/>
        </p:nvSpPr>
        <p:spPr>
          <a:xfrm>
            <a:off x="3616114" y="38235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8" name="Google Shape;718;g2bee4f4af4b_0_204">
            <a:hlinkClick r:id="rId11" action="ppaction://hlinksldjump"/>
          </p:cNvPr>
          <p:cNvSpPr/>
          <p:nvPr/>
        </p:nvSpPr>
        <p:spPr>
          <a:xfrm>
            <a:off x="4838394" y="3796712"/>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9" name="Google Shape;719;g2bee4f4af4b_0_204">
            <a:hlinkClick r:id="rId12" action="ppaction://hlinksldjump"/>
          </p:cNvPr>
          <p:cNvSpPr/>
          <p:nvPr/>
        </p:nvSpPr>
        <p:spPr>
          <a:xfrm>
            <a:off x="6066594" y="375989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26" name="Google Shape;726;g26b641b03cd_0_165"/>
          <p:cNvGrpSpPr/>
          <p:nvPr/>
        </p:nvGrpSpPr>
        <p:grpSpPr>
          <a:xfrm>
            <a:off x="930400" y="2129444"/>
            <a:ext cx="7283200" cy="3724851"/>
            <a:chOff x="930400" y="2129444"/>
            <a:chExt cx="7283200" cy="3724851"/>
          </a:xfrm>
        </p:grpSpPr>
        <p:pic>
          <p:nvPicPr>
            <p:cNvPr id="727" name="Google Shape;727;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56" name="Google Shape;756;g26b7edf6e71_0_26"/>
          <p:cNvPicPr preferRelativeResize="0"/>
          <p:nvPr/>
        </p:nvPicPr>
        <p:blipFill rotWithShape="1">
          <a:blip r:embed="rId3">
            <a:alphaModFix/>
          </a:blip>
          <a:srcRect l="79" r="79"/>
          <a:stretch/>
        </p:blipFill>
        <p:spPr>
          <a:xfrm>
            <a:off x="2623396" y="2053250"/>
            <a:ext cx="1747066" cy="2472849"/>
          </a:xfrm>
          <a:prstGeom prst="rect">
            <a:avLst/>
          </a:prstGeom>
          <a:noFill/>
          <a:ln>
            <a:noFill/>
          </a:ln>
          <a:effectLst>
            <a:outerShdw blurRad="71438" dist="28575" dir="5400000" algn="bl" rotWithShape="0">
              <a:srgbClr val="000000">
                <a:alpha val="15686"/>
              </a:srgbClr>
            </a:outerShdw>
          </a:effectLst>
        </p:spPr>
      </p:pic>
      <p:pic>
        <p:nvPicPr>
          <p:cNvPr id="757" name="Google Shape;757;g26b7edf6e71_0_26"/>
          <p:cNvPicPr preferRelativeResize="0"/>
          <p:nvPr/>
        </p:nvPicPr>
        <p:blipFill rotWithShape="1">
          <a:blip r:embed="rId4">
            <a:alphaModFix/>
          </a:blip>
          <a:srcRect l="79" r="79"/>
          <a:stretch/>
        </p:blipFill>
        <p:spPr>
          <a:xfrm>
            <a:off x="4773538" y="2053250"/>
            <a:ext cx="1747066" cy="2472849"/>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sp>
        <p:nvSpPr>
          <p:cNvPr id="763" name="Google Shape;763;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764" name="Google Shape;764;g26b7edf6e71_0_109"/>
          <p:cNvGrpSpPr/>
          <p:nvPr/>
        </p:nvGrpSpPr>
        <p:grpSpPr>
          <a:xfrm>
            <a:off x="867357" y="2129450"/>
            <a:ext cx="7282807" cy="2686611"/>
            <a:chOff x="867357" y="2129450"/>
            <a:chExt cx="7282807" cy="2686611"/>
          </a:xfrm>
        </p:grpSpPr>
        <p:pic>
          <p:nvPicPr>
            <p:cNvPr id="765" name="Google Shape;765;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66" name="Google Shape;766;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67" name="Google Shape;767;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68" name="Google Shape;768;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69" name="Google Shape;769;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70" name="Google Shape;770;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71" name="Google Shape;771;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72" name="Google Shape;772;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73" name="Google Shape;773;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74" name="Google Shape;774;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75" name="Google Shape;775;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76" name="Google Shape;776;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77" name="Google Shape;777;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78" name="Google Shape;778;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3"/>
        <p:cNvGrpSpPr/>
        <p:nvPr/>
      </p:nvGrpSpPr>
      <p:grpSpPr>
        <a:xfrm>
          <a:off x="0" y="0"/>
          <a:ext cx="0" cy="0"/>
          <a:chOff x="0" y="0"/>
          <a:chExt cx="0" cy="0"/>
        </a:xfrm>
      </p:grpSpPr>
      <p:sp>
        <p:nvSpPr>
          <p:cNvPr id="784" name="Google Shape;784;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85" name="Google Shape;785;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86" name="Google Shape;786;g2c186218c5a_0_17"/>
          <p:cNvPicPr preferRelativeResize="0"/>
          <p:nvPr/>
        </p:nvPicPr>
        <p:blipFill rotWithShape="1">
          <a:blip r:embed="rId3">
            <a:alphaModFix/>
          </a:blip>
          <a:srcRect t="109" b="99"/>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
        <p:nvSpPr>
          <p:cNvPr id="787" name="Google Shape;787;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sp>
        <p:nvSpPr>
          <p:cNvPr id="793" name="Google Shape;793;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94" name="Google Shape;794;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95" name="Google Shape;795;g26b641b03cd_0_185"/>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96" name="Google Shape;796;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03" name="Google Shape;803;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04" name="Google Shape;804;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805" name="Google Shape;805;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10"/>
        <p:cNvGrpSpPr/>
        <p:nvPr/>
      </p:nvGrpSpPr>
      <p:grpSpPr>
        <a:xfrm>
          <a:off x="0" y="0"/>
          <a:ext cx="0" cy="0"/>
          <a:chOff x="0" y="0"/>
          <a:chExt cx="0" cy="0"/>
        </a:xfrm>
      </p:grpSpPr>
      <p:sp>
        <p:nvSpPr>
          <p:cNvPr id="811" name="Google Shape;811;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12" name="Google Shape;812;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813" name="Google Shape;813;g26b641b03cd_0_192"/>
          <p:cNvPicPr preferRelativeResize="0"/>
          <p:nvPr/>
        </p:nvPicPr>
        <p:blipFill rotWithShape="1">
          <a:blip r:embed="rId3">
            <a:alphaModFix/>
          </a:blip>
          <a:srcRect t="59" b="4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814" name="Google Shape;814;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19"/>
        <p:cNvGrpSpPr/>
        <p:nvPr/>
      </p:nvGrpSpPr>
      <p:grpSpPr>
        <a:xfrm>
          <a:off x="0" y="0"/>
          <a:ext cx="0" cy="0"/>
          <a:chOff x="0" y="0"/>
          <a:chExt cx="0" cy="0"/>
        </a:xfrm>
      </p:grpSpPr>
      <p:sp>
        <p:nvSpPr>
          <p:cNvPr id="820" name="Google Shape;820;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21" name="Google Shape;821;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22" name="Google Shape;822;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29" name="Google Shape;829;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30" name="Google Shape;830;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1" name="Google Shape;831;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2" name="Google Shape;832;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3" name="Google Shape;833;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4" name="Google Shape;834;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35" name="Google Shape;835;g2c4fd7a3c22_2_0"/>
          <p:cNvGrpSpPr/>
          <p:nvPr/>
        </p:nvGrpSpPr>
        <p:grpSpPr>
          <a:xfrm>
            <a:off x="304250" y="6984600"/>
            <a:ext cx="8330829" cy="808600"/>
            <a:chOff x="-152950" y="7365600"/>
            <a:chExt cx="8330829" cy="808600"/>
          </a:xfrm>
        </p:grpSpPr>
        <p:sp>
          <p:nvSpPr>
            <p:cNvPr id="836" name="Google Shape;836;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37" name="Google Shape;837;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38" name="Google Shape;838;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39" name="Google Shape;839;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40" name="Google Shape;840;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41" name="Google Shape;841;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42" name="Google Shape;842;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43" name="Google Shape;843;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44" name="Google Shape;844;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5" name="Google Shape;845;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6" name="Google Shape;846;g2c4fd7a3c22_2_0"/>
          <p:cNvSpPr/>
          <p:nvPr/>
        </p:nvSpPr>
        <p:spPr>
          <a:xfrm>
            <a:off x="32111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7" name="Google Shape;847;g2c4fd7a3c22_2_0"/>
          <p:cNvSpPr/>
          <p:nvPr/>
        </p:nvSpPr>
        <p:spPr>
          <a:xfrm>
            <a:off x="43769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8" name="Google Shape;848;g2c4fd7a3c22_2_0"/>
          <p:cNvSpPr/>
          <p:nvPr/>
        </p:nvSpPr>
        <p:spPr>
          <a:xfrm>
            <a:off x="55427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49" name="Google Shape;849;g2c4fd7a3c22_2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50" name="Google Shape;850;g2c4fd7a3c22_2_0"/>
          <p:cNvSpPr txBox="1">
            <a:spLocks noGrp="1"/>
          </p:cNvSpPr>
          <p:nvPr>
            <p:ph type="subTitle" idx="4294967295"/>
          </p:nvPr>
        </p:nvSpPr>
        <p:spPr>
          <a:xfrm>
            <a:off x="49731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851" name="Google Shape;851;g2c4fd7a3c22_2_0"/>
          <p:cNvSpPr txBox="1">
            <a:spLocks noGrp="1"/>
          </p:cNvSpPr>
          <p:nvPr>
            <p:ph type="subTitle" idx="4294967295"/>
          </p:nvPr>
        </p:nvSpPr>
        <p:spPr>
          <a:xfrm>
            <a:off x="26414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w</a:t>
            </a:r>
            <a:endParaRPr sz="15000" b="0" i="0" u="none" strike="noStrike" cap="none">
              <a:solidFill>
                <a:srgbClr val="2356AF"/>
              </a:solidFill>
              <a:latin typeface="Jost"/>
              <a:ea typeface="Jost"/>
              <a:cs typeface="Jost"/>
              <a:sym typeface="Jost"/>
            </a:endParaRPr>
          </a:p>
        </p:txBody>
      </p:sp>
      <p:sp>
        <p:nvSpPr>
          <p:cNvPr id="852" name="Google Shape;852;g2c4fd7a3c22_2_0"/>
          <p:cNvSpPr txBox="1">
            <a:spLocks noGrp="1"/>
          </p:cNvSpPr>
          <p:nvPr>
            <p:ph type="subTitle" idx="4294967295"/>
          </p:nvPr>
        </p:nvSpPr>
        <p:spPr>
          <a:xfrm>
            <a:off x="38073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7"/>
        <p:cNvGrpSpPr/>
        <p:nvPr/>
      </p:nvGrpSpPr>
      <p:grpSpPr>
        <a:xfrm>
          <a:off x="0" y="0"/>
          <a:ext cx="0" cy="0"/>
          <a:chOff x="0" y="0"/>
          <a:chExt cx="0" cy="0"/>
        </a:xfrm>
      </p:grpSpPr>
      <p:sp>
        <p:nvSpPr>
          <p:cNvPr id="858" name="Google Shape;858;g2c616d0d490_0_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59" name="Google Shape;859;g2c616d0d490_0_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60" name="Google Shape;860;g2c616d0d490_0_2"/>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1" name="Google Shape;861;g2c616d0d490_0_2"/>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2" name="Google Shape;862;g2c616d0d490_0_2"/>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3" name="Google Shape;863;g2c616d0d490_0_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4" name="Google Shape;864;g2c616d0d490_0_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65" name="Google Shape;865;g2c616d0d490_0_2"/>
          <p:cNvGrpSpPr/>
          <p:nvPr/>
        </p:nvGrpSpPr>
        <p:grpSpPr>
          <a:xfrm>
            <a:off x="304250" y="6984600"/>
            <a:ext cx="8330829" cy="808600"/>
            <a:chOff x="-152950" y="7365600"/>
            <a:chExt cx="8330829" cy="808600"/>
          </a:xfrm>
        </p:grpSpPr>
        <p:sp>
          <p:nvSpPr>
            <p:cNvPr id="866" name="Google Shape;866;g2c616d0d490_0_2"/>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67" name="Google Shape;867;g2c616d0d490_0_2"/>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68" name="Google Shape;868;g2c616d0d490_0_2"/>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69" name="Google Shape;869;g2c616d0d490_0_2"/>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70" name="Google Shape;870;g2c616d0d490_0_2"/>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71" name="Google Shape;871;g2c616d0d490_0_2"/>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72" name="Google Shape;872;g2c616d0d490_0_2"/>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73" name="Google Shape;873;g2c616d0d490_0_2"/>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74" name="Google Shape;874;g2c616d0d490_0_2"/>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5" name="Google Shape;875;g2c616d0d490_0_2"/>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6" name="Google Shape;876;g2c616d0d490_0_2"/>
          <p:cNvSpPr/>
          <p:nvPr/>
        </p:nvSpPr>
        <p:spPr>
          <a:xfrm>
            <a:off x="31350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7" name="Google Shape;877;g2c616d0d490_0_2"/>
          <p:cNvSpPr/>
          <p:nvPr/>
        </p:nvSpPr>
        <p:spPr>
          <a:xfrm>
            <a:off x="43770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8" name="Google Shape;878;g2c616d0d490_0_2"/>
          <p:cNvSpPr/>
          <p:nvPr/>
        </p:nvSpPr>
        <p:spPr>
          <a:xfrm>
            <a:off x="56190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79" name="Google Shape;879;g2c616d0d490_0_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80" name="Google Shape;880;g2c616d0d490_0_2"/>
          <p:cNvSpPr txBox="1">
            <a:spLocks noGrp="1"/>
          </p:cNvSpPr>
          <p:nvPr>
            <p:ph type="subTitle" idx="4294967295"/>
          </p:nvPr>
        </p:nvSpPr>
        <p:spPr>
          <a:xfrm>
            <a:off x="50493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b</a:t>
            </a:r>
            <a:endParaRPr sz="15000" b="0" i="0" u="none" strike="noStrike" cap="none">
              <a:solidFill>
                <a:srgbClr val="2356AF"/>
              </a:solidFill>
              <a:latin typeface="Jost"/>
              <a:ea typeface="Jost"/>
              <a:cs typeface="Jost"/>
              <a:sym typeface="Jost"/>
            </a:endParaRPr>
          </a:p>
        </p:txBody>
      </p:sp>
      <p:sp>
        <p:nvSpPr>
          <p:cNvPr id="881" name="Google Shape;881;g2c616d0d490_0_2"/>
          <p:cNvSpPr txBox="1">
            <a:spLocks noGrp="1"/>
          </p:cNvSpPr>
          <p:nvPr>
            <p:ph type="subTitle" idx="4294967295"/>
          </p:nvPr>
        </p:nvSpPr>
        <p:spPr>
          <a:xfrm>
            <a:off x="25653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w</a:t>
            </a:r>
            <a:endParaRPr sz="15000" b="0" i="0" u="none" strike="noStrike" cap="none">
              <a:solidFill>
                <a:srgbClr val="2356AF"/>
              </a:solidFill>
              <a:latin typeface="Jost"/>
              <a:ea typeface="Jost"/>
              <a:cs typeface="Jost"/>
              <a:sym typeface="Jost"/>
            </a:endParaRPr>
          </a:p>
        </p:txBody>
      </p:sp>
      <p:sp>
        <p:nvSpPr>
          <p:cNvPr id="882" name="Google Shape;882;g2c616d0d490_0_2"/>
          <p:cNvSpPr txBox="1">
            <a:spLocks noGrp="1"/>
          </p:cNvSpPr>
          <p:nvPr>
            <p:ph type="subTitle" idx="4294967295"/>
          </p:nvPr>
        </p:nvSpPr>
        <p:spPr>
          <a:xfrm>
            <a:off x="3807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7"/>
        <p:cNvGrpSpPr/>
        <p:nvPr/>
      </p:nvGrpSpPr>
      <p:grpSpPr>
        <a:xfrm>
          <a:off x="0" y="0"/>
          <a:ext cx="0" cy="0"/>
          <a:chOff x="0" y="0"/>
          <a:chExt cx="0" cy="0"/>
        </a:xfrm>
      </p:grpSpPr>
      <p:sp>
        <p:nvSpPr>
          <p:cNvPr id="888" name="Google Shape;888;g2c616d0d490_0_3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89" name="Google Shape;889;g2c616d0d490_0_3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90" name="Google Shape;890;g2c616d0d490_0_31"/>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1" name="Google Shape;891;g2c616d0d490_0_31"/>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2" name="Google Shape;892;g2c616d0d490_0_31"/>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3" name="Google Shape;893;g2c616d0d490_0_3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4" name="Google Shape;894;g2c616d0d490_0_3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95" name="Google Shape;895;g2c616d0d490_0_31"/>
          <p:cNvGrpSpPr/>
          <p:nvPr/>
        </p:nvGrpSpPr>
        <p:grpSpPr>
          <a:xfrm>
            <a:off x="304250" y="6984600"/>
            <a:ext cx="8330829" cy="808600"/>
            <a:chOff x="-152950" y="7365600"/>
            <a:chExt cx="8330829" cy="808600"/>
          </a:xfrm>
        </p:grpSpPr>
        <p:sp>
          <p:nvSpPr>
            <p:cNvPr id="896" name="Google Shape;896;g2c616d0d490_0_31"/>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97" name="Google Shape;897;g2c616d0d490_0_31"/>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98" name="Google Shape;898;g2c616d0d490_0_31"/>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99" name="Google Shape;899;g2c616d0d490_0_31"/>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00" name="Google Shape;900;g2c616d0d490_0_31"/>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01" name="Google Shape;901;g2c616d0d490_0_31"/>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02" name="Google Shape;902;g2c616d0d490_0_31"/>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03" name="Google Shape;903;g2c616d0d490_0_31"/>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04" name="Google Shape;904;g2c616d0d490_0_31"/>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5" name="Google Shape;905;g2c616d0d490_0_31"/>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6" name="Google Shape;906;g2c616d0d490_0_31"/>
          <p:cNvSpPr/>
          <p:nvPr/>
        </p:nvSpPr>
        <p:spPr>
          <a:xfrm>
            <a:off x="30588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7" name="Google Shape;907;g2c616d0d490_0_31"/>
          <p:cNvSpPr/>
          <p:nvPr/>
        </p:nvSpPr>
        <p:spPr>
          <a:xfrm>
            <a:off x="43770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8" name="Google Shape;908;g2c616d0d490_0_31"/>
          <p:cNvSpPr/>
          <p:nvPr/>
        </p:nvSpPr>
        <p:spPr>
          <a:xfrm>
            <a:off x="56190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09" name="Google Shape;909;g2c616d0d490_0_3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10" name="Google Shape;910;g2c616d0d490_0_31"/>
          <p:cNvSpPr txBox="1">
            <a:spLocks noGrp="1"/>
          </p:cNvSpPr>
          <p:nvPr>
            <p:ph type="subTitle" idx="4294967295"/>
          </p:nvPr>
        </p:nvSpPr>
        <p:spPr>
          <a:xfrm>
            <a:off x="50493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g</a:t>
            </a:r>
            <a:endParaRPr sz="15000" b="0" i="0" u="none" strike="noStrike" cap="none">
              <a:solidFill>
                <a:srgbClr val="2356AF"/>
              </a:solidFill>
              <a:latin typeface="Jost"/>
              <a:ea typeface="Jost"/>
              <a:cs typeface="Jost"/>
              <a:sym typeface="Jost"/>
            </a:endParaRPr>
          </a:p>
        </p:txBody>
      </p:sp>
      <p:sp>
        <p:nvSpPr>
          <p:cNvPr id="911" name="Google Shape;911;g2c616d0d490_0_31"/>
          <p:cNvSpPr txBox="1">
            <a:spLocks noGrp="1"/>
          </p:cNvSpPr>
          <p:nvPr>
            <p:ph type="subTitle" idx="4294967295"/>
          </p:nvPr>
        </p:nvSpPr>
        <p:spPr>
          <a:xfrm>
            <a:off x="24891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w</a:t>
            </a:r>
            <a:endParaRPr sz="15000" b="0" i="0" u="none" strike="noStrike" cap="none">
              <a:solidFill>
                <a:srgbClr val="2356AF"/>
              </a:solidFill>
              <a:latin typeface="Jost"/>
              <a:ea typeface="Jost"/>
              <a:cs typeface="Jost"/>
              <a:sym typeface="Jost"/>
            </a:endParaRPr>
          </a:p>
        </p:txBody>
      </p:sp>
      <p:sp>
        <p:nvSpPr>
          <p:cNvPr id="912" name="Google Shape;912;g2c616d0d490_0_31"/>
          <p:cNvSpPr txBox="1"/>
          <p:nvPr/>
        </p:nvSpPr>
        <p:spPr>
          <a:xfrm>
            <a:off x="3684300"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919" name="Google Shape;919;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20" name="Google Shape;920;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25"/>
        <p:cNvGrpSpPr/>
        <p:nvPr/>
      </p:nvGrpSpPr>
      <p:grpSpPr>
        <a:xfrm>
          <a:off x="0" y="0"/>
          <a:ext cx="0" cy="0"/>
          <a:chOff x="0" y="0"/>
          <a:chExt cx="0" cy="0"/>
        </a:xfrm>
      </p:grpSpPr>
      <p:sp>
        <p:nvSpPr>
          <p:cNvPr id="926" name="Google Shape;926;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27" name="Google Shape;927;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28" name="Google Shape;928;g26b641b03cd_0_204"/>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29" name="Google Shape;929;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34"/>
        <p:cNvGrpSpPr/>
        <p:nvPr/>
      </p:nvGrpSpPr>
      <p:grpSpPr>
        <a:xfrm>
          <a:off x="0" y="0"/>
          <a:ext cx="0" cy="0"/>
          <a:chOff x="0" y="0"/>
          <a:chExt cx="0" cy="0"/>
        </a:xfrm>
      </p:grpSpPr>
      <p:sp>
        <p:nvSpPr>
          <p:cNvPr id="935" name="Google Shape;935;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36" name="Google Shape;936;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37" name="Google Shape;937;g2c186218c5a_0_48"/>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38" name="Google Shape;938;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43"/>
        <p:cNvGrpSpPr/>
        <p:nvPr/>
      </p:nvGrpSpPr>
      <p:grpSpPr>
        <a:xfrm>
          <a:off x="0" y="0"/>
          <a:ext cx="0" cy="0"/>
          <a:chOff x="0" y="0"/>
          <a:chExt cx="0" cy="0"/>
        </a:xfrm>
      </p:grpSpPr>
      <p:sp>
        <p:nvSpPr>
          <p:cNvPr id="944" name="Google Shape;944;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45" name="Google Shape;945;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46" name="Google Shape;946;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47" name="Google Shape;947;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sp>
        <p:nvSpPr>
          <p:cNvPr id="953" name="Google Shape;953;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54" name="Google Shape;954;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55" name="Google Shape;955;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56" name="Google Shape;956;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63" name="Google Shape;963;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64" name="Google Shape;964;g26b641b03cd_0_315"/>
          <p:cNvPicPr preferRelativeResize="0"/>
          <p:nvPr/>
        </p:nvPicPr>
        <p:blipFill rotWithShape="1">
          <a:blip r:embed="rId3">
            <a:alphaModFix/>
          </a:blip>
          <a:srcRect t="89" b="9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65" name="Google Shape;965;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70"/>
        <p:cNvGrpSpPr/>
        <p:nvPr/>
      </p:nvGrpSpPr>
      <p:grpSpPr>
        <a:xfrm>
          <a:off x="0" y="0"/>
          <a:ext cx="0" cy="0"/>
          <a:chOff x="0" y="0"/>
          <a:chExt cx="0" cy="0"/>
        </a:xfrm>
      </p:grpSpPr>
      <p:sp>
        <p:nvSpPr>
          <p:cNvPr id="971" name="Google Shape;971;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72" name="Google Shape;972;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73" name="Google Shape;973;g26b641b03cd_1_0"/>
          <p:cNvPicPr preferRelativeResize="0"/>
          <p:nvPr/>
        </p:nvPicPr>
        <p:blipFill rotWithShape="1">
          <a:blip r:embed="rId3">
            <a:alphaModFix/>
          </a:blip>
          <a:srcRect t="19" b="2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74" name="Google Shape;974;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79"/>
        <p:cNvGrpSpPr/>
        <p:nvPr/>
      </p:nvGrpSpPr>
      <p:grpSpPr>
        <a:xfrm>
          <a:off x="0" y="0"/>
          <a:ext cx="0" cy="0"/>
          <a:chOff x="0" y="0"/>
          <a:chExt cx="0" cy="0"/>
        </a:xfrm>
      </p:grpSpPr>
      <p:sp>
        <p:nvSpPr>
          <p:cNvPr id="980" name="Google Shape;980;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81" name="Google Shape;981;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82" name="Google Shape;982;g1f3daf8a844_0_64"/>
          <p:cNvGrpSpPr/>
          <p:nvPr/>
        </p:nvGrpSpPr>
        <p:grpSpPr>
          <a:xfrm>
            <a:off x="3024000" y="209875"/>
            <a:ext cx="3096000" cy="454800"/>
            <a:chOff x="3024000" y="209875"/>
            <a:chExt cx="3096000" cy="454800"/>
          </a:xfrm>
        </p:grpSpPr>
        <p:sp>
          <p:nvSpPr>
            <p:cNvPr id="983" name="Google Shape;983;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4" name="Google Shape;984;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85" name="Google Shape;985;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86" name="Google Shape;986;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87" name="Google Shape;987;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88" name="Google Shape;988;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89" name="Google Shape;989;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90" name="Google Shape;990;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991" name="Google Shape;991;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992" name="Google Shape;992;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993" name="Google Shape;993;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994" name="Google Shape;994;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995" name="Google Shape;995;g1f3daf8a844_0_64"/>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ll</a:t>
            </a:r>
            <a:endParaRPr sz="5500" b="0" i="0" u="none" strike="noStrike" cap="none">
              <a:solidFill>
                <a:srgbClr val="FFD400"/>
              </a:solidFill>
              <a:latin typeface="Jost"/>
              <a:ea typeface="Jost"/>
              <a:cs typeface="Jost"/>
              <a:sym typeface="Jost"/>
            </a:endParaRPr>
          </a:p>
        </p:txBody>
      </p:sp>
      <p:sp>
        <p:nvSpPr>
          <p:cNvPr id="996" name="Google Shape;996;g1f3daf8a844_0_64"/>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997" name="Google Shape;997;g1f3daf8a844_0_64"/>
          <p:cNvSpPr txBox="1"/>
          <p:nvPr/>
        </p:nvSpPr>
        <p:spPr>
          <a:xfrm>
            <a:off x="2333951" y="99733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000" b="0" i="0" u="none" strike="noStrike" cap="none">
              <a:solidFill>
                <a:srgbClr val="2356AF"/>
              </a:solidFill>
              <a:latin typeface="Jost"/>
              <a:ea typeface="Jost"/>
              <a:cs typeface="Jost"/>
              <a:sym typeface="Jost"/>
            </a:endParaRPr>
          </a:p>
        </p:txBody>
      </p:sp>
      <p:cxnSp>
        <p:nvCxnSpPr>
          <p:cNvPr id="998" name="Google Shape;998;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sp>
        <p:nvSpPr>
          <p:cNvPr id="1004" name="Google Shape;1004;g2c616d0d490_0_6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05" name="Google Shape;1005;g2c616d0d490_0_6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06" name="Google Shape;1006;g2c616d0d490_0_62"/>
          <p:cNvGrpSpPr/>
          <p:nvPr/>
        </p:nvGrpSpPr>
        <p:grpSpPr>
          <a:xfrm>
            <a:off x="3024000" y="209875"/>
            <a:ext cx="3096000" cy="454800"/>
            <a:chOff x="3024000" y="209875"/>
            <a:chExt cx="3096000" cy="454800"/>
          </a:xfrm>
        </p:grpSpPr>
        <p:sp>
          <p:nvSpPr>
            <p:cNvPr id="1007" name="Google Shape;1007;g2c616d0d490_0_6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8" name="Google Shape;1008;g2c616d0d490_0_6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09" name="Google Shape;1009;g2c616d0d490_0_62"/>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10" name="Google Shape;1010;g2c616d0d490_0_62"/>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11" name="Google Shape;1011;g2c616d0d490_0_62"/>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12" name="Google Shape;1012;g2c616d0d490_0_62"/>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13" name="Google Shape;1013;g2c616d0d490_0_6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14" name="Google Shape;1014;g2c616d0d490_0_62"/>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15" name="Google Shape;1015;g2c616d0d490_0_62"/>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win wig w</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g web will w</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ll well</a:t>
            </a:r>
            <a:endParaRPr sz="1800" b="0" i="0" u="none" strike="noStrike" cap="none">
              <a:solidFill>
                <a:srgbClr val="B7B7B7"/>
              </a:solidFill>
              <a:latin typeface="Jost"/>
              <a:ea typeface="Jost"/>
              <a:cs typeface="Jost"/>
              <a:sym typeface="Jost"/>
            </a:endParaRPr>
          </a:p>
        </p:txBody>
      </p:sp>
      <p:sp>
        <p:nvSpPr>
          <p:cNvPr id="1016" name="Google Shape;1016;g2c616d0d490_0_62"/>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17" name="Google Shape;1017;g2c616d0d490_0_62"/>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018" name="Google Shape;1018;g2c616d0d490_0_62"/>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19" name="Google Shape;1019;g2c616d0d490_0_62"/>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cxnSp>
        <p:nvCxnSpPr>
          <p:cNvPr id="1020" name="Google Shape;1020;g2c616d0d490_0_62"/>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21" name="Google Shape;1021;g2c616d0d490_0_62"/>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22" name="Google Shape;1022;g2c616d0d490_0_62"/>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ll</a:t>
            </a:r>
            <a:endParaRPr sz="5500" b="0" i="0" u="none" strike="noStrike" cap="none">
              <a:solidFill>
                <a:srgbClr val="FFD400"/>
              </a:solidFill>
              <a:latin typeface="Jost"/>
              <a:ea typeface="Jost"/>
              <a:cs typeface="Jost"/>
              <a:sym typeface="Jost"/>
            </a:endParaRPr>
          </a:p>
        </p:txBody>
      </p:sp>
      <p:sp>
        <p:nvSpPr>
          <p:cNvPr id="1023" name="Google Shape;1023;g2c616d0d490_0_62"/>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024" name="Google Shape;1024;g2c616d0d490_0_62"/>
          <p:cNvSpPr txBox="1"/>
          <p:nvPr/>
        </p:nvSpPr>
        <p:spPr>
          <a:xfrm>
            <a:off x="2333951" y="99733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000" b="0" i="0" u="none" strike="noStrike" cap="none">
              <a:solidFill>
                <a:srgbClr val="2356AF"/>
              </a:solidFill>
              <a:latin typeface="Jost"/>
              <a:ea typeface="Jost"/>
              <a:cs typeface="Jost"/>
              <a:sym typeface="Jos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29"/>
        <p:cNvGrpSpPr/>
        <p:nvPr/>
      </p:nvGrpSpPr>
      <p:grpSpPr>
        <a:xfrm>
          <a:off x="0" y="0"/>
          <a:ext cx="0" cy="0"/>
          <a:chOff x="0" y="0"/>
          <a:chExt cx="0" cy="0"/>
        </a:xfrm>
      </p:grpSpPr>
      <p:sp>
        <p:nvSpPr>
          <p:cNvPr id="1030" name="Google Shape;1030;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Draw ‘</a:t>
            </a:r>
            <a:r>
              <a:rPr lang="en-US">
                <a:solidFill>
                  <a:srgbClr val="8DC63F"/>
                </a:solidFill>
              </a:rPr>
              <a:t>w</a:t>
            </a:r>
            <a:r>
              <a:rPr lang="en-US"/>
              <a:t>’ in a variety of sizes and media, for example using chalk to draw on the ground.</a:t>
            </a:r>
            <a:endParaRPr/>
          </a:p>
          <a:p>
            <a:pPr marL="457200" lvl="0" indent="-330200" algn="l" rtl="0">
              <a:lnSpc>
                <a:spcPct val="115000"/>
              </a:lnSpc>
              <a:spcBef>
                <a:spcPts val="0"/>
              </a:spcBef>
              <a:spcAft>
                <a:spcPts val="0"/>
              </a:spcAft>
              <a:buSzPts val="1600"/>
              <a:buChar char="•"/>
            </a:pPr>
            <a:r>
              <a:rPr lang="en-US"/>
              <a:t>Make grapheme with playdough.</a:t>
            </a:r>
            <a:endParaRPr/>
          </a:p>
          <a:p>
            <a:pPr marL="457200" lvl="0" indent="-330200" algn="l" rtl="0">
              <a:lnSpc>
                <a:spcPct val="115000"/>
              </a:lnSpc>
              <a:spcBef>
                <a:spcPts val="0"/>
              </a:spcBef>
              <a:spcAft>
                <a:spcPts val="0"/>
              </a:spcAft>
              <a:buSzPts val="1600"/>
              <a:buChar char="•"/>
            </a:pPr>
            <a:r>
              <a:rPr lang="en-US"/>
              <a:t>Explore words in environment for decoding.</a:t>
            </a:r>
            <a:endParaRPr/>
          </a:p>
          <a:p>
            <a:pPr marL="457200" lvl="0" indent="-330200" algn="l" rtl="0">
              <a:lnSpc>
                <a:spcPct val="115000"/>
              </a:lnSpc>
              <a:spcBef>
                <a:spcPts val="0"/>
              </a:spcBef>
              <a:spcAft>
                <a:spcPts val="0"/>
              </a:spcAft>
              <a:buSzPts val="1600"/>
              <a:buChar char="•"/>
            </a:pPr>
            <a:r>
              <a:rPr lang="en-US"/>
              <a:t>Using pipe cleaners make a ‘</a:t>
            </a:r>
            <a:r>
              <a:rPr lang="en-US">
                <a:solidFill>
                  <a:srgbClr val="8DC63F"/>
                </a:solidFill>
              </a:rPr>
              <a:t>w</a:t>
            </a:r>
            <a:r>
              <a:rPr lang="en-US"/>
              <a:t>’ shape.</a:t>
            </a:r>
            <a:endParaRPr/>
          </a:p>
          <a:p>
            <a:pPr marL="457200" lvl="0" indent="-330200" algn="l" rtl="0">
              <a:lnSpc>
                <a:spcPct val="115000"/>
              </a:lnSpc>
              <a:spcBef>
                <a:spcPts val="0"/>
              </a:spcBef>
              <a:spcAft>
                <a:spcPts val="0"/>
              </a:spcAft>
              <a:buSzPts val="1600"/>
              <a:buChar char="•"/>
            </a:pPr>
            <a:r>
              <a:rPr lang="en-US"/>
              <a:t>Draw / paint a worm, or make worms out of playdough / string.</a:t>
            </a:r>
            <a:endParaRPr/>
          </a:p>
        </p:txBody>
      </p:sp>
      <p:sp>
        <p:nvSpPr>
          <p:cNvPr id="1031" name="Google Shape;1031;g2c186218c5a_0_118"/>
          <p:cNvSpPr txBox="1"/>
          <p:nvPr/>
        </p:nvSpPr>
        <p:spPr>
          <a:xfrm rot="362194">
            <a:off x="2400002" y="2009636"/>
            <a:ext cx="293829" cy="71348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0"/>
              <a:buFont typeface="Arial"/>
              <a:buNone/>
            </a:pPr>
            <a:r>
              <a:rPr lang="en-US" sz="10000" b="0" i="0" u="none" strike="noStrike" cap="none">
                <a:solidFill>
                  <a:srgbClr val="2356AF"/>
                </a:solidFill>
                <a:latin typeface="Finger Paint"/>
                <a:ea typeface="Finger Paint"/>
                <a:cs typeface="Finger Paint"/>
                <a:sym typeface="Finger Paint"/>
              </a:rPr>
              <a:t>w</a:t>
            </a:r>
            <a:endParaRPr sz="10000" b="0" i="0" u="none" strike="noStrike" cap="none">
              <a:solidFill>
                <a:srgbClr val="2356AF"/>
              </a:solidFill>
              <a:latin typeface="Finger Paint"/>
              <a:ea typeface="Finger Paint"/>
              <a:cs typeface="Finger Paint"/>
              <a:sym typeface="Finger Paint"/>
            </a:endParaRPr>
          </a:p>
        </p:txBody>
      </p:sp>
      <p:pic>
        <p:nvPicPr>
          <p:cNvPr id="1032" name="Google Shape;1032;g2c186218c5a_0_118"/>
          <p:cNvPicPr preferRelativeResize="0"/>
          <p:nvPr/>
        </p:nvPicPr>
        <p:blipFill rotWithShape="1">
          <a:blip r:embed="rId3">
            <a:alphaModFix/>
          </a:blip>
          <a:srcRect/>
          <a:stretch/>
        </p:blipFill>
        <p:spPr>
          <a:xfrm rot="-515132">
            <a:off x="946175" y="3042806"/>
            <a:ext cx="1302800" cy="93397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407</Words>
  <Application>Microsoft Office PowerPoint</Application>
  <PresentationFormat>On-screen Show (4:3)</PresentationFormat>
  <Paragraphs>166</Paragraphs>
  <Slides>23</Slides>
  <Notes>23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Arial</vt:lpstr>
      <vt:lpstr>Poppins Medium</vt:lpstr>
      <vt:lpstr>Poppins</vt:lpstr>
      <vt:lpstr>Mulish</vt:lpstr>
      <vt:lpstr>Poppins SemiBold</vt:lpstr>
      <vt:lpstr>Calibri</vt:lpstr>
      <vt:lpstr>Jost</vt:lpstr>
      <vt:lpstr>Nunito Black</vt:lpstr>
      <vt:lpstr>Finger Paint</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High Frequency Words</vt:lpstr>
      <vt:lpstr>Practise High Frequency Words</vt:lpstr>
      <vt:lpstr>Practise Building Words</vt:lpstr>
      <vt:lpstr>Practise Building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2026-04-29T00:20:34Z</dcterms:modified>
</cp:coreProperties>
</file>