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VIQD14J/H+gWztweGFCkR0LFX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8CD988-FAB4-4EFD-ABD7-9C1212EC16C8}">
  <a:tblStyle styleId="{908CD988-FAB4-4EFD-ABD7-9C1212EC16C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d27f459f82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d27f459f82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d27f459f82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d27f459f82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d27f459f82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d27f459f82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d27f459f82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d27f459f82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d27f459f82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579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6" name="Google Shape;8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2 -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9</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6.png"/><Relationship Id="rId7"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99.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6.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0.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5.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s>
</file>

<file path=ppt/slides/_rels/slide8.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2.png"/><Relationship Id="rId3" Type="http://schemas.openxmlformats.org/officeDocument/2006/relationships/image" Target="../media/image119.png"/><Relationship Id="rId21" Type="http://schemas.openxmlformats.org/officeDocument/2006/relationships/image" Target="../media/image137.png"/><Relationship Id="rId7" Type="http://schemas.openxmlformats.org/officeDocument/2006/relationships/image" Target="../media/image123.png"/><Relationship Id="rId12" Type="http://schemas.openxmlformats.org/officeDocument/2006/relationships/image" Target="../media/image128.png"/><Relationship Id="rId17" Type="http://schemas.openxmlformats.org/officeDocument/2006/relationships/image" Target="../media/image133.png"/><Relationship Id="rId25" Type="http://schemas.openxmlformats.org/officeDocument/2006/relationships/image" Target="../media/image141.png"/><Relationship Id="rId2" Type="http://schemas.openxmlformats.org/officeDocument/2006/relationships/notesSlide" Target="../notesSlides/notesSlide8.xml"/><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145.png"/><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24" Type="http://schemas.openxmlformats.org/officeDocument/2006/relationships/image" Target="../media/image140.png"/><Relationship Id="rId5" Type="http://schemas.openxmlformats.org/officeDocument/2006/relationships/image" Target="../media/image121.png"/><Relationship Id="rId15" Type="http://schemas.openxmlformats.org/officeDocument/2006/relationships/image" Target="../media/image131.png"/><Relationship Id="rId23" Type="http://schemas.openxmlformats.org/officeDocument/2006/relationships/image" Target="../media/image139.png"/><Relationship Id="rId28" Type="http://schemas.openxmlformats.org/officeDocument/2006/relationships/image" Target="../media/image144.png"/><Relationship Id="rId10" Type="http://schemas.openxmlformats.org/officeDocument/2006/relationships/image" Target="../media/image126.png"/><Relationship Id="rId19" Type="http://schemas.openxmlformats.org/officeDocument/2006/relationships/image" Target="../media/image135.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38.png"/><Relationship Id="rId27" Type="http://schemas.openxmlformats.org/officeDocument/2006/relationships/image" Target="../media/image143.png"/><Relationship Id="rId30" Type="http://schemas.openxmlformats.org/officeDocument/2006/relationships/image" Target="../media/image146.png"/></Relationships>
</file>

<file path=ppt/slides/_rels/slide9.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5" Type="http://schemas.openxmlformats.org/officeDocument/2006/relationships/image" Target="../media/image159.png"/><Relationship Id="rId10" Type="http://schemas.openxmlformats.org/officeDocument/2006/relationships/image" Target="../media/image154.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s>
</file>

<file path=ppt/slides/_rels/slide10.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10.xml"/><Relationship Id="rId16"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/ee/;</a:t>
            </a:r>
            <a:br>
              <a:rPr lang="en-US" sz="3000"/>
            </a:br>
            <a:r>
              <a:rPr lang="en-US" sz="3000"/>
              <a:t>ie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9</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{908CD988-FAB4-4EFD-ABD7-9C1212EC16C8}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/ee/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g2bee4f4af4b_0_204"/>
          <p:cNvPicPr preferRelativeResize="0"/>
          <p:nvPr/>
        </p:nvPicPr>
        <p:blipFill rotWithShape="1">
          <a:blip r:embed="rId3">
            <a:alphaModFix/>
          </a:blip>
          <a:srcRect l="19" r="29"/>
          <a:stretch/>
        </p:blipFill>
        <p:spPr>
          <a:xfrm>
            <a:off x="995627" y="4101793"/>
            <a:ext cx="786850" cy="1113754"/>
          </a:xfrm>
          <a:prstGeom prst="rect">
            <a:avLst/>
          </a:prstGeom>
          <a:noFill/>
          <a:ln>
            <a:noFill/>
          </a:ln>
          <a:effectLst>
            <a:outerShdw blurRad="71438" dist="28575" dir="5400000" algn="bl" rotWithShape="0">
              <a:srgbClr val="000000">
                <a:alpha val="15290"/>
              </a:srgbClr>
            </a:outerShdw>
          </a:effectLst>
        </p:spPr>
      </p:pic>
      <p:sp>
        <p:nvSpPr>
          <p:cNvPr id="662" name="Google Shape;66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/ee/</a:t>
            </a:r>
            <a:r>
              <a:rPr lang="en-US"/>
              <a:t> sound family spelling patterns.</a:t>
            </a:r>
            <a:endParaRPr/>
          </a:p>
        </p:txBody>
      </p:sp>
      <p:sp>
        <p:nvSpPr>
          <p:cNvPr id="663" name="Google Shape;663;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4" name="Google Shape;664;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98"/>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90901" y="373711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58176" y="373441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081233" y="380072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865575" y="2053250"/>
            <a:ext cx="1747050" cy="2472849"/>
          </a:xfrm>
          <a:prstGeom prst="rect">
            <a:avLst/>
          </a:prstGeom>
          <a:noFill/>
          <a:ln>
            <a:noFill/>
          </a:ln>
          <a:effectLst>
            <a:outerShdw blurRad="71438" dist="28575" dir="5400000" algn="bl" rotWithShape="0">
              <a:srgbClr val="000000">
                <a:alpha val="16078"/>
              </a:srgbClr>
            </a:outerShdw>
          </a:effectLst>
        </p:spPr>
      </p:pic>
      <p:pic>
        <p:nvPicPr>
          <p:cNvPr id="796" name="Google Shape;796;g2cdbdd49f8e_0_0"/>
          <p:cNvPicPr preferRelativeResize="0"/>
          <p:nvPr/>
        </p:nvPicPr>
        <p:blipFill rotWithShape="1">
          <a:blip r:embed="rId4">
            <a:alphaModFix/>
          </a:blip>
          <a:srcRect l="79" r="79"/>
          <a:stretch/>
        </p:blipFill>
        <p:spPr>
          <a:xfrm>
            <a:off x="6401636" y="2053250"/>
            <a:ext cx="1747050" cy="2472849"/>
          </a:xfrm>
          <a:prstGeom prst="rect">
            <a:avLst/>
          </a:prstGeom>
          <a:noFill/>
          <a:ln>
            <a:noFill/>
          </a:ln>
          <a:effectLst>
            <a:outerShdw blurRad="71438" dist="28575" dir="5400000" algn="bl" rotWithShape="0">
              <a:srgbClr val="000000">
                <a:alpha val="16078"/>
              </a:srgbClr>
            </a:outerShdw>
          </a:effectLst>
        </p:spPr>
      </p:pic>
      <p:pic>
        <p:nvPicPr>
          <p:cNvPr id="797" name="Google Shape;797;g2cdbdd49f8e_0_0"/>
          <p:cNvPicPr preferRelativeResize="0"/>
          <p:nvPr/>
        </p:nvPicPr>
        <p:blipFill rotWithShape="1">
          <a:blip r:embed="rId5">
            <a:alphaModFix/>
          </a:blip>
          <a:srcRect l="19" r="29"/>
          <a:stretch/>
        </p:blipFill>
        <p:spPr>
          <a:xfrm>
            <a:off x="2710929" y="2053250"/>
            <a:ext cx="1747050" cy="2472848"/>
          </a:xfrm>
          <a:prstGeom prst="rect">
            <a:avLst/>
          </a:prstGeom>
          <a:noFill/>
          <a:ln>
            <a:noFill/>
          </a:ln>
          <a:effectLst>
            <a:outerShdw blurRad="71438" dist="28575" dir="5400000" algn="bl" rotWithShape="0">
              <a:srgbClr val="000000">
                <a:alpha val="16078"/>
              </a:srgbClr>
            </a:outerShdw>
          </a:effectLst>
        </p:spPr>
      </p:pic>
      <p:pic>
        <p:nvPicPr>
          <p:cNvPr id="798" name="Google Shape;798;g2cdbdd49f8e_0_0"/>
          <p:cNvPicPr preferRelativeResize="0"/>
          <p:nvPr/>
        </p:nvPicPr>
        <p:blipFill rotWithShape="1">
          <a:blip r:embed="rId6">
            <a:alphaModFix/>
          </a:blip>
          <a:srcRect l="19" r="29"/>
          <a:stretch/>
        </p:blipFill>
        <p:spPr>
          <a:xfrm>
            <a:off x="4556283" y="2053250"/>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5" name="Google Shape;805;g26b7edf6e71_0_109"/>
          <p:cNvGrpSpPr/>
          <p:nvPr/>
        </p:nvGrpSpPr>
        <p:grpSpPr>
          <a:xfrm>
            <a:off x="865957" y="2135925"/>
            <a:ext cx="7282807" cy="2686611"/>
            <a:chOff x="867357" y="2129450"/>
            <a:chExt cx="7282807" cy="2686611"/>
          </a:xfrm>
        </p:grpSpPr>
        <p:pic>
          <p:nvPicPr>
            <p:cNvPr id="806" name="Google Shape;80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6" name="Google Shape;826;g2c298d33e0c_0_6"/>
          <p:cNvGrpSpPr/>
          <p:nvPr/>
        </p:nvGrpSpPr>
        <p:grpSpPr>
          <a:xfrm>
            <a:off x="866900" y="2125438"/>
            <a:ext cx="7281864" cy="2684601"/>
            <a:chOff x="868300" y="2129450"/>
            <a:chExt cx="7281864" cy="2684601"/>
          </a:xfrm>
        </p:grpSpPr>
        <p:pic>
          <p:nvPicPr>
            <p:cNvPr id="827" name="Google Shape;82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1" name="Google Shape;83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1" name="Google Shape;861;g2c298da1f27_0_455"/>
          <p:cNvGrpSpPr/>
          <p:nvPr/>
        </p:nvGrpSpPr>
        <p:grpSpPr>
          <a:xfrm>
            <a:off x="868300" y="2129450"/>
            <a:ext cx="7281864" cy="2684601"/>
            <a:chOff x="868300" y="2053250"/>
            <a:chExt cx="7281864" cy="2684601"/>
          </a:xfrm>
        </p:grpSpPr>
        <p:pic>
          <p:nvPicPr>
            <p:cNvPr id="862" name="Google Shape;86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3" name="Google Shape;86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4" name="Google Shape;86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0" name="Google Shape;87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1" name="Google Shape;87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2" name="Google Shape;87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solidFill>
                  <a:schemeClr val="dk1"/>
                </a:solidFill>
              </a:rPr>
              <a:t>.</a:t>
            </a:r>
            <a:endParaRPr>
              <a:solidFill>
                <a:schemeClr val="dk1"/>
              </a:solidFill>
            </a:endParaRPr>
          </a:p>
        </p:txBody>
      </p:sp>
      <p:grpSp>
        <p:nvGrpSpPr>
          <p:cNvPr id="881" name="Google Shape;881;g2c298da1f27_1_0"/>
          <p:cNvGrpSpPr/>
          <p:nvPr/>
        </p:nvGrpSpPr>
        <p:grpSpPr>
          <a:xfrm>
            <a:off x="868300" y="2129450"/>
            <a:ext cx="7281864" cy="2688001"/>
            <a:chOff x="868300" y="2129450"/>
            <a:chExt cx="7281864" cy="2688001"/>
          </a:xfrm>
        </p:grpSpPr>
        <p:pic>
          <p:nvPicPr>
            <p:cNvPr id="882" name="Google Shape;882;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2" name="Google Shape;90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3" name="Google Shape;903;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04" name="Google Shape;90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5" name="Google Shape;905;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sp</a:t>
            </a:r>
            <a:r>
              <a:rPr lang="en-US" sz="5800" b="0" i="0" u="none" strike="noStrike" cap="none">
                <a:solidFill>
                  <a:srgbClr val="815137"/>
                </a:solidFill>
                <a:latin typeface="Jost"/>
                <a:ea typeface="Jost"/>
                <a:cs typeface="Jost"/>
                <a:sym typeface="Jost"/>
              </a:rPr>
              <a:t>ie</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06" name="Google Shape;906;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d</a:t>
            </a:r>
            <a:r>
              <a:rPr lang="en-US" sz="5800" b="0" i="0" u="none" strike="noStrike" cap="none">
                <a:solidFill>
                  <a:srgbClr val="815137"/>
                </a:solidFill>
                <a:latin typeface="Jost"/>
                <a:ea typeface="Jost"/>
                <a:cs typeface="Jost"/>
                <a:sym typeface="Jost"/>
              </a:rPr>
              <a:t>ie</a:t>
            </a:r>
            <a:endParaRPr sz="5800" b="0" i="0" u="none" strike="noStrike" cap="none">
              <a:solidFill>
                <a:srgbClr val="815137"/>
              </a:solidFill>
              <a:latin typeface="Jost"/>
              <a:ea typeface="Jost"/>
              <a:cs typeface="Jost"/>
              <a:sym typeface="Jost"/>
            </a:endParaRPr>
          </a:p>
        </p:txBody>
      </p:sp>
      <p:sp>
        <p:nvSpPr>
          <p:cNvPr id="907" name="Google Shape;907;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 t</a:t>
            </a:r>
            <a:r>
              <a:rPr lang="en-US" sz="5800" b="0" i="0" u="none" strike="noStrike" cap="none">
                <a:solidFill>
                  <a:srgbClr val="815137"/>
                </a:solidFill>
                <a:latin typeface="Jost"/>
                <a:ea typeface="Jost"/>
                <a:cs typeface="Jost"/>
                <a:sym typeface="Jost"/>
              </a:rPr>
              <a:t>ie</a:t>
            </a:r>
            <a:endParaRPr sz="5800" b="0" i="0" u="none" strike="noStrike" cap="none">
              <a:solidFill>
                <a:srgbClr val="815137"/>
              </a:solidFill>
              <a:latin typeface="Jost"/>
              <a:ea typeface="Jost"/>
              <a:cs typeface="Jost"/>
              <a:sym typeface="Jost"/>
            </a:endParaRPr>
          </a:p>
        </p:txBody>
      </p:sp>
      <p:sp>
        <p:nvSpPr>
          <p:cNvPr id="908" name="Google Shape;908;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d27f459f82_0_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5" name="Google Shape;915;g2d27f459f82_0_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16" name="Google Shape;916;g2d27f459f82_0_1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17" name="Google Shape;917;g2d27f459f82_0_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8" name="Google Shape;918;g2d27f459f82_0_1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pr</a:t>
            </a:r>
            <a:r>
              <a:rPr lang="en-US" sz="5800" b="0" i="0" u="none" strike="noStrike" cap="none">
                <a:solidFill>
                  <a:srgbClr val="815137"/>
                </a:solidFill>
                <a:latin typeface="Jost"/>
                <a:ea typeface="Jost"/>
                <a:cs typeface="Jost"/>
                <a:sym typeface="Jost"/>
              </a:rPr>
              <a:t>ie</a:t>
            </a:r>
            <a:r>
              <a:rPr lang="en-US" sz="5800" b="0" i="0" u="none" strike="noStrike" cap="none">
                <a:solidFill>
                  <a:srgbClr val="2356AF"/>
                </a:solidFill>
                <a:latin typeface="Jost"/>
                <a:ea typeface="Jost"/>
                <a:cs typeface="Jost"/>
                <a:sym typeface="Jost"/>
              </a:rPr>
              <a:t>st</a:t>
            </a:r>
            <a:endParaRPr sz="5800" b="0" i="0" u="none" strike="noStrike" cap="none">
              <a:solidFill>
                <a:srgbClr val="2356AF"/>
              </a:solidFill>
              <a:latin typeface="Jost"/>
              <a:ea typeface="Jost"/>
              <a:cs typeface="Jost"/>
              <a:sym typeface="Jost"/>
            </a:endParaRPr>
          </a:p>
        </p:txBody>
      </p:sp>
      <p:sp>
        <p:nvSpPr>
          <p:cNvPr id="919" name="Google Shape;919;g2d27f459f82_0_1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n</a:t>
            </a:r>
            <a:r>
              <a:rPr lang="en-US" sz="5800" b="0" i="0" u="none" strike="noStrike" cap="none">
                <a:solidFill>
                  <a:srgbClr val="815137"/>
                </a:solidFill>
                <a:latin typeface="Jost"/>
                <a:ea typeface="Jost"/>
                <a:cs typeface="Jost"/>
                <a:sym typeface="Jost"/>
              </a:rPr>
              <a:t>ie</a:t>
            </a:r>
            <a:r>
              <a:rPr lang="en-US" sz="5800" b="0" i="0" u="none" strike="noStrike" cap="none">
                <a:solidFill>
                  <a:srgbClr val="2356AF"/>
                </a:solidFill>
                <a:latin typeface="Jost"/>
                <a:ea typeface="Jost"/>
                <a:cs typeface="Jost"/>
                <a:sym typeface="Jost"/>
              </a:rPr>
              <a:t>ce</a:t>
            </a:r>
            <a:endParaRPr sz="5800" b="0" i="0" u="none" strike="noStrike" cap="none">
              <a:solidFill>
                <a:srgbClr val="2356AF"/>
              </a:solidFill>
              <a:latin typeface="Jost"/>
              <a:ea typeface="Jost"/>
              <a:cs typeface="Jost"/>
              <a:sym typeface="Jost"/>
            </a:endParaRPr>
          </a:p>
        </p:txBody>
      </p:sp>
      <p:sp>
        <p:nvSpPr>
          <p:cNvPr id="920" name="Google Shape;920;g2d27f459f82_0_1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th</a:t>
            </a:r>
            <a:r>
              <a:rPr lang="en-US" sz="5800" b="0" i="0" u="none" strike="noStrike" cap="none">
                <a:solidFill>
                  <a:srgbClr val="815137"/>
                </a:solidFill>
                <a:latin typeface="Jost"/>
                <a:ea typeface="Jost"/>
                <a:cs typeface="Jost"/>
                <a:sym typeface="Jost"/>
              </a:rPr>
              <a:t>ie</a:t>
            </a:r>
            <a:r>
              <a:rPr lang="en-US" sz="5800" b="0" i="0" u="none" strike="noStrike" cap="none">
                <a:solidFill>
                  <a:srgbClr val="2356AF"/>
                </a:solidFill>
                <a:latin typeface="Jost"/>
                <a:ea typeface="Jost"/>
                <a:cs typeface="Jost"/>
                <a:sym typeface="Jost"/>
              </a:rPr>
              <a:t>f </a:t>
            </a:r>
            <a:endParaRPr sz="5800" b="0" i="0" u="none" strike="noStrike" cap="none">
              <a:solidFill>
                <a:srgbClr val="2356AF"/>
              </a:solidFill>
              <a:latin typeface="Jost"/>
              <a:ea typeface="Jost"/>
              <a:cs typeface="Jost"/>
              <a:sym typeface="Jost"/>
            </a:endParaRPr>
          </a:p>
        </p:txBody>
      </p:sp>
      <p:sp>
        <p:nvSpPr>
          <p:cNvPr id="921" name="Google Shape;921;g2d27f459f82_0_1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8" name="Google Shape;92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5" name="Google Shape;93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6" name="Google Shape;936;g2c4fb7f6616_1_0"/>
          <p:cNvSpPr/>
          <p:nvPr/>
        </p:nvSpPr>
        <p:spPr>
          <a:xfrm>
            <a:off x="2659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4fb7f6616_1_0"/>
          <p:cNvSpPr/>
          <p:nvPr/>
        </p:nvSpPr>
        <p:spPr>
          <a:xfrm>
            <a:off x="5143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8" name="Google Shape;93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9" name="Google Shape;939;g2c4fb7f6616_1_0"/>
          <p:cNvSpPr txBox="1">
            <a:spLocks noGrp="1"/>
          </p:cNvSpPr>
          <p:nvPr>
            <p:ph type="subTitle" idx="4294967295"/>
          </p:nvPr>
        </p:nvSpPr>
        <p:spPr>
          <a:xfrm>
            <a:off x="4574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40" name="Google Shape;940;g2c4fb7f6616_1_0"/>
          <p:cNvSpPr txBox="1">
            <a:spLocks noGrp="1"/>
          </p:cNvSpPr>
          <p:nvPr>
            <p:ph type="subTitle" idx="4294967295"/>
          </p:nvPr>
        </p:nvSpPr>
        <p:spPr>
          <a:xfrm>
            <a:off x="2090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1" name="Google Shape;941;g2c4fb7f6616_1_0"/>
          <p:cNvSpPr txBox="1">
            <a:spLocks noGrp="1"/>
          </p:cNvSpPr>
          <p:nvPr>
            <p:ph type="subTitle" idx="4294967295"/>
          </p:nvPr>
        </p:nvSpPr>
        <p:spPr>
          <a:xfrm>
            <a:off x="2931075" y="1308025"/>
            <a:ext cx="2331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ie</a:t>
            </a:r>
            <a:endParaRPr sz="15000" b="0" i="0" u="none" strike="noStrike" cap="none">
              <a:solidFill>
                <a:srgbClr val="815137"/>
              </a:solidFill>
              <a:latin typeface="Jost"/>
              <a:ea typeface="Jost"/>
              <a:cs typeface="Jost"/>
              <a:sym typeface="Jost"/>
            </a:endParaRPr>
          </a:p>
        </p:txBody>
      </p:sp>
      <p:sp>
        <p:nvSpPr>
          <p:cNvPr id="942" name="Google Shape;94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0" name="Google Shape;950;g2c4fb7f6616_1_0"/>
          <p:cNvGrpSpPr/>
          <p:nvPr/>
        </p:nvGrpSpPr>
        <p:grpSpPr>
          <a:xfrm>
            <a:off x="-550" y="6984600"/>
            <a:ext cx="8596479" cy="808600"/>
            <a:chOff x="-550" y="6984600"/>
            <a:chExt cx="8596479" cy="808600"/>
          </a:xfrm>
        </p:grpSpPr>
        <p:sp>
          <p:nvSpPr>
            <p:cNvPr id="951" name="Google Shape;951;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2" name="Google Shape;952;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3" name="Google Shape;953;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4" name="Google Shape;954;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5" name="Google Shape;955;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6" name="Google Shape;956;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7" name="Google Shape;957;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8" name="Google Shape;958;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9" name="Google Shape;959;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0" name="Google Shape;960;g2c4fb7f6616_1_0"/>
          <p:cNvSpPr/>
          <p:nvPr/>
        </p:nvSpPr>
        <p:spPr>
          <a:xfrm>
            <a:off x="3472925" y="4011900"/>
            <a:ext cx="1300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c4fb7f6616_1_0"/>
          <p:cNvSpPr/>
          <p:nvPr/>
        </p:nvSpPr>
        <p:spPr>
          <a:xfrm>
            <a:off x="6094075" y="3906888"/>
            <a:ext cx="390000" cy="390000"/>
          </a:xfrm>
          <a:prstGeom prst="ellipse">
            <a:avLst/>
          </a:prstGeom>
          <a:solidFill>
            <a:srgbClr val="D8D8D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D8D8D8"/>
              </a:solidFill>
              <a:latin typeface="Poppins"/>
              <a:ea typeface="Poppins"/>
              <a:cs typeface="Poppins"/>
              <a:sym typeface="Poppins"/>
            </a:endParaRPr>
          </a:p>
        </p:txBody>
      </p:sp>
      <p:sp>
        <p:nvSpPr>
          <p:cNvPr id="962" name="Google Shape;962;g2c4fb7f6616_1_0"/>
          <p:cNvSpPr txBox="1">
            <a:spLocks noGrp="1"/>
          </p:cNvSpPr>
          <p:nvPr>
            <p:ph type="subTitle" idx="4294967295"/>
          </p:nvPr>
        </p:nvSpPr>
        <p:spPr>
          <a:xfrm>
            <a:off x="5524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8D8D8"/>
                </a:solidFill>
                <a:latin typeface="Jost"/>
                <a:ea typeface="Jost"/>
                <a:cs typeface="Jost"/>
                <a:sym typeface="Jost"/>
              </a:rPr>
              <a:t>e</a:t>
            </a:r>
            <a:endParaRPr sz="15000" b="0" i="0" u="none" strike="noStrike" cap="none">
              <a:solidFill>
                <a:srgbClr val="D8D8D8"/>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d27f459f82_0_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9" name="Google Shape;969;g2d27f459f82_0_3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0" name="Google Shape;970;g2d27f459f82_0_34"/>
          <p:cNvSpPr/>
          <p:nvPr/>
        </p:nvSpPr>
        <p:spPr>
          <a:xfrm>
            <a:off x="5971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1" name="Google Shape;971;g2d27f459f82_0_3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2" name="Google Shape;972;g2d27f459f82_0_34"/>
          <p:cNvSpPr txBox="1">
            <a:spLocks noGrp="1"/>
          </p:cNvSpPr>
          <p:nvPr>
            <p:ph type="subTitle" idx="4294967295"/>
          </p:nvPr>
        </p:nvSpPr>
        <p:spPr>
          <a:xfrm>
            <a:off x="5402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73" name="Google Shape;973;g2d27f459f82_0_34"/>
          <p:cNvSpPr txBox="1">
            <a:spLocks noGrp="1"/>
          </p:cNvSpPr>
          <p:nvPr>
            <p:ph type="subTitle" idx="4294967295"/>
          </p:nvPr>
        </p:nvSpPr>
        <p:spPr>
          <a:xfrm>
            <a:off x="2212325" y="1308025"/>
            <a:ext cx="2331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ch</a:t>
            </a:r>
            <a:endParaRPr sz="15000" b="0" i="0" u="none" strike="noStrike" cap="none">
              <a:solidFill>
                <a:srgbClr val="FFD403"/>
              </a:solidFill>
              <a:latin typeface="Jost"/>
              <a:ea typeface="Jost"/>
              <a:cs typeface="Jost"/>
              <a:sym typeface="Jost"/>
            </a:endParaRPr>
          </a:p>
        </p:txBody>
      </p:sp>
      <p:sp>
        <p:nvSpPr>
          <p:cNvPr id="974" name="Google Shape;974;g2d27f459f82_0_3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27f459f82_0_3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27f459f82_0_3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27f459f82_0_3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27f459f82_0_3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27f459f82_0_3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27f459f82_0_3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27f459f82_0_3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2" name="Google Shape;982;g2d27f459f82_0_34"/>
          <p:cNvGrpSpPr/>
          <p:nvPr/>
        </p:nvGrpSpPr>
        <p:grpSpPr>
          <a:xfrm>
            <a:off x="-550" y="6984600"/>
            <a:ext cx="8596479" cy="808600"/>
            <a:chOff x="-550" y="6984600"/>
            <a:chExt cx="8596479" cy="808600"/>
          </a:xfrm>
        </p:grpSpPr>
        <p:sp>
          <p:nvSpPr>
            <p:cNvPr id="983" name="Google Shape;983;g2d27f459f82_0_3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4" name="Google Shape;984;g2d27f459f82_0_3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5" name="Google Shape;985;g2d27f459f82_0_3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6" name="Google Shape;986;g2d27f459f82_0_3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7" name="Google Shape;987;g2d27f459f82_0_3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8" name="Google Shape;988;g2d27f459f82_0_3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9" name="Google Shape;989;g2d27f459f82_0_3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0" name="Google Shape;990;g2d27f459f82_0_3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1" name="Google Shape;991;g2d27f459f82_0_3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2" name="Google Shape;992;g2d27f459f82_0_34"/>
          <p:cNvSpPr txBox="1">
            <a:spLocks noGrp="1"/>
          </p:cNvSpPr>
          <p:nvPr>
            <p:ph type="subTitle" idx="4294967295"/>
          </p:nvPr>
        </p:nvSpPr>
        <p:spPr>
          <a:xfrm>
            <a:off x="3835325" y="1308025"/>
            <a:ext cx="2331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ie</a:t>
            </a:r>
            <a:endParaRPr sz="15000" b="0" i="0" u="none" strike="noStrike" cap="none">
              <a:solidFill>
                <a:srgbClr val="815137"/>
              </a:solidFill>
              <a:latin typeface="Jost"/>
              <a:ea typeface="Jost"/>
              <a:cs typeface="Jost"/>
              <a:sym typeface="Jost"/>
            </a:endParaRPr>
          </a:p>
        </p:txBody>
      </p:sp>
      <p:sp>
        <p:nvSpPr>
          <p:cNvPr id="993" name="Google Shape;993;g2d27f459f82_0_34"/>
          <p:cNvSpPr/>
          <p:nvPr/>
        </p:nvSpPr>
        <p:spPr>
          <a:xfrm>
            <a:off x="4377175" y="4011900"/>
            <a:ext cx="13002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27f459f82_0_34"/>
          <p:cNvSpPr/>
          <p:nvPr/>
        </p:nvSpPr>
        <p:spPr>
          <a:xfrm>
            <a:off x="2528000" y="4011900"/>
            <a:ext cx="1665300" cy="180000"/>
          </a:xfrm>
          <a:prstGeom prst="rect">
            <a:avLst/>
          </a:prstGeom>
          <a:solidFill>
            <a:srgbClr val="FFD40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1" name="Google Shape;100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8" name="Google Shape;100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9" name="Google Shape;1009;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0" name="Google Shape;101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7" name="Google Shape;101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8" name="Google Shape;1018;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9" name="Google Shape;101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6" name="Google Shape;102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7" name="Google Shape;1027;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8" name="Google Shape;102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5" name="Google Shape;103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6" name="Google Shape;1036;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7" name="Google Shape;103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4" name="Google Shape;1044;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5" name="Google Shape;1045;g2d1eea302f1_0_6"/>
          <p:cNvGrpSpPr/>
          <p:nvPr/>
        </p:nvGrpSpPr>
        <p:grpSpPr>
          <a:xfrm>
            <a:off x="3024000" y="209875"/>
            <a:ext cx="3096000" cy="454800"/>
            <a:chOff x="3024000" y="209875"/>
            <a:chExt cx="3096000" cy="454800"/>
          </a:xfrm>
        </p:grpSpPr>
        <p:sp>
          <p:nvSpPr>
            <p:cNvPr id="1046" name="Google Shape;1046;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8" name="Google Shape;1048;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9" name="Google Shape;1049;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0" name="Google Shape;1050;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1" name="Google Shape;1051;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2" name="Google Shape;1052;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3" name="Google Shape;1053;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54" name="Google Shape;1054;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55" name="Google Shape;1055;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56" name="Google Shape;1056;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7" name="Google Shape;1057;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8" name="Google Shape;1058;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59" name="Google Shape;1059;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FFD403"/>
              </a:solidFill>
              <a:latin typeface="Jost"/>
              <a:ea typeface="Jost"/>
              <a:cs typeface="Jost"/>
              <a:sym typeface="Jost"/>
            </a:endParaRPr>
          </a:p>
        </p:txBody>
      </p:sp>
      <p:sp>
        <p:nvSpPr>
          <p:cNvPr id="1060" name="Google Shape;1060;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1" name="Google Shape;1061;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2" name="Google Shape;1062;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3" name="Google Shape;1063;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064" name="Google Shape;1064;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65" name="Google Shape;1065;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6" name="Google Shape;1066;g2d1eea302f1_0_6"/>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67" name="Google Shape;1067;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68" name="Google Shape;1068;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cxnSp>
        <p:nvCxnSpPr>
          <p:cNvPr id="1069" name="Google Shape;1069;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d27f459f82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6" name="Google Shape;1076;g2d27f459f82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7" name="Google Shape;1077;g2d27f459f82_0_75"/>
          <p:cNvGrpSpPr/>
          <p:nvPr/>
        </p:nvGrpSpPr>
        <p:grpSpPr>
          <a:xfrm>
            <a:off x="3024000" y="209875"/>
            <a:ext cx="3096000" cy="454800"/>
            <a:chOff x="3024000" y="209875"/>
            <a:chExt cx="3096000" cy="454800"/>
          </a:xfrm>
        </p:grpSpPr>
        <p:sp>
          <p:nvSpPr>
            <p:cNvPr id="1078" name="Google Shape;1078;g2d27f459f82_0_7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9" name="Google Shape;1079;g2d27f459f82_0_7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0" name="Google Shape;1080;g2d27f459f82_0_7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1" name="Google Shape;1081;g2d27f459f82_0_75"/>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2" name="Google Shape;1082;g2d27f459f82_0_75"/>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27f459f82_0_75"/>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2d27f459f82_0_75"/>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2d27f459f82_0_75"/>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2d27f459f82_0_75"/>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7" name="Google Shape;1087;g2d27f459f82_0_75"/>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88" name="Google Shape;1088;g2d27f459f82_0_75"/>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89" name="Google Shape;1089;g2d27f459f82_0_75"/>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090" name="Google Shape;1090;g2d27f459f82_0_75"/>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1" name="Google Shape;1091;g2d27f459f82_0_75"/>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2" name="Google Shape;1092;g2d27f459f82_0_75"/>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3" name="Google Shape;1093;g2d27f459f82_0_75"/>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FFD403"/>
              </a:solidFill>
              <a:latin typeface="Jost"/>
              <a:ea typeface="Jost"/>
              <a:cs typeface="Jost"/>
              <a:sym typeface="Jost"/>
            </a:endParaRPr>
          </a:p>
        </p:txBody>
      </p:sp>
      <p:sp>
        <p:nvSpPr>
          <p:cNvPr id="1094" name="Google Shape;1094;g2d27f459f82_0_75"/>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5" name="Google Shape;1095;g2d27f459f82_0_75"/>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6" name="Google Shape;1096;g2d27f459f82_0_75"/>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7" name="Google Shape;1097;g2d27f459f82_0_75"/>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098" name="Google Shape;1098;g2d27f459f82_0_75"/>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99" name="Google Shape;1099;g2d27f459f82_0_75"/>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0" name="Google Shape;1100;g2d27f459f82_0_75"/>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01" name="Google Shape;1101;g2d27f459f82_0_75"/>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chief brief piece niece grief field tier shriek</a:t>
            </a:r>
            <a:endParaRPr sz="1800" b="0" i="0" u="none" strike="noStrike" cap="none">
              <a:solidFill>
                <a:srgbClr val="B7B7B7"/>
              </a:solidFill>
              <a:latin typeface="Jost"/>
              <a:ea typeface="Jost"/>
              <a:cs typeface="Jost"/>
              <a:sym typeface="Jost"/>
            </a:endParaRPr>
          </a:p>
        </p:txBody>
      </p:sp>
      <p:sp>
        <p:nvSpPr>
          <p:cNvPr id="1102" name="Google Shape;1102;g2d27f459f82_0_7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3" name="Google Shape;1103;g2d27f459f82_0_75"/>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ie</a:t>
            </a:r>
            <a:endParaRPr sz="5500" b="0" i="0" u="none" strike="noStrike" cap="none">
              <a:solidFill>
                <a:srgbClr val="815137"/>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469</Words>
  <Application>Microsoft Office PowerPoint</Application>
  <PresentationFormat>On-screen Show (4:3)</PresentationFormat>
  <Paragraphs>161</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Poppins Medium</vt:lpstr>
      <vt:lpstr>Poppins</vt:lpstr>
      <vt:lpstr>Nunito Black</vt:lpstr>
      <vt:lpstr>Arial</vt:lpstr>
      <vt:lpstr>Poppins SemiBold</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2026-05-22T04:38:05Z</dcterms:modified>
</cp:coreProperties>
</file>