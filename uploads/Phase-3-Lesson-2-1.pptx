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Finger Paint" panose="020B0604020202020204" charset="0"/>
      <p:regular r:id="rId23"/>
    </p:embeddedFon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VumiPQ9blpPRv2cCCA5WKngvx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92CEBE-9BB0-48CC-A516-4CBCFE816DBE}">
  <a:tblStyle styleId="{2092CEBE-9BB0-48CC-A516-4CBCFE816DB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5" name="Google Shape;75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6" name="Google Shape;75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c6146fde81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c6146fde81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c6146fde81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6146fde81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c6146fde81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c6146fde81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'v'</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5.xml"/><Relationship Id="rId16" Type="http://schemas.openxmlformats.org/officeDocument/2006/relationships/image" Target="../media/image46.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'v'</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{2092CEBE-9BB0-48CC-A516-4CBCFE816DBE}</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Mulish"/>
                          <a:ea typeface="Mulish"/>
                          <a:cs typeface="Mulish"/>
                          <a:sym typeface="Mulish"/>
                        </a:rPr>
                        <a:t>v</a:t>
                      </a:r>
                      <a:endParaRPr sz="1800" u="none" strike="noStrike" cap="none">
                        <a:solidFill>
                          <a:srgbClr val="FFFFF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x</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l="39" r="49"/>
          <a:stretch/>
        </p:blipFill>
        <p:spPr>
          <a:xfrm rot="298586">
            <a:off x="4009466" y="4474085"/>
            <a:ext cx="2493519"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v</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r>
              <a:rPr lang="en-US"/>
              <a:t>.</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91849"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53226" y="377548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617888" y="378062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86853" y="382883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3486375" y="2053250"/>
            <a:ext cx="2171299" cy="307338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59" name="Google Shape;759;g26b7edf6e71_0_109"/>
          <p:cNvGrpSpPr/>
          <p:nvPr/>
        </p:nvGrpSpPr>
        <p:grpSpPr>
          <a:xfrm>
            <a:off x="867357" y="2129450"/>
            <a:ext cx="7282807" cy="2686611"/>
            <a:chOff x="867357" y="2129450"/>
            <a:chExt cx="7282807" cy="2686611"/>
          </a:xfrm>
        </p:grpSpPr>
        <p:pic>
          <p:nvPicPr>
            <p:cNvPr id="760" name="Google Shape;76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1" name="Google Shape;76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2" name="Google Shape;76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3" name="Google Shape;76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64" name="Google Shape;76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65" name="Google Shape;76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0" name="Google Shape;78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1" name="Google Shape;781;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2" name="Google Shape;78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9" name="Google Shape;78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0" name="Google Shape;79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1" name="Google Shape;79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8" name="Google Shape;79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9" name="Google Shape;79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0" name="Google Shape;80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7" name="Google Shape;80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08" name="Google Shape;808;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9" name="Google Shape;80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6" name="Google Shape;81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7" name="Google Shape;81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4" name="Google Shape;824;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5" name="Google Shape;825;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0" name="Google Shape;830;g2c4fd7a3c22_2_0"/>
          <p:cNvGrpSpPr/>
          <p:nvPr/>
        </p:nvGrpSpPr>
        <p:grpSpPr>
          <a:xfrm>
            <a:off x="304250" y="6984600"/>
            <a:ext cx="8330829" cy="808600"/>
            <a:chOff x="-152950" y="7365600"/>
            <a:chExt cx="8330829" cy="808600"/>
          </a:xfrm>
        </p:grpSpPr>
        <p:sp>
          <p:nvSpPr>
            <p:cNvPr id="831" name="Google Shape;831;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2" name="Google Shape;832;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3" name="Google Shape;833;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4" name="Google Shape;834;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9" name="Google Shape;839;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4fd7a3c22_2_0"/>
          <p:cNvSpPr/>
          <p:nvPr/>
        </p:nvSpPr>
        <p:spPr>
          <a:xfrm>
            <a:off x="3173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c4fd7a3c22_2_0"/>
          <p:cNvSpPr/>
          <p:nvPr/>
        </p:nvSpPr>
        <p:spPr>
          <a:xfrm>
            <a:off x="4415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4fd7a3c22_2_0"/>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4" name="Google Shape;844;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5" name="Google Shape;845;g2c4fd7a3c22_2_0"/>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46" name="Google Shape;846;g2c4fd7a3c22_2_0"/>
          <p:cNvSpPr txBox="1">
            <a:spLocks noGrp="1"/>
          </p:cNvSpPr>
          <p:nvPr>
            <p:ph type="subTitle" idx="4294967295"/>
          </p:nvPr>
        </p:nvSpPr>
        <p:spPr>
          <a:xfrm>
            <a:off x="2603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v</a:t>
            </a:r>
            <a:endParaRPr sz="15000" b="0" i="0" u="none" strike="noStrike" cap="none">
              <a:solidFill>
                <a:srgbClr val="2356AF"/>
              </a:solidFill>
              <a:latin typeface="Jost"/>
              <a:ea typeface="Jost"/>
              <a:cs typeface="Jost"/>
              <a:sym typeface="Jost"/>
            </a:endParaRPr>
          </a:p>
        </p:txBody>
      </p:sp>
      <p:sp>
        <p:nvSpPr>
          <p:cNvPr id="847" name="Google Shape;847;g2c4fd7a3c22_2_0"/>
          <p:cNvSpPr txBox="1">
            <a:spLocks noGrp="1"/>
          </p:cNvSpPr>
          <p:nvPr>
            <p:ph type="subTitle" idx="4294967295"/>
          </p:nvPr>
        </p:nvSpPr>
        <p:spPr>
          <a:xfrm>
            <a:off x="3845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c6146fde81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4" name="Google Shape;854;g2c6146fde81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5" name="Google Shape;855;g2c6146fde81_0_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c6146fde81_0_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c6146fde81_0_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c6146fde81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6146fde81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0" name="Google Shape;860;g2c6146fde81_0_1"/>
          <p:cNvGrpSpPr/>
          <p:nvPr/>
        </p:nvGrpSpPr>
        <p:grpSpPr>
          <a:xfrm>
            <a:off x="304250" y="6984600"/>
            <a:ext cx="8330829" cy="808600"/>
            <a:chOff x="-152950" y="7365600"/>
            <a:chExt cx="8330829" cy="808600"/>
          </a:xfrm>
        </p:grpSpPr>
        <p:sp>
          <p:nvSpPr>
            <p:cNvPr id="861" name="Google Shape;861;g2c6146fde81_0_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2" name="Google Shape;862;g2c6146fde81_0_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3" name="Google Shape;863;g2c6146fde81_0_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4" name="Google Shape;864;g2c6146fde81_0_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5" name="Google Shape;865;g2c6146fde81_0_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6" name="Google Shape;866;g2c6146fde81_0_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7" name="Google Shape;867;g2c6146fde81_0_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8" name="Google Shape;868;g2c6146fde81_0_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9" name="Google Shape;869;g2c6146fde81_0_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c6146fde81_0_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6146fde81_0_1"/>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c6146fde81_0_1"/>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c6146fde81_0_1"/>
          <p:cNvSpPr/>
          <p:nvPr/>
        </p:nvSpPr>
        <p:spPr>
          <a:xfrm>
            <a:off x="5618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4" name="Google Shape;874;g2c6146fde81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5" name="Google Shape;875;g2c6146fde81_0_1"/>
          <p:cNvSpPr txBox="1">
            <a:spLocks noGrp="1"/>
          </p:cNvSpPr>
          <p:nvPr>
            <p:ph type="subTitle" idx="4294967295"/>
          </p:nvPr>
        </p:nvSpPr>
        <p:spPr>
          <a:xfrm>
            <a:off x="5049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76" name="Google Shape;876;g2c6146fde81_0_1"/>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v</a:t>
            </a:r>
            <a:endParaRPr sz="15000" b="0" i="0" u="none" strike="noStrike" cap="none">
              <a:solidFill>
                <a:srgbClr val="2356AF"/>
              </a:solidFill>
              <a:latin typeface="Jost"/>
              <a:ea typeface="Jost"/>
              <a:cs typeface="Jost"/>
              <a:sym typeface="Jost"/>
            </a:endParaRPr>
          </a:p>
        </p:txBody>
      </p:sp>
      <p:sp>
        <p:nvSpPr>
          <p:cNvPr id="877" name="Google Shape;877;g2c6146fde81_0_1"/>
          <p:cNvSpPr txBox="1"/>
          <p:nvPr/>
        </p:nvSpPr>
        <p:spPr>
          <a:xfrm>
            <a:off x="3684275" y="14096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2700" b="0" i="0" u="none" strike="noStrike" cap="none">
                <a:solidFill>
                  <a:srgbClr val="ED1C24"/>
                </a:solidFill>
                <a:latin typeface="Poppins"/>
                <a:ea typeface="Poppins"/>
                <a:cs typeface="Poppins"/>
                <a:sym typeface="Poppins"/>
              </a:rPr>
              <a:t>a</a:t>
            </a:r>
            <a:endParaRPr sz="137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4" name="Google Shape;8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5" name="Google Shape;8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2" name="Google Shape;8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3" name="Google Shape;893;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4" name="Google Shape;8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1" name="Google Shape;9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2" name="Google Shape;902;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3" name="Google Shape;9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0" name="Google Shape;9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1" name="Google Shape;911;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2" name="Google Shape;9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9" name="Google Shape;9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20" name="Google Shape;92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1" name="Google Shape;921;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8" name="Google Shape;92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29" name="Google Shape;929;g1f3daf8a844_0_64"/>
          <p:cNvGrpSpPr/>
          <p:nvPr/>
        </p:nvGrpSpPr>
        <p:grpSpPr>
          <a:xfrm>
            <a:off x="3024000" y="209875"/>
            <a:ext cx="3096000" cy="454800"/>
            <a:chOff x="3024000" y="209875"/>
            <a:chExt cx="3096000" cy="454800"/>
          </a:xfrm>
        </p:grpSpPr>
        <p:sp>
          <p:nvSpPr>
            <p:cNvPr id="930" name="Google Shape;93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2" name="Google Shape;93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3" name="Google Shape;933;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4" name="Google Shape;934;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5" name="Google Shape;93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36" name="Google Shape;936;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37" name="Google Shape;937;g1f3daf8a844_0_64"/>
          <p:cNvSpPr txBox="1"/>
          <p:nvPr/>
        </p:nvSpPr>
        <p:spPr>
          <a:xfrm>
            <a:off x="2570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938" name="Google Shape;938;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v</a:t>
            </a:r>
            <a:endParaRPr sz="8000" b="0" i="0" u="none" strike="noStrike" cap="none">
              <a:solidFill>
                <a:srgbClr val="2356AF"/>
              </a:solidFill>
              <a:latin typeface="Jost"/>
              <a:ea typeface="Jost"/>
              <a:cs typeface="Jost"/>
              <a:sym typeface="Jost"/>
            </a:endParaRPr>
          </a:p>
        </p:txBody>
      </p:sp>
      <p:sp>
        <p:nvSpPr>
          <p:cNvPr id="939" name="Google Shape;939;g1f3daf8a844_0_6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40" name="Google Shape;940;g1f3daf8a844_0_6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41" name="Google Shape;941;g1f3daf8a844_0_6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e</a:t>
            </a:r>
            <a:endParaRPr sz="8000" b="0" i="0" u="none" strike="noStrike" cap="none">
              <a:solidFill>
                <a:srgbClr val="ED1C24"/>
              </a:solidFill>
              <a:latin typeface="Jost"/>
              <a:ea typeface="Jost"/>
              <a:cs typeface="Jost"/>
              <a:sym typeface="Jost"/>
            </a:endParaRPr>
          </a:p>
        </p:txBody>
      </p:sp>
      <p:cxnSp>
        <p:nvCxnSpPr>
          <p:cNvPr id="942" name="Google Shape;942;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c6146fde81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9" name="Google Shape;949;g2c6146fde81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0" name="Google Shape;950;g2c6146fde81_0_44"/>
          <p:cNvGrpSpPr/>
          <p:nvPr/>
        </p:nvGrpSpPr>
        <p:grpSpPr>
          <a:xfrm>
            <a:off x="3024000" y="209875"/>
            <a:ext cx="3096000" cy="454800"/>
            <a:chOff x="3024000" y="209875"/>
            <a:chExt cx="3096000" cy="454800"/>
          </a:xfrm>
        </p:grpSpPr>
        <p:sp>
          <p:nvSpPr>
            <p:cNvPr id="951" name="Google Shape;951;g2c6146fde81_0_4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c6146fde81_0_4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3" name="Google Shape;953;g2c6146fde81_0_4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4" name="Google Shape;954;g2c6146fde81_0_44"/>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55" name="Google Shape;955;g2c6146fde81_0_4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6" name="Google Shape;956;g2c6146fde81_0_4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7" name="Google Shape;957;g2c6146fde81_0_4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8" name="Google Shape;958;g2c6146fde81_0_4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9" name="Google Shape;959;g2c6146fde81_0_44"/>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v</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vet v</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sp>
        <p:nvSpPr>
          <p:cNvPr id="960" name="Google Shape;960;g2c6146fde81_0_44"/>
          <p:cNvSpPr txBox="1"/>
          <p:nvPr/>
        </p:nvSpPr>
        <p:spPr>
          <a:xfrm>
            <a:off x="2570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961" name="Google Shape;961;g2c6146fde81_0_4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v</a:t>
            </a:r>
            <a:endParaRPr sz="8000" b="0" i="0" u="none" strike="noStrike" cap="none">
              <a:solidFill>
                <a:srgbClr val="2356AF"/>
              </a:solidFill>
              <a:latin typeface="Jost"/>
              <a:ea typeface="Jost"/>
              <a:cs typeface="Jost"/>
              <a:sym typeface="Jost"/>
            </a:endParaRPr>
          </a:p>
        </p:txBody>
      </p:sp>
      <p:sp>
        <p:nvSpPr>
          <p:cNvPr id="962" name="Google Shape;962;g2c6146fde81_0_4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63" name="Google Shape;963;g2c6146fde81_0_4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cxnSp>
        <p:nvCxnSpPr>
          <p:cNvPr id="964" name="Google Shape;964;g2c6146fde81_0_44"/>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65" name="Google Shape;965;g2c6146fde81_0_4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e</a:t>
            </a:r>
            <a:endParaRPr sz="8000" b="0" i="0" u="none" strike="noStrike" cap="none">
              <a:solidFill>
                <a:srgbClr val="ED1C24"/>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v</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p:txBody>
      </p:sp>
      <p:sp>
        <p:nvSpPr>
          <p:cNvPr id="972" name="Google Shape;972;g2c186218c5a_0_118"/>
          <p:cNvSpPr txBox="1"/>
          <p:nvPr/>
        </p:nvSpPr>
        <p:spPr>
          <a:xfrm rot="362194">
            <a:off x="2400002" y="20096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v</a:t>
            </a:r>
            <a:endParaRPr sz="10000" b="0" i="0" u="none" strike="noStrike" cap="none">
              <a:solidFill>
                <a:srgbClr val="2356AF"/>
              </a:solidFill>
              <a:latin typeface="Finger Paint"/>
              <a:ea typeface="Finger Paint"/>
              <a:cs typeface="Finger Paint"/>
              <a:sym typeface="Finger Paint"/>
            </a:endParaRPr>
          </a:p>
        </p:txBody>
      </p:sp>
      <p:pic>
        <p:nvPicPr>
          <p:cNvPr id="973" name="Google Shape;973;g2c186218c5a_0_118"/>
          <p:cNvPicPr preferRelativeResize="0"/>
          <p:nvPr/>
        </p:nvPicPr>
        <p:blipFill rotWithShape="1">
          <a:blip r:embed="rId3">
            <a:alphaModFix/>
          </a:blip>
          <a:srcRect/>
          <a:stretch/>
        </p:blipFill>
        <p:spPr>
          <a:xfrm rot="-777480">
            <a:off x="1182545" y="2889865"/>
            <a:ext cx="1014834" cy="107826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Words>
  <Application>Microsoft Office PowerPoint</Application>
  <PresentationFormat>On-screen Show (4:3)</PresentationFormat>
  <Paragraphs>134</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Calibri</vt:lpstr>
      <vt:lpstr>Jost</vt:lpstr>
      <vt:lpstr>Poppins SemiBold</vt:lpstr>
      <vt:lpstr>Poppins</vt:lpstr>
      <vt:lpstr>Poppins Medium</vt:lpstr>
      <vt:lpstr>Arial</vt:lpstr>
      <vt:lpstr>Finger Paint</vt:lpstr>
      <vt:lpstr>Mulish</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2026-04-28T05:08:52Z</dcterms:modified>
</cp:coreProperties>
</file>