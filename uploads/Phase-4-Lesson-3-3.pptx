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embeddedFontLst>
    <p:embeddedFont>
      <p:font typeface="Jost"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gW0CdpMPS16iaqzGSW3hDNeyG2V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FC90D4-0580-43FE-ADEA-25E4B47EAE3F}">
  <a:tblStyle styleId="{18FC90D4-0580-43FE-ADEA-25E4B47EAE3F}"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font" Target="fonts/font13.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7" name="Google Shape;727;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8" name="Google Shape;728;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4" name="Google Shape;75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5" name="Google Shape;75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4" name="Google Shape;78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5" name="Google Shape;78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9" name="Google Shape;819;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0" name="Google Shape;820;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0" name="Google Shape;840;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1" name="Google Shape;841;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2d185f83423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5" name="Google Shape;875;g2d185f8342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6" name="Google Shape;876;g2d185f83423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1" name="Google Shape;891;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2" name="Google Shape;892;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0" name="Google Shape;900;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1" name="Google Shape;901;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9" name="Google Shape;909;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0" name="Google Shape;910;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7" name="Google Shape;917;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8" name="Google Shape;918;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g2cfe9971d05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0" name="Google Shape;950;g2cfe9971d05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1" name="Google Shape;951;g2cfe9971d05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3" name="Google Shape;98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4" name="Google Shape;98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1" name="Google Shape;99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2" name="Google Shape;99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0" name="Google Shape;100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1" name="Google Shape;100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9" name="Google Shape;100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0" name="Google Shape;101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6"/>
        <p:cNvGrpSpPr/>
        <p:nvPr/>
      </p:nvGrpSpPr>
      <p:grpSpPr>
        <a:xfrm>
          <a:off x="0" y="0"/>
          <a:ext cx="0" cy="0"/>
          <a:chOff x="0" y="0"/>
          <a:chExt cx="0" cy="0"/>
        </a:xfrm>
      </p:grpSpPr>
      <p:sp>
        <p:nvSpPr>
          <p:cNvPr id="1017" name="Google Shape;101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8" name="Google Shape;101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9" name="Google Shape;101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7" name="Google Shape;1027;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8" name="Google Shape;1028;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6" name="Google Shape;1036;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7" name="Google Shape;1037;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2cfe9971d05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5" name="Google Shape;1045;g2cfe9971d05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6" name="Google Shape;1046;g2cfe9971d05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2cfe9971d05_0_5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4" name="Google Shape;1054;g2cfe9971d05_0_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5" name="Google Shape;1055;g2cfe9971d05_0_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3" name="Google Shape;1063;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4" name="Google Shape;1064;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2" name="Google Shape;1072;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3" name="Google Shape;1073;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1" name="Google Shape;1081;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2" name="Google Shape;1082;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6"/>
        <p:cNvGrpSpPr/>
        <p:nvPr/>
      </p:nvGrpSpPr>
      <p:grpSpPr>
        <a:xfrm>
          <a:off x="0" y="0"/>
          <a:ext cx="0" cy="0"/>
          <a:chOff x="0" y="0"/>
          <a:chExt cx="0" cy="0"/>
        </a:xfrm>
      </p:grpSpPr>
      <p:sp>
        <p:nvSpPr>
          <p:cNvPr id="1107" name="Google Shape;1107;g2d0cc3a54fb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8" name="Google Shape;1108;g2d0cc3a54f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9" name="Google Shape;1109;g2d0cc3a54fb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09250"/>
            <a:ext cx="4850100" cy="16740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200598"/>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3831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CVCC ('lt' 'lk' 'sk')</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1 - Wednesday</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3</a:t>
            </a:r>
            <a:endParaRPr sz="18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323576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4" name="Google Shape;194;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95" name="Google Shape;195;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5" name="Google Shape;225;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7" name="Google Shape;227;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9" name="Google Shape;22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0" name="Google Shape;23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1" name="Google Shape;23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0" name="Google Shape;250;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8" name="Google Shape;25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9" name="Google Shape;25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60" name="Google Shape;260;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3" name="Google Shape;263;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4" name="Google Shape;264;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8" name="Google Shape;268;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9" name="Google Shape;269;g2c157a2fb06_0_53"/>
          <p:cNvGrpSpPr/>
          <p:nvPr/>
        </p:nvGrpSpPr>
        <p:grpSpPr>
          <a:xfrm>
            <a:off x="1403031" y="6958923"/>
            <a:ext cx="6774848" cy="1291477"/>
            <a:chOff x="717231" y="7263723"/>
            <a:chExt cx="6774848" cy="1291477"/>
          </a:xfrm>
        </p:grpSpPr>
        <p:sp>
          <p:nvSpPr>
            <p:cNvPr id="270" name="Google Shape;270;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8" name="Google Shape;278;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1" name="Google Shape;281;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2" name="Google Shape;282;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3" name="Google Shape;283;g2c157a2fb06_0_53"/>
          <p:cNvGrpSpPr/>
          <p:nvPr/>
        </p:nvGrpSpPr>
        <p:grpSpPr>
          <a:xfrm>
            <a:off x="662575" y="6212475"/>
            <a:ext cx="586800" cy="571500"/>
            <a:chOff x="662575" y="6212475"/>
            <a:chExt cx="586800" cy="571500"/>
          </a:xfrm>
        </p:grpSpPr>
        <p:sp>
          <p:nvSpPr>
            <p:cNvPr id="284" name="Google Shape;284;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7" name="Google Shape;287;g2c157a2fb06_0_53"/>
          <p:cNvGrpSpPr/>
          <p:nvPr/>
        </p:nvGrpSpPr>
        <p:grpSpPr>
          <a:xfrm>
            <a:off x="7894350" y="6212475"/>
            <a:ext cx="586800" cy="571500"/>
            <a:chOff x="7894350" y="6212475"/>
            <a:chExt cx="586800" cy="571500"/>
          </a:xfrm>
        </p:grpSpPr>
        <p:sp>
          <p:nvSpPr>
            <p:cNvPr id="288" name="Google Shape;288;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1"/>
        <p:cNvGrpSpPr/>
        <p:nvPr/>
      </p:nvGrpSpPr>
      <p:grpSpPr>
        <a:xfrm>
          <a:off x="0" y="0"/>
          <a:ext cx="0" cy="0"/>
          <a:chOff x="0" y="0"/>
          <a:chExt cx="0" cy="0"/>
        </a:xfrm>
      </p:grpSpPr>
      <p:sp>
        <p:nvSpPr>
          <p:cNvPr id="292" name="Google Shape;292;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4" name="Google Shape;294;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5" name="Google Shape;295;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8" name="Google Shape;29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299" name="Google Shape;29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0" name="Google Shape;300;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2" name="Google Shape;302;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5" name="Google Shape;305;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0" name="Google Shape;310;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1" name="Google Shape;311;g2c157a2fb06_0_158"/>
          <p:cNvGrpSpPr/>
          <p:nvPr/>
        </p:nvGrpSpPr>
        <p:grpSpPr>
          <a:xfrm>
            <a:off x="662575" y="6212475"/>
            <a:ext cx="586800" cy="571500"/>
            <a:chOff x="662575" y="6212475"/>
            <a:chExt cx="586800" cy="571500"/>
          </a:xfrm>
        </p:grpSpPr>
        <p:sp>
          <p:nvSpPr>
            <p:cNvPr id="312" name="Google Shape;312;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158"/>
          <p:cNvGrpSpPr/>
          <p:nvPr/>
        </p:nvGrpSpPr>
        <p:grpSpPr>
          <a:xfrm>
            <a:off x="7894350" y="6212475"/>
            <a:ext cx="586800" cy="571500"/>
            <a:chOff x="7894350" y="6212475"/>
            <a:chExt cx="586800" cy="571500"/>
          </a:xfrm>
        </p:grpSpPr>
        <p:sp>
          <p:nvSpPr>
            <p:cNvPr id="316" name="Google Shape;316;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9"/>
        <p:cNvGrpSpPr/>
        <p:nvPr/>
      </p:nvGrpSpPr>
      <p:grpSpPr>
        <a:xfrm>
          <a:off x="0" y="0"/>
          <a:ext cx="0" cy="0"/>
          <a:chOff x="0" y="0"/>
          <a:chExt cx="0" cy="0"/>
        </a:xfrm>
      </p:grpSpPr>
      <p:sp>
        <p:nvSpPr>
          <p:cNvPr id="320" name="Google Shape;320;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27" name="Google Shape;32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8" name="Google Shape;32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9" name="Google Shape;329;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7"/>
          </p:nvPr>
        </p:nvSpPr>
        <p:spPr>
          <a:xfrm>
            <a:off x="5086375" y="4412425"/>
            <a:ext cx="2668800" cy="1291500"/>
          </a:xfrm>
          <a:prstGeom prst="rect">
            <a:avLst/>
          </a:prstGeom>
          <a:noFill/>
          <a:ln>
            <a:noFill/>
          </a:ln>
        </p:spPr>
      </p:sp>
      <p:sp>
        <p:nvSpPr>
          <p:cNvPr id="336" name="Google Shape;336;g2c157a2fb06_0_263"/>
          <p:cNvSpPr>
            <a:spLocks noGrp="1"/>
          </p:cNvSpPr>
          <p:nvPr>
            <p:ph type="pic" idx="8"/>
          </p:nvPr>
        </p:nvSpPr>
        <p:spPr>
          <a:xfrm>
            <a:off x="5086375" y="797675"/>
            <a:ext cx="2668800" cy="1291500"/>
          </a:xfrm>
          <a:prstGeom prst="rect">
            <a:avLst/>
          </a:prstGeom>
          <a:noFill/>
          <a:ln>
            <a:noFill/>
          </a:ln>
        </p:spPr>
      </p:sp>
      <p:sp>
        <p:nvSpPr>
          <p:cNvPr id="337" name="Google Shape;337;g2c157a2fb06_0_263"/>
          <p:cNvSpPr>
            <a:spLocks noGrp="1"/>
          </p:cNvSpPr>
          <p:nvPr>
            <p:ph type="pic" idx="9"/>
          </p:nvPr>
        </p:nvSpPr>
        <p:spPr>
          <a:xfrm>
            <a:off x="5086375" y="2002592"/>
            <a:ext cx="2668800" cy="1291500"/>
          </a:xfrm>
          <a:prstGeom prst="rect">
            <a:avLst/>
          </a:prstGeom>
          <a:noFill/>
          <a:ln>
            <a:noFill/>
          </a:ln>
        </p:spPr>
      </p:sp>
      <p:sp>
        <p:nvSpPr>
          <p:cNvPr id="338" name="Google Shape;338;g2c157a2fb06_0_263"/>
          <p:cNvSpPr>
            <a:spLocks noGrp="1"/>
          </p:cNvSpPr>
          <p:nvPr>
            <p:ph type="pic" idx="13"/>
          </p:nvPr>
        </p:nvSpPr>
        <p:spPr>
          <a:xfrm>
            <a:off x="5086375" y="3207508"/>
            <a:ext cx="2668800" cy="1291500"/>
          </a:xfrm>
          <a:prstGeom prst="rect">
            <a:avLst/>
          </a:prstGeom>
          <a:noFill/>
          <a:ln>
            <a:noFill/>
          </a:ln>
        </p:spPr>
      </p:sp>
      <p:sp>
        <p:nvSpPr>
          <p:cNvPr id="339" name="Google Shape;339;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0" name="Google Shape;340;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263"/>
          <p:cNvGrpSpPr/>
          <p:nvPr/>
        </p:nvGrpSpPr>
        <p:grpSpPr>
          <a:xfrm>
            <a:off x="662575" y="6212475"/>
            <a:ext cx="586800" cy="571500"/>
            <a:chOff x="662575" y="6212475"/>
            <a:chExt cx="586800" cy="571500"/>
          </a:xfrm>
        </p:grpSpPr>
        <p:sp>
          <p:nvSpPr>
            <p:cNvPr id="343" name="Google Shape;343;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263"/>
          <p:cNvGrpSpPr/>
          <p:nvPr/>
        </p:nvGrpSpPr>
        <p:grpSpPr>
          <a:xfrm>
            <a:off x="7894350" y="6212475"/>
            <a:ext cx="586800" cy="571500"/>
            <a:chOff x="7894350" y="6212475"/>
            <a:chExt cx="586800" cy="571500"/>
          </a:xfrm>
        </p:grpSpPr>
        <p:sp>
          <p:nvSpPr>
            <p:cNvPr id="347" name="Google Shape;347;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0"/>
        <p:cNvGrpSpPr/>
        <p:nvPr/>
      </p:nvGrpSpPr>
      <p:grpSpPr>
        <a:xfrm>
          <a:off x="0" y="0"/>
          <a:ext cx="0" cy="0"/>
          <a:chOff x="0" y="0"/>
          <a:chExt cx="0" cy="0"/>
        </a:xfrm>
      </p:grpSpPr>
      <p:sp>
        <p:nvSpPr>
          <p:cNvPr id="351" name="Google Shape;351;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8" name="Google Shape;358;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9" name="Google Shape;359;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0" name="Google Shape;360;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1" name="Google Shape;361;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6" name="Google Shape;366;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6"/>
        <p:cNvGrpSpPr/>
        <p:nvPr/>
      </p:nvGrpSpPr>
      <p:grpSpPr>
        <a:xfrm>
          <a:off x="0" y="0"/>
          <a:ext cx="0" cy="0"/>
          <a:chOff x="0" y="0"/>
          <a:chExt cx="0" cy="0"/>
        </a:xfrm>
      </p:grpSpPr>
      <p:sp>
        <p:nvSpPr>
          <p:cNvPr id="377" name="Google Shape;377;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6" name="Google Shape;386;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0" name="Google Shape;39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1" name="Google Shape;39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2"/>
        <p:cNvGrpSpPr/>
        <p:nvPr/>
      </p:nvGrpSpPr>
      <p:grpSpPr>
        <a:xfrm>
          <a:off x="0" y="0"/>
          <a:ext cx="0" cy="0"/>
          <a:chOff x="0" y="0"/>
          <a:chExt cx="0" cy="0"/>
        </a:xfrm>
      </p:grpSpPr>
      <p:sp>
        <p:nvSpPr>
          <p:cNvPr id="403" name="Google Shape;403;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1" name="Google Shape;41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2" name="Google Shape;41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3" name="Google Shape;41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1" name="Google Shape;421;g2c157a2fb06_0_798"/>
          <p:cNvGrpSpPr/>
          <p:nvPr/>
        </p:nvGrpSpPr>
        <p:grpSpPr>
          <a:xfrm>
            <a:off x="662575" y="6212475"/>
            <a:ext cx="586800" cy="571500"/>
            <a:chOff x="662575" y="6212475"/>
            <a:chExt cx="586800" cy="571500"/>
          </a:xfrm>
        </p:grpSpPr>
        <p:sp>
          <p:nvSpPr>
            <p:cNvPr id="422" name="Google Shape;42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5" name="Google Shape;425;g2c157a2fb06_0_798"/>
          <p:cNvGrpSpPr/>
          <p:nvPr/>
        </p:nvGrpSpPr>
        <p:grpSpPr>
          <a:xfrm>
            <a:off x="7894350" y="6212475"/>
            <a:ext cx="586800" cy="571500"/>
            <a:chOff x="7894350" y="6212475"/>
            <a:chExt cx="586800" cy="571500"/>
          </a:xfrm>
        </p:grpSpPr>
        <p:sp>
          <p:nvSpPr>
            <p:cNvPr id="426" name="Google Shape;42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9"/>
        <p:cNvGrpSpPr/>
        <p:nvPr/>
      </p:nvGrpSpPr>
      <p:grpSpPr>
        <a:xfrm>
          <a:off x="0" y="0"/>
          <a:ext cx="0" cy="0"/>
          <a:chOff x="0" y="0"/>
          <a:chExt cx="0" cy="0"/>
        </a:xfrm>
      </p:grpSpPr>
      <p:sp>
        <p:nvSpPr>
          <p:cNvPr id="430" name="Google Shape;430;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6" name="Google Shape;50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7" name="Google Shape;50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1" name="Google Shape;58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2" name="Google Shape;582;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3" name="Google Shape;583;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9"/>
        <p:cNvGrpSpPr/>
        <p:nvPr/>
      </p:nvGrpSpPr>
      <p:grpSpPr>
        <a:xfrm>
          <a:off x="0" y="0"/>
          <a:ext cx="0" cy="0"/>
          <a:chOff x="0" y="0"/>
          <a:chExt cx="0" cy="0"/>
        </a:xfrm>
      </p:grpSpPr>
      <p:sp>
        <p:nvSpPr>
          <p:cNvPr id="610" name="Google Shape;610;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2" name="Google Shape;612;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3" name="Google Shape;613;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0" name="Google Shape;620;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1" name="Google Shape;621;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2" name="Google Shape;622;g2cf1f75ecdd_0_56"/>
          <p:cNvGrpSpPr/>
          <p:nvPr/>
        </p:nvGrpSpPr>
        <p:grpSpPr>
          <a:xfrm>
            <a:off x="662575" y="6212475"/>
            <a:ext cx="586800" cy="571500"/>
            <a:chOff x="662575" y="6212475"/>
            <a:chExt cx="586800" cy="571500"/>
          </a:xfrm>
        </p:grpSpPr>
        <p:sp>
          <p:nvSpPr>
            <p:cNvPr id="623" name="Google Shape;623;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6" name="Google Shape;626;g2cf1f75ecdd_0_56"/>
          <p:cNvGrpSpPr/>
          <p:nvPr/>
        </p:nvGrpSpPr>
        <p:grpSpPr>
          <a:xfrm>
            <a:off x="7894350" y="6212475"/>
            <a:ext cx="586800" cy="571500"/>
            <a:chOff x="7894350" y="6212475"/>
            <a:chExt cx="586800" cy="571500"/>
          </a:xfrm>
        </p:grpSpPr>
        <p:sp>
          <p:nvSpPr>
            <p:cNvPr id="627" name="Google Shape;627;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0" name="Google Shape;630;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1" name="Google Shape;631;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2" name="Google Shape;632;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3" name="Google Shape;633;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4" name="Google Shape;634;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6" name="Google Shape;636;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7" name="Google Shape;637;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8" name="Google Shape;638;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2" name="Google Shape;642;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3" name="Google Shape;643;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4" name="Google Shape;644;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6" name="Google Shape;646;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7" name="Google Shape;647;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0" name="Google Shape;650;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1" name="Google Shape;651;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2" name="Google Shape;652;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3" name="Google Shape;653;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6" name="Google Shape;656;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7"/>
        <p:cNvGrpSpPr/>
        <p:nvPr/>
      </p:nvGrpSpPr>
      <p:grpSpPr>
        <a:xfrm>
          <a:off x="0" y="0"/>
          <a:ext cx="0" cy="0"/>
          <a:chOff x="0" y="0"/>
          <a:chExt cx="0" cy="0"/>
        </a:xfrm>
      </p:grpSpPr>
      <p:sp>
        <p:nvSpPr>
          <p:cNvPr id="658" name="Google Shape;65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2" name="Google Shape;66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70" name="Google Shape;67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1" name="Google Shape;671;p30"/>
          <p:cNvGrpSpPr/>
          <p:nvPr/>
        </p:nvGrpSpPr>
        <p:grpSpPr>
          <a:xfrm>
            <a:off x="6022940" y="5341706"/>
            <a:ext cx="594501" cy="305904"/>
            <a:chOff x="5672081" y="1914352"/>
            <a:chExt cx="792668" cy="305904"/>
          </a:xfrm>
        </p:grpSpPr>
        <p:sp>
          <p:nvSpPr>
            <p:cNvPr id="672" name="Google Shape;67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4" name="Google Shape;67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5" name="Google Shape;67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3" name="Google Shape;68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4" name="Google Shape;68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7" name="Google Shape;69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1" name="Google Shape;70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2" name="Google Shape;70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3"/>
        <p:cNvGrpSpPr/>
        <p:nvPr/>
      </p:nvGrpSpPr>
      <p:grpSpPr>
        <a:xfrm>
          <a:off x="0" y="0"/>
          <a:ext cx="0" cy="0"/>
          <a:chOff x="0" y="0"/>
          <a:chExt cx="0" cy="0"/>
        </a:xfrm>
      </p:grpSpPr>
      <p:sp>
        <p:nvSpPr>
          <p:cNvPr id="704" name="Google Shape;70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5" name="Google Shape;70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6" name="Google Shape;70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7"/>
        <p:cNvGrpSpPr/>
        <p:nvPr/>
      </p:nvGrpSpPr>
      <p:grpSpPr>
        <a:xfrm>
          <a:off x="0" y="0"/>
          <a:ext cx="0" cy="0"/>
          <a:chOff x="0" y="0"/>
          <a:chExt cx="0" cy="0"/>
        </a:xfrm>
      </p:grpSpPr>
      <p:sp>
        <p:nvSpPr>
          <p:cNvPr id="708" name="Google Shape;70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9" name="Google Shape;70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10" name="Google Shape;71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8.png"/><Relationship Id="rId7" Type="http://schemas.openxmlformats.org/officeDocument/2006/relationships/image" Target="../media/image7.png"/><Relationship Id="rId12" Type="http://schemas.openxmlformats.org/officeDocument/2006/relationships/slide" Target="slide1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slide" Target="slide23.xml"/><Relationship Id="rId5" Type="http://schemas.openxmlformats.org/officeDocument/2006/relationships/image" Target="../media/image6.png"/><Relationship Id="rId10" Type="http://schemas.openxmlformats.org/officeDocument/2006/relationships/slide" Target="slide19.xml"/><Relationship Id="rId4" Type="http://schemas.openxmlformats.org/officeDocument/2006/relationships/image" Target="../media/image5.png"/><Relationship Id="rId9" Type="http://schemas.openxmlformats.org/officeDocument/2006/relationships/slide" Target="slide18.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png"/><Relationship Id="rId2" Type="http://schemas.openxmlformats.org/officeDocument/2006/relationships/notesSlide" Target="../notesSlides/notesSlide5.xml"/><Relationship Id="rId16" Type="http://schemas.openxmlformats.org/officeDocument/2006/relationships/image" Target="../media/image75.png"/><Relationship Id="rId1" Type="http://schemas.openxmlformats.org/officeDocument/2006/relationships/slideLayout" Target="../slideLayouts/slideLayout3.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6.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 Type="http://schemas.openxmlformats.org/officeDocument/2006/relationships/image" Target="../media/image76.png"/><Relationship Id="rId21" Type="http://schemas.openxmlformats.org/officeDocument/2006/relationships/image" Target="../media/image94.png"/><Relationship Id="rId7" Type="http://schemas.openxmlformats.org/officeDocument/2006/relationships/image" Target="../media/image80.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2" Type="http://schemas.openxmlformats.org/officeDocument/2006/relationships/notesSlide" Target="../notesSlides/notesSlide6.xml"/><Relationship Id="rId16" Type="http://schemas.openxmlformats.org/officeDocument/2006/relationships/image" Target="../media/image89.png"/><Relationship Id="rId20" Type="http://schemas.openxmlformats.org/officeDocument/2006/relationships/image" Target="../media/image93.png"/><Relationship Id="rId29" Type="http://schemas.openxmlformats.org/officeDocument/2006/relationships/image" Target="../media/image102.png"/><Relationship Id="rId1" Type="http://schemas.openxmlformats.org/officeDocument/2006/relationships/slideLayout" Target="../slideLayouts/slideLayout3.xml"/><Relationship Id="rId6" Type="http://schemas.openxmlformats.org/officeDocument/2006/relationships/image" Target="../media/image79.png"/><Relationship Id="rId11" Type="http://schemas.openxmlformats.org/officeDocument/2006/relationships/image" Target="../media/image84.png"/><Relationship Id="rId24" Type="http://schemas.openxmlformats.org/officeDocument/2006/relationships/image" Target="../media/image97.png"/><Relationship Id="rId5" Type="http://schemas.openxmlformats.org/officeDocument/2006/relationships/image" Target="../media/image78.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10" Type="http://schemas.openxmlformats.org/officeDocument/2006/relationships/image" Target="../media/image83.png"/><Relationship Id="rId19" Type="http://schemas.openxmlformats.org/officeDocument/2006/relationships/image" Target="../media/image92.png"/><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04.png"/></Relationships>
</file>

<file path=ppt/slides/_rels/slide8.xml.rels><?xml version="1.0" encoding="UTF-8" standalone="yes"?>
<Relationships xmlns="http://schemas.openxmlformats.org/package/2006/relationships"><Relationship Id="rId3" Type="http://schemas.openxmlformats.org/officeDocument/2006/relationships/image" Target="../media/image105.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dirty="0"/>
              <a:t>CVCC ('</a:t>
            </a:r>
            <a:r>
              <a:rPr lang="en-US" sz="3000" dirty="0" err="1"/>
              <a:t>lt</a:t>
            </a:r>
            <a:r>
              <a:rPr lang="en-US" sz="3000"/>
              <a:t>' 'lk' 'sk')</a:t>
            </a:r>
            <a:endParaRPr sz="3000"/>
          </a:p>
        </p:txBody>
      </p:sp>
      <p:sp>
        <p:nvSpPr>
          <p:cNvPr id="716" name="Google Shape;716;p1"/>
          <p:cNvSpPr/>
          <p:nvPr/>
        </p:nvSpPr>
        <p:spPr>
          <a:xfrm>
            <a:off x="6328339"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1"/>
          <p:cNvSpPr/>
          <p:nvPr/>
        </p:nvSpPr>
        <p:spPr>
          <a:xfrm>
            <a:off x="6695332"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8" name="Google Shape;71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a:t>
            </a:r>
            <a:endParaRPr/>
          </a:p>
        </p:txBody>
      </p:sp>
      <p:sp>
        <p:nvSpPr>
          <p:cNvPr id="719" name="Google Shape;719;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720" name="Google Shape;720;p1"/>
          <p:cNvGrpSpPr/>
          <p:nvPr/>
        </p:nvGrpSpPr>
        <p:grpSpPr>
          <a:xfrm>
            <a:off x="4120711" y="4100642"/>
            <a:ext cx="4508444" cy="1632899"/>
            <a:chOff x="4120711" y="4100642"/>
            <a:chExt cx="4508444" cy="1632899"/>
          </a:xfrm>
        </p:grpSpPr>
        <p:pic>
          <p:nvPicPr>
            <p:cNvPr id="721" name="Google Shape;721;p1"/>
            <p:cNvPicPr preferRelativeResize="0"/>
            <p:nvPr/>
          </p:nvPicPr>
          <p:blipFill rotWithShape="1">
            <a:blip r:embed="rId3">
              <a:alphaModFix/>
            </a:blip>
            <a:srcRect t="59" b="59"/>
            <a:stretch/>
          </p:blipFill>
          <p:spPr>
            <a:xfrm rot="146938">
              <a:off x="4140891" y="4418174"/>
              <a:ext cx="2493519" cy="997851"/>
            </a:xfrm>
            <a:prstGeom prst="rect">
              <a:avLst/>
            </a:prstGeom>
            <a:noFill/>
            <a:ln>
              <a:noFill/>
            </a:ln>
            <a:effectLst>
              <a:outerShdw blurRad="71438" dist="38100" dir="5220000" algn="bl" rotWithShape="0">
                <a:srgbClr val="000000">
                  <a:alpha val="20392"/>
                </a:srgbClr>
              </a:outerShdw>
            </a:effectLst>
          </p:spPr>
        </p:pic>
        <p:pic>
          <p:nvPicPr>
            <p:cNvPr id="722" name="Google Shape;722;p1"/>
            <p:cNvPicPr preferRelativeResize="0"/>
            <p:nvPr/>
          </p:nvPicPr>
          <p:blipFill rotWithShape="1">
            <a:blip r:embed="rId4">
              <a:alphaModFix/>
            </a:blip>
            <a:srcRect l="139" r="149"/>
            <a:stretch/>
          </p:blipFill>
          <p:spPr>
            <a:xfrm rot="-221311">
              <a:off x="5906462" y="4272840"/>
              <a:ext cx="1800025" cy="1288523"/>
            </a:xfrm>
            <a:prstGeom prst="rect">
              <a:avLst/>
            </a:prstGeom>
            <a:noFill/>
            <a:ln>
              <a:noFill/>
            </a:ln>
            <a:effectLst>
              <a:outerShdw blurRad="57150" dist="38100" dir="5400000" algn="bl" rotWithShape="0">
                <a:srgbClr val="000000">
                  <a:alpha val="20000"/>
                </a:srgbClr>
              </a:outerShdw>
            </a:effectLst>
          </p:spPr>
        </p:pic>
        <p:pic>
          <p:nvPicPr>
            <p:cNvPr id="723" name="Google Shape;723;p1"/>
            <p:cNvPicPr preferRelativeResize="0"/>
            <p:nvPr/>
          </p:nvPicPr>
          <p:blipFill rotWithShape="1">
            <a:blip r:embed="rId5">
              <a:alphaModFix/>
            </a:blip>
            <a:srcRect t="89" b="99"/>
            <a:stretch/>
          </p:blipFill>
          <p:spPr>
            <a:xfrm rot="479435">
              <a:off x="7451381" y="4168364"/>
              <a:ext cx="1078930" cy="1497455"/>
            </a:xfrm>
            <a:prstGeom prst="rect">
              <a:avLst/>
            </a:prstGeom>
            <a:noFill/>
            <a:ln>
              <a:noFill/>
            </a:ln>
            <a:effectLst>
              <a:outerShdw blurRad="71438" dist="19050" dir="5220000" algn="bl" rotWithShape="0">
                <a:srgbClr val="000000">
                  <a:alpha val="17254"/>
                </a:srgbClr>
              </a:outerShdw>
            </a:effectLst>
          </p:spPr>
        </p:pic>
      </p:grpSp>
      <p:graphicFrame>
        <p:nvGraphicFramePr>
          <p:cNvPr id="724" name="Google Shape;724;p1"/>
          <p:cNvGraphicFramePr/>
          <p:nvPr/>
        </p:nvGraphicFramePr>
        <p:xfrm>
          <a:off x="4844200" y="1891197"/>
          <a:ext cx="3785000" cy="1678950"/>
        </p:xfrm>
        <a:graphic>
          <a:graphicData uri="http://schemas.openxmlformats.org/drawingml/2006/table">
            <a:tbl>
              <a:tblPr firstRow="1" bandRow="1">
                <a:noFill/>
                <a:tableStyleId>{18FC90D4-0580-43FE-ADEA-25E4B47EAE3F}</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lt1"/>
                          </a:solidFill>
                          <a:latin typeface="Jost"/>
                          <a:ea typeface="Jost"/>
                          <a:cs typeface="Jost"/>
                          <a:sym typeface="Jost"/>
                        </a:rPr>
                        <a:t>CVCC (nd mp nt, </a:t>
                      </a:r>
                      <a:br>
                        <a:rPr lang="en-US" sz="1400" u="none" strike="noStrike" cap="none">
                          <a:solidFill>
                            <a:schemeClr val="lt1"/>
                          </a:solidFill>
                          <a:latin typeface="Jost"/>
                          <a:ea typeface="Jost"/>
                          <a:cs typeface="Jost"/>
                          <a:sym typeface="Jost"/>
                        </a:rPr>
                      </a:br>
                      <a:r>
                        <a:rPr lang="en-US" sz="1400" u="none" strike="noStrike" cap="none">
                          <a:solidFill>
                            <a:schemeClr val="lt1"/>
                          </a:solidFill>
                          <a:latin typeface="Jost"/>
                          <a:ea typeface="Jost"/>
                          <a:cs typeface="Jost"/>
                          <a:sym typeface="Jost"/>
                        </a:rPr>
                        <a:t>nk ft st, lt lk sk)</a:t>
                      </a:r>
                      <a:endParaRPr sz="1400" u="none" strike="noStrike" cap="none">
                        <a:solidFill>
                          <a:schemeClr val="lt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 (fr br, cr tr,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gr dr pr)</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 (pl bl gl, sl fl cl,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st sp sn, sm sw)</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CCVCC (short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CVCC CCVC CCVCC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(long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g2bee4f4af4b_0_204"/>
          <p:cNvSpPr txBox="1">
            <a:spLocks noGrp="1"/>
          </p:cNvSpPr>
          <p:nvPr>
            <p:ph type="body" idx="1"/>
          </p:nvPr>
        </p:nvSpPr>
        <p:spPr>
          <a:xfrm>
            <a:off x="3298550" y="1032250"/>
            <a:ext cx="49338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CVCC words containing </a:t>
            </a:r>
            <a:r>
              <a:rPr lang="en-US">
                <a:solidFill>
                  <a:srgbClr val="8DC63F"/>
                </a:solidFill>
              </a:rPr>
              <a:t>lt lk sk.</a:t>
            </a:r>
            <a:endParaRPr>
              <a:solidFill>
                <a:srgbClr val="8DC63F"/>
              </a:solidFill>
            </a:endParaRPr>
          </a:p>
        </p:txBody>
      </p:sp>
      <p:sp>
        <p:nvSpPr>
          <p:cNvPr id="731" name="Google Shape;731;g2bee4f4af4b_0_204"/>
          <p:cNvSpPr txBox="1">
            <a:spLocks noGrp="1"/>
          </p:cNvSpPr>
          <p:nvPr>
            <p:ph type="body" idx="2"/>
          </p:nvPr>
        </p:nvSpPr>
        <p:spPr>
          <a:xfrm>
            <a:off x="3298550" y="1709250"/>
            <a:ext cx="4850100" cy="16740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3 Common Exception Words </a:t>
            </a:r>
            <a:r>
              <a:rPr lang="en-US">
                <a:solidFill>
                  <a:srgbClr val="2356AF"/>
                </a:solidFill>
              </a:rPr>
              <a:t>push they me we be he she my by looked you are there here were all sure.</a:t>
            </a:r>
            <a:endParaRPr/>
          </a:p>
        </p:txBody>
      </p:sp>
      <p:sp>
        <p:nvSpPr>
          <p:cNvPr id="732" name="Google Shape;732;g2bee4f4af4b_0_204"/>
          <p:cNvSpPr txBox="1"/>
          <p:nvPr/>
        </p:nvSpPr>
        <p:spPr>
          <a:xfrm>
            <a:off x="27197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33" name="Google Shape;733;g2bee4f4af4b_0_204"/>
          <p:cNvSpPr txBox="1"/>
          <p:nvPr/>
        </p:nvSpPr>
        <p:spPr>
          <a:xfrm>
            <a:off x="25124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4" name="Google Shape;734;g2bee4f4af4b_0_204"/>
          <p:cNvPicPr preferRelativeResize="0"/>
          <p:nvPr/>
        </p:nvPicPr>
        <p:blipFill rotWithShape="1">
          <a:blip r:embed="rId3">
            <a:alphaModFix/>
          </a:blip>
          <a:srcRect l="89" r="79"/>
          <a:stretch/>
        </p:blipFill>
        <p:spPr>
          <a:xfrm>
            <a:off x="2719706" y="4169988"/>
            <a:ext cx="813600" cy="977432"/>
          </a:xfrm>
          <a:prstGeom prst="rect">
            <a:avLst/>
          </a:prstGeom>
          <a:noFill/>
          <a:ln>
            <a:noFill/>
          </a:ln>
          <a:effectLst>
            <a:outerShdw blurRad="71438" dist="19050" dir="5220000" algn="bl" rotWithShape="0">
              <a:srgbClr val="D8D8D8"/>
            </a:outerShdw>
          </a:effectLst>
        </p:spPr>
      </p:pic>
      <p:sp>
        <p:nvSpPr>
          <p:cNvPr id="735" name="Google Shape;735;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736" name="Google Shape;736;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7" name="Google Shape;737;g2bee4f4af4b_0_204"/>
          <p:cNvPicPr preferRelativeResize="0"/>
          <p:nvPr/>
        </p:nvPicPr>
        <p:blipFill rotWithShape="1">
          <a:blip r:embed="rId4">
            <a:alphaModFix/>
          </a:blip>
          <a:srcRect t="59" b="69"/>
          <a:stretch/>
        </p:blipFill>
        <p:spPr>
          <a:xfrm>
            <a:off x="946800" y="4384154"/>
            <a:ext cx="1372150" cy="549101"/>
          </a:xfrm>
          <a:prstGeom prst="rect">
            <a:avLst/>
          </a:prstGeom>
          <a:noFill/>
          <a:ln>
            <a:noFill/>
          </a:ln>
          <a:effectLst>
            <a:outerShdw blurRad="71438" dist="19050" dir="5220000" algn="bl" rotWithShape="0">
              <a:srgbClr val="D8D8D8"/>
            </a:outerShdw>
          </a:effectLst>
        </p:spPr>
      </p:pic>
      <p:sp>
        <p:nvSpPr>
          <p:cNvPr id="738" name="Google Shape;738;g2bee4f4af4b_0_204"/>
          <p:cNvSpPr txBox="1"/>
          <p:nvPr/>
        </p:nvSpPr>
        <p:spPr>
          <a:xfrm>
            <a:off x="50948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39" name="Google Shape;739;g2bee4f4af4b_0_204"/>
          <p:cNvSpPr txBox="1"/>
          <p:nvPr/>
        </p:nvSpPr>
        <p:spPr>
          <a:xfrm>
            <a:off x="4763312" y="5256525"/>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40" name="Google Shape;740;g2bee4f4af4b_0_204"/>
          <p:cNvPicPr preferRelativeResize="0"/>
          <p:nvPr/>
        </p:nvPicPr>
        <p:blipFill rotWithShape="1">
          <a:blip r:embed="rId5">
            <a:alphaModFix/>
          </a:blip>
          <a:srcRect/>
          <a:stretch/>
        </p:blipFill>
        <p:spPr>
          <a:xfrm>
            <a:off x="5035629" y="4326104"/>
            <a:ext cx="931974" cy="665200"/>
          </a:xfrm>
          <a:prstGeom prst="rect">
            <a:avLst/>
          </a:prstGeom>
          <a:noFill/>
          <a:ln>
            <a:noFill/>
          </a:ln>
          <a:effectLst>
            <a:outerShdw blurRad="71438" dist="19050" dir="5220000" algn="bl" rotWithShape="0">
              <a:srgbClr val="D8D8D8"/>
            </a:outerShdw>
          </a:effectLst>
        </p:spPr>
      </p:pic>
      <p:sp>
        <p:nvSpPr>
          <p:cNvPr id="741" name="Google Shape;741;g2bee4f4af4b_0_204"/>
          <p:cNvSpPr txBox="1"/>
          <p:nvPr/>
        </p:nvSpPr>
        <p:spPr>
          <a:xfrm>
            <a:off x="63750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42" name="Google Shape;742;g2bee4f4af4b_0_204"/>
          <p:cNvSpPr txBox="1"/>
          <p:nvPr/>
        </p:nvSpPr>
        <p:spPr>
          <a:xfrm>
            <a:off x="61677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43" name="Google Shape;743;g2bee4f4af4b_0_204"/>
          <p:cNvPicPr preferRelativeResize="0"/>
          <p:nvPr/>
        </p:nvPicPr>
        <p:blipFill rotWithShape="1">
          <a:blip r:embed="rId6">
            <a:alphaModFix/>
          </a:blip>
          <a:srcRect t="19" b="29"/>
          <a:stretch/>
        </p:blipFill>
        <p:spPr>
          <a:xfrm>
            <a:off x="6388446" y="4363493"/>
            <a:ext cx="786850" cy="590421"/>
          </a:xfrm>
          <a:prstGeom prst="rect">
            <a:avLst/>
          </a:prstGeom>
          <a:noFill/>
          <a:ln>
            <a:noFill/>
          </a:ln>
          <a:effectLst>
            <a:outerShdw blurRad="71438" dist="19050" dir="5220000" algn="bl" rotWithShape="0">
              <a:srgbClr val="D8D8D8"/>
            </a:outerShdw>
          </a:effectLst>
        </p:spPr>
      </p:pic>
      <p:sp>
        <p:nvSpPr>
          <p:cNvPr id="744" name="Google Shape;744;g2bee4f4af4b_0_204"/>
          <p:cNvSpPr txBox="1"/>
          <p:nvPr/>
        </p:nvSpPr>
        <p:spPr>
          <a:xfrm>
            <a:off x="39072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45" name="Google Shape;745;g2bee4f4af4b_0_204"/>
          <p:cNvSpPr txBox="1"/>
          <p:nvPr/>
        </p:nvSpPr>
        <p:spPr>
          <a:xfrm>
            <a:off x="37926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46" name="Google Shape;746;g2bee4f4af4b_0_204"/>
          <p:cNvPicPr preferRelativeResize="0"/>
          <p:nvPr/>
        </p:nvPicPr>
        <p:blipFill rotWithShape="1">
          <a:blip r:embed="rId7">
            <a:alphaModFix/>
          </a:blip>
          <a:srcRect t="89" b="99"/>
          <a:stretch/>
        </p:blipFill>
        <p:spPr>
          <a:xfrm>
            <a:off x="4006799" y="4232253"/>
            <a:ext cx="614525" cy="852902"/>
          </a:xfrm>
          <a:prstGeom prst="rect">
            <a:avLst/>
          </a:prstGeom>
          <a:noFill/>
          <a:ln>
            <a:noFill/>
          </a:ln>
          <a:effectLst>
            <a:outerShdw blurRad="71438" dist="19050" dir="5220000" algn="bl" rotWithShape="0">
              <a:srgbClr val="D8D8D8"/>
            </a:outerShdw>
          </a:effectLst>
        </p:spPr>
      </p:pic>
      <p:sp>
        <p:nvSpPr>
          <p:cNvPr id="747" name="Google Shape;747;g2bee4f4af4b_0_204">
            <a:hlinkClick r:id="rId8" action="ppaction://hlinksldjump"/>
          </p:cNvPr>
          <p:cNvSpPr/>
          <p:nvPr/>
        </p:nvSpPr>
        <p:spPr>
          <a:xfrm>
            <a:off x="946800" y="38235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8" name="Google Shape;748;g2bee4f4af4b_0_204">
            <a:hlinkClick r:id="rId9" action="ppaction://hlinksldjump"/>
          </p:cNvPr>
          <p:cNvSpPr/>
          <p:nvPr/>
        </p:nvSpPr>
        <p:spPr>
          <a:xfrm>
            <a:off x="3760688" y="3764076"/>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9" name="Google Shape;749;g2bee4f4af4b_0_204">
            <a:hlinkClick r:id="rId10" action="ppaction://hlinksldjump"/>
          </p:cNvPr>
          <p:cNvSpPr/>
          <p:nvPr/>
        </p:nvSpPr>
        <p:spPr>
          <a:xfrm>
            <a:off x="4887516" y="375083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0" name="Google Shape;750;g2bee4f4af4b_0_204">
            <a:hlinkClick r:id="rId11" action="ppaction://hlinksldjump"/>
          </p:cNvPr>
          <p:cNvSpPr/>
          <p:nvPr/>
        </p:nvSpPr>
        <p:spPr>
          <a:xfrm>
            <a:off x="6263829" y="37576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1" name="Google Shape;751;g2bee4f4af4b_0_204">
            <a:hlinkClick r:id="rId12" action="ppaction://hlinksldjump"/>
          </p:cNvPr>
          <p:cNvSpPr/>
          <p:nvPr/>
        </p:nvSpPr>
        <p:spPr>
          <a:xfrm>
            <a:off x="2605106" y="375083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8" name="Google Shape;758;g26b641b03cd_0_165"/>
          <p:cNvGrpSpPr/>
          <p:nvPr/>
        </p:nvGrpSpPr>
        <p:grpSpPr>
          <a:xfrm>
            <a:off x="930400" y="2129444"/>
            <a:ext cx="7283200" cy="3724851"/>
            <a:chOff x="930400" y="2129444"/>
            <a:chExt cx="7283200" cy="3724851"/>
          </a:xfrm>
        </p:grpSpPr>
        <p:pic>
          <p:nvPicPr>
            <p:cNvPr id="759" name="Google Shape;75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75" name="Google Shape;77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76" name="Google Shape;776;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7" name="Google Shape;777;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8" name="Google Shape;778;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9" name="Google Shape;77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80" name="Google Shape;78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81" name="Google Shape;781;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sp>
        <p:nvSpPr>
          <p:cNvPr id="787" name="Google Shape;787;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8" name="Google Shape;788;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94" name="Google Shape;794;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95" name="Google Shape;795;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96" name="Google Shape;796;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97" name="Google Shape;797;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98" name="Google Shape;798;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99" name="Google Shape;799;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00" name="Google Shape;800;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01" name="Google Shape;801;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802" name="Google Shape;802;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03" name="Google Shape;803;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04" name="Google Shape;804;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6" name="Google Shape;806;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7" name="Google Shape;807;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08" name="Google Shape;808;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09" name="Google Shape;809;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10" name="Google Shape;810;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11" name="Google Shape;811;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12" name="Google Shape;812;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13" name="Google Shape;813;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14" name="Google Shape;814;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15" name="Google Shape;815;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16" name="Google Shape;816;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solidFill>
                  <a:schemeClr val="dk1"/>
                </a:solidFill>
              </a:rPr>
              <a:t>.</a:t>
            </a:r>
            <a:endParaRPr>
              <a:solidFill>
                <a:schemeClr val="dk1"/>
              </a:solidFill>
            </a:endParaRPr>
          </a:p>
        </p:txBody>
      </p:sp>
      <p:grpSp>
        <p:nvGrpSpPr>
          <p:cNvPr id="823" name="Google Shape;823;g26b7edf6e71_0_109"/>
          <p:cNvGrpSpPr/>
          <p:nvPr/>
        </p:nvGrpSpPr>
        <p:grpSpPr>
          <a:xfrm>
            <a:off x="867357" y="2129450"/>
            <a:ext cx="7282807" cy="2686611"/>
            <a:chOff x="867357" y="2129450"/>
            <a:chExt cx="7282807" cy="2686611"/>
          </a:xfrm>
        </p:grpSpPr>
        <p:pic>
          <p:nvPicPr>
            <p:cNvPr id="824" name="Google Shape;824;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32" name="Google Shape;832;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3" name="Google Shape;833;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4" name="Google Shape;834;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35" name="Google Shape;835;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36" name="Google Shape;836;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7" name="Google Shape;837;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endParaRPr/>
          </a:p>
        </p:txBody>
      </p:sp>
      <p:grpSp>
        <p:nvGrpSpPr>
          <p:cNvPr id="844" name="Google Shape;844;g2c298d33e0c_0_6"/>
          <p:cNvGrpSpPr/>
          <p:nvPr/>
        </p:nvGrpSpPr>
        <p:grpSpPr>
          <a:xfrm>
            <a:off x="868300" y="2129450"/>
            <a:ext cx="7281864" cy="2684601"/>
            <a:chOff x="868300" y="2129450"/>
            <a:chExt cx="7281864" cy="2684601"/>
          </a:xfrm>
        </p:grpSpPr>
        <p:pic>
          <p:nvPicPr>
            <p:cNvPr id="845" name="Google Shape;845;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9" name="Google Shape;849;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1" name="Google Shape;871;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72" name="Google Shape;872;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g2d185f83423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r>
              <a:rPr lang="en-US">
                <a:solidFill>
                  <a:srgbClr val="2356AF"/>
                </a:solidFill>
              </a:rPr>
              <a:t>said like</a:t>
            </a:r>
            <a:r>
              <a:rPr lang="en-US">
                <a:solidFill>
                  <a:schemeClr val="dk1"/>
                </a:solidFill>
              </a:rPr>
              <a:t>.</a:t>
            </a:r>
            <a:endParaRPr/>
          </a:p>
        </p:txBody>
      </p:sp>
      <p:pic>
        <p:nvPicPr>
          <p:cNvPr id="879" name="Google Shape;879;g2d185f83423_0_0"/>
          <p:cNvPicPr preferRelativeResize="0"/>
          <p:nvPr/>
        </p:nvPicPr>
        <p:blipFill rotWithShape="1">
          <a:blip r:embed="rId3">
            <a:alphaModFix/>
          </a:blip>
          <a:srcRect l="59" r="59"/>
          <a:stretch/>
        </p:blipFill>
        <p:spPr>
          <a:xfrm>
            <a:off x="1578362" y="2137000"/>
            <a:ext cx="2837678" cy="2027867"/>
          </a:xfrm>
          <a:prstGeom prst="rect">
            <a:avLst/>
          </a:prstGeom>
          <a:noFill/>
          <a:ln>
            <a:noFill/>
          </a:ln>
          <a:effectLst>
            <a:outerShdw blurRad="71438" dist="19050" dir="5400000" algn="bl" rotWithShape="0">
              <a:srgbClr val="000000">
                <a:alpha val="18039"/>
              </a:srgbClr>
            </a:outerShdw>
          </a:effectLst>
        </p:spPr>
      </p:pic>
      <p:pic>
        <p:nvPicPr>
          <p:cNvPr id="880" name="Google Shape;880;g2d185f83423_0_0"/>
          <p:cNvPicPr preferRelativeResize="0"/>
          <p:nvPr/>
        </p:nvPicPr>
        <p:blipFill rotWithShape="1">
          <a:blip r:embed="rId4">
            <a:alphaModFix/>
          </a:blip>
          <a:srcRect l="159" r="159"/>
          <a:stretch/>
        </p:blipFill>
        <p:spPr>
          <a:xfrm>
            <a:off x="4726705" y="2137000"/>
            <a:ext cx="2838933" cy="2036299"/>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87" name="Google Shape;887;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888" name="Google Shape;888;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95" name="Google Shape;895;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96" name="Google Shape;896;g2c186218c5a_0_17"/>
          <p:cNvPicPr preferRelativeResize="0"/>
          <p:nvPr/>
        </p:nvPicPr>
        <p:blipFill rotWithShape="1">
          <a:blip r:embed="rId3">
            <a:alphaModFix/>
          </a:blip>
          <a:srcRect t="109" b="99"/>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897" name="Google Shape;897;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04" name="Google Shape;904;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05" name="Google Shape;905;g26b641b03cd_0_185"/>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06" name="Google Shape;906;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13" name="Google Shape;913;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14" name="Google Shape;914;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Google Shape;920;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1" name="Google Shape;921;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22" name="Google Shape;922;g2c4feb0fda9_1_0"/>
          <p:cNvSpPr/>
          <p:nvPr/>
        </p:nvSpPr>
        <p:spPr>
          <a:xfrm>
            <a:off x="3020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3" name="Google Shape;923;g2c4feb0fda9_1_0"/>
          <p:cNvSpPr/>
          <p:nvPr/>
        </p:nvSpPr>
        <p:spPr>
          <a:xfrm>
            <a:off x="38816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4" name="Google Shape;924;g2c4feb0fda9_1_0"/>
          <p:cNvSpPr/>
          <p:nvPr/>
        </p:nvSpPr>
        <p:spPr>
          <a:xfrm>
            <a:off x="4818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25" name="Google Shape;925;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6" name="Google Shape;926;g2c4feb0fda9_1_0"/>
          <p:cNvSpPr txBox="1">
            <a:spLocks noGrp="1"/>
          </p:cNvSpPr>
          <p:nvPr>
            <p:ph type="subTitle" idx="4294967295"/>
          </p:nvPr>
        </p:nvSpPr>
        <p:spPr>
          <a:xfrm>
            <a:off x="4249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27" name="Google Shape;927;g2c4feb0fda9_1_0"/>
          <p:cNvSpPr txBox="1">
            <a:spLocks noGrp="1"/>
          </p:cNvSpPr>
          <p:nvPr>
            <p:ph type="subTitle" idx="4294967295"/>
          </p:nvPr>
        </p:nvSpPr>
        <p:spPr>
          <a:xfrm>
            <a:off x="24509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28" name="Google Shape;928;g2c4feb0fda9_1_0"/>
          <p:cNvSpPr txBox="1">
            <a:spLocks noGrp="1"/>
          </p:cNvSpPr>
          <p:nvPr>
            <p:ph type="subTitle" idx="4294967295"/>
          </p:nvPr>
        </p:nvSpPr>
        <p:spPr>
          <a:xfrm>
            <a:off x="33120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
        <p:nvSpPr>
          <p:cNvPr id="929" name="Google Shape;929;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0" name="Google Shape;930;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1" name="Google Shape;931;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2" name="Google Shape;932;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3" name="Google Shape;933;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4" name="Google Shape;934;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35" name="Google Shape;935;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36" name="Google Shape;936;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7" name="Google Shape;937;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8" name="Google Shape;938;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9" name="Google Shape;939;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0" name="Google Shape;940;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1" name="Google Shape;941;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42" name="Google Shape;942;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3" name="Google Shape;943;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4" name="Google Shape;944;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5" name="Google Shape;945;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46" name="Google Shape;946;g2c4feb0fda9_1_0"/>
          <p:cNvSpPr/>
          <p:nvPr/>
        </p:nvSpPr>
        <p:spPr>
          <a:xfrm>
            <a:off x="5733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7" name="Google Shape;947;g2c4feb0fda9_1_0"/>
          <p:cNvSpPr txBox="1">
            <a:spLocks noGrp="1"/>
          </p:cNvSpPr>
          <p:nvPr>
            <p:ph type="subTitle" idx="4294967295"/>
          </p:nvPr>
        </p:nvSpPr>
        <p:spPr>
          <a:xfrm>
            <a:off x="51636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g2cfe9971d05_0_12"/>
          <p:cNvSpPr txBox="1">
            <a:spLocks noGrp="1"/>
          </p:cNvSpPr>
          <p:nvPr>
            <p:ph type="subTitle" idx="4294967295"/>
          </p:nvPr>
        </p:nvSpPr>
        <p:spPr>
          <a:xfrm>
            <a:off x="37692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954" name="Google Shape;954;g2cfe9971d05_0_12"/>
          <p:cNvSpPr txBox="1">
            <a:spLocks noGrp="1"/>
          </p:cNvSpPr>
          <p:nvPr>
            <p:ph type="subTitle" idx="4294967295"/>
          </p:nvPr>
        </p:nvSpPr>
        <p:spPr>
          <a:xfrm>
            <a:off x="4935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
        <p:nvSpPr>
          <p:cNvPr id="955" name="Google Shape;955;g2cfe9971d05_0_1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6" name="Google Shape;956;g2cfe9971d05_0_1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7" name="Google Shape;957;g2cfe9971d05_0_12"/>
          <p:cNvSpPr/>
          <p:nvPr/>
        </p:nvSpPr>
        <p:spPr>
          <a:xfrm>
            <a:off x="3249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8" name="Google Shape;958;g2cfe9971d05_0_12"/>
          <p:cNvSpPr/>
          <p:nvPr/>
        </p:nvSpPr>
        <p:spPr>
          <a:xfrm>
            <a:off x="43388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9" name="Google Shape;959;g2cfe9971d05_0_12"/>
          <p:cNvSpPr/>
          <p:nvPr/>
        </p:nvSpPr>
        <p:spPr>
          <a:xfrm>
            <a:off x="48189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0" name="Google Shape;960;g2cfe9971d05_0_1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1" name="Google Shape;961;g2cfe9971d05_0_12"/>
          <p:cNvSpPr txBox="1">
            <a:spLocks noGrp="1"/>
          </p:cNvSpPr>
          <p:nvPr>
            <p:ph type="subTitle" idx="4294967295"/>
          </p:nvPr>
        </p:nvSpPr>
        <p:spPr>
          <a:xfrm>
            <a:off x="4249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62" name="Google Shape;962;g2cfe9971d05_0_12"/>
          <p:cNvSpPr txBox="1">
            <a:spLocks noGrp="1"/>
          </p:cNvSpPr>
          <p:nvPr>
            <p:ph type="subTitle" idx="4294967295"/>
          </p:nvPr>
        </p:nvSpPr>
        <p:spPr>
          <a:xfrm>
            <a:off x="2679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963" name="Google Shape;963;g2cfe9971d05_0_1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4" name="Google Shape;964;g2cfe9971d05_0_1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5" name="Google Shape;965;g2cfe9971d05_0_1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6" name="Google Shape;966;g2cfe9971d05_0_1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7" name="Google Shape;967;g2cfe9971d05_0_1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8" name="Google Shape;968;g2cfe9971d05_0_1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9" name="Google Shape;969;g2cfe9971d05_0_1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0" name="Google Shape;970;g2cfe9971d05_0_1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1" name="Google Shape;971;g2cfe9971d05_0_1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2" name="Google Shape;972;g2cfe9971d05_0_1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3" name="Google Shape;973;g2cfe9971d05_0_12"/>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4" name="Google Shape;974;g2cfe9971d05_0_1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5" name="Google Shape;975;g2cfe9971d05_0_1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76" name="Google Shape;976;g2cfe9971d05_0_1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7" name="Google Shape;977;g2cfe9971d05_0_12"/>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8" name="Google Shape;978;g2cfe9971d05_0_1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9" name="Google Shape;979;g2cfe9971d05_0_1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80" name="Google Shape;980;g2cfe9971d05_0_12"/>
          <p:cNvSpPr/>
          <p:nvPr/>
        </p:nvSpPr>
        <p:spPr>
          <a:xfrm>
            <a:off x="5504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87" name="Google Shape;98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88" name="Google Shape;98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95" name="Google Shape;99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96" name="Google Shape;996;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97" name="Google Shape;99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04" name="Google Shape;100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05" name="Google Shape;1005;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06" name="Google Shape;100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13" name="Google Shape;101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14" name="Google Shape;1014;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15" name="Google Shape;101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0"/>
        <p:cNvGrpSpPr/>
        <p:nvPr/>
      </p:nvGrpSpPr>
      <p:grpSpPr>
        <a:xfrm>
          <a:off x="0" y="0"/>
          <a:ext cx="0" cy="0"/>
          <a:chOff x="0" y="0"/>
          <a:chExt cx="0" cy="0"/>
        </a:xfrm>
      </p:grpSpPr>
      <p:sp>
        <p:nvSpPr>
          <p:cNvPr id="1021" name="Google Shape;102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22" name="Google Shape;102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3" name="Google Shape;1023;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24" name="Google Shape;102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g26b641b03cd_0_301"/>
          <p:cNvSpPr txBox="1">
            <a:spLocks noGrp="1"/>
          </p:cNvSpPr>
          <p:nvPr>
            <p:ph type="title"/>
          </p:nvPr>
        </p:nvSpPr>
        <p:spPr>
          <a:xfrm>
            <a:off x="980250" y="5568500"/>
            <a:ext cx="7183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dirty="0" err="1"/>
              <a:t>Practise</a:t>
            </a:r>
            <a:r>
              <a:rPr lang="en-US" dirty="0"/>
              <a:t> Common Exception Words</a:t>
            </a:r>
            <a:endParaRPr dirty="0"/>
          </a:p>
        </p:txBody>
      </p:sp>
      <p:sp>
        <p:nvSpPr>
          <p:cNvPr id="1031" name="Google Shape;1031;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32" name="Google Shape;1032;g26b641b03cd_0_30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33" name="Google Shape;1033;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g26b641b03cd_0_308"/>
          <p:cNvSpPr txBox="1">
            <a:spLocks noGrp="1"/>
          </p:cNvSpPr>
          <p:nvPr>
            <p:ph type="title"/>
          </p:nvPr>
        </p:nvSpPr>
        <p:spPr>
          <a:xfrm>
            <a:off x="980250" y="5568500"/>
            <a:ext cx="7183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40" name="Google Shape;1040;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41" name="Google Shape;1041;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42" name="Google Shape;1042;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g2cfe9971d05_0_44"/>
          <p:cNvSpPr txBox="1">
            <a:spLocks noGrp="1"/>
          </p:cNvSpPr>
          <p:nvPr>
            <p:ph type="title"/>
          </p:nvPr>
        </p:nvSpPr>
        <p:spPr>
          <a:xfrm>
            <a:off x="980250" y="5568500"/>
            <a:ext cx="7183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49" name="Google Shape;1049;g2cfe9971d05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50" name="Google Shape;1050;g2cfe9971d05_0_44"/>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51" name="Google Shape;1051;g2cfe9971d05_0_4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g2cfe9971d05_0_52"/>
          <p:cNvSpPr txBox="1">
            <a:spLocks noGrp="1"/>
          </p:cNvSpPr>
          <p:nvPr>
            <p:ph type="title"/>
          </p:nvPr>
        </p:nvSpPr>
        <p:spPr>
          <a:xfrm>
            <a:off x="986725" y="5568500"/>
            <a:ext cx="7170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58" name="Google Shape;1058;g2cfe9971d05_0_5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59" name="Google Shape;1059;g2cfe9971d05_0_52"/>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60" name="Google Shape;1060;g2cfe9971d05_0_5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65"/>
        <p:cNvGrpSpPr/>
        <p:nvPr/>
      </p:nvGrpSpPr>
      <p:grpSpPr>
        <a:xfrm>
          <a:off x="0" y="0"/>
          <a:ext cx="0" cy="0"/>
          <a:chOff x="0" y="0"/>
          <a:chExt cx="0" cy="0"/>
        </a:xfrm>
      </p:grpSpPr>
      <p:sp>
        <p:nvSpPr>
          <p:cNvPr id="1066" name="Google Shape;1066;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67" name="Google Shape;1067;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068" name="Google Shape;1068;g26b641b03cd_0_315"/>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69" name="Google Shape;1069;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sp>
        <p:nvSpPr>
          <p:cNvPr id="1075" name="Google Shape;1075;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76" name="Google Shape;1076;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077" name="Google Shape;1077;g26b641b03cd_1_0"/>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78" name="Google Shape;1078;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sp>
        <p:nvSpPr>
          <p:cNvPr id="1084" name="Google Shape;1084;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85" name="Google Shape;1085;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86" name="Google Shape;1086;g1f3daf8a844_0_64"/>
          <p:cNvGrpSpPr/>
          <p:nvPr/>
        </p:nvGrpSpPr>
        <p:grpSpPr>
          <a:xfrm>
            <a:off x="3024000" y="209875"/>
            <a:ext cx="3096000" cy="454800"/>
            <a:chOff x="3024000" y="209875"/>
            <a:chExt cx="3096000" cy="454800"/>
          </a:xfrm>
        </p:grpSpPr>
        <p:sp>
          <p:nvSpPr>
            <p:cNvPr id="1087" name="Google Shape;1087;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8" name="Google Shape;1088;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9" name="Google Shape;1089;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90" name="Google Shape;1090;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1" name="Google Shape;1091;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2" name="Google Shape;1092;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93" name="Google Shape;1093;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94" name="Google Shape;1094;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95" name="Google Shape;1095;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96" name="Google Shape;1096;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97" name="Google Shape;1097;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98" name="Google Shape;1098;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99" name="Google Shape;1099;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00" name="Google Shape;1100;g1f3daf8a844_0_64"/>
          <p:cNvSpPr txBox="1"/>
          <p:nvPr/>
        </p:nvSpPr>
        <p:spPr>
          <a:xfrm>
            <a:off x="291034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01" name="Google Shape;1101;g1f3daf8a844_0_64"/>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FFD403"/>
              </a:solidFill>
              <a:latin typeface="Jost"/>
              <a:ea typeface="Jost"/>
              <a:cs typeface="Jost"/>
              <a:sym typeface="Jost"/>
            </a:endParaRPr>
          </a:p>
        </p:txBody>
      </p:sp>
      <p:sp>
        <p:nvSpPr>
          <p:cNvPr id="1102" name="Google Shape;1102;g1f3daf8a844_0_64"/>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03" name="Google Shape;1103;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04" name="Google Shape;1104;g1f3daf8a844_0_64"/>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cxnSp>
        <p:nvCxnSpPr>
          <p:cNvPr id="1105" name="Google Shape;1105;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10"/>
        <p:cNvGrpSpPr/>
        <p:nvPr/>
      </p:nvGrpSpPr>
      <p:grpSpPr>
        <a:xfrm>
          <a:off x="0" y="0"/>
          <a:ext cx="0" cy="0"/>
          <a:chOff x="0" y="0"/>
          <a:chExt cx="0" cy="0"/>
        </a:xfrm>
      </p:grpSpPr>
      <p:sp>
        <p:nvSpPr>
          <p:cNvPr id="1111" name="Google Shape;1111;g2d0cc3a54fb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12" name="Google Shape;1112;g2d0cc3a54fb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13" name="Google Shape;1113;g2d0cc3a54fb_0_0"/>
          <p:cNvGrpSpPr/>
          <p:nvPr/>
        </p:nvGrpSpPr>
        <p:grpSpPr>
          <a:xfrm>
            <a:off x="3024000" y="209875"/>
            <a:ext cx="3096000" cy="454800"/>
            <a:chOff x="3024000" y="209875"/>
            <a:chExt cx="3096000" cy="454800"/>
          </a:xfrm>
        </p:grpSpPr>
        <p:sp>
          <p:nvSpPr>
            <p:cNvPr id="1114" name="Google Shape;1114;g2d0cc3a54fb_0_0"/>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5" name="Google Shape;1115;g2d0cc3a54fb_0_0"/>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6" name="Google Shape;1116;g2d0cc3a54fb_0_0"/>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17" name="Google Shape;1117;g2d0cc3a54fb_0_0"/>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belt melt bolt silk milk tusk husk</a:t>
            </a:r>
            <a:endParaRPr sz="1800" b="0" i="0" u="none" strike="noStrike" cap="none">
              <a:solidFill>
                <a:srgbClr val="B7B7B7"/>
              </a:solidFill>
              <a:latin typeface="Jost"/>
              <a:ea typeface="Jost"/>
              <a:cs typeface="Jost"/>
              <a:sym typeface="Jost"/>
            </a:endParaRPr>
          </a:p>
        </p:txBody>
      </p:sp>
      <p:cxnSp>
        <p:nvCxnSpPr>
          <p:cNvPr id="1118" name="Google Shape;1118;g2d0cc3a54fb_0_0"/>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19" name="Google Shape;1119;g2d0cc3a54fb_0_0"/>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0" name="Google Shape;1120;g2d0cc3a54fb_0_0"/>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1" name="Google Shape;1121;g2d0cc3a54fb_0_0"/>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22" name="Google Shape;1122;g2d0cc3a54fb_0_0"/>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23" name="Google Shape;1123;g2d0cc3a54fb_0_0"/>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24" name="Google Shape;1124;g2d0cc3a54fb_0_0"/>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25" name="Google Shape;1125;g2d0cc3a54fb_0_0"/>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26" name="Google Shape;1126;g2d0cc3a54fb_0_0"/>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27" name="Google Shape;1127;g2d0cc3a54fb_0_0"/>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cxnSp>
        <p:nvCxnSpPr>
          <p:cNvPr id="1128" name="Google Shape;1128;g2d0cc3a54fb_0_0"/>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29" name="Google Shape;1129;g2d0cc3a54fb_0_0"/>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30" name="Google Shape;1130;g2d0cc3a54fb_0_0"/>
          <p:cNvSpPr txBox="1"/>
          <p:nvPr/>
        </p:nvSpPr>
        <p:spPr>
          <a:xfrm>
            <a:off x="291034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31" name="Google Shape;1131;g2d0cc3a54fb_0_0"/>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FFD403"/>
              </a:solidFill>
              <a:latin typeface="Jost"/>
              <a:ea typeface="Jost"/>
              <a:cs typeface="Jost"/>
              <a:sym typeface="Jost"/>
            </a:endParaRPr>
          </a:p>
        </p:txBody>
      </p:sp>
      <p:sp>
        <p:nvSpPr>
          <p:cNvPr id="1132" name="Google Shape;1132;g2d0cc3a54fb_0_0"/>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33" name="Google Shape;1133;g2d0cc3a54fb_0_0"/>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34" name="Google Shape;1134;g2d0cc3a54fb_0_0"/>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509</Words>
  <Application>Microsoft Office PowerPoint</Application>
  <PresentationFormat>On-screen Show (4:3)</PresentationFormat>
  <Paragraphs>156</Paragraphs>
  <Slides>26</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Jost</vt:lpstr>
      <vt:lpstr>Poppins</vt:lpstr>
      <vt:lpstr>Poppins Medium</vt:lpstr>
      <vt:lpstr>Calibri</vt:lpstr>
      <vt:lpstr>Nunito Black</vt:lpstr>
      <vt:lpstr>Arial</vt:lpstr>
      <vt:lpstr>Poppins SemiBold</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vt:lpstr>
      <vt:lpstr>Review Alphabet Song</vt:lpstr>
      <vt:lpstr>Hear Phonemes</vt:lpstr>
      <vt:lpstr>Hear Phonemes</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High Frequency Words</vt:lpstr>
      <vt:lpstr>Practise High Frequency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2026-05-14T01:29:45Z</dcterms:modified>
</cp:coreProperties>
</file>