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h/UawWa0vBPr+dBxlsTEMhPgUjx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07CE2B-0FB9-4B76-9CD3-171504373ED4}">
  <a:tblStyle styleId="{1C07CE2B-0FB9-4B76-9CD3-171504373ED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200" d="100"/>
          <a:sy n="200" d="100"/>
        </p:scale>
        <p:origin x="-2836" y="-628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73692d6472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73692d647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73692d6472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7" name="Google Shape;106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6" name="Google Shape;107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3" name="Google Shape;1093;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4" name="Google Shape;1094;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273692d6472_0_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7" name="Google Shape;1127;g273692d6472_0_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8" name="Google Shape;1128;g273692d6472_0_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594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/sh/ - ti</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 Week 9 -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43</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18" Type="http://schemas.openxmlformats.org/officeDocument/2006/relationships/image" Target="../media/image116.png"/><Relationship Id="rId3" Type="http://schemas.openxmlformats.org/officeDocument/2006/relationships/image" Target="../media/image101.png"/><Relationship Id="rId21" Type="http://schemas.openxmlformats.org/officeDocument/2006/relationships/image" Target="../media/image119.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 Type="http://schemas.openxmlformats.org/officeDocument/2006/relationships/notesSlide" Target="../notesSlides/notesSlide6.xml"/><Relationship Id="rId16" Type="http://schemas.openxmlformats.org/officeDocument/2006/relationships/image" Target="../media/image114.png"/><Relationship Id="rId20" Type="http://schemas.openxmlformats.org/officeDocument/2006/relationships/image" Target="../media/image118.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10" Type="http://schemas.openxmlformats.org/officeDocument/2006/relationships/image" Target="../media/image108.png"/><Relationship Id="rId19" Type="http://schemas.openxmlformats.org/officeDocument/2006/relationships/image" Target="../media/image117.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3" Type="http://schemas.openxmlformats.org/officeDocument/2006/relationships/image" Target="../media/image120.png"/><Relationship Id="rId7" Type="http://schemas.openxmlformats.org/officeDocument/2006/relationships/image" Target="../media/image124.png"/><Relationship Id="rId12" Type="http://schemas.openxmlformats.org/officeDocument/2006/relationships/image" Target="../media/image129.png"/><Relationship Id="rId2" Type="http://schemas.openxmlformats.org/officeDocument/2006/relationships/notesSlide" Target="../notesSlides/notesSlide7.xml"/><Relationship Id="rId16" Type="http://schemas.openxmlformats.org/officeDocument/2006/relationships/image" Target="../media/image133.png"/><Relationship Id="rId1" Type="http://schemas.openxmlformats.org/officeDocument/2006/relationships/slideLayout" Target="../slideLayouts/slideLayout3.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png"/><Relationship Id="rId15" Type="http://schemas.openxmlformats.org/officeDocument/2006/relationships/image" Target="../media/image132.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s>
</file>

<file path=ppt/slides/_rels/slide8.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44.png"/><Relationship Id="rId18" Type="http://schemas.openxmlformats.org/officeDocument/2006/relationships/image" Target="../media/image149.png"/><Relationship Id="rId26" Type="http://schemas.openxmlformats.org/officeDocument/2006/relationships/image" Target="../media/image157.png"/><Relationship Id="rId3" Type="http://schemas.openxmlformats.org/officeDocument/2006/relationships/image" Target="../media/image134.png"/><Relationship Id="rId21" Type="http://schemas.openxmlformats.org/officeDocument/2006/relationships/image" Target="../media/image152.png"/><Relationship Id="rId7" Type="http://schemas.openxmlformats.org/officeDocument/2006/relationships/image" Target="../media/image138.png"/><Relationship Id="rId12" Type="http://schemas.openxmlformats.org/officeDocument/2006/relationships/image" Target="../media/image143.png"/><Relationship Id="rId17" Type="http://schemas.openxmlformats.org/officeDocument/2006/relationships/image" Target="../media/image148.png"/><Relationship Id="rId25" Type="http://schemas.openxmlformats.org/officeDocument/2006/relationships/image" Target="../media/image156.png"/><Relationship Id="rId2" Type="http://schemas.openxmlformats.org/officeDocument/2006/relationships/notesSlide" Target="../notesSlides/notesSlide8.xml"/><Relationship Id="rId16" Type="http://schemas.openxmlformats.org/officeDocument/2006/relationships/image" Target="../media/image147.png"/><Relationship Id="rId20" Type="http://schemas.openxmlformats.org/officeDocument/2006/relationships/image" Target="../media/image151.png"/><Relationship Id="rId29" Type="http://schemas.openxmlformats.org/officeDocument/2006/relationships/image" Target="../media/image160.png"/><Relationship Id="rId1" Type="http://schemas.openxmlformats.org/officeDocument/2006/relationships/slideLayout" Target="../slideLayouts/slideLayout3.xml"/><Relationship Id="rId6" Type="http://schemas.openxmlformats.org/officeDocument/2006/relationships/image" Target="../media/image137.png"/><Relationship Id="rId11" Type="http://schemas.openxmlformats.org/officeDocument/2006/relationships/image" Target="../media/image142.png"/><Relationship Id="rId24" Type="http://schemas.openxmlformats.org/officeDocument/2006/relationships/image" Target="../media/image155.png"/><Relationship Id="rId5" Type="http://schemas.openxmlformats.org/officeDocument/2006/relationships/image" Target="../media/image136.png"/><Relationship Id="rId15" Type="http://schemas.openxmlformats.org/officeDocument/2006/relationships/image" Target="../media/image146.png"/><Relationship Id="rId23" Type="http://schemas.openxmlformats.org/officeDocument/2006/relationships/image" Target="../media/image154.png"/><Relationship Id="rId28" Type="http://schemas.openxmlformats.org/officeDocument/2006/relationships/image" Target="../media/image159.png"/><Relationship Id="rId10" Type="http://schemas.openxmlformats.org/officeDocument/2006/relationships/image" Target="../media/image141.png"/><Relationship Id="rId19" Type="http://schemas.openxmlformats.org/officeDocument/2006/relationships/image" Target="../media/image150.png"/><Relationship Id="rId4" Type="http://schemas.openxmlformats.org/officeDocument/2006/relationships/image" Target="../media/image135.png"/><Relationship Id="rId9" Type="http://schemas.openxmlformats.org/officeDocument/2006/relationships/image" Target="../media/image140.png"/><Relationship Id="rId14" Type="http://schemas.openxmlformats.org/officeDocument/2006/relationships/image" Target="../media/image145.png"/><Relationship Id="rId22" Type="http://schemas.openxmlformats.org/officeDocument/2006/relationships/image" Target="../media/image153.png"/><Relationship Id="rId27" Type="http://schemas.openxmlformats.org/officeDocument/2006/relationships/image" Target="../media/image158.png"/><Relationship Id="rId30" Type="http://schemas.openxmlformats.org/officeDocument/2006/relationships/image" Target="../media/image161.png"/></Relationships>
</file>

<file path=ppt/slides/_rels/slide9.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172.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5.png"/><Relationship Id="rId11" Type="http://schemas.openxmlformats.org/officeDocument/2006/relationships/image" Target="../media/image170.png"/><Relationship Id="rId5" Type="http://schemas.openxmlformats.org/officeDocument/2006/relationships/image" Target="../media/image164.png"/><Relationship Id="rId15" Type="http://schemas.openxmlformats.org/officeDocument/2006/relationships/image" Target="../media/image17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 Id="rId14" Type="http://schemas.openxmlformats.org/officeDocument/2006/relationships/image" Target="../media/image173.png"/></Relationships>
</file>

<file path=ppt/slides/_rels/slide10.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5.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84.png"/><Relationship Id="rId17" Type="http://schemas.openxmlformats.org/officeDocument/2006/relationships/image" Target="../media/image189.png"/><Relationship Id="rId2" Type="http://schemas.openxmlformats.org/officeDocument/2006/relationships/notesSlide" Target="../notesSlides/notesSlide10.xml"/><Relationship Id="rId16" Type="http://schemas.openxmlformats.org/officeDocument/2006/relationships/image" Target="../media/image188.png"/><Relationship Id="rId1" Type="http://schemas.openxmlformats.org/officeDocument/2006/relationships/slideLayout" Target="../slideLayouts/slideLayout3.xml"/><Relationship Id="rId6" Type="http://schemas.openxmlformats.org/officeDocument/2006/relationships/image" Target="../media/image178.png"/><Relationship Id="rId11" Type="http://schemas.openxmlformats.org/officeDocument/2006/relationships/image" Target="../media/image183.png"/><Relationship Id="rId5" Type="http://schemas.openxmlformats.org/officeDocument/2006/relationships/image" Target="../media/image177.png"/><Relationship Id="rId15" Type="http://schemas.openxmlformats.org/officeDocument/2006/relationships/image" Target="../media/image187.png"/><Relationship Id="rId10" Type="http://schemas.openxmlformats.org/officeDocument/2006/relationships/image" Target="../media/image182.png"/><Relationship Id="rId4" Type="http://schemas.openxmlformats.org/officeDocument/2006/relationships/image" Target="../media/image176.png"/><Relationship Id="rId9" Type="http://schemas.openxmlformats.org/officeDocument/2006/relationships/image" Target="../media/image181.png"/><Relationship Id="rId14" Type="http://schemas.openxmlformats.org/officeDocument/2006/relationships/image" Target="../media/image186.png"/></Relationships>
</file>

<file path=ppt/slides/_rels/slide11.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200.png"/><Relationship Id="rId18" Type="http://schemas.openxmlformats.org/officeDocument/2006/relationships/image" Target="../media/image205.png"/><Relationship Id="rId3" Type="http://schemas.openxmlformats.org/officeDocument/2006/relationships/image" Target="../media/image190.png"/><Relationship Id="rId21" Type="http://schemas.openxmlformats.org/officeDocument/2006/relationships/image" Target="../media/image208.png"/><Relationship Id="rId7" Type="http://schemas.openxmlformats.org/officeDocument/2006/relationships/image" Target="../media/image194.png"/><Relationship Id="rId12" Type="http://schemas.openxmlformats.org/officeDocument/2006/relationships/image" Target="../media/image199.png"/><Relationship Id="rId17" Type="http://schemas.openxmlformats.org/officeDocument/2006/relationships/image" Target="../media/image204.png"/><Relationship Id="rId2" Type="http://schemas.openxmlformats.org/officeDocument/2006/relationships/notesSlide" Target="../notesSlides/notesSlide11.xml"/><Relationship Id="rId16" Type="http://schemas.openxmlformats.org/officeDocument/2006/relationships/image" Target="../media/image203.png"/><Relationship Id="rId20" Type="http://schemas.openxmlformats.org/officeDocument/2006/relationships/image" Target="../media/image207.png"/><Relationship Id="rId1" Type="http://schemas.openxmlformats.org/officeDocument/2006/relationships/slideLayout" Target="../slideLayouts/slideLayout3.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192.png"/><Relationship Id="rId15" Type="http://schemas.openxmlformats.org/officeDocument/2006/relationships/image" Target="../media/image202.png"/><Relationship Id="rId10" Type="http://schemas.openxmlformats.org/officeDocument/2006/relationships/image" Target="../media/image197.png"/><Relationship Id="rId19" Type="http://schemas.openxmlformats.org/officeDocument/2006/relationships/image" Target="../media/image206.png"/><Relationship Id="rId4" Type="http://schemas.openxmlformats.org/officeDocument/2006/relationships/image" Target="../media/image191.png"/><Relationship Id="rId9" Type="http://schemas.openxmlformats.org/officeDocument/2006/relationships/image" Target="../media/image196.png"/><Relationship Id="rId14" Type="http://schemas.openxmlformats.org/officeDocument/2006/relationships/image" Target="../media/image201.png"/><Relationship Id="rId22" Type="http://schemas.openxmlformats.org/officeDocument/2006/relationships/image" Target="../media/image209.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/sh/; </a:t>
            </a:r>
            <a:br>
              <a:rPr lang="en-US" sz="3000"/>
            </a:br>
            <a:r>
              <a:rPr lang="en-US" sz="3000"/>
              <a:t>ti</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43</a:t>
            </a:r>
            <a:endParaRPr/>
          </a:p>
        </p:txBody>
      </p:sp>
      <p:pic>
        <p:nvPicPr>
          <p:cNvPr id="653" name="Google Shape;653;p1"/>
          <p:cNvPicPr preferRelativeResize="0"/>
          <p:nvPr/>
        </p:nvPicPr>
        <p:blipFill rotWithShape="1">
          <a:blip r:embed="rId3">
            <a:alphaModFix/>
          </a:blip>
          <a:srcRect l="19" r="19"/>
          <a:stretch/>
        </p:blipFill>
        <p:spPr>
          <a:xfrm rot="540305">
            <a:off x="6695727"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{1C07CE2B-0FB9-4B76-9CD3-171504373ED4}</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/sh/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/sh/ </a:t>
            </a:r>
            <a:r>
              <a:rPr lang="en-US"/>
              <a:t>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890901" y="37848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093888" y="382718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335461" y="37848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1"/>
              </a:srgbClr>
            </a:outerShdw>
          </a:effectLst>
        </p:spPr>
      </p:pic>
      <p:pic>
        <p:nvPicPr>
          <p:cNvPr id="796" name="Google Shape;796;g2cdbdd49f8e_0_0"/>
          <p:cNvPicPr preferRelativeResize="0"/>
          <p:nvPr/>
        </p:nvPicPr>
        <p:blipFill rotWithShape="1">
          <a:blip r:embed="rId4">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5">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6">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7">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8">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9">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0">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1">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2">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3">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4">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5">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6">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7">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8">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9">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20">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21">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0" name="Google Shape;820;g26b7edf6e71_0_109"/>
          <p:cNvGrpSpPr/>
          <p:nvPr/>
        </p:nvGrpSpPr>
        <p:grpSpPr>
          <a:xfrm>
            <a:off x="930596" y="2135925"/>
            <a:ext cx="7282807" cy="2686611"/>
            <a:chOff x="867357" y="2129450"/>
            <a:chExt cx="7282807" cy="2686611"/>
          </a:xfrm>
        </p:grpSpPr>
        <p:pic>
          <p:nvPicPr>
            <p:cNvPr id="821" name="Google Shape;82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1" name="Google Shape;841;g2c298d33e0c_0_6"/>
          <p:cNvGrpSpPr/>
          <p:nvPr/>
        </p:nvGrpSpPr>
        <p:grpSpPr>
          <a:xfrm>
            <a:off x="931093" y="2115098"/>
            <a:ext cx="7281864" cy="2684601"/>
            <a:chOff x="868300" y="2129450"/>
            <a:chExt cx="7281864" cy="2684601"/>
          </a:xfrm>
        </p:grpSpPr>
        <p:pic>
          <p:nvPicPr>
            <p:cNvPr id="842" name="Google Shape;842;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6" name="Google Shape;846;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6" name="Google Shape;876;g2c298da1f27_0_455"/>
          <p:cNvGrpSpPr/>
          <p:nvPr/>
        </p:nvGrpSpPr>
        <p:grpSpPr>
          <a:xfrm>
            <a:off x="931068" y="2129450"/>
            <a:ext cx="7281864" cy="2684601"/>
            <a:chOff x="868300" y="2053250"/>
            <a:chExt cx="7281864" cy="2684601"/>
          </a:xfrm>
        </p:grpSpPr>
        <p:pic>
          <p:nvPicPr>
            <p:cNvPr id="877" name="Google Shape;877;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2" name="Google Shape;882;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6" name="Google Shape;88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7" name="Google Shape;887;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8" name="Google Shape;888;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9" name="Google Shape;889;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96" name="Google Shape;896;g2c298da1f27_1_0"/>
          <p:cNvGrpSpPr/>
          <p:nvPr/>
        </p:nvGrpSpPr>
        <p:grpSpPr>
          <a:xfrm>
            <a:off x="931068" y="2148475"/>
            <a:ext cx="7281864" cy="2688001"/>
            <a:chOff x="868300" y="2129450"/>
            <a:chExt cx="7281864" cy="2688001"/>
          </a:xfrm>
        </p:grpSpPr>
        <p:pic>
          <p:nvPicPr>
            <p:cNvPr id="897" name="Google Shape;897;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1" name="Google Shape;901;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02" name="Google Shape;902;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3" name="Google Shape;903;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04" name="Google Shape;904;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5" name="Google Shape;905;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6" name="Google Shape;906;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7" name="Google Shape;907;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8" name="Google Shape;908;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9" name="Google Shape;909;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0" name="Google Shape;910;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dbdd193bb_0_343"/>
          <p:cNvSpPr txBox="1">
            <a:spLocks noGrp="1"/>
          </p:cNvSpPr>
          <p:nvPr>
            <p:ph type="title"/>
          </p:nvPr>
        </p:nvSpPr>
        <p:spPr>
          <a:xfrm>
            <a:off x="604950" y="582900"/>
            <a:ext cx="79341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a:t>
            </a:r>
            <a:r>
              <a:rPr lang="en-US" sz="2000"/>
              <a:t>.</a:t>
            </a:r>
            <a:endParaRPr sz="2000"/>
          </a:p>
        </p:txBody>
      </p:sp>
      <p:grpSp>
        <p:nvGrpSpPr>
          <p:cNvPr id="918" name="Google Shape;918;g2cdbdd193bb_0_343"/>
          <p:cNvGrpSpPr/>
          <p:nvPr/>
        </p:nvGrpSpPr>
        <p:grpSpPr>
          <a:xfrm>
            <a:off x="931761" y="2129450"/>
            <a:ext cx="7280477" cy="3622230"/>
            <a:chOff x="868300" y="2129450"/>
            <a:chExt cx="7280477" cy="3622230"/>
          </a:xfrm>
        </p:grpSpPr>
        <p:pic>
          <p:nvPicPr>
            <p:cNvPr id="919" name="Google Shape;919;g2cdbdd193bb_0_343"/>
            <p:cNvPicPr preferRelativeResize="0"/>
            <p:nvPr/>
          </p:nvPicPr>
          <p:blipFill rotWithShape="1">
            <a:blip r:embed="rId3">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7250"/>
                </a:srgbClr>
              </a:outerShdw>
            </a:effectLst>
          </p:spPr>
        </p:pic>
        <p:pic>
          <p:nvPicPr>
            <p:cNvPr id="920" name="Google Shape;920;g2cdbdd193bb_0_343"/>
            <p:cNvPicPr preferRelativeResize="0"/>
            <p:nvPr/>
          </p:nvPicPr>
          <p:blipFill rotWithShape="1">
            <a:blip r:embed="rId4">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7250"/>
                </a:srgbClr>
              </a:outerShdw>
            </a:effectLst>
          </p:spPr>
        </p:pic>
        <p:pic>
          <p:nvPicPr>
            <p:cNvPr id="921" name="Google Shape;921;g2cdbdd193bb_0_343"/>
            <p:cNvPicPr preferRelativeResize="0"/>
            <p:nvPr/>
          </p:nvPicPr>
          <p:blipFill rotWithShape="1">
            <a:blip r:embed="rId5">
              <a:alphaModFix/>
            </a:blip>
            <a:srcRect l="159" r="159"/>
            <a:stretch/>
          </p:blipFill>
          <p:spPr>
            <a:xfrm>
              <a:off x="7001457" y="3994500"/>
              <a:ext cx="1147320" cy="821565"/>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6">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7">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8">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9">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0">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1">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12">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3">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14">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15">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16">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33" name="Google Shape;933;g2cdbdd193bb_0_343"/>
            <p:cNvPicPr preferRelativeResize="0"/>
            <p:nvPr/>
          </p:nvPicPr>
          <p:blipFill rotWithShape="1">
            <a:blip r:embed="rId17">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34" name="Google Shape;934;g2cdbdd193bb_0_343"/>
            <p:cNvPicPr preferRelativeResize="0"/>
            <p:nvPr/>
          </p:nvPicPr>
          <p:blipFill rotWithShape="1">
            <a:blip r:embed="rId18">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35" name="Google Shape;935;g2cdbdd193bb_0_343"/>
            <p:cNvPicPr preferRelativeResize="0"/>
            <p:nvPr/>
          </p:nvPicPr>
          <p:blipFill rotWithShape="1">
            <a:blip r:embed="rId19">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6" name="Google Shape;936;g2cdbdd193bb_0_343"/>
            <p:cNvPicPr preferRelativeResize="0"/>
            <p:nvPr/>
          </p:nvPicPr>
          <p:blipFill rotWithShape="1">
            <a:blip r:embed="rId20">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7" name="Google Shape;937;g2cdbdd193bb_0_343"/>
            <p:cNvPicPr preferRelativeResize="0"/>
            <p:nvPr/>
          </p:nvPicPr>
          <p:blipFill rotWithShape="1">
            <a:blip r:embed="rId21">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8" name="Google Shape;938;g2cdbdd193bb_0_343"/>
            <p:cNvPicPr preferRelativeResize="0"/>
            <p:nvPr/>
          </p:nvPicPr>
          <p:blipFill rotWithShape="1">
            <a:blip r:embed="rId22">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5" name="Google Shape;94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6" name="Google Shape;946;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47" name="Google Shape;94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8" name="Google Shape;948;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FFD403"/>
                </a:solidFill>
                <a:latin typeface="Jost"/>
                <a:ea typeface="Jost"/>
                <a:cs typeface="Jost"/>
                <a:sym typeface="Jost"/>
              </a:rPr>
              <a:t>sh</a:t>
            </a:r>
            <a:r>
              <a:rPr lang="en-US" sz="5800" b="0" i="0" u="none" strike="noStrike" cap="none">
                <a:solidFill>
                  <a:srgbClr val="2356AF"/>
                </a:solidFill>
                <a:latin typeface="Jost"/>
                <a:ea typeface="Jost"/>
                <a:cs typeface="Jost"/>
                <a:sym typeface="Jost"/>
              </a:rPr>
              <a:t>ip</a:t>
            </a:r>
            <a:endParaRPr sz="5800" b="0" i="0" u="none" strike="noStrike" cap="none">
              <a:solidFill>
                <a:srgbClr val="2356AF"/>
              </a:solidFill>
              <a:latin typeface="Jost"/>
              <a:ea typeface="Jost"/>
              <a:cs typeface="Jost"/>
              <a:sym typeface="Jost"/>
            </a:endParaRPr>
          </a:p>
        </p:txBody>
      </p:sp>
      <p:sp>
        <p:nvSpPr>
          <p:cNvPr id="949" name="Google Shape;949;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FFD403"/>
                </a:solidFill>
                <a:latin typeface="Jost"/>
                <a:ea typeface="Jost"/>
                <a:cs typeface="Jost"/>
                <a:sym typeface="Jost"/>
              </a:rPr>
              <a:t>sh</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mpoo</a:t>
            </a:r>
            <a:endParaRPr sz="5800" b="0" i="0" u="none" strike="noStrike" cap="none">
              <a:solidFill>
                <a:srgbClr val="2356AF"/>
              </a:solidFill>
              <a:latin typeface="Jost"/>
              <a:ea typeface="Jost"/>
              <a:cs typeface="Jost"/>
              <a:sym typeface="Jost"/>
            </a:endParaRPr>
          </a:p>
        </p:txBody>
      </p:sp>
      <p:sp>
        <p:nvSpPr>
          <p:cNvPr id="950" name="Google Shape;950;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hu</a:t>
            </a:r>
            <a:r>
              <a:rPr lang="en-US" sz="5800" b="0" i="0" u="none" strike="noStrike" cap="none">
                <a:solidFill>
                  <a:srgbClr val="FFD403"/>
                </a:solidFill>
                <a:latin typeface="Jost"/>
                <a:ea typeface="Jost"/>
                <a:cs typeface="Jost"/>
                <a:sym typeface="Jost"/>
              </a:rPr>
              <a:t>sh</a:t>
            </a:r>
            <a:endParaRPr sz="5800" b="0" i="0" u="none" strike="noStrike" cap="none">
              <a:solidFill>
                <a:srgbClr val="2356AF"/>
              </a:solidFill>
              <a:latin typeface="Jost"/>
              <a:ea typeface="Jost"/>
              <a:cs typeface="Jost"/>
              <a:sym typeface="Jost"/>
            </a:endParaRPr>
          </a:p>
        </p:txBody>
      </p:sp>
      <p:sp>
        <p:nvSpPr>
          <p:cNvPr id="951" name="Google Shape;951;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23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8" name="Google Shape;958;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59" name="Google Shape;959;g2e5653a5c66_0_0"/>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6666"/>
              </a:srgbClr>
            </a:outerShdw>
          </a:effectLst>
        </p:spPr>
      </p:pic>
      <p:sp>
        <p:nvSpPr>
          <p:cNvPr id="960" name="Google Shape;960;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61" name="Google Shape;961;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 direc</a:t>
            </a:r>
            <a:r>
              <a:rPr lang="en-US" sz="5800" b="0" i="0" u="none" strike="noStrike" cap="none">
                <a:solidFill>
                  <a:srgbClr val="FFD403"/>
                </a:solidFill>
                <a:latin typeface="Jost"/>
                <a:ea typeface="Jost"/>
                <a:cs typeface="Jost"/>
                <a:sym typeface="Jost"/>
              </a:rPr>
              <a:t>ti</a:t>
            </a:r>
            <a:r>
              <a:rPr lang="en-US" sz="5800" b="0" i="0" u="none" strike="noStrike" cap="none">
                <a:solidFill>
                  <a:srgbClr val="2356AF"/>
                </a:solidFill>
                <a:latin typeface="Jost"/>
                <a:ea typeface="Jost"/>
                <a:cs typeface="Jost"/>
                <a:sym typeface="Jost"/>
              </a:rPr>
              <a:t>on</a:t>
            </a:r>
            <a:endParaRPr sz="5800" b="0" i="0" u="none" strike="noStrike" cap="none">
              <a:solidFill>
                <a:srgbClr val="2356AF"/>
              </a:solidFill>
              <a:latin typeface="Jost"/>
              <a:ea typeface="Jost"/>
              <a:cs typeface="Jost"/>
              <a:sym typeface="Jost"/>
            </a:endParaRPr>
          </a:p>
        </p:txBody>
      </p:sp>
      <p:sp>
        <p:nvSpPr>
          <p:cNvPr id="962" name="Google Shape;962;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c</a:t>
            </a:r>
            <a:r>
              <a:rPr lang="en-US" sz="5800" b="0" i="0" u="none" strike="noStrike" cap="none">
                <a:solidFill>
                  <a:srgbClr val="FFD403"/>
                </a:solidFill>
                <a:latin typeface="Jost"/>
                <a:ea typeface="Jost"/>
                <a:cs typeface="Jost"/>
                <a:sym typeface="Jost"/>
              </a:rPr>
              <a:t>ti</a:t>
            </a:r>
            <a:r>
              <a:rPr lang="en-US" sz="5800" b="0" i="0" u="none" strike="noStrike" cap="none">
                <a:solidFill>
                  <a:srgbClr val="2356AF"/>
                </a:solidFill>
                <a:latin typeface="Jost"/>
                <a:ea typeface="Jost"/>
                <a:cs typeface="Jost"/>
                <a:sym typeface="Jost"/>
              </a:rPr>
              <a:t>on</a:t>
            </a:r>
            <a:endParaRPr sz="5800" b="0" i="0" u="none" strike="noStrike" cap="none">
              <a:solidFill>
                <a:srgbClr val="2356AF"/>
              </a:solidFill>
              <a:latin typeface="Jost"/>
              <a:ea typeface="Jost"/>
              <a:cs typeface="Jost"/>
              <a:sym typeface="Jost"/>
            </a:endParaRPr>
          </a:p>
        </p:txBody>
      </p:sp>
      <p:sp>
        <p:nvSpPr>
          <p:cNvPr id="963" name="Google Shape;963;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fic</a:t>
            </a:r>
            <a:r>
              <a:rPr lang="en-US" sz="5800" b="0" i="0" u="none" strike="noStrike" cap="none">
                <a:solidFill>
                  <a:srgbClr val="FFD403"/>
                </a:solidFill>
                <a:latin typeface="Jost"/>
                <a:ea typeface="Jost"/>
                <a:cs typeface="Jost"/>
                <a:sym typeface="Jost"/>
              </a:rPr>
              <a:t>ti</a:t>
            </a:r>
            <a:r>
              <a:rPr lang="en-US" sz="5800" b="0" i="0" u="none" strike="noStrike" cap="none">
                <a:solidFill>
                  <a:srgbClr val="2356AF"/>
                </a:solidFill>
                <a:latin typeface="Jost"/>
                <a:ea typeface="Jost"/>
                <a:cs typeface="Jost"/>
                <a:sym typeface="Jost"/>
              </a:rPr>
              <a:t>on</a:t>
            </a:r>
            <a:endParaRPr sz="5800" b="0" i="0" u="none" strike="noStrike" cap="none">
              <a:solidFill>
                <a:srgbClr val="2356AF"/>
              </a:solidFill>
              <a:latin typeface="Jost"/>
              <a:ea typeface="Jost"/>
              <a:cs typeface="Jost"/>
              <a:sym typeface="Jost"/>
            </a:endParaRPr>
          </a:p>
        </p:txBody>
      </p:sp>
      <p:sp>
        <p:nvSpPr>
          <p:cNvPr id="964" name="Google Shape;964;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43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71" name="Google Shape;97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8" name="Google Shape;978;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9" name="Google Shape;979;g2c4fb7f6616_1_0"/>
          <p:cNvSpPr/>
          <p:nvPr/>
        </p:nvSpPr>
        <p:spPr>
          <a:xfrm>
            <a:off x="193159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0" name="Google Shape;980;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1" name="Google Shape;981;g2c4fb7f6616_1_0"/>
          <p:cNvSpPr txBox="1">
            <a:spLocks noGrp="1"/>
          </p:cNvSpPr>
          <p:nvPr>
            <p:ph type="subTitle" idx="4294967295"/>
          </p:nvPr>
        </p:nvSpPr>
        <p:spPr>
          <a:xfrm>
            <a:off x="435225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ti</a:t>
            </a:r>
            <a:endParaRPr sz="15000" b="0" i="0" u="none" strike="noStrike" cap="none">
              <a:solidFill>
                <a:srgbClr val="FFD403"/>
              </a:solidFill>
              <a:latin typeface="Jost"/>
              <a:ea typeface="Jost"/>
              <a:cs typeface="Jost"/>
              <a:sym typeface="Jost"/>
            </a:endParaRPr>
          </a:p>
        </p:txBody>
      </p:sp>
      <p:sp>
        <p:nvSpPr>
          <p:cNvPr id="982" name="Google Shape;982;g2c4fb7f6616_1_0"/>
          <p:cNvSpPr txBox="1">
            <a:spLocks noGrp="1"/>
          </p:cNvSpPr>
          <p:nvPr>
            <p:ph type="subTitle" idx="4294967295"/>
          </p:nvPr>
        </p:nvSpPr>
        <p:spPr>
          <a:xfrm>
            <a:off x="136189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83" name="Google Shape;983;g2c4fb7f6616_1_0"/>
          <p:cNvSpPr txBox="1">
            <a:spLocks noGrp="1"/>
          </p:cNvSpPr>
          <p:nvPr>
            <p:ph type="subTitle" idx="4294967295"/>
          </p:nvPr>
        </p:nvSpPr>
        <p:spPr>
          <a:xfrm>
            <a:off x="2423349" y="1308025"/>
            <a:ext cx="2347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6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u</a:t>
            </a:r>
            <a:endParaRPr sz="15000" b="0" i="0" u="none" strike="noStrike" cap="none">
              <a:solidFill>
                <a:srgbClr val="00904C"/>
              </a:solidFill>
              <a:latin typeface="Jost"/>
              <a:ea typeface="Jost"/>
              <a:cs typeface="Jost"/>
              <a:sym typeface="Jost"/>
            </a:endParaRPr>
          </a:p>
        </p:txBody>
      </p:sp>
      <p:sp>
        <p:nvSpPr>
          <p:cNvPr id="984" name="Google Shape;98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2" name="Google Shape;992;g2c4fb7f6616_1_0"/>
          <p:cNvGrpSpPr/>
          <p:nvPr/>
        </p:nvGrpSpPr>
        <p:grpSpPr>
          <a:xfrm>
            <a:off x="-550" y="6984600"/>
            <a:ext cx="8596479" cy="808600"/>
            <a:chOff x="-550" y="6984600"/>
            <a:chExt cx="8596479" cy="808600"/>
          </a:xfrm>
        </p:grpSpPr>
        <p:sp>
          <p:nvSpPr>
            <p:cNvPr id="993" name="Google Shape;99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4" name="Google Shape;99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5" name="Google Shape;99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6" name="Google Shape;99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7" name="Google Shape;99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8" name="Google Shape;998;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9" name="Google Shape;99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0" name="Google Shape;100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1" name="Google Shape;1001;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2" name="Google Shape;1002;g2c4fb7f6616_1_0"/>
          <p:cNvSpPr/>
          <p:nvPr/>
        </p:nvSpPr>
        <p:spPr>
          <a:xfrm>
            <a:off x="2692275" y="4011900"/>
            <a:ext cx="18012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c4fb7f6616_1_0"/>
          <p:cNvSpPr/>
          <p:nvPr/>
        </p:nvSpPr>
        <p:spPr>
          <a:xfrm>
            <a:off x="4721853" y="4011900"/>
            <a:ext cx="761100" cy="180000"/>
          </a:xfrm>
          <a:prstGeom prst="rect">
            <a:avLst/>
          </a:prstGeom>
          <a:solidFill>
            <a:srgbClr val="FFD40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4" name="Google Shape;1004;g2c4fb7f6616_1_0"/>
          <p:cNvSpPr/>
          <p:nvPr/>
        </p:nvSpPr>
        <p:spPr>
          <a:xfrm>
            <a:off x="682240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c4fb7f6616_1_0"/>
          <p:cNvSpPr txBox="1">
            <a:spLocks noGrp="1"/>
          </p:cNvSpPr>
          <p:nvPr>
            <p:ph type="subTitle" idx="4294967295"/>
          </p:nvPr>
        </p:nvSpPr>
        <p:spPr>
          <a:xfrm>
            <a:off x="625270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06" name="Google Shape;1006;g2c4fb7f6616_1_0"/>
          <p:cNvSpPr/>
          <p:nvPr/>
        </p:nvSpPr>
        <p:spPr>
          <a:xfrm>
            <a:off x="585727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c4fb7f6616_1_0"/>
          <p:cNvSpPr txBox="1">
            <a:spLocks noGrp="1"/>
          </p:cNvSpPr>
          <p:nvPr>
            <p:ph type="subTitle" idx="4294967295"/>
          </p:nvPr>
        </p:nvSpPr>
        <p:spPr>
          <a:xfrm>
            <a:off x="528757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1008" name="Google Shape;1008;g2c4fb7f6616_1_0"/>
          <p:cNvSpPr/>
          <p:nvPr/>
        </p:nvSpPr>
        <p:spPr>
          <a:xfrm>
            <a:off x="4557539"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73692d6472_0_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5" name="Google Shape;1015;g273692d6472_0_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6" name="Google Shape;1016;g273692d6472_0_26"/>
          <p:cNvSpPr/>
          <p:nvPr/>
        </p:nvSpPr>
        <p:spPr>
          <a:xfrm>
            <a:off x="19513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7" name="Google Shape;1017;g273692d6472_0_2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8" name="Google Shape;1018;g273692d6472_0_26"/>
          <p:cNvSpPr txBox="1">
            <a:spLocks noGrp="1"/>
          </p:cNvSpPr>
          <p:nvPr>
            <p:ph type="subTitle" idx="4294967295"/>
          </p:nvPr>
        </p:nvSpPr>
        <p:spPr>
          <a:xfrm>
            <a:off x="354222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ti</a:t>
            </a:r>
            <a:endParaRPr sz="15000" b="0" i="0" u="none" strike="noStrike" cap="none">
              <a:solidFill>
                <a:srgbClr val="FFD403"/>
              </a:solidFill>
              <a:latin typeface="Jost"/>
              <a:ea typeface="Jost"/>
              <a:cs typeface="Jost"/>
              <a:sym typeface="Jost"/>
            </a:endParaRPr>
          </a:p>
        </p:txBody>
      </p:sp>
      <p:sp>
        <p:nvSpPr>
          <p:cNvPr id="1019" name="Google Shape;1019;g273692d6472_0_26"/>
          <p:cNvSpPr txBox="1">
            <a:spLocks noGrp="1"/>
          </p:cNvSpPr>
          <p:nvPr>
            <p:ph type="subTitle" idx="4294967295"/>
          </p:nvPr>
        </p:nvSpPr>
        <p:spPr>
          <a:xfrm>
            <a:off x="138167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20" name="Google Shape;1020;g273692d6472_0_26"/>
          <p:cNvSpPr txBox="1">
            <a:spLocks noGrp="1"/>
          </p:cNvSpPr>
          <p:nvPr>
            <p:ph type="subTitle" idx="4294967295"/>
          </p:nvPr>
        </p:nvSpPr>
        <p:spPr>
          <a:xfrm>
            <a:off x="2647796" y="1408775"/>
            <a:ext cx="1149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600" b="0" i="0" u="none" strike="noStrike" cap="none">
                <a:solidFill>
                  <a:srgbClr val="815137"/>
                </a:solidFill>
                <a:latin typeface="Poppins"/>
                <a:ea typeface="Poppins"/>
                <a:cs typeface="Poppins"/>
                <a:sym typeface="Poppins"/>
              </a:rPr>
              <a:t>a</a:t>
            </a:r>
            <a:endParaRPr sz="15000" b="0" i="0" u="none" strike="noStrike" cap="none">
              <a:solidFill>
                <a:srgbClr val="815137"/>
              </a:solidFill>
              <a:latin typeface="Jost"/>
              <a:ea typeface="Jost"/>
              <a:cs typeface="Jost"/>
              <a:sym typeface="Jost"/>
            </a:endParaRPr>
          </a:p>
        </p:txBody>
      </p:sp>
      <p:sp>
        <p:nvSpPr>
          <p:cNvPr id="1021" name="Google Shape;1021;g273692d6472_0_2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73692d6472_0_2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73692d6472_0_2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73692d6472_0_2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5" name="Google Shape;1025;g273692d6472_0_2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73692d6472_0_2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73692d6472_0_26"/>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8" name="Google Shape;1028;g273692d6472_0_2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9" name="Google Shape;1029;g273692d6472_0_26"/>
          <p:cNvGrpSpPr/>
          <p:nvPr/>
        </p:nvGrpSpPr>
        <p:grpSpPr>
          <a:xfrm>
            <a:off x="-550" y="6984600"/>
            <a:ext cx="8596479" cy="808600"/>
            <a:chOff x="-550" y="6984600"/>
            <a:chExt cx="8596479" cy="808600"/>
          </a:xfrm>
        </p:grpSpPr>
        <p:sp>
          <p:nvSpPr>
            <p:cNvPr id="1030" name="Google Shape;1030;g273692d6472_0_2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1" name="Google Shape;1031;g273692d6472_0_2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2" name="Google Shape;1032;g273692d6472_0_2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3" name="Google Shape;1033;g273692d6472_0_2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4" name="Google Shape;1034;g273692d6472_0_2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5" name="Google Shape;1035;g273692d6472_0_26"/>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6" name="Google Shape;1036;g273692d6472_0_2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7" name="Google Shape;1037;g273692d6472_0_2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8" name="Google Shape;1038;g273692d6472_0_2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9" name="Google Shape;1039;g273692d6472_0_26"/>
          <p:cNvSpPr/>
          <p:nvPr/>
        </p:nvSpPr>
        <p:spPr>
          <a:xfrm>
            <a:off x="3911825" y="4011900"/>
            <a:ext cx="761100" cy="180000"/>
          </a:xfrm>
          <a:prstGeom prst="rect">
            <a:avLst/>
          </a:prstGeom>
          <a:solidFill>
            <a:srgbClr val="FFD40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0" name="Google Shape;1040;g273692d6472_0_26"/>
          <p:cNvSpPr/>
          <p:nvPr/>
        </p:nvSpPr>
        <p:spPr>
          <a:xfrm>
            <a:off x="600262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1" name="Google Shape;1041;g273692d6472_0_26"/>
          <p:cNvSpPr txBox="1">
            <a:spLocks noGrp="1"/>
          </p:cNvSpPr>
          <p:nvPr>
            <p:ph type="subTitle" idx="4294967295"/>
          </p:nvPr>
        </p:nvSpPr>
        <p:spPr>
          <a:xfrm>
            <a:off x="543292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42" name="Google Shape;1042;g273692d6472_0_26"/>
          <p:cNvSpPr/>
          <p:nvPr/>
        </p:nvSpPr>
        <p:spPr>
          <a:xfrm>
            <a:off x="503750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73692d6472_0_26"/>
          <p:cNvSpPr txBox="1">
            <a:spLocks noGrp="1"/>
          </p:cNvSpPr>
          <p:nvPr>
            <p:ph type="subTitle" idx="4294967295"/>
          </p:nvPr>
        </p:nvSpPr>
        <p:spPr>
          <a:xfrm>
            <a:off x="446780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1044" name="Google Shape;1044;g273692d6472_0_26"/>
          <p:cNvSpPr/>
          <p:nvPr/>
        </p:nvSpPr>
        <p:spPr>
          <a:xfrm>
            <a:off x="3747511"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73692d6472_0_26"/>
          <p:cNvSpPr/>
          <p:nvPr/>
        </p:nvSpPr>
        <p:spPr>
          <a:xfrm>
            <a:off x="3072546"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6" name="Google Shape;1046;g273692d6472_0_26"/>
          <p:cNvSpPr/>
          <p:nvPr/>
        </p:nvSpPr>
        <p:spPr>
          <a:xfrm>
            <a:off x="680262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7" name="Google Shape;1047;g273692d6472_0_26"/>
          <p:cNvSpPr txBox="1">
            <a:spLocks noGrp="1"/>
          </p:cNvSpPr>
          <p:nvPr>
            <p:ph type="subTitle" idx="4294967295"/>
          </p:nvPr>
        </p:nvSpPr>
        <p:spPr>
          <a:xfrm>
            <a:off x="623292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4" name="Google Shape;105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1" name="Google Shape;106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2" name="Google Shape;1062;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63" name="Google Shape;106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0" name="Google Shape;107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1" name="Google Shape;1071;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72" name="Google Shape;107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9" name="Google Shape;107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80" name="Google Shape;1080;g26b641b03cd_0_213"/>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81" name="Google Shape;108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88" name="Google Shape;108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89" name="Google Shape;1089;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0" name="Google Shape;109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7" name="Google Shape;1097;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8" name="Google Shape;1098;g2d1eea302f1_0_6"/>
          <p:cNvGrpSpPr/>
          <p:nvPr/>
        </p:nvGrpSpPr>
        <p:grpSpPr>
          <a:xfrm>
            <a:off x="3024000" y="209875"/>
            <a:ext cx="3096000" cy="454800"/>
            <a:chOff x="3024000" y="209875"/>
            <a:chExt cx="3096000" cy="454800"/>
          </a:xfrm>
        </p:grpSpPr>
        <p:sp>
          <p:nvSpPr>
            <p:cNvPr id="1099" name="Google Shape;1099;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0" name="Google Shape;1100;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1" name="Google Shape;1101;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2" name="Google Shape;1102;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3" name="Google Shape;1103;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4" name="Google Shape;1104;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5" name="Google Shape;1105;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6" name="Google Shape;1106;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7" name="Google Shape;1107;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08" name="Google Shape;1108;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09" name="Google Shape;1109;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ti</a:t>
            </a:r>
            <a:endParaRPr sz="5500" b="0" i="0" u="none" strike="noStrike" cap="none">
              <a:solidFill>
                <a:srgbClr val="FFD403"/>
              </a:solidFill>
              <a:latin typeface="Jost"/>
              <a:ea typeface="Jost"/>
              <a:cs typeface="Jost"/>
              <a:sym typeface="Jost"/>
            </a:endParaRPr>
          </a:p>
        </p:txBody>
      </p:sp>
      <p:sp>
        <p:nvSpPr>
          <p:cNvPr id="1110" name="Google Shape;1110;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1" name="Google Shape;1111;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2" name="Google Shape;1112;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3" name="Google Shape;1113;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4" name="Google Shape;1114;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5" name="Google Shape;1115;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00904D"/>
              </a:solidFill>
              <a:latin typeface="Jost"/>
              <a:ea typeface="Jost"/>
              <a:cs typeface="Jost"/>
              <a:sym typeface="Jost"/>
            </a:endParaRPr>
          </a:p>
        </p:txBody>
      </p:sp>
      <p:sp>
        <p:nvSpPr>
          <p:cNvPr id="1116" name="Google Shape;1116;g2d1eea302f1_0_6"/>
          <p:cNvSpPr txBox="1"/>
          <p:nvPr/>
        </p:nvSpPr>
        <p:spPr>
          <a:xfrm>
            <a:off x="291034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17" name="Google Shape;1117;g2d1eea302f1_0_6"/>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u</a:t>
            </a:r>
            <a:endParaRPr sz="5500" b="0" i="0" u="none" strike="noStrike" cap="none">
              <a:solidFill>
                <a:srgbClr val="00904C"/>
              </a:solidFill>
              <a:latin typeface="Jost"/>
              <a:ea typeface="Jost"/>
              <a:cs typeface="Jost"/>
              <a:sym typeface="Jost"/>
            </a:endParaRPr>
          </a:p>
        </p:txBody>
      </p:sp>
      <p:sp>
        <p:nvSpPr>
          <p:cNvPr id="1118" name="Google Shape;1118;g2d1eea302f1_0_6"/>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9" name="Google Shape;1119;g2d1eea302f1_0_6"/>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0" name="Google Shape;1120;g2d1eea302f1_0_6"/>
          <p:cNvSpPr txBox="1"/>
          <p:nvPr/>
        </p:nvSpPr>
        <p:spPr>
          <a:xfrm>
            <a:off x="52160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1" name="Google Shape;1121;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22" name="Google Shape;1122;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3" name="Google Shape;1123;g2d1eea302f1_0_6"/>
          <p:cNvSpPr txBox="1"/>
          <p:nvPr/>
        </p:nvSpPr>
        <p:spPr>
          <a:xfrm>
            <a:off x="5792505" y="179954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24" name="Google Shape;1124;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g273692d6472_0_6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1" name="Google Shape;1131;g273692d6472_0_6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2" name="Google Shape;1132;g273692d6472_0_69"/>
          <p:cNvGrpSpPr/>
          <p:nvPr/>
        </p:nvGrpSpPr>
        <p:grpSpPr>
          <a:xfrm>
            <a:off x="3024000" y="209875"/>
            <a:ext cx="3096000" cy="454800"/>
            <a:chOff x="3024000" y="209875"/>
            <a:chExt cx="3096000" cy="454800"/>
          </a:xfrm>
        </p:grpSpPr>
        <p:sp>
          <p:nvSpPr>
            <p:cNvPr id="1133" name="Google Shape;1133;g273692d6472_0_6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4" name="Google Shape;1134;g273692d6472_0_6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5" name="Google Shape;1135;g273692d6472_0_6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6" name="Google Shape;1136;g273692d6472_0_69"/>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7" name="Google Shape;1137;g273692d6472_0_69"/>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8" name="Google Shape;1138;g273692d6472_0_69"/>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9" name="Google Shape;1139;g273692d6472_0_69"/>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0" name="Google Shape;1140;g273692d6472_0_69"/>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1" name="Google Shape;1141;g273692d6472_0_69"/>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2" name="Google Shape;1142;g273692d6472_0_69"/>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3" name="Google Shape;1143;g273692d6472_0_69"/>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44" name="Google Shape;1144;g273692d6472_0_69"/>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ti</a:t>
            </a:r>
            <a:endParaRPr sz="5500" b="0" i="0" u="none" strike="noStrike" cap="none">
              <a:solidFill>
                <a:srgbClr val="FFD403"/>
              </a:solidFill>
              <a:latin typeface="Jost"/>
              <a:ea typeface="Jost"/>
              <a:cs typeface="Jost"/>
              <a:sym typeface="Jost"/>
            </a:endParaRPr>
          </a:p>
        </p:txBody>
      </p:sp>
      <p:cxnSp>
        <p:nvCxnSpPr>
          <p:cNvPr id="1145" name="Google Shape;1145;g273692d6472_0_69"/>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6" name="Google Shape;1146;g273692d6472_0_69"/>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7" name="Google Shape;1147;g273692d6472_0_69"/>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8" name="Google Shape;1148;g273692d6472_0_69"/>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9" name="Google Shape;1149;g273692d6472_0_69"/>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0" name="Google Shape;1150;g273692d6472_0_69"/>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1" name="Google Shape;1151;g273692d6472_0_69"/>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00904D"/>
              </a:solidFill>
              <a:latin typeface="Jost"/>
              <a:ea typeface="Jost"/>
              <a:cs typeface="Jost"/>
              <a:sym typeface="Jost"/>
            </a:endParaRPr>
          </a:p>
        </p:txBody>
      </p:sp>
      <p:sp>
        <p:nvSpPr>
          <p:cNvPr id="1152" name="Google Shape;1152;g273692d6472_0_69"/>
          <p:cNvSpPr txBox="1"/>
          <p:nvPr/>
        </p:nvSpPr>
        <p:spPr>
          <a:xfrm>
            <a:off x="291034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53" name="Google Shape;1153;g273692d6472_0_69"/>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u</a:t>
            </a:r>
            <a:endParaRPr sz="5500" b="0" i="0" u="none" strike="noStrike" cap="none">
              <a:solidFill>
                <a:srgbClr val="00904C"/>
              </a:solidFill>
              <a:latin typeface="Jost"/>
              <a:ea typeface="Jost"/>
              <a:cs typeface="Jost"/>
              <a:sym typeface="Jost"/>
            </a:endParaRPr>
          </a:p>
        </p:txBody>
      </p:sp>
      <p:sp>
        <p:nvSpPr>
          <p:cNvPr id="1154" name="Google Shape;1154;g273692d6472_0_69"/>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5" name="Google Shape;1155;g273692d6472_0_69"/>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6" name="Google Shape;1156;g273692d6472_0_69"/>
          <p:cNvSpPr txBox="1"/>
          <p:nvPr/>
        </p:nvSpPr>
        <p:spPr>
          <a:xfrm>
            <a:off x="52160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7" name="Google Shape;1157;g273692d6472_0_69"/>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fiction st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tion n</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tion invention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ution</a:t>
            </a:r>
            <a:endParaRPr sz="1800" b="0" i="0" u="none" strike="noStrike" cap="none">
              <a:solidFill>
                <a:srgbClr val="B7B7B7"/>
              </a:solidFill>
              <a:latin typeface="Jost"/>
              <a:ea typeface="Jost"/>
              <a:cs typeface="Jost"/>
              <a:sym typeface="Jost"/>
            </a:endParaRPr>
          </a:p>
        </p:txBody>
      </p:sp>
      <p:sp>
        <p:nvSpPr>
          <p:cNvPr id="1158" name="Google Shape;1158;g273692d6472_0_6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59" name="Google Shape;1159;g273692d6472_0_69"/>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60" name="Google Shape;1160;g273692d6472_0_69"/>
          <p:cNvSpPr txBox="1"/>
          <p:nvPr/>
        </p:nvSpPr>
        <p:spPr>
          <a:xfrm>
            <a:off x="5792505" y="179954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479</Words>
  <Application>Microsoft Office PowerPoint</Application>
  <PresentationFormat>On-screen Show (4:3)</PresentationFormat>
  <Paragraphs>170</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Nunito Black</vt:lpstr>
      <vt:lpstr>Poppins SemiBold</vt:lpstr>
      <vt:lpstr>Poppins Medium</vt:lpstr>
      <vt:lpstr>Calibri</vt:lpstr>
      <vt:lpstr>Arial</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2026-05-27T04:45:14Z</dcterms:modified>
</cp:coreProperties>
</file>