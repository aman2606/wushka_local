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gYgIwb993TwIyueEjeqPiaaX2E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906A49F-AB56-49EC-AB83-83D3CE588E3E}">
  <a:tblStyle styleId="{B906A49F-AB56-49EC-AB83-83D3CE588E3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5" name="Google Shape;72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3" name="Google Shape;77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4" name="Google Shape;77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8" name="Google Shape;80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9" name="Google Shape;80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d064a8c215_0_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d064a8c215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d064a8c215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2d064a8c215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g2d064a8c215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3" name="Google Shape;963;g2d064a8c215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5" name="Google Shape;99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6" name="Google Shape;99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3" name="Google Shape;1003;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4" name="Google Shape;1004;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9" name="Google Shape;103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0" name="Google Shape;104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9" name="Google Shape;104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2d064a8c215_0_7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g2d064a8c215_0_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g2d064a8c215_0_7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2d064a8c215_0_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6" name="Google Shape;1066;g2d064a8c215_0_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7" name="Google Shape;1067;g2d064a8c215_0_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5" name="Google Shape;1075;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6" name="Google Shape;1076;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d064a8c215_0_9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4" name="Google Shape;1104;g2d064a8c215_0_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5" name="Google Shape;1105;g2d064a8c215_0_9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2739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5664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6" name="Google Shape;46;p15"/>
          <p:cNvSpPr txBox="1"/>
          <p:nvPr/>
        </p:nvSpPr>
        <p:spPr>
          <a:xfrm>
            <a:off x="856314" y="22387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7" name="Google Shape;47;p15"/>
          <p:cNvCxnSpPr/>
          <p:nvPr/>
        </p:nvCxnSpPr>
        <p:spPr>
          <a:xfrm>
            <a:off x="865586" y="3459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8" name="Google Shape;48;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9" name="Google Shape;49;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 name="Google Shape;58;p15"/>
          <p:cNvGrpSpPr/>
          <p:nvPr/>
        </p:nvGrpSpPr>
        <p:grpSpPr>
          <a:xfrm>
            <a:off x="-36800" y="-52000"/>
            <a:ext cx="9236100" cy="543750"/>
            <a:chOff x="-36800" y="-52000"/>
            <a:chExt cx="9236100" cy="543750"/>
          </a:xfrm>
        </p:grpSpPr>
        <p:sp>
          <p:nvSpPr>
            <p:cNvPr id="59" name="Google Shape;59;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 name="Google Shape;60;p15"/>
            <p:cNvGrpSpPr/>
            <p:nvPr/>
          </p:nvGrpSpPr>
          <p:grpSpPr>
            <a:xfrm>
              <a:off x="3235760" y="88250"/>
              <a:ext cx="1337400" cy="403500"/>
              <a:chOff x="565600" y="88250"/>
              <a:chExt cx="1337400" cy="403500"/>
            </a:xfrm>
          </p:grpSpPr>
          <p:sp>
            <p:nvSpPr>
              <p:cNvPr id="61" name="Google Shape;61;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2" name="Google Shape;62;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3" name="Google Shape;63;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
        <p:cNvGrpSpPr/>
        <p:nvPr/>
      </p:nvGrpSpPr>
      <p:grpSpPr>
        <a:xfrm>
          <a:off x="0" y="0"/>
          <a:ext cx="0" cy="0"/>
          <a:chOff x="0" y="0"/>
          <a:chExt cx="0" cy="0"/>
        </a:xfrm>
      </p:grpSpPr>
      <p:sp>
        <p:nvSpPr>
          <p:cNvPr id="75" name="Google Shape;75;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6" name="Google Shape;86;g26b641b03cd_1_92"/>
          <p:cNvGrpSpPr/>
          <p:nvPr/>
        </p:nvGrpSpPr>
        <p:grpSpPr>
          <a:xfrm>
            <a:off x="-36800" y="-52000"/>
            <a:ext cx="9236100" cy="543750"/>
            <a:chOff x="-36800" y="-52000"/>
            <a:chExt cx="9236100" cy="543750"/>
          </a:xfrm>
        </p:grpSpPr>
        <p:sp>
          <p:nvSpPr>
            <p:cNvPr id="87" name="Google Shape;87;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g26b641b03cd_1_92"/>
            <p:cNvGrpSpPr/>
            <p:nvPr/>
          </p:nvGrpSpPr>
          <p:grpSpPr>
            <a:xfrm>
              <a:off x="3235760" y="88250"/>
              <a:ext cx="1337400" cy="403500"/>
              <a:chOff x="565600" y="88250"/>
              <a:chExt cx="1337400" cy="403500"/>
            </a:xfrm>
          </p:grpSpPr>
          <p:sp>
            <p:nvSpPr>
              <p:cNvPr id="89" name="Google Shape;89;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0" name="Google Shape;90;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1" name="Google Shape;91;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2"/>
        <p:cNvGrpSpPr/>
        <p:nvPr/>
      </p:nvGrpSpPr>
      <p:grpSpPr>
        <a:xfrm>
          <a:off x="0" y="0"/>
          <a:ext cx="0" cy="0"/>
          <a:chOff x="0" y="0"/>
          <a:chExt cx="0" cy="0"/>
        </a:xfrm>
      </p:grpSpPr>
      <p:sp>
        <p:nvSpPr>
          <p:cNvPr id="103" name="Google Shape;103;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5" name="Google Shape;10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flipH="1">
            <a:off x="-938345" y="2905676"/>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50" b="0" i="0" u="none" strike="noStrike" cap="none">
                <a:solidFill>
                  <a:srgbClr val="FFFFFF"/>
                </a:solidFill>
                <a:latin typeface="Poppins SemiBold"/>
                <a:ea typeface="Poppins SemiBold"/>
                <a:cs typeface="Poppins SemiBold"/>
                <a:sym typeface="Poppins SemiBold"/>
              </a:rPr>
              <a:t>CVCC CCVC CCVCC (long vowel)</a:t>
            </a:r>
            <a:endParaRPr sz="1750" b="0" i="0" u="none" strike="noStrike" cap="none">
              <a:solidFill>
                <a:srgbClr val="FFFFFF"/>
              </a:solidFill>
              <a:latin typeface="Poppins SemiBold"/>
              <a:ea typeface="Poppins SemiBold"/>
              <a:cs typeface="Poppins SemiBold"/>
              <a:sym typeface="Poppins SemiBold"/>
            </a:endParaRPr>
          </a:p>
        </p:txBody>
      </p:sp>
      <p:sp>
        <p:nvSpPr>
          <p:cNvPr id="110" name="Google Shape;110;g26b641b03cd_0_33"/>
          <p:cNvSpPr txBox="1"/>
          <p:nvPr/>
        </p:nvSpPr>
        <p:spPr>
          <a:xfrm rot="-5400000">
            <a:off x="-1852558" y="6418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50" b="0" i="0" u="none" strike="noStrike" cap="none">
                <a:solidFill>
                  <a:srgbClr val="8DC63F"/>
                </a:solidFill>
                <a:latin typeface="Poppins Medium"/>
                <a:ea typeface="Poppins Medium"/>
                <a:cs typeface="Poppins Medium"/>
                <a:sym typeface="Poppins Medium"/>
              </a:rPr>
              <a:t>Week 5 - Tuesday</a:t>
            </a:r>
            <a:endParaRPr sz="1750" b="0" i="0" u="none" strike="noStrike" cap="none">
              <a:solidFill>
                <a:srgbClr val="8DC63F"/>
              </a:solidFill>
              <a:latin typeface="Poppins Medium"/>
              <a:ea typeface="Poppins Medium"/>
              <a:cs typeface="Poppins Medium"/>
              <a:sym typeface="Poppins Medium"/>
            </a:endParaRPr>
          </a:p>
        </p:txBody>
      </p:sp>
      <p:sp>
        <p:nvSpPr>
          <p:cNvPr id="111" name="Google Shape;11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50" b="0" i="0" u="none" strike="noStrike" cap="none">
                <a:solidFill>
                  <a:srgbClr val="8DC63F"/>
                </a:solidFill>
                <a:latin typeface="Poppins Medium"/>
                <a:ea typeface="Poppins Medium"/>
                <a:cs typeface="Poppins Medium"/>
                <a:sym typeface="Poppins Medium"/>
              </a:rPr>
              <a:t>Lesson 22</a:t>
            </a:r>
            <a:endParaRPr sz="175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50" b="0" i="0" u="none" strike="noStrike" cap="none">
                <a:solidFill>
                  <a:srgbClr val="FFFFFF"/>
                </a:solidFill>
                <a:latin typeface="Poppins SemiBold"/>
                <a:ea typeface="Poppins SemiBold"/>
                <a:cs typeface="Poppins SemiBold"/>
                <a:sym typeface="Poppins SemiBold"/>
              </a:rPr>
              <a:t>Phase 4 - Blends</a:t>
            </a:r>
            <a:endParaRPr sz="1750" b="0" i="0" u="none" strike="noStrike" cap="none">
              <a:solidFill>
                <a:srgbClr val="FFFFFF"/>
              </a:solidFill>
              <a:latin typeface="Poppins SemiBold"/>
              <a:ea typeface="Poppins SemiBold"/>
              <a:cs typeface="Poppins SemiBold"/>
              <a:sym typeface="Poppins SemiBold"/>
            </a:endParaRPr>
          </a:p>
        </p:txBody>
      </p:sp>
      <p:sp>
        <p:nvSpPr>
          <p:cNvPr id="113" name="Google Shape;11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 name="Google Shape;11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5" name="Google Shape;11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6" name="Google Shape;11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7" name="Google Shape;117;g26b641b03cd_0_33"/>
          <p:cNvGrpSpPr/>
          <p:nvPr/>
        </p:nvGrpSpPr>
        <p:grpSpPr>
          <a:xfrm>
            <a:off x="662575" y="6212475"/>
            <a:ext cx="586800" cy="571500"/>
            <a:chOff x="662575" y="6212475"/>
            <a:chExt cx="586800" cy="571500"/>
          </a:xfrm>
        </p:grpSpPr>
        <p:sp>
          <p:nvSpPr>
            <p:cNvPr id="118" name="Google Shape;11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 name="Google Shape;121;g26b641b03cd_0_33"/>
          <p:cNvGrpSpPr/>
          <p:nvPr/>
        </p:nvGrpSpPr>
        <p:grpSpPr>
          <a:xfrm>
            <a:off x="7894350" y="6212475"/>
            <a:ext cx="586800" cy="571500"/>
            <a:chOff x="7894350" y="6212475"/>
            <a:chExt cx="586800" cy="571500"/>
          </a:xfrm>
        </p:grpSpPr>
        <p:sp>
          <p:nvSpPr>
            <p:cNvPr id="122" name="Google Shape;12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750"/>
            <a:chOff x="-36800" y="-52000"/>
            <a:chExt cx="9236100" cy="54375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3235760" y="8825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5" name="Google Shape;175;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8" name="Google Shape;258;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59" name="Google Shape;259;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0" name="Google Shape;260;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3" name="Google Shape;263;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8" name="Google Shape;268;g2c157a2fb06_0_53"/>
          <p:cNvGrpSpPr/>
          <p:nvPr/>
        </p:nvGrpSpPr>
        <p:grpSpPr>
          <a:xfrm>
            <a:off x="1403031" y="6958923"/>
            <a:ext cx="6774848" cy="1291477"/>
            <a:chOff x="717231" y="7263723"/>
            <a:chExt cx="6774848" cy="1291477"/>
          </a:xfrm>
        </p:grpSpPr>
        <p:sp>
          <p:nvSpPr>
            <p:cNvPr id="269" name="Google Shape;269;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7" name="Google Shape;277;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0" name="Google Shape;280;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1" name="Google Shape;281;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2" name="Google Shape;282;g2c157a2fb06_0_53"/>
          <p:cNvGrpSpPr/>
          <p:nvPr/>
        </p:nvGrpSpPr>
        <p:grpSpPr>
          <a:xfrm>
            <a:off x="662575" y="6212475"/>
            <a:ext cx="586800" cy="571500"/>
            <a:chOff x="662575" y="6212475"/>
            <a:chExt cx="586800" cy="571500"/>
          </a:xfrm>
        </p:grpSpPr>
        <p:sp>
          <p:nvSpPr>
            <p:cNvPr id="283" name="Google Shape;283;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6" name="Google Shape;286;g2c157a2fb06_0_53"/>
          <p:cNvGrpSpPr/>
          <p:nvPr/>
        </p:nvGrpSpPr>
        <p:grpSpPr>
          <a:xfrm>
            <a:off x="7894350" y="6212475"/>
            <a:ext cx="586800" cy="571500"/>
            <a:chOff x="7894350" y="6212475"/>
            <a:chExt cx="586800" cy="571500"/>
          </a:xfrm>
        </p:grpSpPr>
        <p:sp>
          <p:nvSpPr>
            <p:cNvPr id="287" name="Google Shape;287;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7" name="Google Shape;32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8" name="Google Shape;328;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9" name="Google Shape;329;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2" name="Google Shape;332;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a:spLocks noGrp="1"/>
          </p:cNvSpPr>
          <p:nvPr>
            <p:ph type="pic" idx="7"/>
          </p:nvPr>
        </p:nvSpPr>
        <p:spPr>
          <a:xfrm>
            <a:off x="5086375" y="4412425"/>
            <a:ext cx="2668800" cy="1291500"/>
          </a:xfrm>
          <a:prstGeom prst="rect">
            <a:avLst/>
          </a:prstGeom>
          <a:noFill/>
          <a:ln>
            <a:noFill/>
          </a:ln>
        </p:spPr>
      </p:sp>
      <p:sp>
        <p:nvSpPr>
          <p:cNvPr id="335" name="Google Shape;335;g2c157a2fb06_0_263"/>
          <p:cNvSpPr>
            <a:spLocks noGrp="1"/>
          </p:cNvSpPr>
          <p:nvPr>
            <p:ph type="pic" idx="8"/>
          </p:nvPr>
        </p:nvSpPr>
        <p:spPr>
          <a:xfrm>
            <a:off x="5086375" y="797675"/>
            <a:ext cx="2668800" cy="1291500"/>
          </a:xfrm>
          <a:prstGeom prst="rect">
            <a:avLst/>
          </a:prstGeom>
          <a:noFill/>
          <a:ln>
            <a:noFill/>
          </a:ln>
        </p:spPr>
      </p:sp>
      <p:sp>
        <p:nvSpPr>
          <p:cNvPr id="336" name="Google Shape;336;g2c157a2fb06_0_263"/>
          <p:cNvSpPr>
            <a:spLocks noGrp="1"/>
          </p:cNvSpPr>
          <p:nvPr>
            <p:ph type="pic" idx="9"/>
          </p:nvPr>
        </p:nvSpPr>
        <p:spPr>
          <a:xfrm>
            <a:off x="5086375" y="2002592"/>
            <a:ext cx="2668800" cy="1291500"/>
          </a:xfrm>
          <a:prstGeom prst="rect">
            <a:avLst/>
          </a:prstGeom>
          <a:noFill/>
          <a:ln>
            <a:noFill/>
          </a:ln>
        </p:spPr>
      </p:sp>
      <p:sp>
        <p:nvSpPr>
          <p:cNvPr id="337" name="Google Shape;337;g2c157a2fb06_0_263"/>
          <p:cNvSpPr>
            <a:spLocks noGrp="1"/>
          </p:cNvSpPr>
          <p:nvPr>
            <p:ph type="pic" idx="13"/>
          </p:nvPr>
        </p:nvSpPr>
        <p:spPr>
          <a:xfrm>
            <a:off x="5086375" y="3207508"/>
            <a:ext cx="2668800" cy="1291500"/>
          </a:xfrm>
          <a:prstGeom prst="rect">
            <a:avLst/>
          </a:prstGeom>
          <a:noFill/>
          <a:ln>
            <a:noFill/>
          </a:ln>
        </p:spPr>
      </p:sp>
      <p:sp>
        <p:nvSpPr>
          <p:cNvPr id="338" name="Google Shape;338;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6" name="Google Shape;43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7" name="Google Shape;43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8" name="Google Shape;43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9" name="Google Shape;43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0" name="Google Shape;44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1" name="Google Shape;44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2" name="Google Shape;44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3" name="Google Shape;44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4" name="Google Shape;44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5" name="Google Shape;44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6" name="Google Shape;44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7" name="Google Shape;447;g2c157a2fb06_0_825"/>
          <p:cNvGrpSpPr/>
          <p:nvPr/>
        </p:nvGrpSpPr>
        <p:grpSpPr>
          <a:xfrm>
            <a:off x="662575" y="6212475"/>
            <a:ext cx="586800" cy="571500"/>
            <a:chOff x="662575" y="6212475"/>
            <a:chExt cx="586800" cy="571500"/>
          </a:xfrm>
        </p:grpSpPr>
        <p:sp>
          <p:nvSpPr>
            <p:cNvPr id="448" name="Google Shape;44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1" name="Google Shape;451;g2c157a2fb06_0_825"/>
          <p:cNvGrpSpPr/>
          <p:nvPr/>
        </p:nvGrpSpPr>
        <p:grpSpPr>
          <a:xfrm>
            <a:off x="7894350" y="6212475"/>
            <a:ext cx="586800" cy="571500"/>
            <a:chOff x="7894350" y="6212475"/>
            <a:chExt cx="586800" cy="571500"/>
          </a:xfrm>
        </p:grpSpPr>
        <p:sp>
          <p:nvSpPr>
            <p:cNvPr id="452" name="Google Shape;45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5"/>
        <p:cNvGrpSpPr/>
        <p:nvPr/>
      </p:nvGrpSpPr>
      <p:grpSpPr>
        <a:xfrm>
          <a:off x="0" y="0"/>
          <a:ext cx="0" cy="0"/>
          <a:chOff x="0" y="0"/>
          <a:chExt cx="0" cy="0"/>
        </a:xfrm>
      </p:grpSpPr>
      <p:sp>
        <p:nvSpPr>
          <p:cNvPr id="456" name="Google Shape;456;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8" name="Google Shape;45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9" name="Google Shape;459;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2" name="Google Shape;462;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7" name="Google Shape;46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0" name="Google Shape;47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1" name="Google Shape;47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2" name="Google Shape;47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5" name="Google Shape;48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6" name="Google Shape;486;g2c157a2fb06_0_700"/>
          <p:cNvGrpSpPr/>
          <p:nvPr/>
        </p:nvGrpSpPr>
        <p:grpSpPr>
          <a:xfrm>
            <a:off x="662575" y="6212475"/>
            <a:ext cx="586800" cy="571500"/>
            <a:chOff x="662575" y="6212475"/>
            <a:chExt cx="586800" cy="571500"/>
          </a:xfrm>
        </p:grpSpPr>
        <p:sp>
          <p:nvSpPr>
            <p:cNvPr id="487" name="Google Shape;48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0" name="Google Shape;490;g2c157a2fb06_0_700"/>
          <p:cNvGrpSpPr/>
          <p:nvPr/>
        </p:nvGrpSpPr>
        <p:grpSpPr>
          <a:xfrm>
            <a:off x="7894350" y="6212475"/>
            <a:ext cx="586800" cy="571500"/>
            <a:chOff x="7894350" y="6212475"/>
            <a:chExt cx="586800" cy="571500"/>
          </a:xfrm>
        </p:grpSpPr>
        <p:sp>
          <p:nvSpPr>
            <p:cNvPr id="491" name="Google Shape;49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4"/>
        <p:cNvGrpSpPr/>
        <p:nvPr/>
      </p:nvGrpSpPr>
      <p:grpSpPr>
        <a:xfrm>
          <a:off x="0" y="0"/>
          <a:ext cx="0" cy="0"/>
          <a:chOff x="0" y="0"/>
          <a:chExt cx="0" cy="0"/>
        </a:xfrm>
      </p:grpSpPr>
      <p:sp>
        <p:nvSpPr>
          <p:cNvPr id="495" name="Google Shape;495;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7" name="Google Shape;497;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8" name="Google Shape;498;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1" name="Google Shape;50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2" name="Google Shape;502;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3" name="Google Shape;503;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4" name="Google Shape;514;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5" name="Google Shape;515;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6" name="Google Shape;516;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7" name="Google Shape;517;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5" name="Google Shape;525;g2c157a2fb06_0_932"/>
          <p:cNvGrpSpPr/>
          <p:nvPr/>
        </p:nvGrpSpPr>
        <p:grpSpPr>
          <a:xfrm>
            <a:off x="662575" y="6212475"/>
            <a:ext cx="586800" cy="571500"/>
            <a:chOff x="662575" y="6212475"/>
            <a:chExt cx="586800" cy="571500"/>
          </a:xfrm>
        </p:grpSpPr>
        <p:sp>
          <p:nvSpPr>
            <p:cNvPr id="526" name="Google Shape;52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7" name="Google Shape;527;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9" name="Google Shape;529;g2c157a2fb06_0_932"/>
          <p:cNvGrpSpPr/>
          <p:nvPr/>
        </p:nvGrpSpPr>
        <p:grpSpPr>
          <a:xfrm>
            <a:off x="7894350" y="6212475"/>
            <a:ext cx="586800" cy="571500"/>
            <a:chOff x="7894350" y="6212475"/>
            <a:chExt cx="586800" cy="571500"/>
          </a:xfrm>
        </p:grpSpPr>
        <p:sp>
          <p:nvSpPr>
            <p:cNvPr id="530" name="Google Shape;53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3"/>
        <p:cNvGrpSpPr/>
        <p:nvPr/>
      </p:nvGrpSpPr>
      <p:grpSpPr>
        <a:xfrm>
          <a:off x="0" y="0"/>
          <a:ext cx="0" cy="0"/>
          <a:chOff x="0" y="0"/>
          <a:chExt cx="0" cy="0"/>
        </a:xfrm>
      </p:grpSpPr>
      <p:sp>
        <p:nvSpPr>
          <p:cNvPr id="534" name="Google Shape;534;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5" name="Google Shape;535;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6" name="Google Shape;53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7" name="Google Shape;537;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1" name="Google Shape;54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2" name="Google Shape;54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3" name="Google Shape;54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4" name="Google Shape;54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6" name="Google Shape;556;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7" name="Google Shape;557;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59" name="Google Shape;559;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0" name="Google Shape;560;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1" name="Google Shape;561;g2c157a2fb06_0_1045"/>
          <p:cNvGrpSpPr/>
          <p:nvPr/>
        </p:nvGrpSpPr>
        <p:grpSpPr>
          <a:xfrm>
            <a:off x="662575" y="6212475"/>
            <a:ext cx="586800" cy="571500"/>
            <a:chOff x="662575" y="6212475"/>
            <a:chExt cx="586800" cy="571500"/>
          </a:xfrm>
        </p:grpSpPr>
        <p:sp>
          <p:nvSpPr>
            <p:cNvPr id="562" name="Google Shape;562;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5" name="Google Shape;565;g2c157a2fb06_0_1045"/>
          <p:cNvGrpSpPr/>
          <p:nvPr/>
        </p:nvGrpSpPr>
        <p:grpSpPr>
          <a:xfrm>
            <a:off x="7894350" y="6212475"/>
            <a:ext cx="586800" cy="571500"/>
            <a:chOff x="7894350" y="6212475"/>
            <a:chExt cx="586800" cy="571500"/>
          </a:xfrm>
        </p:grpSpPr>
        <p:sp>
          <p:nvSpPr>
            <p:cNvPr id="566" name="Google Shape;566;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69"/>
        <p:cNvGrpSpPr/>
        <p:nvPr/>
      </p:nvGrpSpPr>
      <p:grpSpPr>
        <a:xfrm>
          <a:off x="0" y="0"/>
          <a:ext cx="0" cy="0"/>
          <a:chOff x="0" y="0"/>
          <a:chExt cx="0" cy="0"/>
        </a:xfrm>
      </p:grpSpPr>
      <p:sp>
        <p:nvSpPr>
          <p:cNvPr id="570" name="Google Shape;570;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2" name="Google Shape;572;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3" name="Google Shape;573;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6" name="Google Shape;57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9" name="Google Shape;579;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0" name="Google Shape;580;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1" name="Google Shape;581;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2" name="Google Shape;582;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6" name="Google Shape;586;g2c157a2fb06_0_1110"/>
          <p:cNvGrpSpPr/>
          <p:nvPr/>
        </p:nvGrpSpPr>
        <p:grpSpPr>
          <a:xfrm>
            <a:off x="5806200" y="1807463"/>
            <a:ext cx="756300" cy="146700"/>
            <a:chOff x="5806200" y="1807463"/>
            <a:chExt cx="756300" cy="146700"/>
          </a:xfrm>
        </p:grpSpPr>
        <p:sp>
          <p:nvSpPr>
            <p:cNvPr id="587" name="Google Shape;587;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0" name="Google Shape;590;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1" name="Google Shape;591;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2" name="Google Shape;592;g2c157a2fb06_0_1110"/>
          <p:cNvGrpSpPr/>
          <p:nvPr/>
        </p:nvGrpSpPr>
        <p:grpSpPr>
          <a:xfrm>
            <a:off x="5806200" y="2842438"/>
            <a:ext cx="756300" cy="146700"/>
            <a:chOff x="5806200" y="1807463"/>
            <a:chExt cx="756300" cy="146700"/>
          </a:xfrm>
        </p:grpSpPr>
        <p:sp>
          <p:nvSpPr>
            <p:cNvPr id="593" name="Google Shape;593;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6" name="Google Shape;596;g2c157a2fb06_0_1110"/>
          <p:cNvGrpSpPr/>
          <p:nvPr/>
        </p:nvGrpSpPr>
        <p:grpSpPr>
          <a:xfrm>
            <a:off x="5806200" y="3877413"/>
            <a:ext cx="756300" cy="146700"/>
            <a:chOff x="5806200" y="1807463"/>
            <a:chExt cx="756300" cy="146700"/>
          </a:xfrm>
        </p:grpSpPr>
        <p:sp>
          <p:nvSpPr>
            <p:cNvPr id="597" name="Google Shape;597;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0" name="Google Shape;600;g2c157a2fb06_0_1110"/>
          <p:cNvGrpSpPr/>
          <p:nvPr/>
        </p:nvGrpSpPr>
        <p:grpSpPr>
          <a:xfrm>
            <a:off x="662575" y="6212475"/>
            <a:ext cx="586800" cy="571500"/>
            <a:chOff x="662575" y="6212475"/>
            <a:chExt cx="586800" cy="571500"/>
          </a:xfrm>
        </p:grpSpPr>
        <p:sp>
          <p:nvSpPr>
            <p:cNvPr id="601" name="Google Shape;601;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2" name="Google Shape;602;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4" name="Google Shape;604;g2c157a2fb06_0_1110"/>
          <p:cNvGrpSpPr/>
          <p:nvPr/>
        </p:nvGrpSpPr>
        <p:grpSpPr>
          <a:xfrm>
            <a:off x="7894350" y="6212475"/>
            <a:ext cx="586800" cy="571500"/>
            <a:chOff x="7894350" y="6212475"/>
            <a:chExt cx="586800" cy="571500"/>
          </a:xfrm>
        </p:grpSpPr>
        <p:sp>
          <p:nvSpPr>
            <p:cNvPr id="605" name="Google Shape;605;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8"/>
        <p:cNvGrpSpPr/>
        <p:nvPr/>
      </p:nvGrpSpPr>
      <p:grpSpPr>
        <a:xfrm>
          <a:off x="0" y="0"/>
          <a:ext cx="0" cy="0"/>
          <a:chOff x="0" y="0"/>
          <a:chExt cx="0" cy="0"/>
        </a:xfrm>
      </p:grpSpPr>
      <p:sp>
        <p:nvSpPr>
          <p:cNvPr id="609" name="Google Shape;609;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1" name="Google Shape;611;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2" name="Google Shape;612;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5" name="Google Shape;615;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6" name="Google Shape;616;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7" name="Google Shape;617;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0" name="Google Shape;620;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1" name="Google Shape;621;g2cf1f75ecdd_0_56"/>
          <p:cNvGrpSpPr/>
          <p:nvPr/>
        </p:nvGrpSpPr>
        <p:grpSpPr>
          <a:xfrm>
            <a:off x="662575" y="6212475"/>
            <a:ext cx="586800" cy="571500"/>
            <a:chOff x="662575" y="6212475"/>
            <a:chExt cx="586800" cy="571500"/>
          </a:xfrm>
        </p:grpSpPr>
        <p:sp>
          <p:nvSpPr>
            <p:cNvPr id="622" name="Google Shape;622;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f1f75ecdd_0_56"/>
          <p:cNvGrpSpPr/>
          <p:nvPr/>
        </p:nvGrpSpPr>
        <p:grpSpPr>
          <a:xfrm>
            <a:off x="7894350" y="6212475"/>
            <a:ext cx="586800" cy="571500"/>
            <a:chOff x="7894350" y="6212475"/>
            <a:chExt cx="586800" cy="571500"/>
          </a:xfrm>
        </p:grpSpPr>
        <p:sp>
          <p:nvSpPr>
            <p:cNvPr id="626" name="Google Shape;626;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29" name="Google Shape;629;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0" name="Google Shape;630;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1" name="Google Shape;631;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2" name="Google Shape;632;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3" name="Google Shape;633;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4" name="Google Shape;634;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6" name="Google Shape;636;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7" name="Google Shape;637;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8" name="Google Shape;638;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2" name="Google Shape;642;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3" name="Google Shape;643;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4" name="Google Shape;644;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6" name="Google Shape;646;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7" name="Google Shape;647;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0" name="Google Shape;650;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1" name="Google Shape;651;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2" name="Google Shape;652;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3" name="Google Shape;653;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6"/>
        <p:cNvGrpSpPr/>
        <p:nvPr/>
      </p:nvGrpSpPr>
      <p:grpSpPr>
        <a:xfrm>
          <a:off x="0" y="0"/>
          <a:ext cx="0" cy="0"/>
          <a:chOff x="0" y="0"/>
          <a:chExt cx="0" cy="0"/>
        </a:xfrm>
      </p:grpSpPr>
      <p:sp>
        <p:nvSpPr>
          <p:cNvPr id="657" name="Google Shape;65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1" name="Google Shape;66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0" name="Google Shape;670;p30"/>
          <p:cNvGrpSpPr/>
          <p:nvPr/>
        </p:nvGrpSpPr>
        <p:grpSpPr>
          <a:xfrm>
            <a:off x="6022940" y="5341706"/>
            <a:ext cx="594501" cy="305904"/>
            <a:chOff x="5672081" y="1914352"/>
            <a:chExt cx="792668" cy="305904"/>
          </a:xfrm>
        </p:grpSpPr>
        <p:sp>
          <p:nvSpPr>
            <p:cNvPr id="671" name="Google Shape;67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3" name="Google Shape;67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4" name="Google Shape;67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2" name="Google Shape;68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3" name="Google Shape;68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7" name="Google Shape;69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0" name="Google Shape;70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1" name="Google Shape;70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2"/>
        <p:cNvGrpSpPr/>
        <p:nvPr/>
      </p:nvGrpSpPr>
      <p:grpSpPr>
        <a:xfrm>
          <a:off x="0" y="0"/>
          <a:ext cx="0" cy="0"/>
          <a:chOff x="0" y="0"/>
          <a:chExt cx="0" cy="0"/>
        </a:xfrm>
      </p:grpSpPr>
      <p:sp>
        <p:nvSpPr>
          <p:cNvPr id="703" name="Google Shape;70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5" name="Google Shape;70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6"/>
        <p:cNvGrpSpPr/>
        <p:nvPr/>
      </p:nvGrpSpPr>
      <p:grpSpPr>
        <a:xfrm>
          <a:off x="0" y="0"/>
          <a:ext cx="0" cy="0"/>
          <a:chOff x="0" y="0"/>
          <a:chExt cx="0" cy="0"/>
        </a:xfrm>
      </p:grpSpPr>
      <p:sp>
        <p:nvSpPr>
          <p:cNvPr id="707" name="Google Shape;70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8" name="Google Shape;70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9" name="Google Shape;70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7.png"/><Relationship Id="rId7"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3.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26" Type="http://schemas.openxmlformats.org/officeDocument/2006/relationships/image" Target="../media/image97.png"/><Relationship Id="rId3" Type="http://schemas.openxmlformats.org/officeDocument/2006/relationships/image" Target="../media/image74.pn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7.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5.pn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5.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s>
</file>

<file path=ppt/slides/_rels/slide8.xml.rels><?xml version="1.0" encoding="UTF-8" standalone="yes"?>
<Relationships xmlns="http://schemas.openxmlformats.org/package/2006/relationships"><Relationship Id="rId3" Type="http://schemas.openxmlformats.org/officeDocument/2006/relationships/image" Target="../media/image111.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
          <p:cNvSpPr txBox="1">
            <a:spLocks noGrp="1"/>
          </p:cNvSpPr>
          <p:nvPr>
            <p:ph type="subTitle" idx="1"/>
          </p:nvPr>
        </p:nvSpPr>
        <p:spPr>
          <a:xfrm>
            <a:off x="884100" y="2716650"/>
            <a:ext cx="40290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2800"/>
              <a:t>CVCC CCVC CCVCC (long vowel)</a:t>
            </a:r>
            <a:endParaRPr sz="2800"/>
          </a:p>
        </p:txBody>
      </p:sp>
      <p:sp>
        <p:nvSpPr>
          <p:cNvPr id="715" name="Google Shape;715;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22</a:t>
            </a:r>
            <a:endParaRPr/>
          </a:p>
        </p:txBody>
      </p:sp>
      <p:sp>
        <p:nvSpPr>
          <p:cNvPr id="718" name="Google Shape;718;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19" name="Google Shape;719;p1"/>
          <p:cNvPicPr preferRelativeResize="0"/>
          <p:nvPr/>
        </p:nvPicPr>
        <p:blipFill rotWithShape="1">
          <a:blip r:embed="rId3">
            <a:alphaModFix/>
          </a:blip>
          <a:srcRect/>
          <a:stretch/>
        </p:blipFill>
        <p:spPr>
          <a:xfrm rot="-221313">
            <a:off x="5906462" y="4272840"/>
            <a:ext cx="1800024" cy="1288523"/>
          </a:xfrm>
          <a:prstGeom prst="rect">
            <a:avLst/>
          </a:prstGeom>
          <a:noFill/>
          <a:ln>
            <a:noFill/>
          </a:ln>
          <a:effectLst>
            <a:outerShdw blurRad="57150" dist="38100" dir="5400000" algn="bl" rotWithShape="0">
              <a:srgbClr val="000000">
                <a:alpha val="20000"/>
              </a:srgbClr>
            </a:outerShdw>
          </a:effectLst>
        </p:spPr>
      </p:pic>
      <p:pic>
        <p:nvPicPr>
          <p:cNvPr id="720" name="Google Shape;720;p1"/>
          <p:cNvPicPr preferRelativeResize="0"/>
          <p:nvPr/>
        </p:nvPicPr>
        <p:blipFill rotWithShape="1">
          <a:blip r:embed="rId4">
            <a:alphaModFix/>
          </a:blip>
          <a:srcRect/>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aphicFrame>
        <p:nvGraphicFramePr>
          <p:cNvPr id="721" name="Google Shape;721;p1"/>
          <p:cNvGraphicFramePr/>
          <p:nvPr/>
        </p:nvGraphicFramePr>
        <p:xfrm>
          <a:off x="4844200" y="1891197"/>
          <a:ext cx="3785000" cy="1678950"/>
        </p:xfrm>
        <a:graphic>
          <a:graphicData uri="http://schemas.openxmlformats.org/drawingml/2006/table">
            <a:tbl>
              <a:tblPr firstRow="1" bandRow="1">
                <a:noFill/>
                <a:tableStyleId>{B906A49F-AB56-49EC-AB83-83D3CE588E3E}</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CVCC CCVC CCVCC </a:t>
                      </a:r>
                      <a:br>
                        <a:rPr lang="en-US" sz="1400" u="none" strike="noStrike" cap="none">
                          <a:solidFill>
                            <a:schemeClr val="lt1"/>
                          </a:solidFill>
                          <a:latin typeface="Jost"/>
                          <a:ea typeface="Jost"/>
                          <a:cs typeface="Jost"/>
                          <a:sym typeface="Jost"/>
                        </a:rPr>
                      </a:br>
                      <a:r>
                        <a:rPr lang="en-US" sz="1400" u="none" strike="noStrike" cap="none">
                          <a:solidFill>
                            <a:schemeClr val="lt1"/>
                          </a:solidFill>
                          <a:latin typeface="Jost"/>
                          <a:ea typeface="Jost"/>
                          <a:cs typeface="Jost"/>
                          <a:sym typeface="Jost"/>
                        </a:rPr>
                        <a:t>(long vowel)</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words containing adjacent consonants.</a:t>
            </a:r>
            <a:endParaRPr/>
          </a:p>
        </p:txBody>
      </p:sp>
      <p:sp>
        <p:nvSpPr>
          <p:cNvPr id="728" name="Google Shape;728;g2bee4f4af4b_0_204"/>
          <p:cNvSpPr txBox="1">
            <a:spLocks noGrp="1"/>
          </p:cNvSpPr>
          <p:nvPr>
            <p:ph type="body" idx="2"/>
          </p:nvPr>
        </p:nvSpPr>
        <p:spPr>
          <a:xfrm>
            <a:off x="3298550" y="2190450"/>
            <a:ext cx="5459700" cy="754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Phases 2 and 3 Common Exception Words: </a:t>
            </a:r>
            <a:br>
              <a:rPr lang="en-US"/>
            </a:br>
            <a:r>
              <a:rPr lang="en-US">
                <a:solidFill>
                  <a:srgbClr val="2356AF"/>
                </a:solidFill>
              </a:rPr>
              <a:t>as I is no go to into the put his has of pull full </a:t>
            </a:r>
            <a:br>
              <a:rPr lang="en-US">
                <a:solidFill>
                  <a:srgbClr val="2356AF"/>
                </a:solidFill>
              </a:rPr>
            </a:br>
            <a:r>
              <a:rPr lang="en-US">
                <a:solidFill>
                  <a:srgbClr val="2356AF"/>
                </a:solidFill>
              </a:rPr>
              <a:t>push they me we be he she my by looked you are there here were all sure</a:t>
            </a:r>
            <a:endParaRPr>
              <a:solidFill>
                <a:srgbClr val="2356AF"/>
              </a:solidFill>
            </a:endParaRPr>
          </a:p>
        </p:txBody>
      </p:sp>
      <p:sp>
        <p:nvSpPr>
          <p:cNvPr id="729" name="Google Shape;729;g2bee4f4af4b_0_204"/>
          <p:cNvSpPr txBox="1"/>
          <p:nvPr/>
        </p:nvSpPr>
        <p:spPr>
          <a:xfrm>
            <a:off x="115583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353094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1" name="Google Shape;731;g2bee4f4af4b_0_204"/>
          <p:cNvSpPr txBox="1"/>
          <p:nvPr/>
        </p:nvSpPr>
        <p:spPr>
          <a:xfrm>
            <a:off x="234338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2" name="Google Shape;732;g2bee4f4af4b_0_204"/>
          <p:cNvSpPr txBox="1"/>
          <p:nvPr/>
        </p:nvSpPr>
        <p:spPr>
          <a:xfrm>
            <a:off x="94853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3" name="Google Shape;733;g2bee4f4af4b_0_204"/>
          <p:cNvPicPr preferRelativeResize="0"/>
          <p:nvPr/>
        </p:nvPicPr>
        <p:blipFill rotWithShape="1">
          <a:blip r:embed="rId3">
            <a:alphaModFix/>
          </a:blip>
          <a:srcRect l="69" r="69"/>
          <a:stretch/>
        </p:blipFill>
        <p:spPr>
          <a:xfrm>
            <a:off x="1155831" y="4169988"/>
            <a:ext cx="813600" cy="977433"/>
          </a:xfrm>
          <a:prstGeom prst="rect">
            <a:avLst/>
          </a:prstGeom>
          <a:noFill/>
          <a:ln>
            <a:noFill/>
          </a:ln>
          <a:effectLst>
            <a:outerShdw blurRad="71438" dist="19050" dir="5220000" algn="bl" rotWithShape="0">
              <a:srgbClr val="D8D8D8"/>
            </a:outerShdw>
          </a:effectLst>
        </p:spPr>
      </p:pic>
      <p:sp>
        <p:nvSpPr>
          <p:cNvPr id="734" name="Google Shape;734;g2bee4f4af4b_0_204"/>
          <p:cNvSpPr txBox="1"/>
          <p:nvPr/>
        </p:nvSpPr>
        <p:spPr>
          <a:xfrm>
            <a:off x="3182824" y="5256525"/>
            <a:ext cx="15099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5" name="Google Shape;735;g2bee4f4af4b_0_204"/>
          <p:cNvPicPr preferRelativeResize="0"/>
          <p:nvPr/>
        </p:nvPicPr>
        <p:blipFill rotWithShape="1">
          <a:blip r:embed="rId4">
            <a:alphaModFix/>
          </a:blip>
          <a:srcRect t="149" b="139"/>
          <a:stretch/>
        </p:blipFill>
        <p:spPr>
          <a:xfrm>
            <a:off x="3471754" y="4326104"/>
            <a:ext cx="931973" cy="665199"/>
          </a:xfrm>
          <a:prstGeom prst="rect">
            <a:avLst/>
          </a:prstGeom>
          <a:noFill/>
          <a:ln>
            <a:noFill/>
          </a:ln>
          <a:effectLst>
            <a:outerShdw blurRad="71438" dist="19050" dir="5220000" algn="bl" rotWithShape="0">
              <a:srgbClr val="D8D8D8"/>
            </a:outerShdw>
          </a:effectLst>
        </p:spPr>
      </p:pic>
      <p:sp>
        <p:nvSpPr>
          <p:cNvPr id="736" name="Google Shape;736;g2bee4f4af4b_0_204"/>
          <p:cNvSpPr txBox="1"/>
          <p:nvPr/>
        </p:nvSpPr>
        <p:spPr>
          <a:xfrm>
            <a:off x="2228786"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5">
            <a:alphaModFix/>
          </a:blip>
          <a:srcRect/>
          <a:stretch/>
        </p:blipFill>
        <p:spPr>
          <a:xfrm>
            <a:off x="2442924" y="4232253"/>
            <a:ext cx="614525" cy="852902"/>
          </a:xfrm>
          <a:prstGeom prst="rect">
            <a:avLst/>
          </a:prstGeom>
          <a:noFill/>
          <a:ln>
            <a:noFill/>
          </a:ln>
          <a:effectLst>
            <a:outerShdw blurRad="71438" dist="19050" dir="5220000" algn="bl" rotWithShape="0">
              <a:srgbClr val="D8D8D8"/>
            </a:outerShdw>
          </a:effectLst>
        </p:spPr>
      </p:pic>
      <p:sp>
        <p:nvSpPr>
          <p:cNvPr id="738" name="Google Shape;738;g2bee4f4af4b_0_204">
            <a:hlinkClick r:id="rId6" action="ppaction://hlinksldjump"/>
          </p:cNvPr>
          <p:cNvSpPr/>
          <p:nvPr/>
        </p:nvSpPr>
        <p:spPr>
          <a:xfrm>
            <a:off x="3343800" y="381742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9" name="Google Shape;739;g2bee4f4af4b_0_204">
            <a:hlinkClick r:id="rId7" action="ppaction://hlinksldjump"/>
          </p:cNvPr>
          <p:cNvSpPr/>
          <p:nvPr/>
        </p:nvSpPr>
        <p:spPr>
          <a:xfrm>
            <a:off x="2254896" y="375450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0" name="Google Shape;740;g2bee4f4af4b_0_204">
            <a:hlinkClick r:id="rId8" action="ppaction://hlinksldjump"/>
          </p:cNvPr>
          <p:cNvSpPr/>
          <p:nvPr/>
        </p:nvSpPr>
        <p:spPr>
          <a:xfrm>
            <a:off x="971628" y="376405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7" name="Google Shape;747;g26b641b03cd_0_165"/>
          <p:cNvGrpSpPr/>
          <p:nvPr/>
        </p:nvGrpSpPr>
        <p:grpSpPr>
          <a:xfrm>
            <a:off x="930400" y="2129444"/>
            <a:ext cx="7283200" cy="3724851"/>
            <a:chOff x="930400" y="2129444"/>
            <a:chExt cx="7283200" cy="3724851"/>
          </a:xfrm>
        </p:grpSpPr>
        <p:pic>
          <p:nvPicPr>
            <p:cNvPr id="748" name="Google Shape;74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7" name="Google Shape;777;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9" name="Google Shape;779;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0" name="Google Shape;780;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7" name="Google Shape;787;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2" name="Google Shape;812;g26b7edf6e71_0_109"/>
          <p:cNvGrpSpPr/>
          <p:nvPr/>
        </p:nvGrpSpPr>
        <p:grpSpPr>
          <a:xfrm>
            <a:off x="865957" y="2135925"/>
            <a:ext cx="7282807" cy="2686611"/>
            <a:chOff x="867357" y="2129450"/>
            <a:chExt cx="7282807" cy="2686611"/>
          </a:xfrm>
        </p:grpSpPr>
        <p:pic>
          <p:nvPicPr>
            <p:cNvPr id="813" name="Google Shape;81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3" name="Google Shape;833;g2c298d33e0c_0_6"/>
          <p:cNvGrpSpPr/>
          <p:nvPr/>
        </p:nvGrpSpPr>
        <p:grpSpPr>
          <a:xfrm>
            <a:off x="868300" y="2129450"/>
            <a:ext cx="7281864" cy="2684601"/>
            <a:chOff x="868300" y="2129450"/>
            <a:chExt cx="7281864" cy="2684601"/>
          </a:xfrm>
        </p:grpSpPr>
        <p:pic>
          <p:nvPicPr>
            <p:cNvPr id="834" name="Google Shape;834;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8" name="Google Shape;838;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6b94af6077_0_0"/>
          <p:cNvSpPr txBox="1">
            <a:spLocks noGrp="1"/>
          </p:cNvSpPr>
          <p:nvPr>
            <p:ph type="title"/>
          </p:nvPr>
        </p:nvSpPr>
        <p:spPr>
          <a:xfrm>
            <a:off x="573175" y="582900"/>
            <a:ext cx="79977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br>
              <a:rPr lang="en-US">
                <a:solidFill>
                  <a:schemeClr val="dk1"/>
                </a:solidFill>
              </a:rPr>
            </a:br>
            <a:r>
              <a:rPr lang="en-US">
                <a:solidFill>
                  <a:srgbClr val="2356AF"/>
                </a:solidFill>
              </a:rPr>
              <a:t>said like out have some come what was so old</a:t>
            </a:r>
            <a:r>
              <a:rPr lang="en-US">
                <a:solidFill>
                  <a:schemeClr val="dk1"/>
                </a:solidFill>
              </a:rPr>
              <a:t>.</a:t>
            </a:r>
            <a:endParaRPr/>
          </a:p>
        </p:txBody>
      </p:sp>
      <p:pic>
        <p:nvPicPr>
          <p:cNvPr id="868" name="Google Shape;868;g26b94af6077_0_0"/>
          <p:cNvPicPr preferRelativeResize="0"/>
          <p:nvPr/>
        </p:nvPicPr>
        <p:blipFill rotWithShape="1">
          <a:blip r:embed="rId3">
            <a:alphaModFix/>
          </a:blip>
          <a:srcRect l="39" r="39"/>
          <a:stretch/>
        </p:blipFill>
        <p:spPr>
          <a:xfrm>
            <a:off x="3320730" y="3060270"/>
            <a:ext cx="1148707" cy="822955"/>
          </a:xfrm>
          <a:prstGeom prst="rect">
            <a:avLst/>
          </a:prstGeom>
          <a:noFill/>
          <a:ln>
            <a:noFill/>
          </a:ln>
          <a:effectLst>
            <a:outerShdw blurRad="71438" dist="19050" dir="5400000" algn="bl" rotWithShape="0">
              <a:srgbClr val="000000">
                <a:alpha val="17647"/>
              </a:srgbClr>
            </a:outerShdw>
          </a:effectLst>
        </p:spPr>
      </p:pic>
      <p:pic>
        <p:nvPicPr>
          <p:cNvPr id="869" name="Google Shape;869;g26b94af6077_0_0"/>
          <p:cNvPicPr preferRelativeResize="0"/>
          <p:nvPr/>
        </p:nvPicPr>
        <p:blipFill rotWithShape="1">
          <a:blip r:embed="rId4">
            <a:alphaModFix/>
          </a:blip>
          <a:srcRect l="39" r="39"/>
          <a:stretch/>
        </p:blipFill>
        <p:spPr>
          <a:xfrm>
            <a:off x="4547639" y="3060270"/>
            <a:ext cx="1148707" cy="822955"/>
          </a:xfrm>
          <a:prstGeom prst="rect">
            <a:avLst/>
          </a:prstGeom>
          <a:noFill/>
          <a:ln>
            <a:noFill/>
          </a:ln>
          <a:effectLst>
            <a:outerShdw blurRad="71438" dist="19050" dir="5400000" algn="bl" rotWithShape="0">
              <a:srgbClr val="000000">
                <a:alpha val="17647"/>
              </a:srgbClr>
            </a:outerShdw>
          </a:effectLst>
        </p:spPr>
      </p:pic>
      <p:pic>
        <p:nvPicPr>
          <p:cNvPr id="870" name="Google Shape;870;g26b94af6077_0_0"/>
          <p:cNvPicPr preferRelativeResize="0"/>
          <p:nvPr/>
        </p:nvPicPr>
        <p:blipFill rotWithShape="1">
          <a:blip r:embed="rId5">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71" name="Google Shape;871;g26b94af6077_0_0"/>
          <p:cNvPicPr preferRelativeResize="0"/>
          <p:nvPr/>
        </p:nvPicPr>
        <p:blipFill rotWithShape="1">
          <a:blip r:embed="rId6">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872" name="Google Shape;872;g26b94af6077_0_0"/>
          <p:cNvPicPr preferRelativeResize="0"/>
          <p:nvPr/>
        </p:nvPicPr>
        <p:blipFill rotWithShape="1">
          <a:blip r:embed="rId7">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3" name="Google Shape;873;g26b94af6077_0_0"/>
          <p:cNvPicPr preferRelativeResize="0"/>
          <p:nvPr/>
        </p:nvPicPr>
        <p:blipFill rotWithShape="1">
          <a:blip r:embed="rId8">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74" name="Google Shape;874;g26b94af6077_0_0"/>
          <p:cNvPicPr preferRelativeResize="0"/>
          <p:nvPr/>
        </p:nvPicPr>
        <p:blipFill rotWithShape="1">
          <a:blip r:embed="rId9">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75" name="Google Shape;875;g26b94af6077_0_0"/>
          <p:cNvPicPr preferRelativeResize="0"/>
          <p:nvPr/>
        </p:nvPicPr>
        <p:blipFill rotWithShape="1">
          <a:blip r:embed="rId10">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76" name="Google Shape;876;g26b94af6077_0_0"/>
          <p:cNvPicPr preferRelativeResize="0"/>
          <p:nvPr/>
        </p:nvPicPr>
        <p:blipFill rotWithShape="1">
          <a:blip r:embed="rId11">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77" name="Google Shape;877;g26b94af6077_0_0"/>
          <p:cNvPicPr preferRelativeResize="0"/>
          <p:nvPr/>
        </p:nvPicPr>
        <p:blipFill rotWithShape="1">
          <a:blip r:embed="rId12">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4" name="Google Shape;884;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5" name="Google Shape;885;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92" name="Google Shape;89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3" name="Google Shape;89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0" name="Google Shape;900;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01" name="Google Shape;901;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2" name="Google Shape;902;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3" name="Google Shape;903;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4" name="Google Shape;904;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5" name="Google Shape;905;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6" name="Google Shape;906;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7" name="Google Shape;907;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8" name="Google Shape;908;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9" name="Google Shape;909;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0" name="Google Shape;910;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1" name="Google Shape;911;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2" name="Google Shape;912;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3" name="Google Shape;913;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4" name="Google Shape;914;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15" name="Google Shape;915;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6" name="Google Shape;916;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7" name="Google Shape;917;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8" name="Google Shape;918;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19" name="Google Shape;919;g2c4feb0fda9_1_0"/>
          <p:cNvSpPr/>
          <p:nvPr/>
        </p:nvSpPr>
        <p:spPr>
          <a:xfrm>
            <a:off x="3592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0" name="Google Shape;920;g2c4feb0fda9_1_0"/>
          <p:cNvSpPr/>
          <p:nvPr/>
        </p:nvSpPr>
        <p:spPr>
          <a:xfrm>
            <a:off x="603063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1" name="Google Shape;921;g2c4feb0fda9_1_0"/>
          <p:cNvSpPr txBox="1"/>
          <p:nvPr/>
        </p:nvSpPr>
        <p:spPr>
          <a:xfrm>
            <a:off x="546098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22" name="Google Shape;922;g2c4feb0fda9_1_0"/>
          <p:cNvSpPr txBox="1"/>
          <p:nvPr/>
        </p:nvSpPr>
        <p:spPr>
          <a:xfrm>
            <a:off x="3022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23" name="Google Shape;923;g2c4feb0fda9_1_0"/>
          <p:cNvSpPr/>
          <p:nvPr/>
        </p:nvSpPr>
        <p:spPr>
          <a:xfrm>
            <a:off x="272331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c4feb0fda9_1_0"/>
          <p:cNvSpPr txBox="1"/>
          <p:nvPr/>
        </p:nvSpPr>
        <p:spPr>
          <a:xfrm>
            <a:off x="215361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25" name="Google Shape;925;g2c4feb0fda9_1_0"/>
          <p:cNvSpPr/>
          <p:nvPr/>
        </p:nvSpPr>
        <p:spPr>
          <a:xfrm>
            <a:off x="4252134" y="4011900"/>
            <a:ext cx="13185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4feb0fda9_1_0"/>
          <p:cNvSpPr txBox="1"/>
          <p:nvPr/>
        </p:nvSpPr>
        <p:spPr>
          <a:xfrm>
            <a:off x="3892787" y="1306913"/>
            <a:ext cx="2136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00904C"/>
                </a:solidFill>
                <a:latin typeface="Poppins"/>
                <a:ea typeface="Poppins"/>
                <a:cs typeface="Poppins"/>
                <a:sym typeface="Poppins"/>
              </a:rPr>
              <a:t>a</a:t>
            </a:r>
            <a:r>
              <a:rPr lang="en-US" sz="15000" b="0" i="0" u="none" strike="noStrike" cap="none">
                <a:solidFill>
                  <a:srgbClr val="00904C"/>
                </a:solidFill>
                <a:latin typeface="Jost"/>
                <a:ea typeface="Jost"/>
                <a:cs typeface="Jost"/>
                <a:sym typeface="Jost"/>
              </a:rPr>
              <a:t>i</a:t>
            </a:r>
            <a:endParaRPr sz="14000" b="0" i="0" u="none" strike="noStrike" cap="none">
              <a:solidFill>
                <a:srgbClr val="00904C"/>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d064a8c215_0_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3" name="Google Shape;933;g2d064a8c215_0_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4" name="Google Shape;934;g2d064a8c215_0_45"/>
          <p:cNvSpPr/>
          <p:nvPr/>
        </p:nvSpPr>
        <p:spPr>
          <a:xfrm>
            <a:off x="3134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5" name="Google Shape;935;g2d064a8c215_0_45"/>
          <p:cNvSpPr/>
          <p:nvPr/>
        </p:nvSpPr>
        <p:spPr>
          <a:xfrm>
            <a:off x="6380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6" name="Google Shape;936;g2d064a8c215_0_4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7" name="Google Shape;937;g2d064a8c215_0_45"/>
          <p:cNvSpPr txBox="1">
            <a:spLocks noGrp="1"/>
          </p:cNvSpPr>
          <p:nvPr>
            <p:ph type="subTitle" idx="4294967295"/>
          </p:nvPr>
        </p:nvSpPr>
        <p:spPr>
          <a:xfrm>
            <a:off x="5811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38" name="Google Shape;938;g2d064a8c215_0_45"/>
          <p:cNvSpPr txBox="1">
            <a:spLocks noGrp="1"/>
          </p:cNvSpPr>
          <p:nvPr>
            <p:ph type="subTitle" idx="4294967295"/>
          </p:nvPr>
        </p:nvSpPr>
        <p:spPr>
          <a:xfrm>
            <a:off x="2565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39" name="Google Shape;939;g2d064a8c215_0_45"/>
          <p:cNvSpPr txBox="1">
            <a:spLocks noGrp="1"/>
          </p:cNvSpPr>
          <p:nvPr>
            <p:ph type="subTitle" idx="4294967295"/>
          </p:nvPr>
        </p:nvSpPr>
        <p:spPr>
          <a:xfrm>
            <a:off x="3350100" y="1308025"/>
            <a:ext cx="2919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ow</a:t>
            </a:r>
            <a:endParaRPr sz="15000" b="0" i="0" u="none" strike="noStrike" cap="none">
              <a:solidFill>
                <a:srgbClr val="815137"/>
              </a:solidFill>
              <a:latin typeface="Jost"/>
              <a:ea typeface="Jost"/>
              <a:cs typeface="Jost"/>
              <a:sym typeface="Jost"/>
            </a:endParaRPr>
          </a:p>
        </p:txBody>
      </p:sp>
      <p:sp>
        <p:nvSpPr>
          <p:cNvPr id="940" name="Google Shape;940;g2d064a8c215_0_4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d064a8c215_0_4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d064a8c215_0_4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d064a8c215_0_4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4" name="Google Shape;944;g2d064a8c215_0_4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5" name="Google Shape;945;g2d064a8c215_0_4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6" name="Google Shape;946;g2d064a8c215_0_4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7" name="Google Shape;947;g2d064a8c215_0_4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8" name="Google Shape;948;g2d064a8c215_0_4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9" name="Google Shape;949;g2d064a8c215_0_4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0" name="Google Shape;950;g2d064a8c215_0_45"/>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1" name="Google Shape;951;g2d064a8c215_0_4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2" name="Google Shape;952;g2d064a8c215_0_4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3" name="Google Shape;953;g2d064a8c215_0_4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4" name="Google Shape;954;g2d064a8c215_0_45"/>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d064a8c215_0_4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d064a8c215_0_4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7" name="Google Shape;957;g2d064a8c215_0_45"/>
          <p:cNvSpPr/>
          <p:nvPr/>
        </p:nvSpPr>
        <p:spPr>
          <a:xfrm>
            <a:off x="2372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8" name="Google Shape;958;g2d064a8c215_0_45"/>
          <p:cNvSpPr txBox="1">
            <a:spLocks noGrp="1"/>
          </p:cNvSpPr>
          <p:nvPr>
            <p:ph type="subTitle" idx="4294967295"/>
          </p:nvPr>
        </p:nvSpPr>
        <p:spPr>
          <a:xfrm>
            <a:off x="1803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59" name="Google Shape;959;g2d064a8c215_0_45"/>
          <p:cNvSpPr/>
          <p:nvPr/>
        </p:nvSpPr>
        <p:spPr>
          <a:xfrm>
            <a:off x="3763050" y="4056375"/>
            <a:ext cx="20934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815137"/>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g2d064a8c215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6" name="Google Shape;966;g2d064a8c215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7" name="Google Shape;967;g2d064a8c215_0_13"/>
          <p:cNvSpPr/>
          <p:nvPr/>
        </p:nvSpPr>
        <p:spPr>
          <a:xfrm>
            <a:off x="319584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8" name="Google Shape;968;g2d064a8c215_0_13"/>
          <p:cNvSpPr/>
          <p:nvPr/>
        </p:nvSpPr>
        <p:spPr>
          <a:xfrm>
            <a:off x="643462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9" name="Google Shape;969;g2d064a8c215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0" name="Google Shape;970;g2d064a8c215_0_13"/>
          <p:cNvSpPr txBox="1">
            <a:spLocks noGrp="1"/>
          </p:cNvSpPr>
          <p:nvPr>
            <p:ph type="subTitle" idx="4294967295"/>
          </p:nvPr>
        </p:nvSpPr>
        <p:spPr>
          <a:xfrm>
            <a:off x="586497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71" name="Google Shape;971;g2d064a8c215_0_13"/>
          <p:cNvSpPr txBox="1">
            <a:spLocks noGrp="1"/>
          </p:cNvSpPr>
          <p:nvPr>
            <p:ph type="subTitle" idx="4294967295"/>
          </p:nvPr>
        </p:nvSpPr>
        <p:spPr>
          <a:xfrm>
            <a:off x="262614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72" name="Google Shape;972;g2d064a8c215_0_13"/>
          <p:cNvSpPr txBox="1">
            <a:spLocks noGrp="1"/>
          </p:cNvSpPr>
          <p:nvPr>
            <p:ph type="subTitle" idx="4294967295"/>
          </p:nvPr>
        </p:nvSpPr>
        <p:spPr>
          <a:xfrm>
            <a:off x="3609359" y="1308025"/>
            <a:ext cx="2568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ow</a:t>
            </a:r>
            <a:endParaRPr sz="15000" b="0" i="0" u="none" strike="noStrike" cap="none">
              <a:solidFill>
                <a:srgbClr val="815137"/>
              </a:solidFill>
              <a:latin typeface="Jost"/>
              <a:ea typeface="Jost"/>
              <a:cs typeface="Jost"/>
              <a:sym typeface="Jost"/>
            </a:endParaRPr>
          </a:p>
        </p:txBody>
      </p:sp>
      <p:sp>
        <p:nvSpPr>
          <p:cNvPr id="973" name="Google Shape;973;g2d064a8c215_0_1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d064a8c215_0_1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d064a8c215_0_1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d064a8c215_0_1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d064a8c215_0_1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d064a8c215_0_1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9" name="Google Shape;979;g2d064a8c215_0_1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0" name="Google Shape;980;g2d064a8c215_0_1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1" name="Google Shape;981;g2d064a8c215_0_1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2" name="Google Shape;982;g2d064a8c215_0_1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3" name="Google Shape;983;g2d064a8c215_0_13"/>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4" name="Google Shape;984;g2d064a8c215_0_1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5" name="Google Shape;985;g2d064a8c215_0_1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6" name="Google Shape;986;g2d064a8c215_0_1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7" name="Google Shape;987;g2d064a8c215_0_13"/>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d064a8c215_0_1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d064a8c215_0_1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90" name="Google Shape;990;g2d064a8c215_0_13"/>
          <p:cNvSpPr/>
          <p:nvPr/>
        </p:nvSpPr>
        <p:spPr>
          <a:xfrm>
            <a:off x="231932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1" name="Google Shape;991;g2d064a8c215_0_13"/>
          <p:cNvSpPr txBox="1">
            <a:spLocks noGrp="1"/>
          </p:cNvSpPr>
          <p:nvPr>
            <p:ph type="subTitle" idx="4294967295"/>
          </p:nvPr>
        </p:nvSpPr>
        <p:spPr>
          <a:xfrm>
            <a:off x="174962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92" name="Google Shape;992;g2d064a8c215_0_13"/>
          <p:cNvSpPr/>
          <p:nvPr/>
        </p:nvSpPr>
        <p:spPr>
          <a:xfrm>
            <a:off x="3957809" y="4056375"/>
            <a:ext cx="19887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99" name="Google Shape;99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0" name="Google Shape;100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7" name="Google Shape;1007;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8" name="Google Shape;1008;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09" name="Google Shape;100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6" name="Google Shape;101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7" name="Google Shape;1017;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8" name="Google Shape;101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5" name="Google Shape;1025;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6" name="Google Shape;1026;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7" name="Google Shape;1027;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4" name="Google Shape;103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5" name="Google Shape;1035;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6" name="Google Shape;103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g26b641b03cd_0_301"/>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3" name="Google Shape;104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4" name="Google Shape;1044;g26b641b03cd_0_301"/>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5" name="Google Shape;1045;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g26b641b03cd_0_308"/>
          <p:cNvSpPr txBox="1">
            <a:spLocks noGrp="1"/>
          </p:cNvSpPr>
          <p:nvPr>
            <p:ph type="title"/>
          </p:nvPr>
        </p:nvSpPr>
        <p:spPr>
          <a:xfrm>
            <a:off x="993175" y="5568500"/>
            <a:ext cx="71577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2" name="Google Shape;105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3" name="Google Shape;1053;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54" name="Google Shape;105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g2d064a8c215_0_77"/>
          <p:cNvSpPr txBox="1">
            <a:spLocks noGrp="1"/>
          </p:cNvSpPr>
          <p:nvPr>
            <p:ph type="title"/>
          </p:nvPr>
        </p:nvSpPr>
        <p:spPr>
          <a:xfrm>
            <a:off x="986725" y="5568500"/>
            <a:ext cx="7170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1" name="Google Shape;1061;g2d064a8c215_0_7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2" name="Google Shape;1062;g2d064a8c215_0_77"/>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3" name="Google Shape;1063;g2d064a8c215_0_7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g2d064a8c215_0_85"/>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0" name="Google Shape;1070;g2d064a8c215_0_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1" name="Google Shape;1071;g2d064a8c215_0_85"/>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2" name="Google Shape;1072;g2d064a8c215_0_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9" name="Google Shape;107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0" name="Google Shape;1080;g1f3daf8a844_0_64"/>
          <p:cNvGrpSpPr/>
          <p:nvPr/>
        </p:nvGrpSpPr>
        <p:grpSpPr>
          <a:xfrm>
            <a:off x="3024000" y="209875"/>
            <a:ext cx="3096000" cy="454800"/>
            <a:chOff x="3024000" y="209875"/>
            <a:chExt cx="3096000" cy="454800"/>
          </a:xfrm>
        </p:grpSpPr>
        <p:sp>
          <p:nvSpPr>
            <p:cNvPr id="1081" name="Google Shape;108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2" name="Google Shape;108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3" name="Google Shape;108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4" name="Google Shape;1084;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5" name="Google Shape;1085;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6" name="Google Shape;108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7" name="Google Shape;1087;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8" name="Google Shape;1088;g1f3daf8a844_0_64"/>
          <p:cNvSpPr txBox="1"/>
          <p:nvPr/>
        </p:nvSpPr>
        <p:spPr>
          <a:xfrm>
            <a:off x="2366459" y="960050"/>
            <a:ext cx="6900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89" name="Google Shape;1089;g1f3daf8a844_0_64"/>
          <p:cNvSpPr txBox="1"/>
          <p:nvPr/>
        </p:nvSpPr>
        <p:spPr>
          <a:xfrm>
            <a:off x="6087596" y="960050"/>
            <a:ext cx="6900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90" name="Google Shape;109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91" name="Google Shape;1091;g1f3daf8a844_0_64"/>
          <p:cNvSpPr txBox="1"/>
          <p:nvPr/>
        </p:nvSpPr>
        <p:spPr>
          <a:xfrm>
            <a:off x="3224218" y="960050"/>
            <a:ext cx="980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
        <p:nvSpPr>
          <p:cNvPr id="1092" name="Google Shape;1092;g1f3daf8a844_0_64"/>
          <p:cNvSpPr txBox="1"/>
          <p:nvPr/>
        </p:nvSpPr>
        <p:spPr>
          <a:xfrm>
            <a:off x="4372078" y="960050"/>
            <a:ext cx="6900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3" name="Google Shape;1093;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ir</a:t>
            </a:r>
            <a:endParaRPr sz="5500" b="0" i="0" u="none" strike="noStrike" cap="none">
              <a:solidFill>
                <a:srgbClr val="993FA2"/>
              </a:solidFill>
              <a:latin typeface="Jost"/>
              <a:ea typeface="Jost"/>
              <a:cs typeface="Jost"/>
              <a:sym typeface="Jost"/>
            </a:endParaRPr>
          </a:p>
        </p:txBody>
      </p:sp>
      <p:sp>
        <p:nvSpPr>
          <p:cNvPr id="1094" name="Google Shape;1094;g1f3daf8a844_0_64"/>
          <p:cNvSpPr txBox="1"/>
          <p:nvPr/>
        </p:nvSpPr>
        <p:spPr>
          <a:xfrm>
            <a:off x="229399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5" name="Google Shape;1095;g1f3daf8a844_0_64"/>
          <p:cNvSpPr txBox="1"/>
          <p:nvPr/>
        </p:nvSpPr>
        <p:spPr>
          <a:xfrm>
            <a:off x="583246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FFD403"/>
              </a:solidFill>
              <a:latin typeface="Jost"/>
              <a:ea typeface="Jost"/>
              <a:cs typeface="Jost"/>
              <a:sym typeface="Jost"/>
            </a:endParaRPr>
          </a:p>
        </p:txBody>
      </p:sp>
      <p:sp>
        <p:nvSpPr>
          <p:cNvPr id="1096" name="Google Shape;1096;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D"/>
                </a:solidFill>
                <a:latin typeface="Jost"/>
                <a:ea typeface="Jost"/>
                <a:cs typeface="Jost"/>
                <a:sym typeface="Jost"/>
              </a:rPr>
              <a:t>o</a:t>
            </a:r>
            <a:r>
              <a:rPr lang="en-US" sz="4800" b="0" i="0" u="none" strike="noStrike" cap="none">
                <a:solidFill>
                  <a:srgbClr val="00904C"/>
                </a:solidFill>
                <a:latin typeface="Poppins"/>
                <a:ea typeface="Poppins"/>
                <a:cs typeface="Poppins"/>
                <a:sym typeface="Poppins"/>
              </a:rPr>
              <a:t>a</a:t>
            </a:r>
            <a:endParaRPr sz="5500" b="0" i="0" u="none" strike="noStrike" cap="none">
              <a:solidFill>
                <a:srgbClr val="00904C"/>
              </a:solidFill>
              <a:latin typeface="Jost"/>
              <a:ea typeface="Jost"/>
              <a:cs typeface="Jost"/>
              <a:sym typeface="Jost"/>
            </a:endParaRPr>
          </a:p>
        </p:txBody>
      </p:sp>
      <p:sp>
        <p:nvSpPr>
          <p:cNvPr id="1097" name="Google Shape;1097;g1f3daf8a844_0_64"/>
          <p:cNvSpPr txBox="1"/>
          <p:nvPr/>
        </p:nvSpPr>
        <p:spPr>
          <a:xfrm>
            <a:off x="3406882" y="2160375"/>
            <a:ext cx="1217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ow</a:t>
            </a:r>
            <a:endParaRPr sz="5500" b="0" i="0" u="none" strike="noStrike" cap="none">
              <a:solidFill>
                <a:srgbClr val="815137"/>
              </a:solidFill>
              <a:latin typeface="Jost"/>
              <a:ea typeface="Jost"/>
              <a:cs typeface="Jost"/>
              <a:sym typeface="Jost"/>
            </a:endParaRPr>
          </a:p>
        </p:txBody>
      </p:sp>
      <p:sp>
        <p:nvSpPr>
          <p:cNvPr id="1098" name="Google Shape;1098;g1f3daf8a844_0_64"/>
          <p:cNvSpPr txBox="1"/>
          <p:nvPr/>
        </p:nvSpPr>
        <p:spPr>
          <a:xfrm>
            <a:off x="471957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99" name="Google Shape;1099;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D"/>
                </a:solidFill>
                <a:latin typeface="Jost"/>
                <a:ea typeface="Jost"/>
                <a:cs typeface="Jost"/>
                <a:sym typeface="Jost"/>
              </a:rPr>
              <a:t>ee</a:t>
            </a:r>
            <a:endParaRPr sz="5500" b="0" i="0" u="none" strike="noStrike" cap="none">
              <a:solidFill>
                <a:srgbClr val="00904D"/>
              </a:solidFill>
              <a:latin typeface="Jost"/>
              <a:ea typeface="Jost"/>
              <a:cs typeface="Jost"/>
              <a:sym typeface="Jost"/>
            </a:endParaRPr>
          </a:p>
        </p:txBody>
      </p:sp>
      <p:sp>
        <p:nvSpPr>
          <p:cNvPr id="1100" name="Google Shape;1100;g1f3daf8a844_0_64"/>
          <p:cNvSpPr txBox="1"/>
          <p:nvPr/>
        </p:nvSpPr>
        <p:spPr>
          <a:xfrm>
            <a:off x="5229837" y="960050"/>
            <a:ext cx="6900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cxnSp>
        <p:nvCxnSpPr>
          <p:cNvPr id="1101" name="Google Shape;1101;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g2d064a8c215_0_9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8" name="Google Shape;1108;g2d064a8c215_0_9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9" name="Google Shape;1109;g2d064a8c215_0_95"/>
          <p:cNvGrpSpPr/>
          <p:nvPr/>
        </p:nvGrpSpPr>
        <p:grpSpPr>
          <a:xfrm>
            <a:off x="3024000" y="209875"/>
            <a:ext cx="3096000" cy="454800"/>
            <a:chOff x="3024000" y="209875"/>
            <a:chExt cx="3096000" cy="454800"/>
          </a:xfrm>
        </p:grpSpPr>
        <p:sp>
          <p:nvSpPr>
            <p:cNvPr id="1110" name="Google Shape;1110;g2d064a8c215_0_9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1" name="Google Shape;1111;g2d064a8c215_0_9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2" name="Google Shape;1112;g2d064a8c215_0_95"/>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13" name="Google Shape;1113;g2d064a8c215_0_95"/>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droop fl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ir flo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frown green gro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a:t>
            </a:r>
            <a:endParaRPr sz="1800" b="0" i="0" u="none" strike="noStrike" cap="none">
              <a:solidFill>
                <a:srgbClr val="B7B7B7"/>
              </a:solidFill>
              <a:latin typeface="Jost"/>
              <a:ea typeface="Jost"/>
              <a:cs typeface="Jost"/>
              <a:sym typeface="Jost"/>
            </a:endParaRPr>
          </a:p>
        </p:txBody>
      </p:sp>
      <p:cxnSp>
        <p:nvCxnSpPr>
          <p:cNvPr id="1114" name="Google Shape;1114;g2d064a8c215_0_95"/>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5" name="Google Shape;1115;g2d064a8c215_0_95"/>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6" name="Google Shape;1116;g2d064a8c215_0_95"/>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7" name="Google Shape;1117;g2d064a8c215_0_95"/>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8" name="Google Shape;1118;g2d064a8c215_0_95"/>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9" name="Google Shape;1119;g2d064a8c215_0_95"/>
          <p:cNvSpPr txBox="1"/>
          <p:nvPr/>
        </p:nvSpPr>
        <p:spPr>
          <a:xfrm>
            <a:off x="2366459" y="960050"/>
            <a:ext cx="6900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20" name="Google Shape;1120;g2d064a8c215_0_95"/>
          <p:cNvSpPr txBox="1"/>
          <p:nvPr/>
        </p:nvSpPr>
        <p:spPr>
          <a:xfrm>
            <a:off x="6087596" y="960050"/>
            <a:ext cx="6900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21" name="Google Shape;1121;g2d064a8c215_0_95"/>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22" name="Google Shape;1122;g2d064a8c215_0_95"/>
          <p:cNvSpPr txBox="1"/>
          <p:nvPr/>
        </p:nvSpPr>
        <p:spPr>
          <a:xfrm>
            <a:off x="3224218" y="960050"/>
            <a:ext cx="980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
        <p:nvSpPr>
          <p:cNvPr id="1123" name="Google Shape;1123;g2d064a8c215_0_95"/>
          <p:cNvSpPr txBox="1"/>
          <p:nvPr/>
        </p:nvSpPr>
        <p:spPr>
          <a:xfrm>
            <a:off x="4372078" y="960050"/>
            <a:ext cx="6900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cxnSp>
        <p:nvCxnSpPr>
          <p:cNvPr id="1124" name="Google Shape;1124;g2d064a8c215_0_95"/>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5" name="Google Shape;1125;g2d064a8c215_0_95"/>
          <p:cNvSpPr txBox="1"/>
          <p:nvPr/>
        </p:nvSpPr>
        <p:spPr>
          <a:xfrm>
            <a:off x="229399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6" name="Google Shape;1126;g2d064a8c215_0_95"/>
          <p:cNvSpPr txBox="1"/>
          <p:nvPr/>
        </p:nvSpPr>
        <p:spPr>
          <a:xfrm>
            <a:off x="583246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FFD403"/>
              </a:solidFill>
              <a:latin typeface="Jost"/>
              <a:ea typeface="Jost"/>
              <a:cs typeface="Jost"/>
              <a:sym typeface="Jost"/>
            </a:endParaRPr>
          </a:p>
        </p:txBody>
      </p:sp>
      <p:sp>
        <p:nvSpPr>
          <p:cNvPr id="1127" name="Google Shape;1127;g2d064a8c215_0_95"/>
          <p:cNvSpPr txBox="1"/>
          <p:nvPr/>
        </p:nvSpPr>
        <p:spPr>
          <a:xfrm>
            <a:off x="3406882" y="2160375"/>
            <a:ext cx="1217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ow</a:t>
            </a:r>
            <a:endParaRPr sz="5500" b="0" i="0" u="none" strike="noStrike" cap="none">
              <a:solidFill>
                <a:srgbClr val="815137"/>
              </a:solidFill>
              <a:latin typeface="Jost"/>
              <a:ea typeface="Jost"/>
              <a:cs typeface="Jost"/>
              <a:sym typeface="Jost"/>
            </a:endParaRPr>
          </a:p>
        </p:txBody>
      </p:sp>
      <p:sp>
        <p:nvSpPr>
          <p:cNvPr id="1128" name="Google Shape;1128;g2d064a8c215_0_95"/>
          <p:cNvSpPr txBox="1"/>
          <p:nvPr/>
        </p:nvSpPr>
        <p:spPr>
          <a:xfrm>
            <a:off x="471957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9" name="Google Shape;1129;g2d064a8c215_0_95"/>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D"/>
                </a:solidFill>
                <a:latin typeface="Jost"/>
                <a:ea typeface="Jost"/>
                <a:cs typeface="Jost"/>
                <a:sym typeface="Jost"/>
              </a:rPr>
              <a:t>ee</a:t>
            </a:r>
            <a:endParaRPr sz="5500" b="0" i="0" u="none" strike="noStrike" cap="none">
              <a:solidFill>
                <a:srgbClr val="00904D"/>
              </a:solidFill>
              <a:latin typeface="Jost"/>
              <a:ea typeface="Jost"/>
              <a:cs typeface="Jost"/>
              <a:sym typeface="Jost"/>
            </a:endParaRPr>
          </a:p>
        </p:txBody>
      </p:sp>
      <p:sp>
        <p:nvSpPr>
          <p:cNvPr id="1130" name="Google Shape;1130;g2d064a8c215_0_95"/>
          <p:cNvSpPr txBox="1"/>
          <p:nvPr/>
        </p:nvSpPr>
        <p:spPr>
          <a:xfrm>
            <a:off x="5229837" y="960050"/>
            <a:ext cx="6900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31" name="Google Shape;1131;g2d064a8c215_0_95"/>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ir</a:t>
            </a:r>
            <a:endParaRPr sz="5500" b="0" i="0" u="none" strike="noStrike" cap="none">
              <a:solidFill>
                <a:srgbClr val="993FA2"/>
              </a:solidFill>
              <a:latin typeface="Jost"/>
              <a:ea typeface="Jost"/>
              <a:cs typeface="Jost"/>
              <a:sym typeface="Jost"/>
            </a:endParaRPr>
          </a:p>
        </p:txBody>
      </p:sp>
      <p:sp>
        <p:nvSpPr>
          <p:cNvPr id="1132" name="Google Shape;1132;g2d064a8c215_0_95"/>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D"/>
                </a:solidFill>
                <a:latin typeface="Jost"/>
                <a:ea typeface="Jost"/>
                <a:cs typeface="Jost"/>
                <a:sym typeface="Jost"/>
              </a:rPr>
              <a:t>o</a:t>
            </a:r>
            <a:r>
              <a:rPr lang="en-US" sz="4800" b="0" i="0" u="none" strike="noStrike" cap="none">
                <a:solidFill>
                  <a:srgbClr val="00904C"/>
                </a:solidFill>
                <a:latin typeface="Poppins"/>
                <a:ea typeface="Poppins"/>
                <a:cs typeface="Poppins"/>
                <a:sym typeface="Poppins"/>
              </a:rPr>
              <a:t>a</a:t>
            </a:r>
            <a:endParaRPr sz="5500" b="0" i="0" u="none" strike="noStrike" cap="none">
              <a:solidFill>
                <a:srgbClr val="00904C"/>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529</Words>
  <Application>Microsoft Office PowerPoint</Application>
  <PresentationFormat>On-screen Show (4:3)</PresentationFormat>
  <Paragraphs>156</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Calibri</vt:lpstr>
      <vt:lpstr>Poppins Medium</vt:lpstr>
      <vt:lpstr>Poppins</vt:lpstr>
      <vt:lpstr>Poppins SemiBold</vt:lpstr>
      <vt:lpstr>Arial</vt:lpstr>
      <vt:lpstr>Jost</vt:lpstr>
      <vt:lpstr>Nunito Black</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vt:lpstr>
      <vt:lpstr>Review Alphabet Song</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2026-05-20T01:42:48Z</dcterms:modified>
</cp:coreProperties>
</file>