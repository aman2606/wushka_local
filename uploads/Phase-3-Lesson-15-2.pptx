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6858000" type="screen4x3"/>
  <p:notesSz cx="6858000" cy="9144000"/>
  <p:embeddedFontLst>
    <p:embeddedFont>
      <p:font typeface="Jost" panose="020B0604020202020204" charset="0"/>
      <p:regular r:id="rId18"/>
      <p:bold r:id="rId19"/>
      <p:italic r:id="rId20"/>
      <p:boldItalic r:id="rId21"/>
    </p:embeddedFont>
    <p:embeddedFont>
      <p:font typeface="Lexend Light" panose="020B0604020202020204" charset="0"/>
      <p:regular r:id="rId22"/>
      <p:bold r:id="rId23"/>
    </p:embeddedFont>
    <p:embeddedFont>
      <p:font typeface="Mulish" panose="020B0604020202020204" charset="0"/>
      <p:regular r:id="rId24"/>
      <p:bold r:id="rId25"/>
      <p:italic r:id="rId26"/>
      <p:boldItalic r:id="rId27"/>
    </p:embeddedFont>
    <p:embeddedFont>
      <p:font typeface="Nunito Black" pitchFamily="2" charset="0"/>
      <p:bold r:id="rId28"/>
      <p:boldItalic r:id="rId29"/>
    </p:embeddedFont>
    <p:embeddedFont>
      <p:font typeface="Poppins" panose="00000500000000000000" pitchFamily="2" charset="0"/>
      <p:regular r:id="rId30"/>
      <p:bold r:id="rId31"/>
      <p:italic r:id="rId32"/>
      <p:boldItalic r:id="rId33"/>
    </p:embeddedFont>
    <p:embeddedFont>
      <p:font typeface="Poppins Medium" panose="00000600000000000000" pitchFamily="2" charset="0"/>
      <p:regular r:id="rId34"/>
      <p:bold r:id="rId35"/>
      <p:italic r:id="rId36"/>
      <p:boldItalic r:id="rId37"/>
    </p:embeddedFont>
    <p:embeddedFont>
      <p:font typeface="Poppins SemiBold" panose="00000700000000000000" pitchFamily="2"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8" roundtripDataSignature="AMtx7mid7jOYmmX6lgFnF6ECaXGnhPMw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F95AC55-E63D-490E-BABF-4D2F1CA20D68}">
  <a:tblStyle styleId="{7F95AC55-E63D-490E-BABF-4D2F1CA20D68}"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9" Type="http://schemas.openxmlformats.org/officeDocument/2006/relationships/font" Target="fonts/font22.fntdata"/><Relationship Id="rId21" Type="http://schemas.openxmlformats.org/officeDocument/2006/relationships/font" Target="fonts/font4.fntdata"/><Relationship Id="rId34" Type="http://schemas.openxmlformats.org/officeDocument/2006/relationships/font" Target="fonts/font17.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font" Target="fonts/font15.fntdata"/><Relationship Id="rId37" Type="http://schemas.openxmlformats.org/officeDocument/2006/relationships/font" Target="fonts/font20.fntdata"/><Relationship Id="rId40" Type="http://schemas.openxmlformats.org/officeDocument/2006/relationships/font" Target="fonts/font2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36" Type="http://schemas.openxmlformats.org/officeDocument/2006/relationships/font" Target="fonts/font19.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font" Target="fonts/font14.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font" Target="fonts/font18.fntdata"/><Relationship Id="rId48" Type="http://customschemas.google.com/relationships/presentationmetadata" Target="meta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font" Target="fonts/font16.fntdata"/><Relationship Id="rId38" Type="http://schemas.openxmlformats.org/officeDocument/2006/relationships/font" Target="fonts/font21.fntdata"/><Relationship Id="rId20" Type="http://schemas.openxmlformats.org/officeDocument/2006/relationships/font" Target="fonts/font3.fntdata"/><Relationship Id="rId41" Type="http://schemas.openxmlformats.org/officeDocument/2006/relationships/font" Target="fonts/font2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8" name="Google Shape;708;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7"/>
        <p:cNvGrpSpPr/>
        <p:nvPr/>
      </p:nvGrpSpPr>
      <p:grpSpPr>
        <a:xfrm>
          <a:off x="0" y="0"/>
          <a:ext cx="0" cy="0"/>
          <a:chOff x="0" y="0"/>
          <a:chExt cx="0" cy="0"/>
        </a:xfrm>
      </p:grpSpPr>
      <p:sp>
        <p:nvSpPr>
          <p:cNvPr id="718" name="Google Shape;718;g26c91cd4287_0_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9" name="Google Shape;719;g26c91cd4287_0_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0" name="Google Shape;720;g26c91cd4287_0_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p:cNvGrpSpPr/>
        <p:nvPr/>
      </p:nvGrpSpPr>
      <p:grpSpPr>
        <a:xfrm>
          <a:off x="0" y="0"/>
          <a:ext cx="0" cy="0"/>
          <a:chOff x="0" y="0"/>
          <a:chExt cx="0" cy="0"/>
        </a:xfrm>
      </p:grpSpPr>
      <p:sp>
        <p:nvSpPr>
          <p:cNvPr id="734" name="Google Shape;734;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5" name="Google Shape;735;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6" name="Google Shape;736;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3"/>
        <p:cNvGrpSpPr/>
        <p:nvPr/>
      </p:nvGrpSpPr>
      <p:grpSpPr>
        <a:xfrm>
          <a:off x="0" y="0"/>
          <a:ext cx="0" cy="0"/>
          <a:chOff x="0" y="0"/>
          <a:chExt cx="0" cy="0"/>
        </a:xfrm>
      </p:grpSpPr>
      <p:sp>
        <p:nvSpPr>
          <p:cNvPr id="764" name="Google Shape;764;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5" name="Google Shape;765;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6" name="Google Shape;766;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6"/>
        <p:cNvGrpSpPr/>
        <p:nvPr/>
      </p:nvGrpSpPr>
      <p:grpSpPr>
        <a:xfrm>
          <a:off x="0" y="0"/>
          <a:ext cx="0" cy="0"/>
          <a:chOff x="0" y="0"/>
          <a:chExt cx="0" cy="0"/>
        </a:xfrm>
      </p:grpSpPr>
      <p:sp>
        <p:nvSpPr>
          <p:cNvPr id="777" name="Google Shape;777;g26c91939511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8" name="Google Shape;778;g26c91939511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9" name="Google Shape;779;g26c91939511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7"/>
        <p:cNvGrpSpPr/>
        <p:nvPr/>
      </p:nvGrpSpPr>
      <p:grpSpPr>
        <a:xfrm>
          <a:off x="0" y="0"/>
          <a:ext cx="0" cy="0"/>
          <a:chOff x="0" y="0"/>
          <a:chExt cx="0" cy="0"/>
        </a:xfrm>
      </p:grpSpPr>
      <p:sp>
        <p:nvSpPr>
          <p:cNvPr id="798" name="Google Shape;798;g26c91cd4287_0_75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9" name="Google Shape;799;g26c91cd4287_0_75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0" name="Google Shape;800;g26c91cd4287_0_75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p:cNvGrpSpPr/>
        <p:nvPr/>
      </p:nvGrpSpPr>
      <p:grpSpPr>
        <a:xfrm>
          <a:off x="0" y="0"/>
          <a:ext cx="0" cy="0"/>
          <a:chOff x="0" y="0"/>
          <a:chExt cx="0" cy="0"/>
        </a:xfrm>
      </p:grpSpPr>
      <p:sp>
        <p:nvSpPr>
          <p:cNvPr id="806" name="Google Shape;806;g26c91cd4287_0_76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7" name="Google Shape;807;g26c91cd4287_0_76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8" name="Google Shape;808;g26c91cd4287_0_76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3"/>
        <p:cNvGrpSpPr/>
        <p:nvPr/>
      </p:nvGrpSpPr>
      <p:grpSpPr>
        <a:xfrm>
          <a:off x="0" y="0"/>
          <a:ext cx="0" cy="0"/>
          <a:chOff x="0" y="0"/>
          <a:chExt cx="0" cy="0"/>
        </a:xfrm>
      </p:grpSpPr>
      <p:sp>
        <p:nvSpPr>
          <p:cNvPr id="814" name="Google Shape;814;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5" name="Google Shape;815;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6" name="Google Shape;816;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2"/>
        <p:cNvGrpSpPr/>
        <p:nvPr/>
      </p:nvGrpSpPr>
      <p:grpSpPr>
        <a:xfrm>
          <a:off x="0" y="0"/>
          <a:ext cx="0" cy="0"/>
          <a:chOff x="0" y="0"/>
          <a:chExt cx="0" cy="0"/>
        </a:xfrm>
      </p:grpSpPr>
      <p:sp>
        <p:nvSpPr>
          <p:cNvPr id="823" name="Google Shape;823;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4" name="Google Shape;824;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5" name="Google Shape;825;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1"/>
        <p:cNvGrpSpPr/>
        <p:nvPr/>
      </p:nvGrpSpPr>
      <p:grpSpPr>
        <a:xfrm>
          <a:off x="0" y="0"/>
          <a:ext cx="0" cy="0"/>
          <a:chOff x="0" y="0"/>
          <a:chExt cx="0" cy="0"/>
        </a:xfrm>
      </p:grpSpPr>
      <p:sp>
        <p:nvSpPr>
          <p:cNvPr id="832" name="Google Shape;832;g26c91cd4287_0_148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3" name="Google Shape;833;g26c91cd4287_0_148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4" name="Google Shape;834;g26c91cd4287_0_148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0"/>
        <p:cNvGrpSpPr/>
        <p:nvPr/>
      </p:nvGrpSpPr>
      <p:grpSpPr>
        <a:xfrm>
          <a:off x="0" y="0"/>
          <a:ext cx="0" cy="0"/>
          <a:chOff x="0" y="0"/>
          <a:chExt cx="0" cy="0"/>
        </a:xfrm>
      </p:grpSpPr>
      <p:sp>
        <p:nvSpPr>
          <p:cNvPr id="841" name="Google Shape;841;g26c91cd4287_0_149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2" name="Google Shape;842;g26c91cd4287_0_149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3" name="Google Shape;843;g26c91cd4287_0_149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9"/>
        <p:cNvGrpSpPr/>
        <p:nvPr/>
      </p:nvGrpSpPr>
      <p:grpSpPr>
        <a:xfrm>
          <a:off x="0" y="0"/>
          <a:ext cx="0" cy="0"/>
          <a:chOff x="0" y="0"/>
          <a:chExt cx="0" cy="0"/>
        </a:xfrm>
      </p:grpSpPr>
      <p:sp>
        <p:nvSpPr>
          <p:cNvPr id="850" name="Google Shape;850;g26c91cd4287_0_150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1" name="Google Shape;851;g26c91cd4287_0_150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2" name="Google Shape;852;g26c91cd4287_0_150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8"/>
        <p:cNvGrpSpPr/>
        <p:nvPr/>
      </p:nvGrpSpPr>
      <p:grpSpPr>
        <a:xfrm>
          <a:off x="0" y="0"/>
          <a:ext cx="0" cy="0"/>
          <a:chOff x="0" y="0"/>
          <a:chExt cx="0" cy="0"/>
        </a:xfrm>
      </p:grpSpPr>
      <p:sp>
        <p:nvSpPr>
          <p:cNvPr id="859" name="Google Shape;859;g26c91cd4287_0_15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0" name="Google Shape;860;g26c91cd4287_0_15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1" name="Google Shape;861;g26c91cd4287_0_15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7"/>
        <p:cNvGrpSpPr/>
        <p:nvPr/>
      </p:nvGrpSpPr>
      <p:grpSpPr>
        <a:xfrm>
          <a:off x="0" y="0"/>
          <a:ext cx="0" cy="0"/>
          <a:chOff x="0" y="0"/>
          <a:chExt cx="0" cy="0"/>
        </a:xfrm>
      </p:grpSpPr>
      <p:sp>
        <p:nvSpPr>
          <p:cNvPr id="868" name="Google Shape;868;g26c91cd4287_0_15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9" name="Google Shape;869;g26c91cd4287_0_15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0" name="Google Shape;870;g26c91cd4287_0_15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26c91cd4287_0_153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3" name="Google Shape;883;g26c91cd4287_0_15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4" name="Google Shape;884;g26c91cd4287_0_15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678175"/>
            <a:ext cx="3882600" cy="845400"/>
          </a:xfrm>
          <a:prstGeom prst="rect">
            <a:avLst/>
          </a:prstGeom>
          <a:noFill/>
          <a:ln>
            <a:noFill/>
          </a:ln>
        </p:spPr>
        <p:txBody>
          <a:bodyPr spcFirstLastPara="1" wrap="square" lIns="0" tIns="0" rIns="0" bIns="0" anchor="t" anchorCtr="0">
            <a:normAutofit/>
          </a:bodyPr>
          <a:lstStyle>
            <a:lvl1pPr lvl="0" algn="l">
              <a:lnSpc>
                <a:spcPct val="10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100000"/>
              </a:lnSpc>
              <a:spcBef>
                <a:spcPts val="500"/>
              </a:spcBef>
              <a:spcAft>
                <a:spcPts val="0"/>
              </a:spcAft>
              <a:buClr>
                <a:schemeClr val="dk1"/>
              </a:buClr>
              <a:buSzPts val="3000"/>
              <a:buNone/>
              <a:defRPr sz="3000"/>
            </a:lvl2pPr>
            <a:lvl3pPr lvl="2" algn="ctr">
              <a:lnSpc>
                <a:spcPct val="100000"/>
              </a:lnSpc>
              <a:spcBef>
                <a:spcPts val="500"/>
              </a:spcBef>
              <a:spcAft>
                <a:spcPts val="0"/>
              </a:spcAft>
              <a:buClr>
                <a:schemeClr val="dk1"/>
              </a:buClr>
              <a:buSzPts val="3000"/>
              <a:buNone/>
              <a:defRPr sz="3000"/>
            </a:lvl3pPr>
            <a:lvl4pPr lvl="3" algn="ctr">
              <a:lnSpc>
                <a:spcPct val="100000"/>
              </a:lnSpc>
              <a:spcBef>
                <a:spcPts val="500"/>
              </a:spcBef>
              <a:spcAft>
                <a:spcPts val="0"/>
              </a:spcAft>
              <a:buClr>
                <a:schemeClr val="dk1"/>
              </a:buClr>
              <a:buSzPts val="3000"/>
              <a:buNone/>
              <a:defRPr sz="3000"/>
            </a:lvl4pPr>
            <a:lvl5pPr lvl="4" algn="ctr">
              <a:lnSpc>
                <a:spcPct val="100000"/>
              </a:lnSpc>
              <a:spcBef>
                <a:spcPts val="500"/>
              </a:spcBef>
              <a:spcAft>
                <a:spcPts val="0"/>
              </a:spcAft>
              <a:buClr>
                <a:schemeClr val="dk1"/>
              </a:buClr>
              <a:buSzPts val="3000"/>
              <a:buNone/>
              <a:defRPr sz="3000"/>
            </a:lvl5pPr>
            <a:lvl6pPr lvl="5" algn="ctr">
              <a:lnSpc>
                <a:spcPct val="100000"/>
              </a:lnSpc>
              <a:spcBef>
                <a:spcPts val="500"/>
              </a:spcBef>
              <a:spcAft>
                <a:spcPts val="0"/>
              </a:spcAft>
              <a:buClr>
                <a:schemeClr val="dk1"/>
              </a:buClr>
              <a:buSzPts val="3000"/>
              <a:buNone/>
              <a:defRPr sz="3000"/>
            </a:lvl6pPr>
            <a:lvl7pPr lvl="6" algn="ctr">
              <a:lnSpc>
                <a:spcPct val="100000"/>
              </a:lnSpc>
              <a:spcBef>
                <a:spcPts val="500"/>
              </a:spcBef>
              <a:spcAft>
                <a:spcPts val="0"/>
              </a:spcAft>
              <a:buClr>
                <a:schemeClr val="dk1"/>
              </a:buClr>
              <a:buSzPts val="3000"/>
              <a:buNone/>
              <a:defRPr sz="3000"/>
            </a:lvl7pPr>
            <a:lvl8pPr lvl="7" algn="ctr">
              <a:lnSpc>
                <a:spcPct val="100000"/>
              </a:lnSpc>
              <a:spcBef>
                <a:spcPts val="500"/>
              </a:spcBef>
              <a:spcAft>
                <a:spcPts val="0"/>
              </a:spcAft>
              <a:buClr>
                <a:schemeClr val="dk1"/>
              </a:buClr>
              <a:buSzPts val="3000"/>
              <a:buNone/>
              <a:defRPr sz="3000"/>
            </a:lvl8pPr>
            <a:lvl9pPr lvl="8" algn="ctr">
              <a:lnSpc>
                <a:spcPct val="10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b="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785450"/>
            <a:ext cx="4850100" cy="15216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140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901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7" name="Google Shape;47;p15"/>
          <p:cNvSpPr txBox="1"/>
          <p:nvPr/>
        </p:nvSpPr>
        <p:spPr>
          <a:xfrm>
            <a:off x="856314" y="22387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8" name="Google Shape;48;p15"/>
          <p:cNvCxnSpPr/>
          <p:nvPr/>
        </p:nvCxnSpPr>
        <p:spPr>
          <a:xfrm>
            <a:off x="865586" y="33069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8" name="Google Shape;58;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190068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64" name="Google Shape;64;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190068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92" name="Google Shape;92;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Review Content 1">
  <p:cSld name="Alien Word of the Day_2_1_1_2">
    <p:spTree>
      <p:nvGrpSpPr>
        <p:cNvPr id="1" name="Shape 103"/>
        <p:cNvGrpSpPr/>
        <p:nvPr/>
      </p:nvGrpSpPr>
      <p:grpSpPr>
        <a:xfrm>
          <a:off x="0" y="0"/>
          <a:ext cx="0" cy="0"/>
          <a:chOff x="0" y="0"/>
          <a:chExt cx="0" cy="0"/>
        </a:xfrm>
      </p:grpSpPr>
      <p:sp>
        <p:nvSpPr>
          <p:cNvPr id="104" name="Google Shape;104;g26c91939511_0_737"/>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 name="Google Shape;105;g26c91939511_0_73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106" name="Google Shape;106;g26c91939511_0_737"/>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107" name="Google Shape;107;g26c91939511_0_737"/>
          <p:cNvGrpSpPr/>
          <p:nvPr/>
        </p:nvGrpSpPr>
        <p:grpSpPr>
          <a:xfrm>
            <a:off x="357775" y="5983875"/>
            <a:ext cx="586800" cy="571500"/>
            <a:chOff x="662575" y="6212475"/>
            <a:chExt cx="586800" cy="571500"/>
          </a:xfrm>
        </p:grpSpPr>
        <p:sp>
          <p:nvSpPr>
            <p:cNvPr id="108" name="Google Shape;108;g26c91939511_0_73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c91939511_0_73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26c91939511_0_73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1" name="Google Shape;111;g26c91939511_0_737"/>
          <p:cNvGrpSpPr/>
          <p:nvPr/>
        </p:nvGrpSpPr>
        <p:grpSpPr>
          <a:xfrm>
            <a:off x="8199150" y="5983875"/>
            <a:ext cx="586800" cy="571500"/>
            <a:chOff x="7894350" y="6212475"/>
            <a:chExt cx="586800" cy="571500"/>
          </a:xfrm>
        </p:grpSpPr>
        <p:sp>
          <p:nvSpPr>
            <p:cNvPr id="112" name="Google Shape;112;g26c91939511_0_73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 name="Google Shape;113;g26c91939511_0_73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4" name="Google Shape;114;g26c91939511_0_73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5" name="Google Shape;115;g26c91939511_0_737"/>
          <p:cNvGrpSpPr/>
          <p:nvPr/>
        </p:nvGrpSpPr>
        <p:grpSpPr>
          <a:xfrm>
            <a:off x="-36800" y="-52000"/>
            <a:ext cx="9236100" cy="543750"/>
            <a:chOff x="-36800" y="-52000"/>
            <a:chExt cx="9236100" cy="543750"/>
          </a:xfrm>
        </p:grpSpPr>
        <p:sp>
          <p:nvSpPr>
            <p:cNvPr id="116" name="Google Shape;116;g26c91939511_0_737"/>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17" name="Google Shape;117;g26c91939511_0_737"/>
            <p:cNvGrpSpPr/>
            <p:nvPr/>
          </p:nvGrpSpPr>
          <p:grpSpPr>
            <a:xfrm>
              <a:off x="1900680" y="88250"/>
              <a:ext cx="1337400" cy="403500"/>
              <a:chOff x="565600" y="88250"/>
              <a:chExt cx="1337400" cy="403500"/>
            </a:xfrm>
          </p:grpSpPr>
          <p:sp>
            <p:nvSpPr>
              <p:cNvPr id="118" name="Google Shape;118;g26c91939511_0_737"/>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119" name="Google Shape;119;g26c91939511_0_737"/>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120" name="Google Shape;120;g26c91939511_0_737"/>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121" name="Google Shape;121;g26c91939511_0_737"/>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22" name="Google Shape;122;g26c91939511_0_737"/>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3" name="Google Shape;123;g26c91939511_0_737"/>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24" name="Google Shape;124;g26c91939511_0_737"/>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c91939511_0_737"/>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26" name="Google Shape;126;g26c91939511_0_737"/>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7" name="Google Shape;127;g26c91939511_0_737"/>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28" name="Google Shape;128;g26c91939511_0_737"/>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9" name="Google Shape;129;g26c91939511_0_737"/>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30" name="Google Shape;130;g26c91939511_0_737"/>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31"/>
        <p:cNvGrpSpPr/>
        <p:nvPr/>
      </p:nvGrpSpPr>
      <p:grpSpPr>
        <a:xfrm>
          <a:off x="0" y="0"/>
          <a:ext cx="0" cy="0"/>
          <a:chOff x="0" y="0"/>
          <a:chExt cx="0" cy="0"/>
        </a:xfrm>
      </p:grpSpPr>
      <p:sp>
        <p:nvSpPr>
          <p:cNvPr id="132" name="Google Shape;132;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3" name="Google Shape;133;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4" name="Google Shape;134;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35" name="Google Shape;135;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6" name="Google Shape;136;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7" name="Google Shape;137;g26b641b03cd_0_33"/>
          <p:cNvSpPr/>
          <p:nvPr/>
        </p:nvSpPr>
        <p:spPr>
          <a:xfrm rot="-5400000" flipH="1">
            <a:off x="-938345" y="21672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38" name="Google Shape;138;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Uppercase Letters - D B P</a:t>
            </a:r>
            <a:endParaRPr sz="1800" b="0" i="0" u="none" strike="noStrike" cap="none">
              <a:solidFill>
                <a:srgbClr val="FFFFFF"/>
              </a:solidFill>
              <a:latin typeface="Poppins SemiBold"/>
              <a:ea typeface="Poppins SemiBold"/>
              <a:cs typeface="Poppins SemiBold"/>
              <a:sym typeface="Poppins SemiBold"/>
            </a:endParaRPr>
          </a:p>
        </p:txBody>
      </p:sp>
      <p:sp>
        <p:nvSpPr>
          <p:cNvPr id="139" name="Google Shape;139;g26b641b03cd_0_33"/>
          <p:cNvSpPr txBox="1"/>
          <p:nvPr/>
        </p:nvSpPr>
        <p:spPr>
          <a:xfrm rot="-5400000">
            <a:off x="-1852558" y="57328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3 - Friday</a:t>
            </a:r>
            <a:endParaRPr sz="1800" b="0" i="0" u="none" strike="noStrike" cap="none">
              <a:solidFill>
                <a:srgbClr val="2F286F"/>
              </a:solidFill>
              <a:latin typeface="Poppins Medium"/>
              <a:ea typeface="Poppins Medium"/>
              <a:cs typeface="Poppins Medium"/>
              <a:sym typeface="Poppins Medium"/>
            </a:endParaRPr>
          </a:p>
        </p:txBody>
      </p:sp>
      <p:sp>
        <p:nvSpPr>
          <p:cNvPr id="140" name="Google Shape;140;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15</a:t>
            </a:r>
            <a:endParaRPr sz="1800" b="0" i="0" u="none" strike="noStrike" cap="none">
              <a:solidFill>
                <a:srgbClr val="2F286F"/>
              </a:solidFill>
              <a:latin typeface="Poppins Medium"/>
              <a:ea typeface="Poppins Medium"/>
              <a:cs typeface="Poppins Medium"/>
              <a:sym typeface="Poppins Medium"/>
            </a:endParaRPr>
          </a:p>
        </p:txBody>
      </p:sp>
      <p:sp>
        <p:nvSpPr>
          <p:cNvPr id="141" name="Google Shape;141;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42" name="Google Shape;142;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43" name="Google Shape;143;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44" name="Google Shape;144;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45" name="Google Shape;145;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46" name="Google Shape;146;g26b641b03cd_0_33"/>
          <p:cNvGrpSpPr/>
          <p:nvPr/>
        </p:nvGrpSpPr>
        <p:grpSpPr>
          <a:xfrm>
            <a:off x="662575" y="6212475"/>
            <a:ext cx="586800" cy="571500"/>
            <a:chOff x="662575" y="6212475"/>
            <a:chExt cx="586800" cy="571500"/>
          </a:xfrm>
        </p:grpSpPr>
        <p:sp>
          <p:nvSpPr>
            <p:cNvPr id="147" name="Google Shape;147;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8" name="Google Shape;148;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9" name="Google Shape;149;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50" name="Google Shape;150;g26b641b03cd_0_33"/>
          <p:cNvGrpSpPr/>
          <p:nvPr/>
        </p:nvGrpSpPr>
        <p:grpSpPr>
          <a:xfrm>
            <a:off x="7894350" y="6212475"/>
            <a:ext cx="586800" cy="571500"/>
            <a:chOff x="7894350" y="6212475"/>
            <a:chExt cx="586800" cy="571500"/>
          </a:xfrm>
        </p:grpSpPr>
        <p:sp>
          <p:nvSpPr>
            <p:cNvPr id="151" name="Google Shape;151;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2" name="Google Shape;152;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3" name="Google Shape;153;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54"/>
        <p:cNvGrpSpPr/>
        <p:nvPr/>
      </p:nvGrpSpPr>
      <p:grpSpPr>
        <a:xfrm>
          <a:off x="0" y="0"/>
          <a:ext cx="0" cy="0"/>
          <a:chOff x="0" y="0"/>
          <a:chExt cx="0" cy="0"/>
        </a:xfrm>
      </p:grpSpPr>
      <p:sp>
        <p:nvSpPr>
          <p:cNvPr id="155" name="Google Shape;155;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56" name="Google Shape;156;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157" name="Google Shape;157;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58" name="Google Shape;158;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 name="Google Shape;159;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0" name="Google Shape;160;g26b641b03cd_0_260"/>
          <p:cNvGrpSpPr/>
          <p:nvPr/>
        </p:nvGrpSpPr>
        <p:grpSpPr>
          <a:xfrm>
            <a:off x="8199150" y="5983875"/>
            <a:ext cx="586800" cy="571500"/>
            <a:chOff x="7894350" y="6212475"/>
            <a:chExt cx="586800" cy="571500"/>
          </a:xfrm>
        </p:grpSpPr>
        <p:sp>
          <p:nvSpPr>
            <p:cNvPr id="161" name="Google Shape;161;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2" name="Google Shape;162;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3" name="Google Shape;163;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65" name="Google Shape;165;g26b641b03cd_0_260"/>
          <p:cNvGrpSpPr/>
          <p:nvPr/>
        </p:nvGrpSpPr>
        <p:grpSpPr>
          <a:xfrm>
            <a:off x="-36800" y="-52000"/>
            <a:ext cx="9236100" cy="543750"/>
            <a:chOff x="-36800" y="-52000"/>
            <a:chExt cx="9236100" cy="543750"/>
          </a:xfrm>
        </p:grpSpPr>
        <p:sp>
          <p:nvSpPr>
            <p:cNvPr id="166" name="Google Shape;166;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67" name="Google Shape;167;g26b641b03cd_0_260"/>
            <p:cNvGrpSpPr/>
            <p:nvPr/>
          </p:nvGrpSpPr>
          <p:grpSpPr>
            <a:xfrm>
              <a:off x="1900680" y="88250"/>
              <a:ext cx="1337400" cy="403500"/>
              <a:chOff x="565600" y="88250"/>
              <a:chExt cx="1337400" cy="403500"/>
            </a:xfrm>
          </p:grpSpPr>
          <p:sp>
            <p:nvSpPr>
              <p:cNvPr id="168" name="Google Shape;168;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169" name="Google Shape;169;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170" name="Google Shape;170;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171" name="Google Shape;171;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72" name="Google Shape;172;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3" name="Google Shape;173;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74" name="Google Shape;174;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5" name="Google Shape;175;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76" name="Google Shape;176;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7" name="Google Shape;177;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78" name="Google Shape;178;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9" name="Google Shape;179;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0" name="Google Shape;180;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15"/>
        <p:cNvGrpSpPr/>
        <p:nvPr/>
      </p:nvGrpSpPr>
      <p:grpSpPr>
        <a:xfrm>
          <a:off x="0" y="0"/>
          <a:ext cx="0" cy="0"/>
          <a:chOff x="0" y="0"/>
          <a:chExt cx="0" cy="0"/>
        </a:xfrm>
      </p:grpSpPr>
      <p:sp>
        <p:nvSpPr>
          <p:cNvPr id="216" name="Google Shape;216;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19" name="Google Shape;219;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0" name="Google Shape;220;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21" name="Google Shape;221;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4" name="Google Shape;224;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5" name="Google Shape;225;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26" name="Google Shape;226;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7" name="Google Shape;227;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29" name="Google Shape;229;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30" name="Google Shape;230;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31" name="Google Shape;231;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2" name="Google Shape;232;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3" name="Google Shape;233;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4" name="Google Shape;234;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6" name="Google Shape;236;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7" name="Google Shape;237;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8" name="Google Shape;238;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9" name="Google Shape;239;g2c235dd0dad_1_87"/>
          <p:cNvGrpSpPr/>
          <p:nvPr/>
        </p:nvGrpSpPr>
        <p:grpSpPr>
          <a:xfrm>
            <a:off x="662575" y="6212475"/>
            <a:ext cx="586800" cy="571500"/>
            <a:chOff x="662575" y="6212475"/>
            <a:chExt cx="586800" cy="571500"/>
          </a:xfrm>
        </p:grpSpPr>
        <p:sp>
          <p:nvSpPr>
            <p:cNvPr id="240" name="Google Shape;240;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2c235dd0dad_1_87"/>
          <p:cNvGrpSpPr/>
          <p:nvPr/>
        </p:nvGrpSpPr>
        <p:grpSpPr>
          <a:xfrm>
            <a:off x="7894350" y="6212475"/>
            <a:ext cx="586800" cy="571500"/>
            <a:chOff x="7894350" y="6212475"/>
            <a:chExt cx="586800" cy="571500"/>
          </a:xfrm>
        </p:grpSpPr>
        <p:sp>
          <p:nvSpPr>
            <p:cNvPr id="244" name="Google Shape;244;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47"/>
        <p:cNvGrpSpPr/>
        <p:nvPr/>
      </p:nvGrpSpPr>
      <p:grpSpPr>
        <a:xfrm>
          <a:off x="0" y="0"/>
          <a:ext cx="0" cy="0"/>
          <a:chOff x="0" y="0"/>
          <a:chExt cx="0" cy="0"/>
        </a:xfrm>
      </p:grpSpPr>
      <p:sp>
        <p:nvSpPr>
          <p:cNvPr id="248" name="Google Shape;248;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1" name="Google Shape;251;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52" name="Google Shape;252;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5" name="Google Shape;255;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56" name="Google Shape;256;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7" name="Google Shape;257;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58" name="Google Shape;258;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59" name="Google Shape;259;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0" name="Google Shape;260;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1" name="Google Shape;261;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62" name="Google Shape;262;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63" name="Google Shape;263;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64" name="Google Shape;264;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65" name="Google Shape;265;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66" name="Google Shape;266;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7" name="Google Shape;267;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8" name="Google Shape;268;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69" name="Google Shape;269;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70" name="Google Shape;270;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71" name="Google Shape;271;g1f3daf8a844_0_32"/>
          <p:cNvGrpSpPr/>
          <p:nvPr/>
        </p:nvGrpSpPr>
        <p:grpSpPr>
          <a:xfrm>
            <a:off x="662575" y="6212475"/>
            <a:ext cx="586800" cy="571500"/>
            <a:chOff x="662575" y="6212475"/>
            <a:chExt cx="586800" cy="571500"/>
          </a:xfrm>
        </p:grpSpPr>
        <p:sp>
          <p:nvSpPr>
            <p:cNvPr id="272" name="Google Shape;272;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5" name="Google Shape;275;g1f3daf8a844_0_32"/>
          <p:cNvGrpSpPr/>
          <p:nvPr/>
        </p:nvGrpSpPr>
        <p:grpSpPr>
          <a:xfrm>
            <a:off x="7894350" y="6212475"/>
            <a:ext cx="586800" cy="571500"/>
            <a:chOff x="7894350" y="6212475"/>
            <a:chExt cx="586800" cy="571500"/>
          </a:xfrm>
        </p:grpSpPr>
        <p:sp>
          <p:nvSpPr>
            <p:cNvPr id="276" name="Google Shape;276;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8" name="Google Shape;278;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79"/>
        <p:cNvGrpSpPr/>
        <p:nvPr/>
      </p:nvGrpSpPr>
      <p:grpSpPr>
        <a:xfrm>
          <a:off x="0" y="0"/>
          <a:ext cx="0" cy="0"/>
          <a:chOff x="0" y="0"/>
          <a:chExt cx="0" cy="0"/>
        </a:xfrm>
      </p:grpSpPr>
      <p:sp>
        <p:nvSpPr>
          <p:cNvPr id="280" name="Google Shape;280;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1" name="Google Shape;281;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2" name="Google Shape;282;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3" name="Google Shape;283;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84" name="Google Shape;284;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7" name="Google Shape;287;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9" name="Google Shape;289;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90" name="Google Shape;290;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91" name="Google Shape;291;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92" name="Google Shape;292;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293" name="Google Shape;293;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4" name="Google Shape;294;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5" name="Google Shape;295;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6" name="Google Shape;296;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97" name="Google Shape;297;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8" name="Google Shape;298;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9" name="Google Shape;299;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0" name="Google Shape;300;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1" name="Google Shape;301;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302" name="Google Shape;302;g2c157a2fb06_0_53"/>
          <p:cNvGrpSpPr/>
          <p:nvPr/>
        </p:nvGrpSpPr>
        <p:grpSpPr>
          <a:xfrm>
            <a:off x="1403031" y="6958923"/>
            <a:ext cx="6774848" cy="1291477"/>
            <a:chOff x="717231" y="7263723"/>
            <a:chExt cx="6774848" cy="1291477"/>
          </a:xfrm>
        </p:grpSpPr>
        <p:sp>
          <p:nvSpPr>
            <p:cNvPr id="303" name="Google Shape;303;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304" name="Google Shape;304;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305" name="Google Shape;305;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306" name="Google Shape;306;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307" name="Google Shape;307;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308" name="Google Shape;308;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309" name="Google Shape;309;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310" name="Google Shape;310;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311" name="Google Shape;311;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4" name="Google Shape;314;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315" name="Google Shape;315;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316" name="Google Shape;316;g2c157a2fb06_0_53"/>
          <p:cNvGrpSpPr/>
          <p:nvPr/>
        </p:nvGrpSpPr>
        <p:grpSpPr>
          <a:xfrm>
            <a:off x="662575" y="6212475"/>
            <a:ext cx="586800" cy="571500"/>
            <a:chOff x="662575" y="6212475"/>
            <a:chExt cx="586800" cy="571500"/>
          </a:xfrm>
        </p:grpSpPr>
        <p:sp>
          <p:nvSpPr>
            <p:cNvPr id="317" name="Google Shape;317;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0" name="Google Shape;320;g2c157a2fb06_0_53"/>
          <p:cNvGrpSpPr/>
          <p:nvPr/>
        </p:nvGrpSpPr>
        <p:grpSpPr>
          <a:xfrm>
            <a:off x="7894350" y="6212475"/>
            <a:ext cx="586800" cy="571500"/>
            <a:chOff x="7894350" y="6212475"/>
            <a:chExt cx="586800" cy="571500"/>
          </a:xfrm>
        </p:grpSpPr>
        <p:sp>
          <p:nvSpPr>
            <p:cNvPr id="321" name="Google Shape;321;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24"/>
        <p:cNvGrpSpPr/>
        <p:nvPr/>
      </p:nvGrpSpPr>
      <p:grpSpPr>
        <a:xfrm>
          <a:off x="0" y="0"/>
          <a:ext cx="0" cy="0"/>
          <a:chOff x="0" y="0"/>
          <a:chExt cx="0" cy="0"/>
        </a:xfrm>
      </p:grpSpPr>
      <p:sp>
        <p:nvSpPr>
          <p:cNvPr id="325" name="Google Shape;325;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6" name="Google Shape;326;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8" name="Google Shape;328;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29" name="Google Shape;329;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0" name="Google Shape;330;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2" name="Google Shape;332;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33" name="Google Shape;333;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34" name="Google Shape;334;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5" name="Google Shape;335;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6" name="Google Shape;336;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7" name="Google Shape;33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38" name="Google Shape;33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39" name="Google Shape;339;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0" name="Google Shape;340;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1" name="Google Shape;341;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3" name="Google Shape;34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4" name="Google Shape;34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45" name="Google Shape;345;g2c157a2fb06_0_158"/>
          <p:cNvGrpSpPr/>
          <p:nvPr/>
        </p:nvGrpSpPr>
        <p:grpSpPr>
          <a:xfrm>
            <a:off x="662575" y="6212475"/>
            <a:ext cx="586800" cy="571500"/>
            <a:chOff x="662575" y="6212475"/>
            <a:chExt cx="586800" cy="571500"/>
          </a:xfrm>
        </p:grpSpPr>
        <p:sp>
          <p:nvSpPr>
            <p:cNvPr id="346" name="Google Shape;34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9" name="Google Shape;349;g2c157a2fb06_0_158"/>
          <p:cNvGrpSpPr/>
          <p:nvPr/>
        </p:nvGrpSpPr>
        <p:grpSpPr>
          <a:xfrm>
            <a:off x="7894350" y="6212475"/>
            <a:ext cx="586800" cy="571500"/>
            <a:chOff x="7894350" y="6212475"/>
            <a:chExt cx="586800" cy="571500"/>
          </a:xfrm>
        </p:grpSpPr>
        <p:sp>
          <p:nvSpPr>
            <p:cNvPr id="350" name="Google Shape;35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53"/>
        <p:cNvGrpSpPr/>
        <p:nvPr/>
      </p:nvGrpSpPr>
      <p:grpSpPr>
        <a:xfrm>
          <a:off x="0" y="0"/>
          <a:ext cx="0" cy="0"/>
          <a:chOff x="0" y="0"/>
          <a:chExt cx="0" cy="0"/>
        </a:xfrm>
      </p:grpSpPr>
      <p:sp>
        <p:nvSpPr>
          <p:cNvPr id="354" name="Google Shape;354;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7" name="Google Shape;357;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58" name="Google Shape;358;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1" name="Google Shape;36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2" name="Google Shape;362;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3" name="Google Shape;363;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4" name="Google Shape;364;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5" name="Google Shape;365;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66" name="Google Shape;366;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67" name="Google Shape;367;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8" name="Google Shape;368;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9" name="Google Shape;369;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70" name="Google Shape;370;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71" name="Google Shape;371;g2c157a2fb06_0_263"/>
          <p:cNvSpPr>
            <a:spLocks noGrp="1"/>
          </p:cNvSpPr>
          <p:nvPr>
            <p:ph type="pic" idx="8"/>
          </p:nvPr>
        </p:nvSpPr>
        <p:spPr>
          <a:xfrm>
            <a:off x="5086375" y="4412425"/>
            <a:ext cx="2668800" cy="1291500"/>
          </a:xfrm>
          <a:prstGeom prst="rect">
            <a:avLst/>
          </a:prstGeom>
          <a:noFill/>
          <a:ln>
            <a:noFill/>
          </a:ln>
        </p:spPr>
      </p:sp>
      <p:sp>
        <p:nvSpPr>
          <p:cNvPr id="372" name="Google Shape;372;g2c157a2fb06_0_263"/>
          <p:cNvSpPr>
            <a:spLocks noGrp="1"/>
          </p:cNvSpPr>
          <p:nvPr>
            <p:ph type="pic" idx="9"/>
          </p:nvPr>
        </p:nvSpPr>
        <p:spPr>
          <a:xfrm>
            <a:off x="5086375" y="797675"/>
            <a:ext cx="2668800" cy="1291500"/>
          </a:xfrm>
          <a:prstGeom prst="rect">
            <a:avLst/>
          </a:prstGeom>
          <a:noFill/>
          <a:ln>
            <a:noFill/>
          </a:ln>
        </p:spPr>
      </p:sp>
      <p:sp>
        <p:nvSpPr>
          <p:cNvPr id="373" name="Google Shape;373;g2c157a2fb06_0_263"/>
          <p:cNvSpPr>
            <a:spLocks noGrp="1"/>
          </p:cNvSpPr>
          <p:nvPr>
            <p:ph type="pic" idx="13"/>
          </p:nvPr>
        </p:nvSpPr>
        <p:spPr>
          <a:xfrm>
            <a:off x="5086375" y="2002592"/>
            <a:ext cx="2668800" cy="1291500"/>
          </a:xfrm>
          <a:prstGeom prst="rect">
            <a:avLst/>
          </a:prstGeom>
          <a:noFill/>
          <a:ln>
            <a:noFill/>
          </a:ln>
        </p:spPr>
      </p:sp>
      <p:sp>
        <p:nvSpPr>
          <p:cNvPr id="374" name="Google Shape;374;g2c157a2fb06_0_263"/>
          <p:cNvSpPr>
            <a:spLocks noGrp="1"/>
          </p:cNvSpPr>
          <p:nvPr>
            <p:ph type="pic" idx="14"/>
          </p:nvPr>
        </p:nvSpPr>
        <p:spPr>
          <a:xfrm>
            <a:off x="5086375" y="3207508"/>
            <a:ext cx="2668800" cy="1291500"/>
          </a:xfrm>
          <a:prstGeom prst="rect">
            <a:avLst/>
          </a:prstGeom>
          <a:noFill/>
          <a:ln>
            <a:noFill/>
          </a:ln>
        </p:spPr>
      </p:sp>
      <p:sp>
        <p:nvSpPr>
          <p:cNvPr id="375" name="Google Shape;375;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6" name="Google Shape;376;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7" name="Google Shape;377;g2c157a2fb06_0_263"/>
          <p:cNvGrpSpPr/>
          <p:nvPr/>
        </p:nvGrpSpPr>
        <p:grpSpPr>
          <a:xfrm>
            <a:off x="662575" y="6212475"/>
            <a:ext cx="586800" cy="571500"/>
            <a:chOff x="662575" y="6212475"/>
            <a:chExt cx="586800" cy="571500"/>
          </a:xfrm>
        </p:grpSpPr>
        <p:sp>
          <p:nvSpPr>
            <p:cNvPr id="378" name="Google Shape;378;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1" name="Google Shape;381;g2c157a2fb06_0_263"/>
          <p:cNvGrpSpPr/>
          <p:nvPr/>
        </p:nvGrpSpPr>
        <p:grpSpPr>
          <a:xfrm>
            <a:off x="7894350" y="6212475"/>
            <a:ext cx="586800" cy="571500"/>
            <a:chOff x="7894350" y="6212475"/>
            <a:chExt cx="586800" cy="571500"/>
          </a:xfrm>
        </p:grpSpPr>
        <p:sp>
          <p:nvSpPr>
            <p:cNvPr id="382" name="Google Shape;382;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85"/>
        <p:cNvGrpSpPr/>
        <p:nvPr/>
      </p:nvGrpSpPr>
      <p:grpSpPr>
        <a:xfrm>
          <a:off x="0" y="0"/>
          <a:ext cx="0" cy="0"/>
          <a:chOff x="0" y="0"/>
          <a:chExt cx="0" cy="0"/>
        </a:xfrm>
      </p:grpSpPr>
      <p:sp>
        <p:nvSpPr>
          <p:cNvPr id="386" name="Google Shape;386;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8" name="Google Shape;388;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9" name="Google Shape;389;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90" name="Google Shape;390;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2" name="Google Shape;392;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3" name="Google Shape;393;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94" name="Google Shape;394;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5" name="Google Shape;395;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6" name="Google Shape;396;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97" name="Google Shape;397;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8" name="Google Shape;398;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9" name="Google Shape;399;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0" name="Google Shape;400;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01" name="Google Shape;401;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402" name="Google Shape;402;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3" name="Google Shape;403;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4" name="Google Shape;404;g2c157a2fb06_0_467"/>
          <p:cNvGrpSpPr/>
          <p:nvPr/>
        </p:nvGrpSpPr>
        <p:grpSpPr>
          <a:xfrm>
            <a:off x="662575" y="6212475"/>
            <a:ext cx="586800" cy="571500"/>
            <a:chOff x="662575" y="6212475"/>
            <a:chExt cx="586800" cy="571500"/>
          </a:xfrm>
        </p:grpSpPr>
        <p:sp>
          <p:nvSpPr>
            <p:cNvPr id="405" name="Google Shape;405;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8" name="Google Shape;408;g2c157a2fb06_0_467"/>
          <p:cNvGrpSpPr/>
          <p:nvPr/>
        </p:nvGrpSpPr>
        <p:grpSpPr>
          <a:xfrm>
            <a:off x="7894350" y="6212475"/>
            <a:ext cx="586800" cy="571500"/>
            <a:chOff x="7894350" y="6212475"/>
            <a:chExt cx="586800" cy="571500"/>
          </a:xfrm>
        </p:grpSpPr>
        <p:sp>
          <p:nvSpPr>
            <p:cNvPr id="409" name="Google Shape;409;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412"/>
        <p:cNvGrpSpPr/>
        <p:nvPr/>
      </p:nvGrpSpPr>
      <p:grpSpPr>
        <a:xfrm>
          <a:off x="0" y="0"/>
          <a:ext cx="0" cy="0"/>
          <a:chOff x="0" y="0"/>
          <a:chExt cx="0" cy="0"/>
        </a:xfrm>
      </p:grpSpPr>
      <p:sp>
        <p:nvSpPr>
          <p:cNvPr id="413" name="Google Shape;413;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4" name="Google Shape;414;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5" name="Google Shape;415;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6" name="Google Shape;416;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17" name="Google Shape;417;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9" name="Google Shape;419;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0" name="Google Shape;420;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21" name="Google Shape;42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2" name="Google Shape;42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423" name="Google Shape;423;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4" name="Google Shape;424;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5" name="Google Shape;425;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6" name="Google Shape;426;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27" name="Google Shape;427;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428" name="Google Shape;428;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9" name="Google Shape;429;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0" name="Google Shape;430;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1" name="Google Shape;431;g2c157a2fb06_0_629"/>
          <p:cNvGrpSpPr/>
          <p:nvPr/>
        </p:nvGrpSpPr>
        <p:grpSpPr>
          <a:xfrm>
            <a:off x="662575" y="6212475"/>
            <a:ext cx="586800" cy="571500"/>
            <a:chOff x="662575" y="6212475"/>
            <a:chExt cx="586800" cy="571500"/>
          </a:xfrm>
        </p:grpSpPr>
        <p:sp>
          <p:nvSpPr>
            <p:cNvPr id="432" name="Google Shape;432;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5" name="Google Shape;435;g2c157a2fb06_0_629"/>
          <p:cNvGrpSpPr/>
          <p:nvPr/>
        </p:nvGrpSpPr>
        <p:grpSpPr>
          <a:xfrm>
            <a:off x="7894350" y="6212475"/>
            <a:ext cx="586800" cy="571500"/>
            <a:chOff x="7894350" y="6212475"/>
            <a:chExt cx="586800" cy="571500"/>
          </a:xfrm>
        </p:grpSpPr>
        <p:sp>
          <p:nvSpPr>
            <p:cNvPr id="436" name="Google Shape;436;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39"/>
        <p:cNvGrpSpPr/>
        <p:nvPr/>
      </p:nvGrpSpPr>
      <p:grpSpPr>
        <a:xfrm>
          <a:off x="0" y="0"/>
          <a:ext cx="0" cy="0"/>
          <a:chOff x="0" y="0"/>
          <a:chExt cx="0" cy="0"/>
        </a:xfrm>
      </p:grpSpPr>
      <p:sp>
        <p:nvSpPr>
          <p:cNvPr id="440" name="Google Shape;440;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3" name="Google Shape;443;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44" name="Google Shape;444;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6" name="Google Shape;446;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7" name="Google Shape;447;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8" name="Google Shape;448;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9" name="Google Shape;449;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50" name="Google Shape;450;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1" name="Google Shape;451;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52" name="Google Shape;452;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3" name="Google Shape;453;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4" name="Google Shape;454;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5" name="Google Shape;455;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56" name="Google Shape;456;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57" name="Google Shape;457;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8" name="Google Shape;458;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9" name="Google Shape;459;g2c157a2fb06_0_798"/>
          <p:cNvGrpSpPr/>
          <p:nvPr/>
        </p:nvGrpSpPr>
        <p:grpSpPr>
          <a:xfrm>
            <a:off x="662575" y="6212475"/>
            <a:ext cx="586800" cy="571500"/>
            <a:chOff x="662575" y="6212475"/>
            <a:chExt cx="586800" cy="571500"/>
          </a:xfrm>
        </p:grpSpPr>
        <p:sp>
          <p:nvSpPr>
            <p:cNvPr id="460" name="Google Shape;460;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798"/>
          <p:cNvGrpSpPr/>
          <p:nvPr/>
        </p:nvGrpSpPr>
        <p:grpSpPr>
          <a:xfrm>
            <a:off x="7894350" y="6212475"/>
            <a:ext cx="586800" cy="571500"/>
            <a:chOff x="7894350" y="6212475"/>
            <a:chExt cx="586800" cy="571500"/>
          </a:xfrm>
        </p:grpSpPr>
        <p:sp>
          <p:nvSpPr>
            <p:cNvPr id="464" name="Google Shape;464;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67"/>
        <p:cNvGrpSpPr/>
        <p:nvPr/>
      </p:nvGrpSpPr>
      <p:grpSpPr>
        <a:xfrm>
          <a:off x="0" y="0"/>
          <a:ext cx="0" cy="0"/>
          <a:chOff x="0" y="0"/>
          <a:chExt cx="0" cy="0"/>
        </a:xfrm>
      </p:grpSpPr>
      <p:sp>
        <p:nvSpPr>
          <p:cNvPr id="468" name="Google Shape;468;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1" name="Google Shape;471;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72" name="Google Shape;472;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76" name="Google Shape;476;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77" name="Google Shape;477;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78" name="Google Shape;478;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79" name="Google Shape;479;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80" name="Google Shape;480;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1" name="Google Shape;481;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82" name="Google Shape;482;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3" name="Google Shape;483;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4" name="Google Shape;484;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485" name="Google Shape;485;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6" name="Google Shape;486;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7" name="Google Shape;487;g2c157a2fb06_0_825"/>
          <p:cNvGrpSpPr/>
          <p:nvPr/>
        </p:nvGrpSpPr>
        <p:grpSpPr>
          <a:xfrm>
            <a:off x="662575" y="6212475"/>
            <a:ext cx="586800" cy="571500"/>
            <a:chOff x="662575" y="6212475"/>
            <a:chExt cx="586800" cy="571500"/>
          </a:xfrm>
        </p:grpSpPr>
        <p:sp>
          <p:nvSpPr>
            <p:cNvPr id="488" name="Google Shape;488;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1" name="Google Shape;491;g2c157a2fb06_0_825"/>
          <p:cNvGrpSpPr/>
          <p:nvPr/>
        </p:nvGrpSpPr>
        <p:grpSpPr>
          <a:xfrm>
            <a:off x="7894350" y="6212475"/>
            <a:ext cx="586800" cy="571500"/>
            <a:chOff x="7894350" y="6212475"/>
            <a:chExt cx="586800" cy="571500"/>
          </a:xfrm>
        </p:grpSpPr>
        <p:sp>
          <p:nvSpPr>
            <p:cNvPr id="492" name="Google Shape;492;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95"/>
        <p:cNvGrpSpPr/>
        <p:nvPr/>
      </p:nvGrpSpPr>
      <p:grpSpPr>
        <a:xfrm>
          <a:off x="0" y="0"/>
          <a:ext cx="0" cy="0"/>
          <a:chOff x="0" y="0"/>
          <a:chExt cx="0" cy="0"/>
        </a:xfrm>
      </p:grpSpPr>
      <p:sp>
        <p:nvSpPr>
          <p:cNvPr id="496" name="Google Shape;496;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8" name="Google Shape;498;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9" name="Google Shape;499;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00" name="Google Shape;500;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4" name="Google Shape;504;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8" name="Google Shape;508;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9" name="Google Shape;509;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0" name="Google Shape;510;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511" name="Google Shape;511;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12" name="Google Shape;512;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3" name="Google Shape;513;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4" name="Google Shape;514;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5" name="Google Shape;515;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7" name="Google Shape;517;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8" name="Google Shape;518;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9" name="Google Shape;519;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0" name="Google Shape;520;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1" name="Google Shape;521;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2" name="Google Shape;522;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3" name="Google Shape;523;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4" name="Google Shape;524;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5" name="Google Shape;525;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6" name="Google Shape;526;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27" name="Google Shape;527;g2c157a2fb06_0_700"/>
          <p:cNvGrpSpPr/>
          <p:nvPr/>
        </p:nvGrpSpPr>
        <p:grpSpPr>
          <a:xfrm>
            <a:off x="662575" y="6212475"/>
            <a:ext cx="586800" cy="571500"/>
            <a:chOff x="662575" y="6212475"/>
            <a:chExt cx="586800" cy="571500"/>
          </a:xfrm>
        </p:grpSpPr>
        <p:sp>
          <p:nvSpPr>
            <p:cNvPr id="528" name="Google Shape;528;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0" name="Google Shape;530;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1" name="Google Shape;531;g2c157a2fb06_0_700"/>
          <p:cNvGrpSpPr/>
          <p:nvPr/>
        </p:nvGrpSpPr>
        <p:grpSpPr>
          <a:xfrm>
            <a:off x="7894350" y="6212475"/>
            <a:ext cx="586800" cy="571500"/>
            <a:chOff x="7894350" y="6212475"/>
            <a:chExt cx="586800" cy="571500"/>
          </a:xfrm>
        </p:grpSpPr>
        <p:sp>
          <p:nvSpPr>
            <p:cNvPr id="532" name="Google Shape;532;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4" name="Google Shape;534;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35"/>
        <p:cNvGrpSpPr/>
        <p:nvPr/>
      </p:nvGrpSpPr>
      <p:grpSpPr>
        <a:xfrm>
          <a:off x="0" y="0"/>
          <a:ext cx="0" cy="0"/>
          <a:chOff x="0" y="0"/>
          <a:chExt cx="0" cy="0"/>
        </a:xfrm>
      </p:grpSpPr>
      <p:sp>
        <p:nvSpPr>
          <p:cNvPr id="536" name="Google Shape;536;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8" name="Google Shape;538;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40" name="Google Shape;540;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3" name="Google Shape;543;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4" name="Google Shape;544;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46" name="Google Shape;546;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47" name="Google Shape;547;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48" name="Google Shape;548;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49" name="Google Shape;549;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0" name="Google Shape;550;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1" name="Google Shape;551;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2" name="Google Shape;552;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3" name="Google Shape;553;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4" name="Google Shape;554;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5" name="Google Shape;555;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56" name="Google Shape;556;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57" name="Google Shape;557;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58" name="Google Shape;558;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9" name="Google Shape;559;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0" name="Google Shape;560;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1" name="Google Shape;561;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2" name="Google Shape;562;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3" name="Google Shape;563;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4" name="Google Shape;564;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5" name="Google Shape;565;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6" name="Google Shape;566;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67" name="Google Shape;567;g2c157a2fb06_0_932"/>
          <p:cNvGrpSpPr/>
          <p:nvPr/>
        </p:nvGrpSpPr>
        <p:grpSpPr>
          <a:xfrm>
            <a:off x="662575" y="6212475"/>
            <a:ext cx="586800" cy="571500"/>
            <a:chOff x="662575" y="6212475"/>
            <a:chExt cx="586800" cy="571500"/>
          </a:xfrm>
        </p:grpSpPr>
        <p:sp>
          <p:nvSpPr>
            <p:cNvPr id="568" name="Google Shape;568;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932"/>
          <p:cNvGrpSpPr/>
          <p:nvPr/>
        </p:nvGrpSpPr>
        <p:grpSpPr>
          <a:xfrm>
            <a:off x="7894350" y="6212475"/>
            <a:ext cx="586800" cy="571500"/>
            <a:chOff x="7894350" y="6212475"/>
            <a:chExt cx="586800" cy="571500"/>
          </a:xfrm>
        </p:grpSpPr>
        <p:sp>
          <p:nvSpPr>
            <p:cNvPr id="572" name="Google Shape;572;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75"/>
        <p:cNvGrpSpPr/>
        <p:nvPr/>
      </p:nvGrpSpPr>
      <p:grpSpPr>
        <a:xfrm>
          <a:off x="0" y="0"/>
          <a:ext cx="0" cy="0"/>
          <a:chOff x="0" y="0"/>
          <a:chExt cx="0" cy="0"/>
        </a:xfrm>
      </p:grpSpPr>
      <p:sp>
        <p:nvSpPr>
          <p:cNvPr id="576" name="Google Shape;576;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7" name="Google Shape;577;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9" name="Google Shape;579;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80" name="Google Shape;580;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1" name="Google Shape;581;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3" name="Google Shape;583;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84" name="Google Shape;584;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85" name="Google Shape;585;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86" name="Google Shape;586;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7" name="Google Shape;587;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8" name="Google Shape;588;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9" name="Google Shape;589;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0" name="Google Shape;590;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1" name="Google Shape;591;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2" name="Google Shape;592;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3" name="Google Shape;593;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4" name="Google Shape;594;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5" name="Google Shape;595;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6" name="Google Shape;596;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7" name="Google Shape;597;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8" name="Google Shape;598;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99" name="Google Shape;599;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600" name="Google Shape;600;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1" name="Google Shape;601;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602" name="Google Shape;602;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3" name="Google Shape;603;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604" name="Google Shape;604;g2c157a2fb06_0_1045"/>
          <p:cNvGrpSpPr/>
          <p:nvPr/>
        </p:nvGrpSpPr>
        <p:grpSpPr>
          <a:xfrm>
            <a:off x="662575" y="6212475"/>
            <a:ext cx="586800" cy="571500"/>
            <a:chOff x="662575" y="6212475"/>
            <a:chExt cx="586800" cy="571500"/>
          </a:xfrm>
        </p:grpSpPr>
        <p:sp>
          <p:nvSpPr>
            <p:cNvPr id="605" name="Google Shape;605;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6" name="Google Shape;606;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8" name="Google Shape;608;g2c157a2fb06_0_1045"/>
          <p:cNvGrpSpPr/>
          <p:nvPr/>
        </p:nvGrpSpPr>
        <p:grpSpPr>
          <a:xfrm>
            <a:off x="7894350" y="6212475"/>
            <a:ext cx="586800" cy="571500"/>
            <a:chOff x="7894350" y="6212475"/>
            <a:chExt cx="586800" cy="571500"/>
          </a:xfrm>
        </p:grpSpPr>
        <p:sp>
          <p:nvSpPr>
            <p:cNvPr id="609" name="Google Shape;609;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612"/>
        <p:cNvGrpSpPr/>
        <p:nvPr/>
      </p:nvGrpSpPr>
      <p:grpSpPr>
        <a:xfrm>
          <a:off x="0" y="0"/>
          <a:ext cx="0" cy="0"/>
          <a:chOff x="0" y="0"/>
          <a:chExt cx="0" cy="0"/>
        </a:xfrm>
      </p:grpSpPr>
      <p:sp>
        <p:nvSpPr>
          <p:cNvPr id="613" name="Google Shape;613;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6" name="Google Shape;616;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617" name="Google Shape;617;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20" name="Google Shape;62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21" name="Google Shape;621;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22" name="Google Shape;622;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3" name="Google Shape;623;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4" name="Google Shape;624;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25" name="Google Shape;625;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626" name="Google Shape;626;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7" name="Google Shape;627;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8" name="Google Shape;628;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9" name="Google Shape;629;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30" name="Google Shape;630;g2c157a2fb06_0_1110"/>
          <p:cNvGrpSpPr/>
          <p:nvPr/>
        </p:nvGrpSpPr>
        <p:grpSpPr>
          <a:xfrm>
            <a:off x="5806200" y="1807463"/>
            <a:ext cx="756300" cy="146700"/>
            <a:chOff x="5806200" y="1807463"/>
            <a:chExt cx="756300" cy="146700"/>
          </a:xfrm>
        </p:grpSpPr>
        <p:sp>
          <p:nvSpPr>
            <p:cNvPr id="631" name="Google Shape;631;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2" name="Google Shape;632;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3" name="Google Shape;633;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34" name="Google Shape;634;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35" name="Google Shape;635;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36" name="Google Shape;636;g2c157a2fb06_0_1110"/>
          <p:cNvGrpSpPr/>
          <p:nvPr/>
        </p:nvGrpSpPr>
        <p:grpSpPr>
          <a:xfrm>
            <a:off x="5806200" y="2842438"/>
            <a:ext cx="756300" cy="146700"/>
            <a:chOff x="5806200" y="1807463"/>
            <a:chExt cx="756300" cy="146700"/>
          </a:xfrm>
        </p:grpSpPr>
        <p:sp>
          <p:nvSpPr>
            <p:cNvPr id="637" name="Google Shape;637;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8" name="Google Shape;638;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9" name="Google Shape;639;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0" name="Google Shape;640;g2c157a2fb06_0_1110"/>
          <p:cNvGrpSpPr/>
          <p:nvPr/>
        </p:nvGrpSpPr>
        <p:grpSpPr>
          <a:xfrm>
            <a:off x="5806200" y="3877413"/>
            <a:ext cx="756300" cy="146700"/>
            <a:chOff x="5806200" y="1807463"/>
            <a:chExt cx="756300" cy="146700"/>
          </a:xfrm>
        </p:grpSpPr>
        <p:sp>
          <p:nvSpPr>
            <p:cNvPr id="641" name="Google Shape;641;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2" name="Google Shape;642;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3" name="Google Shape;643;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4" name="Google Shape;644;g2c157a2fb06_0_1110"/>
          <p:cNvGrpSpPr/>
          <p:nvPr/>
        </p:nvGrpSpPr>
        <p:grpSpPr>
          <a:xfrm>
            <a:off x="662575" y="6212475"/>
            <a:ext cx="586800" cy="571500"/>
            <a:chOff x="662575" y="6212475"/>
            <a:chExt cx="586800" cy="571500"/>
          </a:xfrm>
        </p:grpSpPr>
        <p:sp>
          <p:nvSpPr>
            <p:cNvPr id="645" name="Google Shape;645;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6" name="Google Shape;646;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7" name="Google Shape;647;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8" name="Google Shape;648;g2c157a2fb06_0_1110"/>
          <p:cNvGrpSpPr/>
          <p:nvPr/>
        </p:nvGrpSpPr>
        <p:grpSpPr>
          <a:xfrm>
            <a:off x="7894350" y="6212475"/>
            <a:ext cx="586800" cy="571500"/>
            <a:chOff x="7894350" y="6212475"/>
            <a:chExt cx="586800" cy="571500"/>
          </a:xfrm>
        </p:grpSpPr>
        <p:sp>
          <p:nvSpPr>
            <p:cNvPr id="649" name="Google Shape;649;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0" name="Google Shape;650;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1" name="Google Shape;651;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52"/>
        <p:cNvGrpSpPr/>
        <p:nvPr/>
      </p:nvGrpSpPr>
      <p:grpSpPr>
        <a:xfrm>
          <a:off x="0" y="0"/>
          <a:ext cx="0" cy="0"/>
          <a:chOff x="0" y="0"/>
          <a:chExt cx="0" cy="0"/>
        </a:xfrm>
      </p:grpSpPr>
      <p:sp>
        <p:nvSpPr>
          <p:cNvPr id="653" name="Google Shape;653;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57" name="Google Shape;657;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60" name="Google Shape;660;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61" name="Google Shape;661;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62" name="Google Shape;662;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63" name="Google Shape;663;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64" name="Google Shape;664;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65" name="Google Shape;665;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66" name="Google Shape;666;p30"/>
          <p:cNvGrpSpPr/>
          <p:nvPr/>
        </p:nvGrpSpPr>
        <p:grpSpPr>
          <a:xfrm>
            <a:off x="6022940" y="5341706"/>
            <a:ext cx="594501" cy="305904"/>
            <a:chOff x="5672081" y="1914352"/>
            <a:chExt cx="792668" cy="305904"/>
          </a:xfrm>
        </p:grpSpPr>
        <p:sp>
          <p:nvSpPr>
            <p:cNvPr id="667" name="Google Shape;667;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8" name="Google Shape;668;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69" name="Google Shape;669;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70" name="Google Shape;670;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1" name="Google Shape;671;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2" name="Google Shape;672;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3" name="Google Shape;673;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4" name="Google Shape;674;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5" name="Google Shape;675;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6" name="Google Shape;676;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7" name="Google Shape;677;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78" name="Google Shape;678;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79" name="Google Shape;679;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0" name="Google Shape;680;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1" name="Google Shape;681;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2" name="Google Shape;682;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3" name="Google Shape;683;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6" name="Google Shape;686;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87" name="Google Shape;687;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88" name="Google Shape;688;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89" name="Google Shape;689;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90" name="Google Shape;690;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91" name="Google Shape;691;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92" name="Google Shape;692;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93" name="Google Shape;693;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4" name="Google Shape;694;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5" name="Google Shape;695;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96" name="Google Shape;696;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97" name="Google Shape;697;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98"/>
        <p:cNvGrpSpPr/>
        <p:nvPr/>
      </p:nvGrpSpPr>
      <p:grpSpPr>
        <a:xfrm>
          <a:off x="0" y="0"/>
          <a:ext cx="0" cy="0"/>
          <a:chOff x="0" y="0"/>
          <a:chExt cx="0" cy="0"/>
        </a:xfrm>
      </p:grpSpPr>
      <p:sp>
        <p:nvSpPr>
          <p:cNvPr id="699" name="Google Shape;699;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0" name="Google Shape;700;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01" name="Google Shape;701;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02"/>
        <p:cNvGrpSpPr/>
        <p:nvPr/>
      </p:nvGrpSpPr>
      <p:grpSpPr>
        <a:xfrm>
          <a:off x="0" y="0"/>
          <a:ext cx="0" cy="0"/>
          <a:chOff x="0" y="0"/>
          <a:chExt cx="0" cy="0"/>
        </a:xfrm>
      </p:grpSpPr>
      <p:sp>
        <p:nvSpPr>
          <p:cNvPr id="703" name="Google Shape;703;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4" name="Google Shape;704;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05" name="Google Shape;705;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18" Type="http://schemas.openxmlformats.org/officeDocument/2006/relationships/image" Target="../media/image23.png"/><Relationship Id="rId3" Type="http://schemas.openxmlformats.org/officeDocument/2006/relationships/image" Target="../media/image8.png"/><Relationship Id="rId21" Type="http://schemas.openxmlformats.org/officeDocument/2006/relationships/image" Target="../media/image26.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5" Type="http://schemas.openxmlformats.org/officeDocument/2006/relationships/image" Target="../media/image30.png"/><Relationship Id="rId2" Type="http://schemas.openxmlformats.org/officeDocument/2006/relationships/notesSlide" Target="../notesSlides/notesSlide3.xml"/><Relationship Id="rId16" Type="http://schemas.openxmlformats.org/officeDocument/2006/relationships/image" Target="../media/image21.png"/><Relationship Id="rId20" Type="http://schemas.openxmlformats.org/officeDocument/2006/relationships/image" Target="../media/image25.png"/><Relationship Id="rId1" Type="http://schemas.openxmlformats.org/officeDocument/2006/relationships/slideLayout" Target="../slideLayouts/slideLayout3.xml"/><Relationship Id="rId6" Type="http://schemas.openxmlformats.org/officeDocument/2006/relationships/image" Target="../media/image11.png"/><Relationship Id="rId11" Type="http://schemas.openxmlformats.org/officeDocument/2006/relationships/image" Target="../media/image16.png"/><Relationship Id="rId24" Type="http://schemas.openxmlformats.org/officeDocument/2006/relationships/image" Target="../media/image29.png"/><Relationship Id="rId5" Type="http://schemas.openxmlformats.org/officeDocument/2006/relationships/image" Target="../media/image10.png"/><Relationship Id="rId15" Type="http://schemas.openxmlformats.org/officeDocument/2006/relationships/image" Target="../media/image20.png"/><Relationship Id="rId23" Type="http://schemas.openxmlformats.org/officeDocument/2006/relationships/image" Target="../media/image28.png"/><Relationship Id="rId10" Type="http://schemas.openxmlformats.org/officeDocument/2006/relationships/image" Target="../media/image15.png"/><Relationship Id="rId19" Type="http://schemas.openxmlformats.org/officeDocument/2006/relationships/image" Target="../media/image24.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 Id="rId22" Type="http://schemas.openxmlformats.org/officeDocument/2006/relationships/image" Target="../media/image27.png"/></Relationships>
</file>

<file path=ppt/slides/_rels/slide4.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 Id="rId9" Type="http://schemas.openxmlformats.org/officeDocument/2006/relationships/image" Target="../media/image37.png"/></Relationships>
</file>

<file path=ppt/slides/_rels/slide5.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48.png"/><Relationship Id="rId3" Type="http://schemas.openxmlformats.org/officeDocument/2006/relationships/image" Target="../media/image38.png"/><Relationship Id="rId7" Type="http://schemas.openxmlformats.org/officeDocument/2006/relationships/image" Target="../media/image42.png"/><Relationship Id="rId12" Type="http://schemas.openxmlformats.org/officeDocument/2006/relationships/image" Target="../media/image47.png"/><Relationship Id="rId2" Type="http://schemas.openxmlformats.org/officeDocument/2006/relationships/notesSlide" Target="../notesSlides/notesSlide5.xml"/><Relationship Id="rId16" Type="http://schemas.openxmlformats.org/officeDocument/2006/relationships/image" Target="../media/image51.png"/><Relationship Id="rId1" Type="http://schemas.openxmlformats.org/officeDocument/2006/relationships/slideLayout" Target="../slideLayouts/slideLayout4.xml"/><Relationship Id="rId6" Type="http://schemas.openxmlformats.org/officeDocument/2006/relationships/image" Target="../media/image41.png"/><Relationship Id="rId11" Type="http://schemas.openxmlformats.org/officeDocument/2006/relationships/image" Target="../media/image46.png"/><Relationship Id="rId5" Type="http://schemas.openxmlformats.org/officeDocument/2006/relationships/image" Target="../media/image40.png"/><Relationship Id="rId15" Type="http://schemas.openxmlformats.org/officeDocument/2006/relationships/image" Target="../media/image50.png"/><Relationship Id="rId10" Type="http://schemas.openxmlformats.org/officeDocument/2006/relationships/image" Target="../media/image45.png"/><Relationship Id="rId4" Type="http://schemas.openxmlformats.org/officeDocument/2006/relationships/image" Target="../media/image39.png"/><Relationship Id="rId9" Type="http://schemas.openxmlformats.org/officeDocument/2006/relationships/image" Target="../media/image44.png"/><Relationship Id="rId14" Type="http://schemas.openxmlformats.org/officeDocument/2006/relationships/image" Target="../media/image49.png"/></Relationships>
</file>

<file path=ppt/slides/_rels/slide6.xml.rels><?xml version="1.0" encoding="UTF-8" standalone="yes"?>
<Relationships xmlns="http://schemas.openxmlformats.org/package/2006/relationships"><Relationship Id="rId3" Type="http://schemas.openxmlformats.org/officeDocument/2006/relationships/image" Target="../media/image52.jp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5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pic>
        <p:nvPicPr>
          <p:cNvPr id="710" name="Google Shape;710;p1"/>
          <p:cNvPicPr preferRelativeResize="0"/>
          <p:nvPr/>
        </p:nvPicPr>
        <p:blipFill rotWithShape="1">
          <a:blip r:embed="rId3">
            <a:alphaModFix/>
          </a:blip>
          <a:srcRect l="19" r="19"/>
          <a:stretch/>
        </p:blipFill>
        <p:spPr>
          <a:xfrm rot="-286769">
            <a:off x="6132657" y="3819627"/>
            <a:ext cx="1208040" cy="1709826"/>
          </a:xfrm>
          <a:prstGeom prst="rect">
            <a:avLst/>
          </a:prstGeom>
          <a:noFill/>
          <a:ln>
            <a:noFill/>
          </a:ln>
          <a:effectLst>
            <a:outerShdw blurRad="71438" dist="38100" dir="5220000" algn="bl" rotWithShape="0">
              <a:srgbClr val="000000">
                <a:alpha val="20000"/>
              </a:srgbClr>
            </a:outerShdw>
          </a:effectLst>
        </p:spPr>
      </p:pic>
      <p:pic>
        <p:nvPicPr>
          <p:cNvPr id="711" name="Google Shape;711;p1"/>
          <p:cNvPicPr preferRelativeResize="0"/>
          <p:nvPr/>
        </p:nvPicPr>
        <p:blipFill rotWithShape="1">
          <a:blip r:embed="rId4">
            <a:alphaModFix/>
          </a:blip>
          <a:srcRect l="19" r="19"/>
          <a:stretch/>
        </p:blipFill>
        <p:spPr>
          <a:xfrm rot="243190">
            <a:off x="4927482" y="3887252"/>
            <a:ext cx="1208039" cy="1709824"/>
          </a:xfrm>
          <a:prstGeom prst="rect">
            <a:avLst/>
          </a:prstGeom>
          <a:noFill/>
          <a:ln>
            <a:noFill/>
          </a:ln>
          <a:effectLst>
            <a:outerShdw blurRad="71438" dist="38100" dir="5220000" algn="bl" rotWithShape="0">
              <a:srgbClr val="000000">
                <a:alpha val="20000"/>
              </a:srgbClr>
            </a:outerShdw>
          </a:effectLst>
        </p:spPr>
      </p:pic>
      <p:pic>
        <p:nvPicPr>
          <p:cNvPr id="712" name="Google Shape;712;p1"/>
          <p:cNvPicPr preferRelativeResize="0"/>
          <p:nvPr/>
        </p:nvPicPr>
        <p:blipFill rotWithShape="1">
          <a:blip r:embed="rId5">
            <a:alphaModFix/>
          </a:blip>
          <a:srcRect l="79" r="79"/>
          <a:stretch/>
        </p:blipFill>
        <p:spPr>
          <a:xfrm rot="325066">
            <a:off x="7336183" y="3887252"/>
            <a:ext cx="1208038" cy="1709826"/>
          </a:xfrm>
          <a:prstGeom prst="rect">
            <a:avLst/>
          </a:prstGeom>
          <a:noFill/>
          <a:ln>
            <a:noFill/>
          </a:ln>
          <a:effectLst>
            <a:outerShdw blurRad="71438" dist="38100" dir="5220000" algn="bl" rotWithShape="0">
              <a:srgbClr val="000000">
                <a:alpha val="20000"/>
              </a:srgbClr>
            </a:outerShdw>
          </a:effectLst>
        </p:spPr>
      </p:pic>
      <p:sp>
        <p:nvSpPr>
          <p:cNvPr id="713" name="Google Shape;713;p1"/>
          <p:cNvSpPr txBox="1"/>
          <p:nvPr/>
        </p:nvSpPr>
        <p:spPr>
          <a:xfrm>
            <a:off x="884100" y="2716650"/>
            <a:ext cx="3997200" cy="845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3200"/>
              <a:buFont typeface="Arial"/>
              <a:buNone/>
            </a:pPr>
            <a:r>
              <a:rPr lang="en-US" sz="3000" b="0" i="0" u="none" strike="noStrike" cap="none">
                <a:solidFill>
                  <a:srgbClr val="262626"/>
                </a:solidFill>
                <a:latin typeface="Poppins"/>
                <a:ea typeface="Poppins"/>
                <a:cs typeface="Poppins"/>
                <a:sym typeface="Poppins"/>
              </a:rPr>
              <a:t>Uppercase Letters; </a:t>
            </a:r>
            <a:br>
              <a:rPr lang="en-US" sz="3000" b="0" i="0" u="none" strike="noStrike" cap="none">
                <a:solidFill>
                  <a:srgbClr val="262626"/>
                </a:solidFill>
                <a:latin typeface="Poppins"/>
                <a:ea typeface="Poppins"/>
                <a:cs typeface="Poppins"/>
                <a:sym typeface="Poppins"/>
              </a:rPr>
            </a:br>
            <a:r>
              <a:rPr lang="en-US" sz="3000" b="0" i="0" u="none" strike="noStrike" cap="none">
                <a:solidFill>
                  <a:srgbClr val="262626"/>
                </a:solidFill>
                <a:latin typeface="Poppins"/>
                <a:ea typeface="Poppins"/>
                <a:cs typeface="Poppins"/>
                <a:sym typeface="Poppins"/>
              </a:rPr>
              <a:t>D B P</a:t>
            </a:r>
            <a:endParaRPr sz="3000" b="0" i="0" u="none" strike="noStrike" cap="none">
              <a:solidFill>
                <a:srgbClr val="262626"/>
              </a:solidFill>
              <a:latin typeface="Poppins"/>
              <a:ea typeface="Poppins"/>
              <a:cs typeface="Poppins"/>
              <a:sym typeface="Poppins"/>
            </a:endParaRPr>
          </a:p>
        </p:txBody>
      </p:sp>
      <p:sp>
        <p:nvSpPr>
          <p:cNvPr id="714" name="Google Shape;714;p1"/>
          <p:cNvSpPr txBox="1"/>
          <p:nvPr/>
        </p:nvSpPr>
        <p:spPr>
          <a:xfrm>
            <a:off x="884092" y="3754105"/>
            <a:ext cx="3882600" cy="845400"/>
          </a:xfrm>
          <a:prstGeom prst="rect">
            <a:avLst/>
          </a:prstGeom>
          <a:noFill/>
          <a:ln>
            <a:noFill/>
          </a:ln>
        </p:spPr>
        <p:txBody>
          <a:bodyPr spcFirstLastPara="1" wrap="square" lIns="0" tIns="0" rIns="0" bIns="0" anchor="t" anchorCtr="0">
            <a:normAutofit/>
          </a:bodyPr>
          <a:lstStyle/>
          <a:p>
            <a:pPr marL="0" marR="0" lvl="0" indent="0" algn="l" rtl="0">
              <a:lnSpc>
                <a:spcPct val="90000"/>
              </a:lnSpc>
              <a:spcBef>
                <a:spcPts val="1000"/>
              </a:spcBef>
              <a:spcAft>
                <a:spcPts val="0"/>
              </a:spcAft>
              <a:buClr>
                <a:srgbClr val="000000"/>
              </a:buClr>
              <a:buSzPts val="2200"/>
              <a:buFont typeface="Arial"/>
              <a:buNone/>
            </a:pPr>
            <a:r>
              <a:rPr lang="en-US" sz="2200" b="0" i="1" u="none" strike="noStrike" cap="none">
                <a:solidFill>
                  <a:srgbClr val="262626"/>
                </a:solidFill>
                <a:latin typeface="Poppins"/>
                <a:ea typeface="Poppins"/>
                <a:cs typeface="Poppins"/>
                <a:sym typeface="Poppins"/>
              </a:rPr>
              <a:t>Lesson 15</a:t>
            </a:r>
            <a:endParaRPr sz="2200" b="0" i="1" u="none" strike="noStrike" cap="none">
              <a:solidFill>
                <a:srgbClr val="262626"/>
              </a:solidFill>
              <a:latin typeface="Poppins"/>
              <a:ea typeface="Poppins"/>
              <a:cs typeface="Poppins"/>
              <a:sym typeface="Poppins"/>
            </a:endParaRPr>
          </a:p>
        </p:txBody>
      </p:sp>
      <p:graphicFrame>
        <p:nvGraphicFramePr>
          <p:cNvPr id="715" name="Google Shape;715;p1"/>
          <p:cNvGraphicFramePr/>
          <p:nvPr/>
        </p:nvGraphicFramePr>
        <p:xfrm>
          <a:off x="4844200" y="1891197"/>
          <a:ext cx="3784950" cy="1678950"/>
        </p:xfrm>
        <a:graphic>
          <a:graphicData uri="http://schemas.openxmlformats.org/drawingml/2006/table">
            <a:tbl>
              <a:tblPr firstRow="1" bandRow="1">
                <a:noFill/>
                <a:tableStyleId>{7F95AC55-E63D-490E-BABF-4D2F1CA20D68}</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j</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Mulish"/>
                          <a:ea typeface="Mulish"/>
                          <a:cs typeface="Mulish"/>
                          <a:sym typeface="Mulish"/>
                        </a:rPr>
                        <a:t>v</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x</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y</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qu</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ch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sh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th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ng</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igh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a:t>
                      </a:r>
                      <a:r>
                        <a:rPr lang="en-US" sz="1500" u="none" strike="noStrike" cap="none">
                          <a:solidFill>
                            <a:srgbClr val="D9D9D9"/>
                          </a:solidFill>
                          <a:latin typeface="Poppins"/>
                          <a:ea typeface="Poppins"/>
                          <a:cs typeface="Poppins"/>
                          <a:sym typeface="Poppins"/>
                        </a:rPr>
                        <a:t>a</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oo</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cxnSp>
        <p:nvCxnSpPr>
          <p:cNvPr id="716" name="Google Shape;716;p1"/>
          <p:cNvCxnSpPr/>
          <p:nvPr/>
        </p:nvCxnSpPr>
        <p:spPr>
          <a:xfrm rot="10800000" flipH="1">
            <a:off x="7974450" y="2287200"/>
            <a:ext cx="35400" cy="24000"/>
          </a:xfrm>
          <a:prstGeom prst="straightConnector1">
            <a:avLst/>
          </a:prstGeom>
          <a:noFill/>
          <a:ln w="19050" cap="flat" cmpd="sng">
            <a:solidFill>
              <a:srgbClr val="D9D9D9"/>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1"/>
        <p:cNvGrpSpPr/>
        <p:nvPr/>
      </p:nvGrpSpPr>
      <p:grpSpPr>
        <a:xfrm>
          <a:off x="0" y="0"/>
          <a:ext cx="0" cy="0"/>
          <a:chOff x="0" y="0"/>
          <a:chExt cx="0" cy="0"/>
        </a:xfrm>
      </p:grpSpPr>
      <p:sp>
        <p:nvSpPr>
          <p:cNvPr id="722" name="Google Shape;722;g26c91cd4287_0_12"/>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uppercase letters </a:t>
            </a:r>
            <a:r>
              <a:rPr lang="en-US">
                <a:solidFill>
                  <a:srgbClr val="8DC63F"/>
                </a:solidFill>
              </a:rPr>
              <a:t>D B P</a:t>
            </a:r>
            <a:r>
              <a:rPr lang="en-US"/>
              <a:t>.</a:t>
            </a:r>
            <a:endParaRPr/>
          </a:p>
        </p:txBody>
      </p:sp>
      <p:sp>
        <p:nvSpPr>
          <p:cNvPr id="723" name="Google Shape;723;g26c91cd4287_0_12"/>
          <p:cNvSpPr txBox="1">
            <a:spLocks noGrp="1"/>
          </p:cNvSpPr>
          <p:nvPr>
            <p:ph type="body" idx="2"/>
          </p:nvPr>
        </p:nvSpPr>
        <p:spPr>
          <a:xfrm>
            <a:off x="3298550" y="1785450"/>
            <a:ext cx="4749300" cy="15216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a:t>
            </a:r>
            <a:endParaRPr/>
          </a:p>
          <a:p>
            <a:pPr marL="457200" lvl="0" indent="-330200" algn="l" rtl="0">
              <a:lnSpc>
                <a:spcPct val="100000"/>
              </a:lnSpc>
              <a:spcBef>
                <a:spcPts val="0"/>
              </a:spcBef>
              <a:spcAft>
                <a:spcPts val="0"/>
              </a:spcAft>
              <a:buSzPts val="1600"/>
              <a:buChar char="•"/>
            </a:pPr>
            <a:r>
              <a:rPr lang="en-US"/>
              <a:t>Review Phase 2 Common Exception Words </a:t>
            </a:r>
            <a:r>
              <a:rPr lang="en-US">
                <a:solidFill>
                  <a:srgbClr val="2356AF"/>
                </a:solidFill>
              </a:rPr>
              <a:t>as I is no go to into the put his has of pull full.</a:t>
            </a:r>
            <a:endParaRPr/>
          </a:p>
          <a:p>
            <a:pPr marL="457200" lvl="0" indent="-330200" algn="l" rtl="0">
              <a:lnSpc>
                <a:spcPct val="100000"/>
              </a:lnSpc>
              <a:spcBef>
                <a:spcPts val="0"/>
              </a:spcBef>
              <a:spcAft>
                <a:spcPts val="0"/>
              </a:spcAft>
              <a:buSzPts val="1600"/>
              <a:buChar char="•"/>
            </a:pPr>
            <a:r>
              <a:rPr lang="en-US"/>
              <a:t>Review Vowel song.</a:t>
            </a:r>
            <a:endParaRPr/>
          </a:p>
        </p:txBody>
      </p:sp>
      <p:sp>
        <p:nvSpPr>
          <p:cNvPr id="724" name="Google Shape;724;g26c91cd4287_0_12"/>
          <p:cNvSpPr txBox="1"/>
          <p:nvPr/>
        </p:nvSpPr>
        <p:spPr>
          <a:xfrm>
            <a:off x="1313525" y="5644996"/>
            <a:ext cx="1359300" cy="433500"/>
          </a:xfrm>
          <a:prstGeom prst="rect">
            <a:avLst/>
          </a:prstGeom>
          <a:noFill/>
          <a:ln>
            <a:noFill/>
          </a:ln>
        </p:spPr>
        <p:txBody>
          <a:bodyPr spcFirstLastPara="1" wrap="square" lIns="91425" tIns="45700" rIns="91425" bIns="45700" anchor="t" anchorCtr="0">
            <a:noAutofit/>
          </a:bodyPr>
          <a:lstStyle/>
          <a:p>
            <a:pPr marL="0" marR="0" lvl="0" indent="0" algn="ctr" rtl="0">
              <a:lnSpc>
                <a:spcPct val="115000"/>
              </a:lnSpc>
              <a:spcBef>
                <a:spcPts val="1000"/>
              </a:spcBef>
              <a:spcAft>
                <a:spcPts val="0"/>
              </a:spcAft>
              <a:buClr>
                <a:srgbClr val="000000"/>
              </a:buClr>
              <a:buSzPts val="900"/>
              <a:buFont typeface="Arial"/>
              <a:buNone/>
            </a:pPr>
            <a:endParaRPr sz="900" b="0" i="0" u="none" strike="noStrike" cap="none" dirty="0">
              <a:solidFill>
                <a:srgbClr val="262626"/>
              </a:solidFill>
              <a:latin typeface="Poppins"/>
              <a:ea typeface="Poppins"/>
              <a:cs typeface="Poppins"/>
              <a:sym typeface="Poppins"/>
            </a:endParaRPr>
          </a:p>
        </p:txBody>
      </p:sp>
      <p:sp>
        <p:nvSpPr>
          <p:cNvPr id="725" name="Google Shape;725;g26c91cd4287_0_12"/>
          <p:cNvSpPr txBox="1"/>
          <p:nvPr/>
        </p:nvSpPr>
        <p:spPr>
          <a:xfrm>
            <a:off x="6255725" y="5644996"/>
            <a:ext cx="1359300" cy="433500"/>
          </a:xfrm>
          <a:prstGeom prst="rect">
            <a:avLst/>
          </a:prstGeom>
          <a:noFill/>
          <a:ln>
            <a:noFill/>
          </a:ln>
        </p:spPr>
        <p:txBody>
          <a:bodyPr spcFirstLastPara="1" wrap="square" lIns="91425" tIns="45700" rIns="91425" bIns="45700" anchor="t" anchorCtr="0">
            <a:noAutofit/>
          </a:bodyPr>
          <a:lstStyle/>
          <a:p>
            <a:pPr marL="0" marR="0" lvl="0" indent="0" algn="ctr" rtl="0">
              <a:lnSpc>
                <a:spcPct val="115000"/>
              </a:lnSpc>
              <a:spcBef>
                <a:spcPts val="1000"/>
              </a:spcBef>
              <a:spcAft>
                <a:spcPts val="0"/>
              </a:spcAft>
              <a:buClr>
                <a:srgbClr val="000000"/>
              </a:buClr>
              <a:buSzPts val="900"/>
              <a:buFont typeface="Arial"/>
              <a:buNone/>
            </a:pPr>
            <a:endParaRPr sz="900" b="0" i="0" u="none" strike="noStrike" cap="none" dirty="0">
              <a:solidFill>
                <a:srgbClr val="262626"/>
              </a:solidFill>
              <a:latin typeface="Poppins"/>
              <a:ea typeface="Poppins"/>
              <a:cs typeface="Poppins"/>
              <a:sym typeface="Poppins"/>
            </a:endParaRPr>
          </a:p>
        </p:txBody>
      </p:sp>
      <p:sp>
        <p:nvSpPr>
          <p:cNvPr id="726" name="Google Shape;726;g26c91cd4287_0_12"/>
          <p:cNvSpPr txBox="1"/>
          <p:nvPr/>
        </p:nvSpPr>
        <p:spPr>
          <a:xfrm>
            <a:off x="2742214" y="5645000"/>
            <a:ext cx="1796700" cy="433500"/>
          </a:xfrm>
          <a:prstGeom prst="rect">
            <a:avLst/>
          </a:prstGeom>
          <a:noFill/>
          <a:ln>
            <a:noFill/>
          </a:ln>
        </p:spPr>
        <p:txBody>
          <a:bodyPr spcFirstLastPara="1" wrap="square" lIns="91425" tIns="45700" rIns="91425" bIns="45700" anchor="t" anchorCtr="0">
            <a:noAutofit/>
          </a:bodyPr>
          <a:lstStyle/>
          <a:p>
            <a:pPr marL="0" marR="0" lvl="0" indent="0" algn="ctr" rtl="0">
              <a:lnSpc>
                <a:spcPct val="115000"/>
              </a:lnSpc>
              <a:spcBef>
                <a:spcPts val="1000"/>
              </a:spcBef>
              <a:spcAft>
                <a:spcPts val="0"/>
              </a:spcAft>
              <a:buClr>
                <a:srgbClr val="000000"/>
              </a:buClr>
              <a:buSzPts val="900"/>
              <a:buFont typeface="Arial"/>
              <a:buNone/>
            </a:pPr>
            <a:endParaRPr sz="900" b="0" i="0" u="none" strike="noStrike" cap="none" dirty="0">
              <a:solidFill>
                <a:srgbClr val="262626"/>
              </a:solidFill>
              <a:latin typeface="Poppins"/>
              <a:ea typeface="Poppins"/>
              <a:cs typeface="Poppins"/>
              <a:sym typeface="Poppins"/>
            </a:endParaRPr>
          </a:p>
        </p:txBody>
      </p:sp>
      <p:sp>
        <p:nvSpPr>
          <p:cNvPr id="727" name="Google Shape;727;g26c91cd4287_0_12"/>
          <p:cNvSpPr txBox="1"/>
          <p:nvPr/>
        </p:nvSpPr>
        <p:spPr>
          <a:xfrm>
            <a:off x="4608325" y="5644996"/>
            <a:ext cx="1359300" cy="433500"/>
          </a:xfrm>
          <a:prstGeom prst="rect">
            <a:avLst/>
          </a:prstGeom>
          <a:noFill/>
          <a:ln>
            <a:noFill/>
          </a:ln>
        </p:spPr>
        <p:txBody>
          <a:bodyPr spcFirstLastPara="1" wrap="square" lIns="91425" tIns="45700" rIns="91425" bIns="45700" anchor="t" anchorCtr="0">
            <a:noAutofit/>
          </a:bodyPr>
          <a:lstStyle/>
          <a:p>
            <a:pPr marL="0" marR="0" lvl="0" indent="0" algn="ctr" rtl="0">
              <a:lnSpc>
                <a:spcPct val="115000"/>
              </a:lnSpc>
              <a:spcBef>
                <a:spcPts val="1000"/>
              </a:spcBef>
              <a:spcAft>
                <a:spcPts val="0"/>
              </a:spcAft>
              <a:buClr>
                <a:srgbClr val="000000"/>
              </a:buClr>
              <a:buSzPts val="900"/>
              <a:buFont typeface="Arial"/>
              <a:buNone/>
            </a:pPr>
            <a:endParaRPr sz="900" b="0" i="0" u="none" strike="noStrike" cap="none" dirty="0">
              <a:solidFill>
                <a:srgbClr val="262626"/>
              </a:solidFill>
              <a:latin typeface="Poppins"/>
              <a:ea typeface="Poppins"/>
              <a:cs typeface="Poppins"/>
              <a:sym typeface="Poppins"/>
            </a:endParaRPr>
          </a:p>
        </p:txBody>
      </p:sp>
      <p:sp>
        <p:nvSpPr>
          <p:cNvPr id="731" name="Google Shape;731;g26c91cd4287_0_12"/>
          <p:cNvSpPr txBox="1"/>
          <p:nvPr/>
        </p:nvSpPr>
        <p:spPr>
          <a:xfrm>
            <a:off x="856325" y="3837725"/>
            <a:ext cx="7292400" cy="785700"/>
          </a:xfrm>
          <a:prstGeom prst="rect">
            <a:avLst/>
          </a:prstGeom>
          <a:noFill/>
          <a:ln>
            <a:noFill/>
          </a:ln>
        </p:spPr>
        <p:txBody>
          <a:bodyPr spcFirstLastPara="1" wrap="square" lIns="0" tIns="45700" rIns="91425" bIns="45700" anchor="t" anchorCtr="0">
            <a:noAutofit/>
          </a:bodyPr>
          <a:lstStyle/>
          <a:p>
            <a:pPr marL="0" marR="0" lvl="0" indent="0" algn="l" rtl="0">
              <a:lnSpc>
                <a:spcPct val="115000"/>
              </a:lnSpc>
              <a:spcBef>
                <a:spcPts val="1000"/>
              </a:spcBef>
              <a:spcAft>
                <a:spcPts val="0"/>
              </a:spcAft>
              <a:buClr>
                <a:srgbClr val="000000"/>
              </a:buClr>
              <a:buSzPts val="1200"/>
              <a:buFont typeface="Arial"/>
              <a:buNone/>
            </a:pPr>
            <a:r>
              <a:rPr lang="en-US" sz="1200" b="0" i="0" u="none" strike="noStrike" cap="none" dirty="0">
                <a:solidFill>
                  <a:srgbClr val="262626"/>
                </a:solidFill>
                <a:latin typeface="Poppins"/>
                <a:ea typeface="Poppins"/>
                <a:cs typeface="Poppins"/>
                <a:sym typeface="Poppins"/>
              </a:rPr>
              <a:t>A large display that has the letters of the alphabet on it. This could be an Alphabet Arc, poster, magnetic letters on a whiteboard etc. Visit </a:t>
            </a:r>
            <a:r>
              <a:rPr lang="en-US" sz="1200" b="0" i="0" u="sng" strike="noStrike" cap="none" dirty="0">
                <a:solidFill>
                  <a:srgbClr val="0563C1"/>
                </a:solidFill>
                <a:latin typeface="Poppins"/>
                <a:ea typeface="Poppins"/>
                <a:cs typeface="Poppins"/>
                <a:sym typeface="Poppins"/>
              </a:rPr>
              <a:t>www.teaching.com.au</a:t>
            </a:r>
            <a:r>
              <a:rPr lang="en-US" sz="1200" b="0" i="0" u="none" strike="noStrike" cap="none" dirty="0">
                <a:solidFill>
                  <a:srgbClr val="262626"/>
                </a:solidFill>
                <a:latin typeface="Poppins"/>
                <a:ea typeface="Poppins"/>
                <a:cs typeface="Poppins"/>
                <a:sym typeface="Poppins"/>
              </a:rPr>
              <a:t> to shop teaching resources.</a:t>
            </a:r>
            <a:endParaRPr sz="1200" b="0" i="0" u="none" strike="noStrike" cap="none" dirty="0">
              <a:solidFill>
                <a:srgbClr val="262626"/>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37"/>
        <p:cNvGrpSpPr/>
        <p:nvPr/>
      </p:nvGrpSpPr>
      <p:grpSpPr>
        <a:xfrm>
          <a:off x="0" y="0"/>
          <a:ext cx="0" cy="0"/>
          <a:chOff x="0" y="0"/>
          <a:chExt cx="0" cy="0"/>
        </a:xfrm>
      </p:grpSpPr>
      <p:sp>
        <p:nvSpPr>
          <p:cNvPr id="738" name="Google Shape;738;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39" name="Google Shape;739;g26b641b03cd_0_165"/>
          <p:cNvGrpSpPr/>
          <p:nvPr/>
        </p:nvGrpSpPr>
        <p:grpSpPr>
          <a:xfrm>
            <a:off x="930400" y="2129444"/>
            <a:ext cx="7283200" cy="3724851"/>
            <a:chOff x="930400" y="2129444"/>
            <a:chExt cx="7283200" cy="3724851"/>
          </a:xfrm>
        </p:grpSpPr>
        <p:pic>
          <p:nvPicPr>
            <p:cNvPr id="740" name="Google Shape;740;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41" name="Google Shape;741;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42" name="Google Shape;742;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43" name="Google Shape;743;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44" name="Google Shape;744;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45" name="Google Shape;745;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46" name="Google Shape;746;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47" name="Google Shape;747;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48" name="Google Shape;748;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49" name="Google Shape;749;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50" name="Google Shape;750;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51" name="Google Shape;751;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52" name="Google Shape;752;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53" name="Google Shape;753;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54" name="Google Shape;754;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55" name="Google Shape;755;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56" name="Google Shape;756;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57" name="Google Shape;757;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58" name="Google Shape;758;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59" name="Google Shape;759;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60" name="Google Shape;760;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61" name="Google Shape;761;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62" name="Google Shape;762;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67"/>
        <p:cNvGrpSpPr/>
        <p:nvPr/>
      </p:nvGrpSpPr>
      <p:grpSpPr>
        <a:xfrm>
          <a:off x="0" y="0"/>
          <a:ext cx="0" cy="0"/>
          <a:chOff x="0" y="0"/>
          <a:chExt cx="0" cy="0"/>
        </a:xfrm>
      </p:grpSpPr>
      <p:sp>
        <p:nvSpPr>
          <p:cNvPr id="768" name="Google Shape;768;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69" name="Google Shape;769;g26b7edf6e71_0_26"/>
          <p:cNvPicPr preferRelativeResize="0"/>
          <p:nvPr/>
        </p:nvPicPr>
        <p:blipFill rotWithShape="1">
          <a:blip r:embed="rId3">
            <a:alphaModFix/>
          </a:blip>
          <a:srcRect l="79" r="79"/>
          <a:stretch/>
        </p:blipFill>
        <p:spPr>
          <a:xfrm>
            <a:off x="930400" y="2129450"/>
            <a:ext cx="933501" cy="1321313"/>
          </a:xfrm>
          <a:prstGeom prst="rect">
            <a:avLst/>
          </a:prstGeom>
          <a:noFill/>
          <a:ln>
            <a:noFill/>
          </a:ln>
          <a:effectLst>
            <a:outerShdw blurRad="71438" dist="28575" dir="5400000" algn="bl" rotWithShape="0">
              <a:srgbClr val="000000">
                <a:alpha val="15294"/>
              </a:srgbClr>
            </a:outerShdw>
          </a:effectLst>
        </p:spPr>
      </p:pic>
      <p:pic>
        <p:nvPicPr>
          <p:cNvPr id="770" name="Google Shape;770;g26b7edf6e71_0_26"/>
          <p:cNvPicPr preferRelativeResize="0"/>
          <p:nvPr/>
        </p:nvPicPr>
        <p:blipFill rotWithShape="1">
          <a:blip r:embed="rId4">
            <a:alphaModFix/>
          </a:blip>
          <a:srcRect l="79" r="79"/>
          <a:stretch/>
        </p:blipFill>
        <p:spPr>
          <a:xfrm>
            <a:off x="4072837" y="2129450"/>
            <a:ext cx="933501" cy="1321313"/>
          </a:xfrm>
          <a:prstGeom prst="rect">
            <a:avLst/>
          </a:prstGeom>
          <a:noFill/>
          <a:ln>
            <a:noFill/>
          </a:ln>
          <a:effectLst>
            <a:outerShdw blurRad="71438" dist="28575" dir="5400000" algn="bl" rotWithShape="0">
              <a:srgbClr val="000000">
                <a:alpha val="15294"/>
              </a:srgbClr>
            </a:outerShdw>
          </a:effectLst>
        </p:spPr>
      </p:pic>
      <p:pic>
        <p:nvPicPr>
          <p:cNvPr id="771" name="Google Shape;771;g26b7edf6e71_0_26"/>
          <p:cNvPicPr preferRelativeResize="0"/>
          <p:nvPr/>
        </p:nvPicPr>
        <p:blipFill rotWithShape="1">
          <a:blip r:embed="rId5">
            <a:alphaModFix/>
          </a:blip>
          <a:srcRect l="79" r="79"/>
          <a:stretch/>
        </p:blipFill>
        <p:spPr>
          <a:xfrm>
            <a:off x="1977879" y="2129450"/>
            <a:ext cx="933501" cy="1321313"/>
          </a:xfrm>
          <a:prstGeom prst="rect">
            <a:avLst/>
          </a:prstGeom>
          <a:noFill/>
          <a:ln>
            <a:noFill/>
          </a:ln>
          <a:effectLst>
            <a:outerShdw blurRad="71438" dist="28575" dir="5400000" algn="bl" rotWithShape="0">
              <a:srgbClr val="000000">
                <a:alpha val="15294"/>
              </a:srgbClr>
            </a:outerShdw>
          </a:effectLst>
        </p:spPr>
      </p:pic>
      <p:pic>
        <p:nvPicPr>
          <p:cNvPr id="772" name="Google Shape;772;g26b7edf6e71_0_26"/>
          <p:cNvPicPr preferRelativeResize="0"/>
          <p:nvPr/>
        </p:nvPicPr>
        <p:blipFill rotWithShape="1">
          <a:blip r:embed="rId6">
            <a:alphaModFix/>
          </a:blip>
          <a:srcRect l="19" r="29"/>
          <a:stretch/>
        </p:blipFill>
        <p:spPr>
          <a:xfrm>
            <a:off x="3025359" y="2129450"/>
            <a:ext cx="933501" cy="1321313"/>
          </a:xfrm>
          <a:prstGeom prst="rect">
            <a:avLst/>
          </a:prstGeom>
          <a:noFill/>
          <a:ln>
            <a:noFill/>
          </a:ln>
          <a:effectLst>
            <a:outerShdw blurRad="71438" dist="28575" dir="5400000" algn="bl" rotWithShape="0">
              <a:srgbClr val="000000">
                <a:alpha val="15294"/>
              </a:srgbClr>
            </a:outerShdw>
          </a:effectLst>
        </p:spPr>
      </p:pic>
      <p:pic>
        <p:nvPicPr>
          <p:cNvPr id="773" name="Google Shape;773;g26b7edf6e71_0_26"/>
          <p:cNvPicPr preferRelativeResize="0"/>
          <p:nvPr/>
        </p:nvPicPr>
        <p:blipFill rotWithShape="1">
          <a:blip r:embed="rId7">
            <a:alphaModFix/>
          </a:blip>
          <a:srcRect l="19" r="29"/>
          <a:stretch/>
        </p:blipFill>
        <p:spPr>
          <a:xfrm>
            <a:off x="5120316" y="2129450"/>
            <a:ext cx="933501" cy="1321313"/>
          </a:xfrm>
          <a:prstGeom prst="rect">
            <a:avLst/>
          </a:prstGeom>
          <a:noFill/>
          <a:ln>
            <a:noFill/>
          </a:ln>
          <a:effectLst>
            <a:outerShdw blurRad="71438" dist="28575" dir="5400000" algn="bl" rotWithShape="0">
              <a:srgbClr val="000000">
                <a:alpha val="15294"/>
              </a:srgbClr>
            </a:outerShdw>
          </a:effectLst>
        </p:spPr>
      </p:pic>
      <p:pic>
        <p:nvPicPr>
          <p:cNvPr id="774" name="Google Shape;774;g26b7edf6e71_0_26"/>
          <p:cNvPicPr preferRelativeResize="0"/>
          <p:nvPr/>
        </p:nvPicPr>
        <p:blipFill rotWithShape="1">
          <a:blip r:embed="rId8">
            <a:alphaModFix/>
          </a:blip>
          <a:srcRect l="79" r="79"/>
          <a:stretch/>
        </p:blipFill>
        <p:spPr>
          <a:xfrm>
            <a:off x="6167796" y="2129450"/>
            <a:ext cx="933501" cy="1321313"/>
          </a:xfrm>
          <a:prstGeom prst="rect">
            <a:avLst/>
          </a:prstGeom>
          <a:noFill/>
          <a:ln>
            <a:noFill/>
          </a:ln>
          <a:effectLst>
            <a:outerShdw blurRad="71438" dist="28575" dir="5400000" algn="bl" rotWithShape="0">
              <a:srgbClr val="000000">
                <a:alpha val="15294"/>
              </a:srgbClr>
            </a:outerShdw>
          </a:effectLst>
        </p:spPr>
      </p:pic>
      <p:pic>
        <p:nvPicPr>
          <p:cNvPr id="775" name="Google Shape;775;g26b7edf6e71_0_26"/>
          <p:cNvPicPr preferRelativeResize="0"/>
          <p:nvPr/>
        </p:nvPicPr>
        <p:blipFill rotWithShape="1">
          <a:blip r:embed="rId9">
            <a:alphaModFix/>
          </a:blip>
          <a:srcRect l="79" r="79"/>
          <a:stretch/>
        </p:blipFill>
        <p:spPr>
          <a:xfrm>
            <a:off x="7215274" y="2129450"/>
            <a:ext cx="933501" cy="1321313"/>
          </a:xfrm>
          <a:prstGeom prst="rect">
            <a:avLst/>
          </a:prstGeom>
          <a:noFill/>
          <a:ln>
            <a:noFill/>
          </a:ln>
          <a:effectLst>
            <a:outerShdw blurRad="71438" dist="28575" dir="5400000" algn="bl" rotWithShape="0">
              <a:srgbClr val="000000">
                <a:alpha val="15294"/>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g26c91939511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endParaRPr/>
          </a:p>
        </p:txBody>
      </p:sp>
      <p:grpSp>
        <p:nvGrpSpPr>
          <p:cNvPr id="782" name="Google Shape;782;g26c91939511_0_0"/>
          <p:cNvGrpSpPr/>
          <p:nvPr/>
        </p:nvGrpSpPr>
        <p:grpSpPr>
          <a:xfrm>
            <a:off x="867357" y="2129450"/>
            <a:ext cx="7282807" cy="2686611"/>
            <a:chOff x="867357" y="2129450"/>
            <a:chExt cx="7282807" cy="2686611"/>
          </a:xfrm>
        </p:grpSpPr>
        <p:pic>
          <p:nvPicPr>
            <p:cNvPr id="783" name="Google Shape;783;g26c91939511_0_0"/>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84" name="Google Shape;784;g26c91939511_0_0"/>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785" name="Google Shape;785;g26c91939511_0_0"/>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786" name="Google Shape;786;g26c91939511_0_0"/>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787" name="Google Shape;787;g26c91939511_0_0"/>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788" name="Google Shape;788;g26c91939511_0_0"/>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789" name="Google Shape;789;g26c91939511_0_0"/>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790" name="Google Shape;790;g26c91939511_0_0"/>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791" name="Google Shape;791;g26c91939511_0_0"/>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792" name="Google Shape;792;g26c91939511_0_0"/>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793" name="Google Shape;793;g26c91939511_0_0"/>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794" name="Google Shape;794;g26c91939511_0_0"/>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795" name="Google Shape;795;g26c91939511_0_0"/>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796" name="Google Shape;796;g26c91939511_0_0"/>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01"/>
        <p:cNvGrpSpPr/>
        <p:nvPr/>
      </p:nvGrpSpPr>
      <p:grpSpPr>
        <a:xfrm>
          <a:off x="0" y="0"/>
          <a:ext cx="0" cy="0"/>
          <a:chOff x="0" y="0"/>
          <a:chExt cx="0" cy="0"/>
        </a:xfrm>
      </p:grpSpPr>
      <p:sp>
        <p:nvSpPr>
          <p:cNvPr id="802" name="Google Shape;802;g26c91cd4287_0_753"/>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sp>
        <p:nvSpPr>
          <p:cNvPr id="803" name="Google Shape;803;g26c91cd4287_0_753"/>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804" name="Google Shape;804;g26c91cd4287_0_753"/>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09"/>
        <p:cNvGrpSpPr/>
        <p:nvPr/>
      </p:nvGrpSpPr>
      <p:grpSpPr>
        <a:xfrm>
          <a:off x="0" y="0"/>
          <a:ext cx="0" cy="0"/>
          <a:chOff x="0" y="0"/>
          <a:chExt cx="0" cy="0"/>
        </a:xfrm>
      </p:grpSpPr>
      <p:sp>
        <p:nvSpPr>
          <p:cNvPr id="810" name="Google Shape;810;g26c91cd4287_0_76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Vowel Hand Song.</a:t>
            </a:r>
            <a:endParaRPr sz="2400" b="0" i="0" u="none" strike="noStrike" cap="none">
              <a:solidFill>
                <a:srgbClr val="000000"/>
              </a:solidFill>
              <a:latin typeface="Poppins"/>
              <a:ea typeface="Poppins"/>
              <a:cs typeface="Poppins"/>
              <a:sym typeface="Poppins"/>
            </a:endParaRPr>
          </a:p>
        </p:txBody>
      </p:sp>
      <p:sp>
        <p:nvSpPr>
          <p:cNvPr id="811" name="Google Shape;811;g26c91cd4287_0_760"/>
          <p:cNvSpPr txBox="1"/>
          <p:nvPr/>
        </p:nvSpPr>
        <p:spPr>
          <a:xfrm>
            <a:off x="876925" y="2094075"/>
            <a:ext cx="4263900" cy="3587400"/>
          </a:xfrm>
          <a:prstGeom prst="rect">
            <a:avLst/>
          </a:prstGeom>
          <a:no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2000"/>
              <a:buFont typeface="Arial"/>
              <a:buNone/>
            </a:pPr>
            <a:r>
              <a:rPr lang="en-US" sz="2000" b="0" i="0" u="none" strike="noStrike" cap="none">
                <a:solidFill>
                  <a:srgbClr val="000000"/>
                </a:solidFill>
                <a:latin typeface="Poppins"/>
                <a:ea typeface="Poppins"/>
                <a:cs typeface="Poppins"/>
                <a:sym typeface="Poppins"/>
              </a:rPr>
              <a:t>a, e, i, o, u   a, e, i, o, u   a, e, i, o, u </a:t>
            </a:r>
            <a:r>
              <a:rPr lang="en-US" sz="2000" b="0" i="0" u="none" strike="noStrike" cap="none">
                <a:solidFill>
                  <a:srgbClr val="D9D9D9"/>
                </a:solidFill>
                <a:latin typeface="Poppins"/>
                <a:ea typeface="Poppins"/>
                <a:cs typeface="Poppins"/>
                <a:sym typeface="Poppins"/>
              </a:rPr>
              <a:t>(short sounds only)</a:t>
            </a:r>
            <a:endParaRPr sz="2000" b="0" i="0" u="none" strike="noStrike" cap="none">
              <a:solidFill>
                <a:srgbClr val="D9D9D9"/>
              </a:solidFill>
              <a:latin typeface="Poppins"/>
              <a:ea typeface="Poppins"/>
              <a:cs typeface="Poppins"/>
              <a:sym typeface="Poppins"/>
            </a:endParaRPr>
          </a:p>
          <a:p>
            <a:pPr marL="0" marR="0" lvl="0" indent="0" algn="l" rtl="0">
              <a:lnSpc>
                <a:spcPct val="150000"/>
              </a:lnSpc>
              <a:spcBef>
                <a:spcPts val="0"/>
              </a:spcBef>
              <a:spcAft>
                <a:spcPts val="0"/>
              </a:spcAft>
              <a:buClr>
                <a:srgbClr val="000000"/>
              </a:buClr>
              <a:buSzPts val="2000"/>
              <a:buFont typeface="Arial"/>
              <a:buNone/>
            </a:pPr>
            <a:r>
              <a:rPr lang="en-US" sz="2000" b="0" i="0" u="none" strike="noStrike" cap="none">
                <a:solidFill>
                  <a:srgbClr val="000000"/>
                </a:solidFill>
                <a:latin typeface="Poppins"/>
                <a:ea typeface="Poppins"/>
                <a:cs typeface="Poppins"/>
                <a:sym typeface="Poppins"/>
              </a:rPr>
              <a:t>are short vowels that we use</a:t>
            </a:r>
            <a:endParaRPr sz="2000" b="0" i="0" u="none" strike="noStrike" cap="none">
              <a:solidFill>
                <a:srgbClr val="000000"/>
              </a:solidFill>
              <a:latin typeface="Poppins"/>
              <a:ea typeface="Poppins"/>
              <a:cs typeface="Poppins"/>
              <a:sym typeface="Poppins"/>
            </a:endParaRPr>
          </a:p>
          <a:p>
            <a:pPr marL="0" marR="0" lvl="0" indent="0" algn="l" rtl="0">
              <a:lnSpc>
                <a:spcPct val="150000"/>
              </a:lnSpc>
              <a:spcBef>
                <a:spcPts val="0"/>
              </a:spcBef>
              <a:spcAft>
                <a:spcPts val="0"/>
              </a:spcAft>
              <a:buClr>
                <a:srgbClr val="000000"/>
              </a:buClr>
              <a:buSzPts val="2000"/>
              <a:buFont typeface="Arial"/>
              <a:buNone/>
            </a:pPr>
            <a:r>
              <a:rPr lang="en-US" sz="2000" b="0" i="0" u="none" strike="noStrike" cap="none">
                <a:solidFill>
                  <a:srgbClr val="000000"/>
                </a:solidFill>
                <a:latin typeface="Poppins"/>
                <a:ea typeface="Poppins"/>
                <a:cs typeface="Poppins"/>
                <a:sym typeface="Poppins"/>
              </a:rPr>
              <a:t>a vowel is in every word, </a:t>
            </a:r>
            <a:br>
              <a:rPr lang="en-US" sz="2000" b="0" i="0" u="none" strike="noStrike" cap="none">
                <a:solidFill>
                  <a:srgbClr val="000000"/>
                </a:solidFill>
                <a:latin typeface="Poppins"/>
                <a:ea typeface="Poppins"/>
                <a:cs typeface="Poppins"/>
                <a:sym typeface="Poppins"/>
              </a:rPr>
            </a:br>
            <a:r>
              <a:rPr lang="en-US" sz="2000" b="0" i="0" u="none" strike="noStrike" cap="none">
                <a:solidFill>
                  <a:srgbClr val="000000"/>
                </a:solidFill>
                <a:latin typeface="Poppins"/>
                <a:ea typeface="Poppins"/>
                <a:cs typeface="Poppins"/>
                <a:sym typeface="Poppins"/>
              </a:rPr>
              <a:t>a vowel is in every word,</a:t>
            </a:r>
            <a:endParaRPr sz="2000" b="0" i="0" u="none" strike="noStrike" cap="none">
              <a:solidFill>
                <a:srgbClr val="000000"/>
              </a:solidFill>
              <a:latin typeface="Poppins"/>
              <a:ea typeface="Poppins"/>
              <a:cs typeface="Poppins"/>
              <a:sym typeface="Poppins"/>
            </a:endParaRPr>
          </a:p>
          <a:p>
            <a:pPr marL="0" marR="0" lvl="0" indent="0" algn="l" rtl="0">
              <a:lnSpc>
                <a:spcPct val="150000"/>
              </a:lnSpc>
              <a:spcBef>
                <a:spcPts val="0"/>
              </a:spcBef>
              <a:spcAft>
                <a:spcPts val="0"/>
              </a:spcAft>
              <a:buClr>
                <a:srgbClr val="000000"/>
              </a:buClr>
              <a:buSzPts val="2000"/>
              <a:buFont typeface="Arial"/>
              <a:buNone/>
            </a:pPr>
            <a:r>
              <a:rPr lang="en-US" sz="2000" b="0" i="0" u="none" strike="noStrike" cap="none">
                <a:solidFill>
                  <a:srgbClr val="000000"/>
                </a:solidFill>
                <a:latin typeface="Poppins"/>
                <a:ea typeface="Poppins"/>
                <a:cs typeface="Poppins"/>
                <a:sym typeface="Poppins"/>
              </a:rPr>
              <a:t>a vowel is in every word </a:t>
            </a:r>
            <a:br>
              <a:rPr lang="en-US" sz="2000" b="0" i="0" u="none" strike="noStrike" cap="none">
                <a:solidFill>
                  <a:srgbClr val="000000"/>
                </a:solidFill>
                <a:latin typeface="Poppins"/>
                <a:ea typeface="Poppins"/>
                <a:cs typeface="Poppins"/>
                <a:sym typeface="Poppins"/>
              </a:rPr>
            </a:br>
            <a:r>
              <a:rPr lang="en-US" sz="2000" b="0" i="0" u="none" strike="noStrike" cap="none">
                <a:solidFill>
                  <a:srgbClr val="000000"/>
                </a:solidFill>
                <a:latin typeface="Poppins"/>
                <a:ea typeface="Poppins"/>
                <a:cs typeface="Poppins"/>
                <a:sym typeface="Poppins"/>
              </a:rPr>
              <a:t>that we read or write.</a:t>
            </a:r>
            <a:endParaRPr sz="2000" b="0" i="0" u="none" strike="noStrike" cap="none">
              <a:solidFill>
                <a:srgbClr val="000000"/>
              </a:solidFill>
              <a:latin typeface="Poppins"/>
              <a:ea typeface="Poppins"/>
              <a:cs typeface="Poppins"/>
              <a:sym typeface="Poppins"/>
            </a:endParaRPr>
          </a:p>
        </p:txBody>
      </p:sp>
      <p:pic>
        <p:nvPicPr>
          <p:cNvPr id="812" name="Google Shape;812;g26c91cd4287_0_760"/>
          <p:cNvPicPr preferRelativeResize="0"/>
          <p:nvPr/>
        </p:nvPicPr>
        <p:blipFill rotWithShape="1">
          <a:blip r:embed="rId3">
            <a:alphaModFix/>
          </a:blip>
          <a:srcRect t="7522" r="7062" b="17832"/>
          <a:stretch/>
        </p:blipFill>
        <p:spPr>
          <a:xfrm>
            <a:off x="4509700" y="2118750"/>
            <a:ext cx="3638549" cy="413302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17"/>
        <p:cNvGrpSpPr/>
        <p:nvPr/>
      </p:nvGrpSpPr>
      <p:grpSpPr>
        <a:xfrm>
          <a:off x="0" y="0"/>
          <a:ext cx="0" cy="0"/>
          <a:chOff x="0" y="0"/>
          <a:chExt cx="0" cy="0"/>
        </a:xfrm>
      </p:grpSpPr>
      <p:sp>
        <p:nvSpPr>
          <p:cNvPr id="818" name="Google Shape;818;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19" name="Google Shape;819;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20" name="Google Shape;820;g2c186218c5a_0_25"/>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7843"/>
              </a:srgbClr>
            </a:outerShdw>
          </a:effectLst>
        </p:spPr>
      </p:pic>
      <p:sp>
        <p:nvSpPr>
          <p:cNvPr id="821" name="Google Shape;821;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26"/>
        <p:cNvGrpSpPr/>
        <p:nvPr/>
      </p:nvGrpSpPr>
      <p:grpSpPr>
        <a:xfrm>
          <a:off x="0" y="0"/>
          <a:ext cx="0" cy="0"/>
          <a:chOff x="0" y="0"/>
          <a:chExt cx="0" cy="0"/>
        </a:xfrm>
      </p:grpSpPr>
      <p:sp>
        <p:nvSpPr>
          <p:cNvPr id="827" name="Google Shape;827;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28" name="Google Shape;828;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Uppercase Formation</a:t>
            </a:r>
            <a:endParaRPr/>
          </a:p>
        </p:txBody>
      </p:sp>
      <p:pic>
        <p:nvPicPr>
          <p:cNvPr id="829" name="Google Shape;829;g26b641b03cd_0_192"/>
          <p:cNvPicPr preferRelativeResize="0"/>
          <p:nvPr/>
        </p:nvPicPr>
        <p:blipFill rotWithShape="1">
          <a:blip r:embed="rId3">
            <a:alphaModFix/>
          </a:blip>
          <a:srcRect t="59" b="49"/>
          <a:stretch/>
        </p:blipFill>
        <p:spPr>
          <a:xfrm>
            <a:off x="3041337" y="996300"/>
            <a:ext cx="3061325" cy="4333175"/>
          </a:xfrm>
          <a:prstGeom prst="rect">
            <a:avLst/>
          </a:prstGeom>
          <a:noFill/>
          <a:ln>
            <a:noFill/>
          </a:ln>
          <a:effectLst>
            <a:outerShdw blurRad="142875" dist="19050" dir="5400000" algn="bl" rotWithShape="0">
              <a:srgbClr val="000000">
                <a:alpha val="27843"/>
              </a:srgbClr>
            </a:outerShdw>
          </a:effectLst>
        </p:spPr>
      </p:pic>
      <p:sp>
        <p:nvSpPr>
          <p:cNvPr id="830" name="Google Shape;830;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35"/>
        <p:cNvGrpSpPr/>
        <p:nvPr/>
      </p:nvGrpSpPr>
      <p:grpSpPr>
        <a:xfrm>
          <a:off x="0" y="0"/>
          <a:ext cx="0" cy="0"/>
          <a:chOff x="0" y="0"/>
          <a:chExt cx="0" cy="0"/>
        </a:xfrm>
      </p:grpSpPr>
      <p:sp>
        <p:nvSpPr>
          <p:cNvPr id="836" name="Google Shape;836;g26c91cd4287_0_148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37" name="Google Shape;837;g26c91cd4287_0_148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38" name="Google Shape;838;g26c91cd4287_0_1486"/>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8235"/>
              </a:srgbClr>
            </a:outerShdw>
          </a:effectLst>
        </p:spPr>
      </p:pic>
      <p:sp>
        <p:nvSpPr>
          <p:cNvPr id="839" name="Google Shape;839;g26c91cd4287_0_1486"/>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44"/>
        <p:cNvGrpSpPr/>
        <p:nvPr/>
      </p:nvGrpSpPr>
      <p:grpSpPr>
        <a:xfrm>
          <a:off x="0" y="0"/>
          <a:ext cx="0" cy="0"/>
          <a:chOff x="0" y="0"/>
          <a:chExt cx="0" cy="0"/>
        </a:xfrm>
      </p:grpSpPr>
      <p:sp>
        <p:nvSpPr>
          <p:cNvPr id="845" name="Google Shape;845;g26c91cd4287_0_149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46" name="Google Shape;846;g26c91cd4287_0_149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Uppercase Formation</a:t>
            </a:r>
            <a:endParaRPr/>
          </a:p>
        </p:txBody>
      </p:sp>
      <p:pic>
        <p:nvPicPr>
          <p:cNvPr id="847" name="Google Shape;847;g26c91cd4287_0_1494"/>
          <p:cNvPicPr preferRelativeResize="0"/>
          <p:nvPr/>
        </p:nvPicPr>
        <p:blipFill rotWithShape="1">
          <a:blip r:embed="rId3">
            <a:alphaModFix/>
          </a:blip>
          <a:srcRect t="59" b="49"/>
          <a:stretch/>
        </p:blipFill>
        <p:spPr>
          <a:xfrm>
            <a:off x="3041337" y="996300"/>
            <a:ext cx="3061325" cy="4333175"/>
          </a:xfrm>
          <a:prstGeom prst="rect">
            <a:avLst/>
          </a:prstGeom>
          <a:noFill/>
          <a:ln>
            <a:noFill/>
          </a:ln>
          <a:effectLst>
            <a:outerShdw blurRad="142875" dist="19050" dir="5400000" algn="bl" rotWithShape="0">
              <a:srgbClr val="000000">
                <a:alpha val="28235"/>
              </a:srgbClr>
            </a:outerShdw>
          </a:effectLst>
        </p:spPr>
      </p:pic>
      <p:sp>
        <p:nvSpPr>
          <p:cNvPr id="848" name="Google Shape;848;g26c91cd4287_0_149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53"/>
        <p:cNvGrpSpPr/>
        <p:nvPr/>
      </p:nvGrpSpPr>
      <p:grpSpPr>
        <a:xfrm>
          <a:off x="0" y="0"/>
          <a:ext cx="0" cy="0"/>
          <a:chOff x="0" y="0"/>
          <a:chExt cx="0" cy="0"/>
        </a:xfrm>
      </p:grpSpPr>
      <p:sp>
        <p:nvSpPr>
          <p:cNvPr id="854" name="Google Shape;854;g26c91cd4287_0_150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55" name="Google Shape;855;g26c91cd4287_0_150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56" name="Google Shape;856;g26c91cd4287_0_1502"/>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235"/>
              </a:srgbClr>
            </a:outerShdw>
          </a:effectLst>
        </p:spPr>
      </p:pic>
      <p:sp>
        <p:nvSpPr>
          <p:cNvPr id="857" name="Google Shape;857;g26c91cd4287_0_150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62"/>
        <p:cNvGrpSpPr/>
        <p:nvPr/>
      </p:nvGrpSpPr>
      <p:grpSpPr>
        <a:xfrm>
          <a:off x="0" y="0"/>
          <a:ext cx="0" cy="0"/>
          <a:chOff x="0" y="0"/>
          <a:chExt cx="0" cy="0"/>
        </a:xfrm>
      </p:grpSpPr>
      <p:sp>
        <p:nvSpPr>
          <p:cNvPr id="863" name="Google Shape;863;g26c91cd4287_0_151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64" name="Google Shape;864;g26c91cd4287_0_151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Uppercase Formation</a:t>
            </a:r>
            <a:endParaRPr/>
          </a:p>
        </p:txBody>
      </p:sp>
      <p:pic>
        <p:nvPicPr>
          <p:cNvPr id="865" name="Google Shape;865;g26c91cd4287_0_1510"/>
          <p:cNvPicPr preferRelativeResize="0"/>
          <p:nvPr/>
        </p:nvPicPr>
        <p:blipFill rotWithShape="1">
          <a:blip r:embed="rId3">
            <a:alphaModFix/>
          </a:blip>
          <a:srcRect/>
          <a:stretch/>
        </p:blipFill>
        <p:spPr>
          <a:xfrm>
            <a:off x="3041337" y="996300"/>
            <a:ext cx="3061325" cy="4333176"/>
          </a:xfrm>
          <a:prstGeom prst="rect">
            <a:avLst/>
          </a:prstGeom>
          <a:noFill/>
          <a:ln>
            <a:noFill/>
          </a:ln>
          <a:effectLst>
            <a:outerShdw blurRad="142875" dist="19050" dir="5400000" algn="bl" rotWithShape="0">
              <a:srgbClr val="000000">
                <a:alpha val="28235"/>
              </a:srgbClr>
            </a:outerShdw>
          </a:effectLst>
        </p:spPr>
      </p:pic>
      <p:sp>
        <p:nvSpPr>
          <p:cNvPr id="866" name="Google Shape;866;g26c91cd4287_0_151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71"/>
        <p:cNvGrpSpPr/>
        <p:nvPr/>
      </p:nvGrpSpPr>
      <p:grpSpPr>
        <a:xfrm>
          <a:off x="0" y="0"/>
          <a:ext cx="0" cy="0"/>
          <a:chOff x="0" y="0"/>
          <a:chExt cx="0" cy="0"/>
        </a:xfrm>
      </p:grpSpPr>
      <p:sp>
        <p:nvSpPr>
          <p:cNvPr id="872" name="Google Shape;872;g26c91cd4287_0_151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873" name="Google Shape;873;g26c91cd4287_0_151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Display the Alphabet in order</a:t>
            </a:r>
            <a:endParaRPr/>
          </a:p>
        </p:txBody>
      </p:sp>
      <p:grpSp>
        <p:nvGrpSpPr>
          <p:cNvPr id="874" name="Google Shape;874;g26c91cd4287_0_1518"/>
          <p:cNvGrpSpPr/>
          <p:nvPr/>
        </p:nvGrpSpPr>
        <p:grpSpPr>
          <a:xfrm>
            <a:off x="3024000" y="209875"/>
            <a:ext cx="3096000" cy="454800"/>
            <a:chOff x="3024000" y="209875"/>
            <a:chExt cx="3096000" cy="454800"/>
          </a:xfrm>
        </p:grpSpPr>
        <p:sp>
          <p:nvSpPr>
            <p:cNvPr id="875" name="Google Shape;875;g26c91cd4287_0_1518"/>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6" name="Google Shape;876;g26c91cd4287_0_1518"/>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877" name="Google Shape;877;g26c91cd4287_0_1518"/>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878" name="Google Shape;878;g26c91cd4287_0_1518"/>
          <p:cNvSpPr txBox="1"/>
          <p:nvPr/>
        </p:nvSpPr>
        <p:spPr>
          <a:xfrm>
            <a:off x="1181100" y="795925"/>
            <a:ext cx="6781800" cy="1953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200" b="0" i="0" u="none" strike="noStrike" cap="none">
                <a:solidFill>
                  <a:srgbClr val="ED1C24"/>
                </a:solidFill>
                <a:latin typeface="Poppins"/>
                <a:ea typeface="Poppins"/>
                <a:cs typeface="Poppins"/>
                <a:sym typeface="Poppins"/>
              </a:rPr>
              <a:t>a</a:t>
            </a:r>
            <a:r>
              <a:rPr lang="en-US" sz="5000" b="0" i="0" u="none" strike="noStrike" cap="none">
                <a:solidFill>
                  <a:srgbClr val="2356AF"/>
                </a:solidFill>
                <a:latin typeface="Jost"/>
                <a:ea typeface="Jost"/>
                <a:cs typeface="Jost"/>
                <a:sym typeface="Jost"/>
              </a:rPr>
              <a:t> b c d </a:t>
            </a:r>
            <a:r>
              <a:rPr lang="en-US" sz="5000" b="0" i="0" u="none" strike="noStrike" cap="none">
                <a:solidFill>
                  <a:srgbClr val="ED1C24"/>
                </a:solidFill>
                <a:latin typeface="Jost"/>
                <a:ea typeface="Jost"/>
                <a:cs typeface="Jost"/>
                <a:sym typeface="Jost"/>
              </a:rPr>
              <a:t>e</a:t>
            </a:r>
            <a:r>
              <a:rPr lang="en-US" sz="5000" b="0" i="0" u="none" strike="noStrike" cap="none">
                <a:solidFill>
                  <a:srgbClr val="2356AF"/>
                </a:solidFill>
                <a:latin typeface="Jost"/>
                <a:ea typeface="Jost"/>
                <a:cs typeface="Jost"/>
                <a:sym typeface="Jost"/>
              </a:rPr>
              <a:t> f g h </a:t>
            </a:r>
            <a:r>
              <a:rPr lang="en-US" sz="5000" b="0" i="0" u="none" strike="noStrike" cap="none">
                <a:solidFill>
                  <a:srgbClr val="ED1C24"/>
                </a:solidFill>
                <a:latin typeface="Jost"/>
                <a:ea typeface="Jost"/>
                <a:cs typeface="Jost"/>
                <a:sym typeface="Jost"/>
              </a:rPr>
              <a:t>i</a:t>
            </a:r>
            <a:r>
              <a:rPr lang="en-US" sz="5000" b="0" i="0" u="none" strike="noStrike" cap="none">
                <a:solidFill>
                  <a:srgbClr val="2356AF"/>
                </a:solidFill>
                <a:latin typeface="Jost"/>
                <a:ea typeface="Jost"/>
                <a:cs typeface="Jost"/>
                <a:sym typeface="Jost"/>
              </a:rPr>
              <a:t> j k l m </a:t>
            </a:r>
            <a:br>
              <a:rPr lang="en-US" sz="5000" b="0" i="0" u="none" strike="noStrike" cap="none">
                <a:solidFill>
                  <a:srgbClr val="2356AF"/>
                </a:solidFill>
                <a:latin typeface="Jost"/>
                <a:ea typeface="Jost"/>
                <a:cs typeface="Jost"/>
                <a:sym typeface="Jost"/>
              </a:rPr>
            </a:br>
            <a:r>
              <a:rPr lang="en-US" sz="5000" b="0" i="0" u="none" strike="noStrike" cap="none">
                <a:solidFill>
                  <a:srgbClr val="2356AF"/>
                </a:solidFill>
                <a:latin typeface="Jost"/>
                <a:ea typeface="Jost"/>
                <a:cs typeface="Jost"/>
                <a:sym typeface="Jost"/>
              </a:rPr>
              <a:t>n </a:t>
            </a:r>
            <a:r>
              <a:rPr lang="en-US" sz="5000" b="0" i="0" u="none" strike="noStrike" cap="none">
                <a:solidFill>
                  <a:srgbClr val="ED1C24"/>
                </a:solidFill>
                <a:latin typeface="Jost"/>
                <a:ea typeface="Jost"/>
                <a:cs typeface="Jost"/>
                <a:sym typeface="Jost"/>
              </a:rPr>
              <a:t>o</a:t>
            </a:r>
            <a:r>
              <a:rPr lang="en-US" sz="5000" b="0" i="0" u="none" strike="noStrike" cap="none">
                <a:solidFill>
                  <a:srgbClr val="2356AF"/>
                </a:solidFill>
                <a:latin typeface="Jost"/>
                <a:ea typeface="Jost"/>
                <a:cs typeface="Jost"/>
                <a:sym typeface="Jost"/>
              </a:rPr>
              <a:t> p q r s t </a:t>
            </a:r>
            <a:r>
              <a:rPr lang="en-US" sz="5000" b="0" i="0" u="none" strike="noStrike" cap="none">
                <a:solidFill>
                  <a:srgbClr val="ED1C24"/>
                </a:solidFill>
                <a:latin typeface="Jost"/>
                <a:ea typeface="Jost"/>
                <a:cs typeface="Jost"/>
                <a:sym typeface="Jost"/>
              </a:rPr>
              <a:t>u</a:t>
            </a:r>
            <a:r>
              <a:rPr lang="en-US" sz="5000" b="0" i="0" u="none" strike="noStrike" cap="none">
                <a:solidFill>
                  <a:srgbClr val="2356AF"/>
                </a:solidFill>
                <a:latin typeface="Jost"/>
                <a:ea typeface="Jost"/>
                <a:cs typeface="Jost"/>
                <a:sym typeface="Jost"/>
              </a:rPr>
              <a:t> v w x y z</a:t>
            </a:r>
            <a:endParaRPr sz="5000" b="0" i="0" u="none" strike="noStrike" cap="none">
              <a:solidFill>
                <a:srgbClr val="2356AF"/>
              </a:solidFill>
              <a:latin typeface="Jost"/>
              <a:ea typeface="Jost"/>
              <a:cs typeface="Jost"/>
              <a:sym typeface="Jost"/>
            </a:endParaRPr>
          </a:p>
        </p:txBody>
      </p:sp>
      <p:cxnSp>
        <p:nvCxnSpPr>
          <p:cNvPr id="879" name="Google Shape;879;g26c91cd4287_0_1518"/>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80" name="Google Shape;880;g26c91cd4287_0_1518"/>
          <p:cNvSpPr txBox="1"/>
          <p:nvPr/>
        </p:nvSpPr>
        <p:spPr>
          <a:xfrm>
            <a:off x="771025" y="2679075"/>
            <a:ext cx="7602600" cy="1953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Jost"/>
                <a:ea typeface="Jost"/>
                <a:cs typeface="Jost"/>
                <a:sym typeface="Jost"/>
              </a:rPr>
              <a:t>A</a:t>
            </a:r>
            <a:r>
              <a:rPr lang="en-US" sz="4800" b="0" i="0" u="none" strike="noStrike" cap="none">
                <a:solidFill>
                  <a:srgbClr val="2356AF"/>
                </a:solidFill>
                <a:latin typeface="Jost"/>
                <a:ea typeface="Jost"/>
                <a:cs typeface="Jost"/>
                <a:sym typeface="Jost"/>
              </a:rPr>
              <a:t> B C D </a:t>
            </a:r>
            <a:r>
              <a:rPr lang="en-US" sz="4800" b="0" i="0" u="none" strike="noStrike" cap="none">
                <a:solidFill>
                  <a:srgbClr val="ED1C24"/>
                </a:solidFill>
                <a:latin typeface="Jost"/>
                <a:ea typeface="Jost"/>
                <a:cs typeface="Jost"/>
                <a:sym typeface="Jost"/>
              </a:rPr>
              <a:t>E</a:t>
            </a:r>
            <a:r>
              <a:rPr lang="en-US" sz="4800" b="0" i="0" u="none" strike="noStrike" cap="none">
                <a:solidFill>
                  <a:srgbClr val="2356AF"/>
                </a:solidFill>
                <a:latin typeface="Jost"/>
                <a:ea typeface="Jost"/>
                <a:cs typeface="Jost"/>
                <a:sym typeface="Jost"/>
              </a:rPr>
              <a:t> F G H </a:t>
            </a:r>
            <a:r>
              <a:rPr lang="en-US" sz="4800" b="0" i="0" u="none" strike="noStrike" cap="none">
                <a:solidFill>
                  <a:srgbClr val="ED1C24"/>
                </a:solidFill>
                <a:latin typeface="Lexend Light"/>
                <a:ea typeface="Lexend Light"/>
                <a:cs typeface="Lexend Light"/>
                <a:sym typeface="Lexend Light"/>
              </a:rPr>
              <a:t>I</a:t>
            </a:r>
            <a:r>
              <a:rPr lang="en-US" sz="4800" b="0" i="0" u="none" strike="noStrike" cap="none">
                <a:solidFill>
                  <a:srgbClr val="2356AF"/>
                </a:solidFill>
                <a:latin typeface="Jost"/>
                <a:ea typeface="Jost"/>
                <a:cs typeface="Jost"/>
                <a:sym typeface="Jost"/>
              </a:rPr>
              <a:t> </a:t>
            </a:r>
            <a:r>
              <a:rPr lang="en-US" sz="4800" b="0" i="0" u="none" strike="noStrike" cap="none">
                <a:solidFill>
                  <a:srgbClr val="2356AF"/>
                </a:solidFill>
                <a:latin typeface="Lexend Light"/>
                <a:ea typeface="Lexend Light"/>
                <a:cs typeface="Lexend Light"/>
                <a:sym typeface="Lexend Light"/>
              </a:rPr>
              <a:t>J</a:t>
            </a:r>
            <a:r>
              <a:rPr lang="en-US" sz="4800" b="0" i="0" u="none" strike="noStrike" cap="none">
                <a:solidFill>
                  <a:srgbClr val="2356AF"/>
                </a:solidFill>
                <a:latin typeface="Jost"/>
                <a:ea typeface="Jost"/>
                <a:cs typeface="Jost"/>
                <a:sym typeface="Jost"/>
              </a:rPr>
              <a:t> K L M </a:t>
            </a:r>
            <a:br>
              <a:rPr lang="en-US" sz="4800" b="0" i="0" u="none" strike="noStrike" cap="none">
                <a:solidFill>
                  <a:srgbClr val="2356AF"/>
                </a:solidFill>
                <a:latin typeface="Jost"/>
                <a:ea typeface="Jost"/>
                <a:cs typeface="Jost"/>
                <a:sym typeface="Jost"/>
              </a:rPr>
            </a:br>
            <a:r>
              <a:rPr lang="en-US" sz="4800" b="0" i="0" u="none" strike="noStrike" cap="none">
                <a:solidFill>
                  <a:srgbClr val="2356AF"/>
                </a:solidFill>
                <a:latin typeface="Jost"/>
                <a:ea typeface="Jost"/>
                <a:cs typeface="Jost"/>
                <a:sym typeface="Jost"/>
              </a:rPr>
              <a:t>N </a:t>
            </a:r>
            <a:r>
              <a:rPr lang="en-US" sz="4800" b="0" i="0" u="none" strike="noStrike" cap="none">
                <a:solidFill>
                  <a:srgbClr val="ED1C24"/>
                </a:solidFill>
                <a:latin typeface="Jost"/>
                <a:ea typeface="Jost"/>
                <a:cs typeface="Jost"/>
                <a:sym typeface="Jost"/>
              </a:rPr>
              <a:t>O</a:t>
            </a:r>
            <a:r>
              <a:rPr lang="en-US" sz="4800" b="0" i="0" u="none" strike="noStrike" cap="none">
                <a:solidFill>
                  <a:srgbClr val="2356AF"/>
                </a:solidFill>
                <a:latin typeface="Jost"/>
                <a:ea typeface="Jost"/>
                <a:cs typeface="Jost"/>
                <a:sym typeface="Jost"/>
              </a:rPr>
              <a:t> P Q R S T </a:t>
            </a:r>
            <a:r>
              <a:rPr lang="en-US" sz="4800" b="0" i="0" u="none" strike="noStrike" cap="none">
                <a:solidFill>
                  <a:srgbClr val="ED1C24"/>
                </a:solidFill>
                <a:latin typeface="Jost"/>
                <a:ea typeface="Jost"/>
                <a:cs typeface="Jost"/>
                <a:sym typeface="Jost"/>
              </a:rPr>
              <a:t>U</a:t>
            </a:r>
            <a:r>
              <a:rPr lang="en-US" sz="4800" b="0" i="0" u="none" strike="noStrike" cap="none">
                <a:solidFill>
                  <a:srgbClr val="2356AF"/>
                </a:solidFill>
                <a:latin typeface="Jost"/>
                <a:ea typeface="Jost"/>
                <a:cs typeface="Jost"/>
                <a:sym typeface="Jost"/>
              </a:rPr>
              <a:t> V W X Y Z</a:t>
            </a:r>
            <a:endParaRPr sz="4800" b="0" i="0" u="none" strike="noStrike" cap="none">
              <a:solidFill>
                <a:srgbClr val="2356AF"/>
              </a:solidFill>
              <a:latin typeface="Jost"/>
              <a:ea typeface="Jost"/>
              <a:cs typeface="Jost"/>
              <a:sym typeface="Jos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85"/>
        <p:cNvGrpSpPr/>
        <p:nvPr/>
      </p:nvGrpSpPr>
      <p:grpSpPr>
        <a:xfrm>
          <a:off x="0" y="0"/>
          <a:ext cx="0" cy="0"/>
          <a:chOff x="0" y="0"/>
          <a:chExt cx="0" cy="0"/>
        </a:xfrm>
      </p:grpSpPr>
      <p:sp>
        <p:nvSpPr>
          <p:cNvPr id="886" name="Google Shape;886;g26c91cd4287_0_1531"/>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p>
            <a:pPr marL="457200" lvl="0" indent="-330200" algn="l" rtl="0">
              <a:lnSpc>
                <a:spcPct val="115000"/>
              </a:lnSpc>
              <a:spcBef>
                <a:spcPts val="1000"/>
              </a:spcBef>
              <a:spcAft>
                <a:spcPts val="0"/>
              </a:spcAft>
              <a:buSzPts val="1600"/>
              <a:buChar char="•"/>
            </a:pPr>
            <a:r>
              <a:rPr lang="en-US"/>
              <a:t>Provide children with a paper plate with the uppercase alphabet written round the edges and then lowercase letter written on wooden pegs. Children match the lowercase peg to the uppercase letter.</a:t>
            </a:r>
            <a:endParaRPr/>
          </a:p>
          <a:p>
            <a:pPr marL="457200" lvl="0" indent="-330200" algn="l" rtl="0">
              <a:lnSpc>
                <a:spcPct val="115000"/>
              </a:lnSpc>
              <a:spcBef>
                <a:spcPts val="1000"/>
              </a:spcBef>
              <a:spcAft>
                <a:spcPts val="0"/>
              </a:spcAft>
              <a:buSzPts val="1600"/>
              <a:buChar char="•"/>
            </a:pPr>
            <a:r>
              <a:rPr lang="en-US"/>
              <a:t>Practise both lowercase and uppercase formation.</a:t>
            </a:r>
            <a:endParaRPr/>
          </a:p>
        </p:txBody>
      </p:sp>
      <p:grpSp>
        <p:nvGrpSpPr>
          <p:cNvPr id="887" name="Google Shape;887;g26c91cd4287_0_1531"/>
          <p:cNvGrpSpPr/>
          <p:nvPr/>
        </p:nvGrpSpPr>
        <p:grpSpPr>
          <a:xfrm>
            <a:off x="1083916" y="1870948"/>
            <a:ext cx="2551568" cy="2874956"/>
            <a:chOff x="1083916" y="1870948"/>
            <a:chExt cx="2551568" cy="2874956"/>
          </a:xfrm>
        </p:grpSpPr>
        <p:pic>
          <p:nvPicPr>
            <p:cNvPr id="888" name="Google Shape;888;g26c91cd4287_0_1531"/>
            <p:cNvPicPr preferRelativeResize="0"/>
            <p:nvPr/>
          </p:nvPicPr>
          <p:blipFill rotWithShape="1">
            <a:blip r:embed="rId3">
              <a:alphaModFix/>
            </a:blip>
            <a:srcRect/>
            <a:stretch/>
          </p:blipFill>
          <p:spPr>
            <a:xfrm>
              <a:off x="1283750" y="2061618"/>
              <a:ext cx="1934825" cy="1930604"/>
            </a:xfrm>
            <a:prstGeom prst="rect">
              <a:avLst/>
            </a:prstGeom>
            <a:noFill/>
            <a:ln>
              <a:noFill/>
            </a:ln>
          </p:spPr>
        </p:pic>
        <p:grpSp>
          <p:nvGrpSpPr>
            <p:cNvPr id="889" name="Google Shape;889;g26c91cd4287_0_1531"/>
            <p:cNvGrpSpPr/>
            <p:nvPr/>
          </p:nvGrpSpPr>
          <p:grpSpPr>
            <a:xfrm>
              <a:off x="2522557" y="1870948"/>
              <a:ext cx="601973" cy="706585"/>
              <a:chOff x="2522557" y="2359798"/>
              <a:chExt cx="601973" cy="706585"/>
            </a:xfrm>
          </p:grpSpPr>
          <p:pic>
            <p:nvPicPr>
              <p:cNvPr id="890" name="Google Shape;890;g26c91cd4287_0_1531"/>
              <p:cNvPicPr preferRelativeResize="0"/>
              <p:nvPr/>
            </p:nvPicPr>
            <p:blipFill rotWithShape="1">
              <a:blip r:embed="rId4">
                <a:alphaModFix/>
              </a:blip>
              <a:srcRect/>
              <a:stretch/>
            </p:blipFill>
            <p:spPr>
              <a:xfrm rot="2258748">
                <a:off x="2685182" y="2428219"/>
                <a:ext cx="263730" cy="622417"/>
              </a:xfrm>
              <a:prstGeom prst="rect">
                <a:avLst/>
              </a:prstGeom>
              <a:noFill/>
              <a:ln>
                <a:noFill/>
              </a:ln>
            </p:spPr>
          </p:pic>
          <p:sp>
            <p:nvSpPr>
              <p:cNvPr id="891" name="Google Shape;891;g26c91cd4287_0_1531"/>
              <p:cNvSpPr txBox="1"/>
              <p:nvPr/>
            </p:nvSpPr>
            <p:spPr>
              <a:xfrm rot="2202448">
                <a:off x="2655853" y="2432011"/>
                <a:ext cx="380942" cy="419941"/>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1200" b="0" i="0" u="none" strike="noStrike" cap="none">
                    <a:solidFill>
                      <a:srgbClr val="000000"/>
                    </a:solidFill>
                    <a:latin typeface="Poppins"/>
                    <a:ea typeface="Poppins"/>
                    <a:cs typeface="Poppins"/>
                    <a:sym typeface="Poppins"/>
                  </a:rPr>
                  <a:t>c</a:t>
                </a:r>
                <a:endParaRPr sz="1200" b="0" i="0" u="none" strike="noStrike" cap="none">
                  <a:solidFill>
                    <a:srgbClr val="000000"/>
                  </a:solidFill>
                  <a:latin typeface="Jost"/>
                  <a:ea typeface="Jost"/>
                  <a:cs typeface="Jost"/>
                  <a:sym typeface="Jost"/>
                </a:endParaRPr>
              </a:p>
            </p:txBody>
          </p:sp>
        </p:grpSp>
        <p:grpSp>
          <p:nvGrpSpPr>
            <p:cNvPr id="892" name="Google Shape;892;g26c91cd4287_0_1531"/>
            <p:cNvGrpSpPr/>
            <p:nvPr/>
          </p:nvGrpSpPr>
          <p:grpSpPr>
            <a:xfrm rot="-5606045">
              <a:off x="1153616" y="2094552"/>
              <a:ext cx="601970" cy="706582"/>
              <a:chOff x="2522557" y="2359798"/>
              <a:chExt cx="601973" cy="706585"/>
            </a:xfrm>
          </p:grpSpPr>
          <p:pic>
            <p:nvPicPr>
              <p:cNvPr id="893" name="Google Shape;893;g26c91cd4287_0_1531"/>
              <p:cNvPicPr preferRelativeResize="0"/>
              <p:nvPr/>
            </p:nvPicPr>
            <p:blipFill rotWithShape="1">
              <a:blip r:embed="rId4">
                <a:alphaModFix/>
              </a:blip>
              <a:srcRect/>
              <a:stretch/>
            </p:blipFill>
            <p:spPr>
              <a:xfrm rot="2258748">
                <a:off x="2685182" y="2428219"/>
                <a:ext cx="263730" cy="622417"/>
              </a:xfrm>
              <a:prstGeom prst="rect">
                <a:avLst/>
              </a:prstGeom>
              <a:noFill/>
              <a:ln>
                <a:noFill/>
              </a:ln>
            </p:spPr>
          </p:pic>
          <p:sp>
            <p:nvSpPr>
              <p:cNvPr id="894" name="Google Shape;894;g26c91cd4287_0_1531"/>
              <p:cNvSpPr txBox="1"/>
              <p:nvPr/>
            </p:nvSpPr>
            <p:spPr>
              <a:xfrm rot="2202448">
                <a:off x="2655853" y="2432011"/>
                <a:ext cx="380942" cy="419941"/>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1200" b="0" i="0" u="none" strike="noStrike" cap="none">
                    <a:solidFill>
                      <a:srgbClr val="000000"/>
                    </a:solidFill>
                    <a:latin typeface="Poppins"/>
                    <a:ea typeface="Poppins"/>
                    <a:cs typeface="Poppins"/>
                    <a:sym typeface="Poppins"/>
                  </a:rPr>
                  <a:t>w</a:t>
                </a:r>
                <a:endParaRPr sz="1200" b="0" i="0" u="none" strike="noStrike" cap="none">
                  <a:solidFill>
                    <a:srgbClr val="000000"/>
                  </a:solidFill>
                  <a:latin typeface="Jost"/>
                  <a:ea typeface="Jost"/>
                  <a:cs typeface="Jost"/>
                  <a:sym typeface="Jost"/>
                </a:endParaRPr>
              </a:p>
            </p:txBody>
          </p:sp>
        </p:grpSp>
        <p:grpSp>
          <p:nvGrpSpPr>
            <p:cNvPr id="895" name="Google Shape;895;g26c91cd4287_0_1531"/>
            <p:cNvGrpSpPr/>
            <p:nvPr/>
          </p:nvGrpSpPr>
          <p:grpSpPr>
            <a:xfrm rot="-314996">
              <a:off x="3002450" y="3519172"/>
              <a:ext cx="601970" cy="706582"/>
              <a:chOff x="2522557" y="2359798"/>
              <a:chExt cx="601973" cy="706585"/>
            </a:xfrm>
          </p:grpSpPr>
          <p:pic>
            <p:nvPicPr>
              <p:cNvPr id="896" name="Google Shape;896;g26c91cd4287_0_1531"/>
              <p:cNvPicPr preferRelativeResize="0"/>
              <p:nvPr/>
            </p:nvPicPr>
            <p:blipFill rotWithShape="1">
              <a:blip r:embed="rId4">
                <a:alphaModFix/>
              </a:blip>
              <a:srcRect/>
              <a:stretch/>
            </p:blipFill>
            <p:spPr>
              <a:xfrm rot="2258748">
                <a:off x="2685182" y="2428219"/>
                <a:ext cx="263730" cy="622417"/>
              </a:xfrm>
              <a:prstGeom prst="rect">
                <a:avLst/>
              </a:prstGeom>
              <a:noFill/>
              <a:ln>
                <a:noFill/>
              </a:ln>
            </p:spPr>
          </p:pic>
          <p:sp>
            <p:nvSpPr>
              <p:cNvPr id="897" name="Google Shape;897;g26c91cd4287_0_1531"/>
              <p:cNvSpPr txBox="1"/>
              <p:nvPr/>
            </p:nvSpPr>
            <p:spPr>
              <a:xfrm rot="2202448">
                <a:off x="2655853" y="2432011"/>
                <a:ext cx="380942" cy="419941"/>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1200" b="0" i="0" u="none" strike="noStrike" cap="none">
                    <a:solidFill>
                      <a:srgbClr val="000000"/>
                    </a:solidFill>
                    <a:latin typeface="Poppins"/>
                    <a:ea typeface="Poppins"/>
                    <a:cs typeface="Poppins"/>
                    <a:sym typeface="Poppins"/>
                  </a:rPr>
                  <a:t>m</a:t>
                </a:r>
                <a:endParaRPr sz="1200" b="0" i="0" u="none" strike="noStrike" cap="none">
                  <a:solidFill>
                    <a:srgbClr val="000000"/>
                  </a:solidFill>
                  <a:latin typeface="Jost"/>
                  <a:ea typeface="Jost"/>
                  <a:cs typeface="Jost"/>
                  <a:sym typeface="Jost"/>
                </a:endParaRPr>
              </a:p>
            </p:txBody>
          </p:sp>
        </p:grpSp>
        <p:grpSp>
          <p:nvGrpSpPr>
            <p:cNvPr id="898" name="Google Shape;898;g26c91cd4287_0_1531"/>
            <p:cNvGrpSpPr/>
            <p:nvPr/>
          </p:nvGrpSpPr>
          <p:grpSpPr>
            <a:xfrm rot="-3574072">
              <a:off x="2522563" y="3954171"/>
              <a:ext cx="601952" cy="706561"/>
              <a:chOff x="2522557" y="2359798"/>
              <a:chExt cx="601973" cy="706585"/>
            </a:xfrm>
          </p:grpSpPr>
          <p:pic>
            <p:nvPicPr>
              <p:cNvPr id="899" name="Google Shape;899;g26c91cd4287_0_1531"/>
              <p:cNvPicPr preferRelativeResize="0"/>
              <p:nvPr/>
            </p:nvPicPr>
            <p:blipFill rotWithShape="1">
              <a:blip r:embed="rId4">
                <a:alphaModFix/>
              </a:blip>
              <a:srcRect/>
              <a:stretch/>
            </p:blipFill>
            <p:spPr>
              <a:xfrm rot="2258748">
                <a:off x="2685182" y="2428219"/>
                <a:ext cx="263730" cy="622417"/>
              </a:xfrm>
              <a:prstGeom prst="rect">
                <a:avLst/>
              </a:prstGeom>
              <a:noFill/>
              <a:ln>
                <a:noFill/>
              </a:ln>
            </p:spPr>
          </p:pic>
          <p:sp>
            <p:nvSpPr>
              <p:cNvPr id="900" name="Google Shape;900;g26c91cd4287_0_1531"/>
              <p:cNvSpPr txBox="1"/>
              <p:nvPr/>
            </p:nvSpPr>
            <p:spPr>
              <a:xfrm rot="2202448">
                <a:off x="2655853" y="2432011"/>
                <a:ext cx="380942" cy="419941"/>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1200" b="0" i="0" u="none" strike="noStrike" cap="none">
                    <a:solidFill>
                      <a:srgbClr val="000000"/>
                    </a:solidFill>
                    <a:latin typeface="Poppins"/>
                    <a:ea typeface="Poppins"/>
                    <a:cs typeface="Poppins"/>
                    <a:sym typeface="Poppins"/>
                  </a:rPr>
                  <a:t>k</a:t>
                </a:r>
                <a:endParaRPr sz="1200" b="0" i="0" u="none" strike="noStrike" cap="none">
                  <a:solidFill>
                    <a:srgbClr val="000000"/>
                  </a:solidFill>
                  <a:latin typeface="Jost"/>
                  <a:ea typeface="Jost"/>
                  <a:cs typeface="Jost"/>
                  <a:sym typeface="Jost"/>
                </a:endParaRPr>
              </a:p>
            </p:txBody>
          </p:sp>
        </p:grpSp>
      </p:gr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472</Words>
  <Application>Microsoft Office PowerPoint</Application>
  <PresentationFormat>On-screen Show (4:3)</PresentationFormat>
  <Paragraphs>90</Paragraphs>
  <Slides>15</Slides>
  <Notes>15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15</vt:i4>
      </vt:variant>
    </vt:vector>
  </HeadingPairs>
  <TitlesOfParts>
    <vt:vector size="25" baseType="lpstr">
      <vt:lpstr>Calibri</vt:lpstr>
      <vt:lpstr>Lexend Light</vt:lpstr>
      <vt:lpstr>Jost</vt:lpstr>
      <vt:lpstr>Mulish</vt:lpstr>
      <vt:lpstr>Poppins</vt:lpstr>
      <vt:lpstr>Poppins SemiBold</vt:lpstr>
      <vt:lpstr>Arial</vt:lpstr>
      <vt:lpstr>Poppins Medium</vt:lpstr>
      <vt:lpstr>Nunito Black</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PowerPoint Presentation</vt:lpstr>
      <vt:lpstr>PowerPoint Presentation</vt:lpstr>
      <vt:lpstr>Teach Grapheme Caption</vt:lpstr>
      <vt:lpstr>Teach Uppercase Formation</vt:lpstr>
      <vt:lpstr>Teach Grapheme Caption</vt:lpstr>
      <vt:lpstr>Teach Uppercase Formation</vt:lpstr>
      <vt:lpstr>Teach Grapheme Caption</vt:lpstr>
      <vt:lpstr>Teach Uppercase Formation</vt:lpstr>
      <vt:lpstr>Display the Alphabet in order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2026-04-28T04:48:52Z</dcterms:modified>
</cp:coreProperties>
</file>