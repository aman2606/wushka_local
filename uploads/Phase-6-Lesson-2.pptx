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9144000" cy="6858000" type="screen4x3"/>
  <p:notesSz cx="6858000" cy="9144000"/>
  <p:embeddedFontLst>
    <p:embeddedFont>
      <p:font typeface="Jost" panose="020B0604020202020204" charset="0"/>
      <p:regular r:id="rId21"/>
      <p:bold r:id="rId22"/>
      <p:italic r:id="rId23"/>
      <p:boldItalic r:id="rId24"/>
    </p:embeddedFont>
    <p:embeddedFont>
      <p:font typeface="Nunito Black" pitchFamily="2" charset="0"/>
      <p:bold r:id="rId25"/>
      <p:boldItalic r:id="rId26"/>
    </p:embeddedFont>
    <p:embeddedFont>
      <p:font typeface="Poppins" panose="00000500000000000000" pitchFamily="2" charset="0"/>
      <p:regular r:id="rId27"/>
      <p:bold r:id="rId28"/>
      <p:italic r:id="rId29"/>
      <p:boldItalic r:id="rId30"/>
    </p:embeddedFont>
    <p:embeddedFont>
      <p:font typeface="Poppins Medium" panose="00000600000000000000" pitchFamily="2" charset="0"/>
      <p:regular r:id="rId31"/>
      <p:bold r:id="rId32"/>
      <p:italic r:id="rId33"/>
      <p:boldItalic r:id="rId34"/>
    </p:embeddedFont>
    <p:embeddedFont>
      <p:font typeface="Poppins SemiBold" panose="00000700000000000000"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5" roundtripDataSignature="AMtx7mhTYK/uC36tkyyfrgHnKzWpg4m60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9781CC4-12BD-48BC-9409-D351FD55EF2F}">
  <a:tblStyle styleId="{89781CC4-12BD-48BC-9409-D351FD55EF2F}"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34" Type="http://schemas.openxmlformats.org/officeDocument/2006/relationships/font" Target="fonts/font14.fntdata"/><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5"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8"/>
        <p:cNvGrpSpPr/>
        <p:nvPr/>
      </p:nvGrpSpPr>
      <p:grpSpPr>
        <a:xfrm>
          <a:off x="0" y="0"/>
          <a:ext cx="0" cy="0"/>
          <a:chOff x="0" y="0"/>
          <a:chExt cx="0" cy="0"/>
        </a:xfrm>
      </p:grpSpPr>
      <p:sp>
        <p:nvSpPr>
          <p:cNvPr id="649" name="Google Shape;64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0" name="Google Shape;65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9" name="Google Shape;659;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5" name="Google Shape;665;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6" name="Google Shape;696;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1" name="Google Shape;731;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2" name="Google Shape;732;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9" name="Google Shape;779;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0" name="Google Shape;780;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9"/>
        <p:cNvGrpSpPr/>
        <p:nvPr/>
      </p:nvGrpSpPr>
      <p:grpSpPr>
        <a:xfrm>
          <a:off x="0" y="0"/>
          <a:ext cx="0" cy="0"/>
          <a:chOff x="0" y="0"/>
          <a:chExt cx="0" cy="0"/>
        </a:xfrm>
      </p:grpSpPr>
      <p:sp>
        <p:nvSpPr>
          <p:cNvPr id="830" name="Google Shape;830;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1" name="Google Shape;831;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2" name="Google Shape;832;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1"/>
        <p:cNvGrpSpPr/>
        <p:nvPr/>
      </p:nvGrpSpPr>
      <p:grpSpPr>
        <a:xfrm>
          <a:off x="0" y="0"/>
          <a:ext cx="0" cy="0"/>
          <a:chOff x="0" y="0"/>
          <a:chExt cx="0" cy="0"/>
        </a:xfrm>
      </p:grpSpPr>
      <p:sp>
        <p:nvSpPr>
          <p:cNvPr id="852" name="Google Shape;852;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3" name="Google Shape;853;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4" name="Google Shape;854;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8"/>
        <p:cNvGrpSpPr/>
        <p:nvPr/>
      </p:nvGrpSpPr>
      <p:grpSpPr>
        <a:xfrm>
          <a:off x="0" y="0"/>
          <a:ext cx="0" cy="0"/>
          <a:chOff x="0" y="0"/>
          <a:chExt cx="0" cy="0"/>
        </a:xfrm>
      </p:grpSpPr>
      <p:sp>
        <p:nvSpPr>
          <p:cNvPr id="859" name="Google Shape;859;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0" name="Google Shape;860;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1" name="Google Shape;861;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0"/>
        <p:cNvGrpSpPr/>
        <p:nvPr/>
      </p:nvGrpSpPr>
      <p:grpSpPr>
        <a:xfrm>
          <a:off x="0" y="0"/>
          <a:ext cx="0" cy="0"/>
          <a:chOff x="0" y="0"/>
          <a:chExt cx="0" cy="0"/>
        </a:xfrm>
      </p:grpSpPr>
      <p:sp>
        <p:nvSpPr>
          <p:cNvPr id="871" name="Google Shape;871;g2deb80be3d0_0_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2" name="Google Shape;872;g2deb80be3d0_0_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3" name="Google Shape;873;g2deb80be3d0_0_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2"/>
        <p:cNvGrpSpPr/>
        <p:nvPr/>
      </p:nvGrpSpPr>
      <p:grpSpPr>
        <a:xfrm>
          <a:off x="0" y="0"/>
          <a:ext cx="0" cy="0"/>
          <a:chOff x="0" y="0"/>
          <a:chExt cx="0" cy="0"/>
        </a:xfrm>
      </p:grpSpPr>
      <p:sp>
        <p:nvSpPr>
          <p:cNvPr id="883" name="Google Shape;883;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4" name="Google Shape;884;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5" name="Google Shape;885;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9"/>
        <p:cNvGrpSpPr/>
        <p:nvPr/>
      </p:nvGrpSpPr>
      <p:grpSpPr>
        <a:xfrm>
          <a:off x="0" y="0"/>
          <a:ext cx="0" cy="0"/>
          <a:chOff x="0" y="0"/>
          <a:chExt cx="0" cy="0"/>
        </a:xfrm>
      </p:grpSpPr>
      <p:sp>
        <p:nvSpPr>
          <p:cNvPr id="890" name="Google Shape;890;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1" name="Google Shape;891;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2" name="Google Shape;892;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2"/>
        <p:cNvGrpSpPr/>
        <p:nvPr/>
      </p:nvGrpSpPr>
      <p:grpSpPr>
        <a:xfrm>
          <a:off x="0" y="0"/>
          <a:ext cx="0" cy="0"/>
          <a:chOff x="0" y="0"/>
          <a:chExt cx="0" cy="0"/>
        </a:xfrm>
      </p:grpSpPr>
      <p:sp>
        <p:nvSpPr>
          <p:cNvPr id="923" name="Google Shape;923;g2deb80be3d0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4" name="Google Shape;924;g2deb80be3d0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5" name="Google Shape;925;g2deb80be3d0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5"/>
        <p:cNvGrpSpPr/>
        <p:nvPr/>
      </p:nvGrpSpPr>
      <p:grpSpPr>
        <a:xfrm>
          <a:off x="0" y="0"/>
          <a:ext cx="0" cy="0"/>
          <a:chOff x="0" y="0"/>
          <a:chExt cx="0" cy="0"/>
        </a:xfrm>
      </p:grpSpPr>
      <p:sp>
        <p:nvSpPr>
          <p:cNvPr id="956" name="Google Shape;956;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7" name="Google Shape;957;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8" name="Google Shape;958;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2"/>
        <p:cNvGrpSpPr/>
        <p:nvPr/>
      </p:nvGrpSpPr>
      <p:grpSpPr>
        <a:xfrm>
          <a:off x="0" y="0"/>
          <a:ext cx="0" cy="0"/>
          <a:chOff x="0" y="0"/>
          <a:chExt cx="0" cy="0"/>
        </a:xfrm>
      </p:grpSpPr>
      <p:sp>
        <p:nvSpPr>
          <p:cNvPr id="963" name="Google Shape;963;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4" name="Google Shape;964;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65" name="Google Shape;965;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274b531c59c_0_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5" name="Google Shape;985;g274b531c59c_0_4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6" name="Google Shape;986;g274b531c59c_0_4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5"/>
        <p:cNvGrpSpPr/>
        <p:nvPr/>
      </p:nvGrpSpPr>
      <p:grpSpPr>
        <a:xfrm>
          <a:off x="0" y="0"/>
          <a:ext cx="0" cy="0"/>
          <a:chOff x="0" y="0"/>
          <a:chExt cx="0" cy="0"/>
        </a:xfrm>
      </p:grpSpPr>
      <p:sp>
        <p:nvSpPr>
          <p:cNvPr id="1026" name="Google Shape;1026;g2deb80be3d0_0_8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7" name="Google Shape;1027;g2deb80be3d0_0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8" name="Google Shape;1028;g2deb80be3d0_0_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1673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3742925" y="3485575"/>
            <a:ext cx="4405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a person, place or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Singular</a:t>
            </a:r>
            <a:r>
              <a:rPr lang="en-US" sz="1600" b="0" i="0" u="none" strike="noStrike" cap="none">
                <a:solidFill>
                  <a:srgbClr val="000000"/>
                </a:solidFill>
                <a:latin typeface="Poppins"/>
                <a:ea typeface="Poppins"/>
                <a:cs typeface="Poppins"/>
                <a:sym typeface="Poppins"/>
              </a:rPr>
              <a:t> - a singular noun refers to only one person, place, thing.</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a plural means more than one person, place or thing. e.g. a singular noun example is ‘car’, and the plural form is ‘cars’.</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6" name="Google Shape;5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7" name="Google Shape;57;p15"/>
          <p:cNvSpPr txBox="1"/>
          <p:nvPr/>
        </p:nvSpPr>
        <p:spPr>
          <a:xfrm>
            <a:off x="856314" y="2205603"/>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8" name="Google Shape;58;p15"/>
          <p:cNvCxnSpPr/>
          <p:nvPr/>
        </p:nvCxnSpPr>
        <p:spPr>
          <a:xfrm>
            <a:off x="865586" y="32456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9" name="Google Shape;59;p15"/>
          <p:cNvCxnSpPr/>
          <p:nvPr/>
        </p:nvCxnSpPr>
        <p:spPr>
          <a:xfrm>
            <a:off x="865586" y="18539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60" name="Google Shape;60;p15"/>
          <p:cNvGrpSpPr/>
          <p:nvPr/>
        </p:nvGrpSpPr>
        <p:grpSpPr>
          <a:xfrm>
            <a:off x="-36800" y="-52000"/>
            <a:ext cx="9236100" cy="543600"/>
            <a:chOff x="-36800" y="-52000"/>
            <a:chExt cx="9236100" cy="543600"/>
          </a:xfrm>
        </p:grpSpPr>
        <p:sp>
          <p:nvSpPr>
            <p:cNvPr id="61" name="Google Shape;61;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2" name="Google Shape;62;p15"/>
            <p:cNvGrpSpPr/>
            <p:nvPr/>
          </p:nvGrpSpPr>
          <p:grpSpPr>
            <a:xfrm>
              <a:off x="7240990" y="88100"/>
              <a:ext cx="1337400" cy="403500"/>
              <a:chOff x="3235750" y="88250"/>
              <a:chExt cx="1337400" cy="403500"/>
            </a:xfrm>
          </p:grpSpPr>
          <p:sp>
            <p:nvSpPr>
              <p:cNvPr id="63" name="Google Shape;63;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4" name="Google Shape;64;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70" name="Google Shape;70;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5" name="Google Shape;75;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Plural Exceptions</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1 - Tuesday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1"/>
        <p:cNvGrpSpPr/>
        <p:nvPr/>
      </p:nvGrpSpPr>
      <p:grpSpPr>
        <a:xfrm>
          <a:off x="0" y="0"/>
          <a:ext cx="0" cy="0"/>
          <a:chOff x="0" y="0"/>
          <a:chExt cx="0" cy="0"/>
        </a:xfrm>
      </p:grpSpPr>
      <p:sp>
        <p:nvSpPr>
          <p:cNvPr id="162" name="Google Shape;162;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3" name="Google Shape;163;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4" name="Google Shape;164;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5" name="Google Shape;165;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8" name="Google Shape;168;g26b641b03cd_0_260"/>
          <p:cNvGrpSpPr/>
          <p:nvPr/>
        </p:nvGrpSpPr>
        <p:grpSpPr>
          <a:xfrm>
            <a:off x="8199150" y="5983875"/>
            <a:ext cx="586800" cy="571500"/>
            <a:chOff x="7894350" y="6212475"/>
            <a:chExt cx="586800" cy="571500"/>
          </a:xfrm>
        </p:grpSpPr>
        <p:sp>
          <p:nvSpPr>
            <p:cNvPr id="169" name="Google Shape;169;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1" name="Google Shape;171;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2" name="Google Shape;172;g26b641b03cd_0_260"/>
          <p:cNvGrpSpPr/>
          <p:nvPr/>
        </p:nvGrpSpPr>
        <p:grpSpPr>
          <a:xfrm>
            <a:off x="-36800" y="-52000"/>
            <a:ext cx="9236100" cy="543600"/>
            <a:chOff x="-36800" y="-52000"/>
            <a:chExt cx="9236100" cy="543600"/>
          </a:xfrm>
        </p:grpSpPr>
        <p:sp>
          <p:nvSpPr>
            <p:cNvPr id="173" name="Google Shape;173;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4" name="Google Shape;174;g26b641b03cd_0_260"/>
            <p:cNvGrpSpPr/>
            <p:nvPr/>
          </p:nvGrpSpPr>
          <p:grpSpPr>
            <a:xfrm>
              <a:off x="7240990" y="88100"/>
              <a:ext cx="1337400" cy="403500"/>
              <a:chOff x="3235750" y="88250"/>
              <a:chExt cx="1337400" cy="403500"/>
            </a:xfrm>
          </p:grpSpPr>
          <p:sp>
            <p:nvSpPr>
              <p:cNvPr id="175" name="Google Shape;175;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6" name="Google Shape;176;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9" name="Google Shape;179;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0" name="Google Shape;180;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1" name="Google Shape;181;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2" name="Google Shape;182;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3" name="Google Shape;183;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4" name="Google Shape;184;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5" name="Google Shape;185;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7" name="Google Shape;187;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8"/>
        <p:cNvGrpSpPr/>
        <p:nvPr/>
      </p:nvGrpSpPr>
      <p:grpSpPr>
        <a:xfrm>
          <a:off x="0" y="0"/>
          <a:ext cx="0" cy="0"/>
          <a:chOff x="0" y="0"/>
          <a:chExt cx="0" cy="0"/>
        </a:xfrm>
      </p:grpSpPr>
      <p:sp>
        <p:nvSpPr>
          <p:cNvPr id="189" name="Google Shape;189;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0" name="Google Shape;19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1" name="Google Shape;19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2" name="Google Shape;192;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3" name="Google Shape;19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4" name="Google Shape;19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5" name="Google Shape;19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6" name="Google Shape;19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8" name="Google Shape;19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9" name="Google Shape;19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0" name="Google Shape;200;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1" name="Google Shape;201;g2c235dd0dad_1_87"/>
          <p:cNvGrpSpPr/>
          <p:nvPr/>
        </p:nvGrpSpPr>
        <p:grpSpPr>
          <a:xfrm>
            <a:off x="662575" y="6212475"/>
            <a:ext cx="586800" cy="571500"/>
            <a:chOff x="662575" y="6212475"/>
            <a:chExt cx="586800" cy="571500"/>
          </a:xfrm>
        </p:grpSpPr>
        <p:sp>
          <p:nvSpPr>
            <p:cNvPr id="202" name="Google Shape;20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4" name="Google Shape;204;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5" name="Google Shape;205;g2c235dd0dad_1_87"/>
          <p:cNvGrpSpPr/>
          <p:nvPr/>
        </p:nvGrpSpPr>
        <p:grpSpPr>
          <a:xfrm>
            <a:off x="7894350" y="6212475"/>
            <a:ext cx="586800" cy="571500"/>
            <a:chOff x="7894350" y="6212475"/>
            <a:chExt cx="586800" cy="571500"/>
          </a:xfrm>
        </p:grpSpPr>
        <p:sp>
          <p:nvSpPr>
            <p:cNvPr id="206" name="Google Shape;20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9" name="Google Shape;209;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1" name="Google Shape;21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2" name="Google Shape;212;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5" name="Google Shape;215;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6" name="Google Shape;216;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8" name="Google Shape;218;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1" name="Google Shape;221;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2" name="Google Shape;222;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3" name="Google Shape;223;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4" name="Google Shape;224;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5" name="Google Shape;225;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7" name="Google Shape;227;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8" name="Google Shape;228;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9" name="Google Shape;229;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0" name="Google Shape;230;g1f3daf8a844_0_32"/>
          <p:cNvGrpSpPr/>
          <p:nvPr/>
        </p:nvGrpSpPr>
        <p:grpSpPr>
          <a:xfrm>
            <a:off x="662575" y="6212475"/>
            <a:ext cx="586800" cy="571500"/>
            <a:chOff x="662575" y="6212475"/>
            <a:chExt cx="586800" cy="571500"/>
          </a:xfrm>
        </p:grpSpPr>
        <p:sp>
          <p:nvSpPr>
            <p:cNvPr id="231" name="Google Shape;231;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3" name="Google Shape;233;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4" name="Google Shape;234;g1f3daf8a844_0_32"/>
          <p:cNvGrpSpPr/>
          <p:nvPr/>
        </p:nvGrpSpPr>
        <p:grpSpPr>
          <a:xfrm>
            <a:off x="7894350" y="6212475"/>
            <a:ext cx="586800" cy="571500"/>
            <a:chOff x="7894350" y="6212475"/>
            <a:chExt cx="586800" cy="571500"/>
          </a:xfrm>
        </p:grpSpPr>
        <p:sp>
          <p:nvSpPr>
            <p:cNvPr id="235" name="Google Shape;235;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7" name="Google Shape;237;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8" name="Google Shape;238;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40" name="Google Shape;240;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1" name="Google Shape;241;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4" name="Google Shape;244;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5" name="Google Shape;245;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7" name="Google Shape;247;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8"/>
        <p:cNvGrpSpPr/>
        <p:nvPr/>
      </p:nvGrpSpPr>
      <p:grpSpPr>
        <a:xfrm>
          <a:off x="0" y="0"/>
          <a:ext cx="0" cy="0"/>
          <a:chOff x="0" y="0"/>
          <a:chExt cx="0" cy="0"/>
        </a:xfrm>
      </p:grpSpPr>
      <p:sp>
        <p:nvSpPr>
          <p:cNvPr id="249" name="Google Shape;249;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0" name="Google Shape;250;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1" name="Google Shape;251;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4" name="Google Shape;254;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5" name="Google Shape;25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6" name="Google Shape;25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7" name="Google Shape;25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8" name="Google Shape;258;g2c157a2fb06_0_53"/>
          <p:cNvGrpSpPr/>
          <p:nvPr/>
        </p:nvGrpSpPr>
        <p:grpSpPr>
          <a:xfrm>
            <a:off x="662575" y="6212475"/>
            <a:ext cx="586800" cy="571500"/>
            <a:chOff x="662575" y="6212475"/>
            <a:chExt cx="586800" cy="571500"/>
          </a:xfrm>
        </p:grpSpPr>
        <p:sp>
          <p:nvSpPr>
            <p:cNvPr id="259" name="Google Shape;25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2" name="Google Shape;262;g2c157a2fb06_0_53"/>
          <p:cNvGrpSpPr/>
          <p:nvPr/>
        </p:nvGrpSpPr>
        <p:grpSpPr>
          <a:xfrm>
            <a:off x="7894350" y="6212475"/>
            <a:ext cx="586800" cy="571500"/>
            <a:chOff x="7894350" y="6212475"/>
            <a:chExt cx="586800" cy="571500"/>
          </a:xfrm>
        </p:grpSpPr>
        <p:sp>
          <p:nvSpPr>
            <p:cNvPr id="263" name="Google Shape;26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5" name="Google Shape;265;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6" name="Google Shape;266;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7" name="Google Shape;267;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8" name="Google Shape;268;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9" name="Google Shape;269;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1" name="Google Shape;271;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2" name="Google Shape;272;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3" name="Google Shape;273;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5" name="Google Shape;275;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6"/>
        <p:cNvGrpSpPr/>
        <p:nvPr/>
      </p:nvGrpSpPr>
      <p:grpSpPr>
        <a:xfrm>
          <a:off x="0" y="0"/>
          <a:ext cx="0" cy="0"/>
          <a:chOff x="0" y="0"/>
          <a:chExt cx="0" cy="0"/>
        </a:xfrm>
      </p:grpSpPr>
      <p:pic>
        <p:nvPicPr>
          <p:cNvPr id="277" name="Google Shape;277;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8" name="Google Shape;278;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9" name="Google Shape;279;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80" name="Google Shape;280;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4" name="Google Shape;284;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5" name="Google Shape;285;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6" name="Google Shape;286;g2c157a2fb06_0_158"/>
          <p:cNvGrpSpPr/>
          <p:nvPr/>
        </p:nvGrpSpPr>
        <p:grpSpPr>
          <a:xfrm>
            <a:off x="662575" y="6212475"/>
            <a:ext cx="586800" cy="571500"/>
            <a:chOff x="662575" y="6212475"/>
            <a:chExt cx="586800" cy="571500"/>
          </a:xfrm>
        </p:grpSpPr>
        <p:sp>
          <p:nvSpPr>
            <p:cNvPr id="287" name="Google Shape;287;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0" name="Google Shape;290;g2c157a2fb06_0_158"/>
          <p:cNvGrpSpPr/>
          <p:nvPr/>
        </p:nvGrpSpPr>
        <p:grpSpPr>
          <a:xfrm>
            <a:off x="7894350" y="6212475"/>
            <a:ext cx="586800" cy="571500"/>
            <a:chOff x="7894350" y="6212475"/>
            <a:chExt cx="586800" cy="571500"/>
          </a:xfrm>
        </p:grpSpPr>
        <p:sp>
          <p:nvSpPr>
            <p:cNvPr id="291" name="Google Shape;291;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4" name="Google Shape;294;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6" name="Google Shape;296;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7" name="Google Shape;297;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3" name="Google Shape;303;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4"/>
        <p:cNvGrpSpPr/>
        <p:nvPr/>
      </p:nvGrpSpPr>
      <p:grpSpPr>
        <a:xfrm>
          <a:off x="0" y="0"/>
          <a:ext cx="0" cy="0"/>
          <a:chOff x="0" y="0"/>
          <a:chExt cx="0" cy="0"/>
        </a:xfrm>
      </p:grpSpPr>
      <p:sp>
        <p:nvSpPr>
          <p:cNvPr id="305" name="Google Shape;305;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6" name="Google Shape;306;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7" name="Google Shape;307;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1" name="Google Shape;311;g2c157a2fb06_0_263"/>
          <p:cNvSpPr>
            <a:spLocks noGrp="1"/>
          </p:cNvSpPr>
          <p:nvPr>
            <p:ph type="pic" idx="5"/>
          </p:nvPr>
        </p:nvSpPr>
        <p:spPr>
          <a:xfrm>
            <a:off x="5086375" y="4412425"/>
            <a:ext cx="2668800" cy="1291500"/>
          </a:xfrm>
          <a:prstGeom prst="rect">
            <a:avLst/>
          </a:prstGeom>
          <a:noFill/>
          <a:ln>
            <a:noFill/>
          </a:ln>
        </p:spPr>
      </p:sp>
      <p:sp>
        <p:nvSpPr>
          <p:cNvPr id="312" name="Google Shape;312;g2c157a2fb06_0_263"/>
          <p:cNvSpPr>
            <a:spLocks noGrp="1"/>
          </p:cNvSpPr>
          <p:nvPr>
            <p:ph type="pic" idx="6"/>
          </p:nvPr>
        </p:nvSpPr>
        <p:spPr>
          <a:xfrm>
            <a:off x="5086375" y="797675"/>
            <a:ext cx="2668800" cy="1291500"/>
          </a:xfrm>
          <a:prstGeom prst="rect">
            <a:avLst/>
          </a:prstGeom>
          <a:noFill/>
          <a:ln>
            <a:noFill/>
          </a:ln>
        </p:spPr>
      </p:sp>
      <p:sp>
        <p:nvSpPr>
          <p:cNvPr id="313" name="Google Shape;313;g2c157a2fb06_0_263"/>
          <p:cNvSpPr>
            <a:spLocks noGrp="1"/>
          </p:cNvSpPr>
          <p:nvPr>
            <p:ph type="pic" idx="7"/>
          </p:nvPr>
        </p:nvSpPr>
        <p:spPr>
          <a:xfrm>
            <a:off x="5086375" y="2002592"/>
            <a:ext cx="2668800" cy="1291500"/>
          </a:xfrm>
          <a:prstGeom prst="rect">
            <a:avLst/>
          </a:prstGeom>
          <a:noFill/>
          <a:ln>
            <a:noFill/>
          </a:ln>
        </p:spPr>
      </p:sp>
      <p:sp>
        <p:nvSpPr>
          <p:cNvPr id="314" name="Google Shape;314;g2c157a2fb06_0_263"/>
          <p:cNvSpPr>
            <a:spLocks noGrp="1"/>
          </p:cNvSpPr>
          <p:nvPr>
            <p:ph type="pic" idx="8"/>
          </p:nvPr>
        </p:nvSpPr>
        <p:spPr>
          <a:xfrm>
            <a:off x="5086375" y="3207508"/>
            <a:ext cx="2668800" cy="1291500"/>
          </a:xfrm>
          <a:prstGeom prst="rect">
            <a:avLst/>
          </a:prstGeom>
          <a:noFill/>
          <a:ln>
            <a:noFill/>
          </a:ln>
        </p:spPr>
      </p:sp>
      <p:sp>
        <p:nvSpPr>
          <p:cNvPr id="315" name="Google Shape;315;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7" name="Google Shape;317;g2c157a2fb06_0_263"/>
          <p:cNvGrpSpPr/>
          <p:nvPr/>
        </p:nvGrpSpPr>
        <p:grpSpPr>
          <a:xfrm>
            <a:off x="662575" y="6212475"/>
            <a:ext cx="586800" cy="571500"/>
            <a:chOff x="662575" y="6212475"/>
            <a:chExt cx="586800" cy="571500"/>
          </a:xfrm>
        </p:grpSpPr>
        <p:sp>
          <p:nvSpPr>
            <p:cNvPr id="318" name="Google Shape;318;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263"/>
          <p:cNvGrpSpPr/>
          <p:nvPr/>
        </p:nvGrpSpPr>
        <p:grpSpPr>
          <a:xfrm>
            <a:off x="7894350" y="6212475"/>
            <a:ext cx="586800" cy="571500"/>
            <a:chOff x="7894350" y="6212475"/>
            <a:chExt cx="586800" cy="571500"/>
          </a:xfrm>
        </p:grpSpPr>
        <p:sp>
          <p:nvSpPr>
            <p:cNvPr id="322" name="Google Shape;322;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5" name="Google Shape;325;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6" name="Google Shape;326;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7" name="Google Shape;327;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8" name="Google Shape;328;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0" name="Google Shape;330;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1" name="Google Shape;331;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2" name="Google Shape;332;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4" name="Google Shape;334;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5"/>
        <p:cNvGrpSpPr/>
        <p:nvPr/>
      </p:nvGrpSpPr>
      <p:grpSpPr>
        <a:xfrm>
          <a:off x="0" y="0"/>
          <a:ext cx="0" cy="0"/>
          <a:chOff x="0" y="0"/>
          <a:chExt cx="0" cy="0"/>
        </a:xfrm>
      </p:grpSpPr>
      <p:cxnSp>
        <p:nvCxnSpPr>
          <p:cNvPr id="336" name="Google Shape;33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7" name="Google Shape;33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8" name="Google Shape;33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9" name="Google Shape;339;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40" name="Google Shape;340;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1" name="Google Shape;341;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3" name="Google Shape;343;g2c157a2fb06_0_467"/>
          <p:cNvGrpSpPr/>
          <p:nvPr/>
        </p:nvGrpSpPr>
        <p:grpSpPr>
          <a:xfrm>
            <a:off x="662575" y="6212475"/>
            <a:ext cx="586800" cy="571500"/>
            <a:chOff x="662575" y="6212475"/>
            <a:chExt cx="586800" cy="571500"/>
          </a:xfrm>
        </p:grpSpPr>
        <p:sp>
          <p:nvSpPr>
            <p:cNvPr id="344" name="Google Shape;344;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6" name="Google Shape;346;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7" name="Google Shape;347;g2c157a2fb06_0_467"/>
          <p:cNvGrpSpPr/>
          <p:nvPr/>
        </p:nvGrpSpPr>
        <p:grpSpPr>
          <a:xfrm>
            <a:off x="7894350" y="6212475"/>
            <a:ext cx="586800" cy="571500"/>
            <a:chOff x="7894350" y="6212475"/>
            <a:chExt cx="586800" cy="571500"/>
          </a:xfrm>
        </p:grpSpPr>
        <p:sp>
          <p:nvSpPr>
            <p:cNvPr id="348" name="Google Shape;348;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0" name="Google Shape;350;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1" name="Google Shape;351;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8" name="Google Shape;358;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60" name="Google Shape;360;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1"/>
        <p:cNvGrpSpPr/>
        <p:nvPr/>
      </p:nvGrpSpPr>
      <p:grpSpPr>
        <a:xfrm>
          <a:off x="0" y="0"/>
          <a:ext cx="0" cy="0"/>
          <a:chOff x="0" y="0"/>
          <a:chExt cx="0" cy="0"/>
        </a:xfrm>
      </p:grpSpPr>
      <p:cxnSp>
        <p:nvCxnSpPr>
          <p:cNvPr id="362" name="Google Shape;362;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4" name="Google Shape;364;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6" name="Google Shape;366;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7" name="Google Shape;367;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9" name="Google Shape;369;g2c157a2fb06_0_629"/>
          <p:cNvGrpSpPr/>
          <p:nvPr/>
        </p:nvGrpSpPr>
        <p:grpSpPr>
          <a:xfrm>
            <a:off x="662575" y="6212475"/>
            <a:ext cx="586800" cy="571500"/>
            <a:chOff x="662575" y="6212475"/>
            <a:chExt cx="586800" cy="571500"/>
          </a:xfrm>
        </p:grpSpPr>
        <p:sp>
          <p:nvSpPr>
            <p:cNvPr id="370" name="Google Shape;370;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2" name="Google Shape;372;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3" name="Google Shape;373;g2c157a2fb06_0_629"/>
          <p:cNvGrpSpPr/>
          <p:nvPr/>
        </p:nvGrpSpPr>
        <p:grpSpPr>
          <a:xfrm>
            <a:off x="7894350" y="6212475"/>
            <a:ext cx="586800" cy="571500"/>
            <a:chOff x="7894350" y="6212475"/>
            <a:chExt cx="586800" cy="571500"/>
          </a:xfrm>
        </p:grpSpPr>
        <p:sp>
          <p:nvSpPr>
            <p:cNvPr id="374" name="Google Shape;374;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6" name="Google Shape;376;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7" name="Google Shape;377;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4" name="Google Shape;384;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6" name="Google Shape;386;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7"/>
        <p:cNvGrpSpPr/>
        <p:nvPr/>
      </p:nvGrpSpPr>
      <p:grpSpPr>
        <a:xfrm>
          <a:off x="0" y="0"/>
          <a:ext cx="0" cy="0"/>
          <a:chOff x="0" y="0"/>
          <a:chExt cx="0" cy="0"/>
        </a:xfrm>
      </p:grpSpPr>
      <p:cxnSp>
        <p:nvCxnSpPr>
          <p:cNvPr id="388" name="Google Shape;388;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9" name="Google Shape;389;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0" name="Google Shape;390;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1" name="Google Shape;391;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2" name="Google Shape;392;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3" name="Google Shape;393;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4" name="Google Shape;394;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5" name="Google Shape;395;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6" name="Google Shape;396;g2c157a2fb06_0_798"/>
          <p:cNvGrpSpPr/>
          <p:nvPr/>
        </p:nvGrpSpPr>
        <p:grpSpPr>
          <a:xfrm>
            <a:off x="662575" y="6212475"/>
            <a:ext cx="586800" cy="571500"/>
            <a:chOff x="662575" y="6212475"/>
            <a:chExt cx="586800" cy="571500"/>
          </a:xfrm>
        </p:grpSpPr>
        <p:sp>
          <p:nvSpPr>
            <p:cNvPr id="397" name="Google Shape;397;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0" name="Google Shape;400;g2c157a2fb06_0_798"/>
          <p:cNvGrpSpPr/>
          <p:nvPr/>
        </p:nvGrpSpPr>
        <p:grpSpPr>
          <a:xfrm>
            <a:off x="7894350" y="6212475"/>
            <a:ext cx="586800" cy="571500"/>
            <a:chOff x="7894350" y="6212475"/>
            <a:chExt cx="586800" cy="571500"/>
          </a:xfrm>
        </p:grpSpPr>
        <p:sp>
          <p:nvSpPr>
            <p:cNvPr id="401" name="Google Shape;401;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3" name="Google Shape;403;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4" name="Google Shape;404;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6" name="Google Shape;406;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7" name="Google Shape;407;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0" name="Google Shape;410;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1" name="Google Shape;411;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3" name="Google Shape;413;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4"/>
        <p:cNvGrpSpPr/>
        <p:nvPr/>
      </p:nvGrpSpPr>
      <p:grpSpPr>
        <a:xfrm>
          <a:off x="0" y="0"/>
          <a:ext cx="0" cy="0"/>
          <a:chOff x="0" y="0"/>
          <a:chExt cx="0" cy="0"/>
        </a:xfrm>
      </p:grpSpPr>
      <p:cxnSp>
        <p:nvCxnSpPr>
          <p:cNvPr id="415" name="Google Shape;415;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6" name="Google Shape;416;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7" name="Google Shape;417;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8" name="Google Shape;418;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9" name="Google Shape;419;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20" name="Google Shape;420;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1" name="Google Shape;421;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2" name="Google Shape;422;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3" name="Google Shape;423;g2c157a2fb06_0_825"/>
          <p:cNvGrpSpPr/>
          <p:nvPr/>
        </p:nvGrpSpPr>
        <p:grpSpPr>
          <a:xfrm>
            <a:off x="662575" y="6212475"/>
            <a:ext cx="586800" cy="571500"/>
            <a:chOff x="662575" y="6212475"/>
            <a:chExt cx="586800" cy="571500"/>
          </a:xfrm>
        </p:grpSpPr>
        <p:sp>
          <p:nvSpPr>
            <p:cNvPr id="424" name="Google Shape;424;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7" name="Google Shape;427;g2c157a2fb06_0_825"/>
          <p:cNvGrpSpPr/>
          <p:nvPr/>
        </p:nvGrpSpPr>
        <p:grpSpPr>
          <a:xfrm>
            <a:off x="7894350" y="6212475"/>
            <a:ext cx="586800" cy="571500"/>
            <a:chOff x="7894350" y="6212475"/>
            <a:chExt cx="586800" cy="571500"/>
          </a:xfrm>
        </p:grpSpPr>
        <p:sp>
          <p:nvSpPr>
            <p:cNvPr id="428" name="Google Shape;428;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0" name="Google Shape;430;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1" name="Google Shape;431;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2" name="Google Shape;432;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3" name="Google Shape;433;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4" name="Google Shape;434;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6" name="Google Shape;43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7" name="Google Shape;437;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8" name="Google Shape;438;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40" name="Google Shape;440;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1"/>
        <p:cNvGrpSpPr/>
        <p:nvPr/>
      </p:nvGrpSpPr>
      <p:grpSpPr>
        <a:xfrm>
          <a:off x="0" y="0"/>
          <a:ext cx="0" cy="0"/>
          <a:chOff x="0" y="0"/>
          <a:chExt cx="0" cy="0"/>
        </a:xfrm>
      </p:grpSpPr>
      <p:sp>
        <p:nvSpPr>
          <p:cNvPr id="442" name="Google Shape;442;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6" name="Google Shape;446;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7" name="Google Shape;447;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0" name="Google Shape;450;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2" name="Google Shape;452;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4" name="Google Shape;454;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6" name="Google Shape;456;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7" name="Google Shape;457;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8" name="Google Shape;458;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9" name="Google Shape;459;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60" name="Google Shape;460;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1" name="Google Shape;461;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2" name="Google Shape;462;g2c157a2fb06_0_700"/>
          <p:cNvGrpSpPr/>
          <p:nvPr/>
        </p:nvGrpSpPr>
        <p:grpSpPr>
          <a:xfrm>
            <a:off x="662575" y="6212475"/>
            <a:ext cx="586800" cy="571500"/>
            <a:chOff x="662575" y="6212475"/>
            <a:chExt cx="586800" cy="571500"/>
          </a:xfrm>
        </p:grpSpPr>
        <p:sp>
          <p:nvSpPr>
            <p:cNvPr id="463" name="Google Shape;463;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6" name="Google Shape;466;g2c157a2fb06_0_700"/>
          <p:cNvGrpSpPr/>
          <p:nvPr/>
        </p:nvGrpSpPr>
        <p:grpSpPr>
          <a:xfrm>
            <a:off x="7894350" y="6212475"/>
            <a:ext cx="586800" cy="571500"/>
            <a:chOff x="7894350" y="6212475"/>
            <a:chExt cx="586800" cy="571500"/>
          </a:xfrm>
        </p:grpSpPr>
        <p:sp>
          <p:nvSpPr>
            <p:cNvPr id="467" name="Google Shape;467;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70" name="Google Shape;470;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2" name="Google Shape;472;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3" name="Google Shape;473;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7" name="Google Shape;477;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9" name="Google Shape;479;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80"/>
        <p:cNvGrpSpPr/>
        <p:nvPr/>
      </p:nvGrpSpPr>
      <p:grpSpPr>
        <a:xfrm>
          <a:off x="0" y="0"/>
          <a:ext cx="0" cy="0"/>
          <a:chOff x="0" y="0"/>
          <a:chExt cx="0" cy="0"/>
        </a:xfrm>
      </p:grpSpPr>
      <p:sp>
        <p:nvSpPr>
          <p:cNvPr id="481" name="Google Shape;481;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2" name="Google Shape;482;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9" name="Google Shape;489;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90" name="Google Shape;490;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1" name="Google Shape;491;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2" name="Google Shape;492;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00" name="Google Shape;500;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1" name="Google Shape;501;g2c157a2fb06_0_932"/>
          <p:cNvGrpSpPr/>
          <p:nvPr/>
        </p:nvGrpSpPr>
        <p:grpSpPr>
          <a:xfrm>
            <a:off x="662575" y="6212475"/>
            <a:ext cx="586800" cy="571500"/>
            <a:chOff x="662575" y="6212475"/>
            <a:chExt cx="586800" cy="571500"/>
          </a:xfrm>
        </p:grpSpPr>
        <p:sp>
          <p:nvSpPr>
            <p:cNvPr id="502" name="Google Shape;502;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5" name="Google Shape;505;g2c157a2fb06_0_932"/>
          <p:cNvGrpSpPr/>
          <p:nvPr/>
        </p:nvGrpSpPr>
        <p:grpSpPr>
          <a:xfrm>
            <a:off x="7894350" y="6212475"/>
            <a:ext cx="586800" cy="571500"/>
            <a:chOff x="7894350" y="6212475"/>
            <a:chExt cx="586800" cy="571500"/>
          </a:xfrm>
        </p:grpSpPr>
        <p:sp>
          <p:nvSpPr>
            <p:cNvPr id="506" name="Google Shape;506;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8" name="Google Shape;508;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9" name="Google Shape;509;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1" name="Google Shape;511;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2" name="Google Shape;512;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6" name="Google Shape;516;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8" name="Google Shape;518;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9"/>
        <p:cNvGrpSpPr/>
        <p:nvPr/>
      </p:nvGrpSpPr>
      <p:grpSpPr>
        <a:xfrm>
          <a:off x="0" y="0"/>
          <a:ext cx="0" cy="0"/>
          <a:chOff x="0" y="0"/>
          <a:chExt cx="0" cy="0"/>
        </a:xfrm>
      </p:grpSpPr>
      <p:cxnSp>
        <p:nvCxnSpPr>
          <p:cNvPr id="520" name="Google Shape;520;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1" name="Google Shape;521;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2" name="Google Shape;522;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1" name="Google Shape;531;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2" name="Google Shape;532;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3" name="Google Shape;533;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4" name="Google Shape;534;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5" name="Google Shape;535;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6" name="Google Shape;536;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7" name="Google Shape;537;g2c157a2fb06_0_1045"/>
          <p:cNvGrpSpPr/>
          <p:nvPr/>
        </p:nvGrpSpPr>
        <p:grpSpPr>
          <a:xfrm>
            <a:off x="662575" y="6212475"/>
            <a:ext cx="586800" cy="571500"/>
            <a:chOff x="662575" y="6212475"/>
            <a:chExt cx="586800" cy="571500"/>
          </a:xfrm>
        </p:grpSpPr>
        <p:sp>
          <p:nvSpPr>
            <p:cNvPr id="538" name="Google Shape;538;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1045"/>
          <p:cNvGrpSpPr/>
          <p:nvPr/>
        </p:nvGrpSpPr>
        <p:grpSpPr>
          <a:xfrm>
            <a:off x="7894350" y="6212475"/>
            <a:ext cx="586800" cy="571500"/>
            <a:chOff x="7894350" y="6212475"/>
            <a:chExt cx="586800" cy="571500"/>
          </a:xfrm>
        </p:grpSpPr>
        <p:sp>
          <p:nvSpPr>
            <p:cNvPr id="542" name="Google Shape;542;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5" name="Google Shape;545;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7" name="Google Shape;54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8" name="Google Shape;548;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4" name="Google Shape;554;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5"/>
        <p:cNvGrpSpPr/>
        <p:nvPr/>
      </p:nvGrpSpPr>
      <p:grpSpPr>
        <a:xfrm>
          <a:off x="0" y="0"/>
          <a:ext cx="0" cy="0"/>
          <a:chOff x="0" y="0"/>
          <a:chExt cx="0" cy="0"/>
        </a:xfrm>
      </p:grpSpPr>
      <p:sp>
        <p:nvSpPr>
          <p:cNvPr id="556" name="Google Shape;55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7" name="Google Shape;55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8" name="Google Shape;558;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1" name="Google Shape;561;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2" name="Google Shape;562;g2c157a2fb06_0_1110"/>
          <p:cNvGrpSpPr/>
          <p:nvPr/>
        </p:nvGrpSpPr>
        <p:grpSpPr>
          <a:xfrm>
            <a:off x="5806200" y="1807463"/>
            <a:ext cx="756300" cy="146700"/>
            <a:chOff x="5806200" y="1807463"/>
            <a:chExt cx="756300" cy="146700"/>
          </a:xfrm>
        </p:grpSpPr>
        <p:sp>
          <p:nvSpPr>
            <p:cNvPr id="563" name="Google Shape;56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6" name="Google Shape;56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7" name="Google Shape;56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8" name="Google Shape;568;g2c157a2fb06_0_1110"/>
          <p:cNvGrpSpPr/>
          <p:nvPr/>
        </p:nvGrpSpPr>
        <p:grpSpPr>
          <a:xfrm>
            <a:off x="5806200" y="2842438"/>
            <a:ext cx="756300" cy="146700"/>
            <a:chOff x="5806200" y="1807463"/>
            <a:chExt cx="756300" cy="146700"/>
          </a:xfrm>
        </p:grpSpPr>
        <p:sp>
          <p:nvSpPr>
            <p:cNvPr id="569" name="Google Shape;569;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1" name="Google Shape;571;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2" name="Google Shape;572;g2c157a2fb06_0_1110"/>
          <p:cNvGrpSpPr/>
          <p:nvPr/>
        </p:nvGrpSpPr>
        <p:grpSpPr>
          <a:xfrm>
            <a:off x="5806200" y="3877413"/>
            <a:ext cx="756300" cy="146700"/>
            <a:chOff x="5806200" y="1807463"/>
            <a:chExt cx="756300" cy="146700"/>
          </a:xfrm>
        </p:grpSpPr>
        <p:sp>
          <p:nvSpPr>
            <p:cNvPr id="573" name="Google Shape;573;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6" name="Google Shape;576;g2c157a2fb06_0_1110"/>
          <p:cNvGrpSpPr/>
          <p:nvPr/>
        </p:nvGrpSpPr>
        <p:grpSpPr>
          <a:xfrm>
            <a:off x="662575" y="6212475"/>
            <a:ext cx="586800" cy="571500"/>
            <a:chOff x="662575" y="6212475"/>
            <a:chExt cx="586800" cy="571500"/>
          </a:xfrm>
        </p:grpSpPr>
        <p:sp>
          <p:nvSpPr>
            <p:cNvPr id="577" name="Google Shape;57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110"/>
          <p:cNvGrpSpPr/>
          <p:nvPr/>
        </p:nvGrpSpPr>
        <p:grpSpPr>
          <a:xfrm>
            <a:off x="7894350" y="6212475"/>
            <a:ext cx="586800" cy="571500"/>
            <a:chOff x="7894350" y="6212475"/>
            <a:chExt cx="586800" cy="571500"/>
          </a:xfrm>
        </p:grpSpPr>
        <p:sp>
          <p:nvSpPr>
            <p:cNvPr id="581" name="Google Shape;58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4" name="Google Shape;584;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5" name="Google Shape;585;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6" name="Google Shape;586;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7" name="Google Shape;587;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0" name="Google Shape;590;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1" name="Google Shape;591;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3" name="Google Shape;593;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4"/>
        <p:cNvGrpSpPr/>
        <p:nvPr/>
      </p:nvGrpSpPr>
      <p:grpSpPr>
        <a:xfrm>
          <a:off x="0" y="0"/>
          <a:ext cx="0" cy="0"/>
          <a:chOff x="0" y="0"/>
          <a:chExt cx="0" cy="0"/>
        </a:xfrm>
      </p:grpSpPr>
      <p:sp>
        <p:nvSpPr>
          <p:cNvPr id="595" name="Google Shape;59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8" name="Google Shape;59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9" name="Google Shape;59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1" name="Google Shape;60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7" name="Google Shape;60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8" name="Google Shape;608;p30"/>
          <p:cNvGrpSpPr/>
          <p:nvPr/>
        </p:nvGrpSpPr>
        <p:grpSpPr>
          <a:xfrm>
            <a:off x="6022940" y="5341706"/>
            <a:ext cx="594501" cy="305904"/>
            <a:chOff x="5672081" y="1914352"/>
            <a:chExt cx="792668" cy="305904"/>
          </a:xfrm>
        </p:grpSpPr>
        <p:sp>
          <p:nvSpPr>
            <p:cNvPr id="609" name="Google Shape;60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0" name="Google Shape;61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1" name="Google Shape;61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2" name="Google Shape;61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9" name="Google Shape;61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20" name="Google Shape;62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1" name="Google Shape;62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4" name="Google Shape;63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7" name="Google Shape;63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8" name="Google Shape;63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9" name="Google Shape;63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40"/>
        <p:cNvGrpSpPr/>
        <p:nvPr/>
      </p:nvGrpSpPr>
      <p:grpSpPr>
        <a:xfrm>
          <a:off x="0" y="0"/>
          <a:ext cx="0" cy="0"/>
          <a:chOff x="0" y="0"/>
          <a:chExt cx="0" cy="0"/>
        </a:xfrm>
      </p:grpSpPr>
      <p:sp>
        <p:nvSpPr>
          <p:cNvPr id="641" name="Google Shape;64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2" name="Google Shape;64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3" name="Google Shape;64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4"/>
        <p:cNvGrpSpPr/>
        <p:nvPr/>
      </p:nvGrpSpPr>
      <p:grpSpPr>
        <a:xfrm>
          <a:off x="0" y="0"/>
          <a:ext cx="0" cy="0"/>
          <a:chOff x="0" y="0"/>
          <a:chExt cx="0" cy="0"/>
        </a:xfrm>
      </p:grpSpPr>
      <p:sp>
        <p:nvSpPr>
          <p:cNvPr id="645" name="Google Shape;64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6" name="Google Shape;64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7" name="Google Shape;64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Plural Exceptions</a:t>
            </a:r>
            <a:endParaRPr sz="3000"/>
          </a:p>
        </p:txBody>
      </p:sp>
      <p:sp>
        <p:nvSpPr>
          <p:cNvPr id="653" name="Google Shape;653;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4" name="Google Shape;654;p1"/>
          <p:cNvGraphicFramePr/>
          <p:nvPr/>
        </p:nvGraphicFramePr>
        <p:xfrm>
          <a:off x="4844200" y="1891197"/>
          <a:ext cx="3785000" cy="1678950"/>
        </p:xfrm>
        <a:graphic>
          <a:graphicData uri="http://schemas.openxmlformats.org/drawingml/2006/table">
            <a:tbl>
              <a:tblPr firstRow="1" bandRow="1">
                <a:noFill/>
                <a:tableStyleId>{89781CC4-12BD-48BC-9409-D351FD55EF2F}</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FFFFFF"/>
                          </a:solidFill>
                          <a:latin typeface="Jost"/>
                          <a:ea typeface="Jost"/>
                          <a:cs typeface="Jost"/>
                          <a:sym typeface="Jost"/>
                        </a:rPr>
                        <a:t>-s and -es</a:t>
                      </a:r>
                      <a:endParaRPr sz="20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0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-ing</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-ed</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-er</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-est</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5" name="Google Shape;655;p1"/>
          <p:cNvSpPr txBox="1"/>
          <p:nvPr/>
        </p:nvSpPr>
        <p:spPr>
          <a:xfrm>
            <a:off x="884092" y="3296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plural exceptions.</a:t>
            </a:r>
            <a:endParaRPr/>
          </a:p>
        </p:txBody>
      </p:sp>
      <p:sp>
        <p:nvSpPr>
          <p:cNvPr id="662" name="Google Shape;662;g2bee4f4af4b_0_204"/>
          <p:cNvSpPr txBox="1">
            <a:spLocks noGrp="1"/>
          </p:cNvSpPr>
          <p:nvPr>
            <p:ph type="body" idx="2"/>
          </p:nvPr>
        </p:nvSpPr>
        <p:spPr>
          <a:xfrm>
            <a:off x="3649025" y="2240850"/>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9" name="Google Shape;669;g26b641b03cd_0_165"/>
          <p:cNvGrpSpPr/>
          <p:nvPr/>
        </p:nvGrpSpPr>
        <p:grpSpPr>
          <a:xfrm>
            <a:off x="930400" y="2053244"/>
            <a:ext cx="7283200" cy="3724851"/>
            <a:chOff x="930400" y="2129444"/>
            <a:chExt cx="7283200" cy="3724851"/>
          </a:xfrm>
        </p:grpSpPr>
        <p:pic>
          <p:nvPicPr>
            <p:cNvPr id="670" name="Google Shape;670;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2" name="Google Shape;692;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9" name="Google Shape;699;g26b7edf6e71_0_26"/>
          <p:cNvGrpSpPr/>
          <p:nvPr/>
        </p:nvGrpSpPr>
        <p:grpSpPr>
          <a:xfrm>
            <a:off x="930400" y="2053250"/>
            <a:ext cx="7283201" cy="2971674"/>
            <a:chOff x="930400" y="2129450"/>
            <a:chExt cx="7283201" cy="2971674"/>
          </a:xfrm>
        </p:grpSpPr>
        <p:pic>
          <p:nvPicPr>
            <p:cNvPr id="700" name="Google Shape;700;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1" name="Google Shape;701;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9" name="Google Shape;709;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10" name="Google Shape;710;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6" name="Google Shape;716;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8" name="Google Shape;728;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sp>
        <p:nvSpPr>
          <p:cNvPr id="734" name="Google Shape;734;g2c298da1f27_0_41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5" name="Google Shape;735;g2c298da1f27_0_417"/>
          <p:cNvGrpSpPr/>
          <p:nvPr/>
        </p:nvGrpSpPr>
        <p:grpSpPr>
          <a:xfrm>
            <a:off x="930400" y="2053250"/>
            <a:ext cx="7283201" cy="2971674"/>
            <a:chOff x="930400" y="2053250"/>
            <a:chExt cx="7283201" cy="2971674"/>
          </a:xfrm>
        </p:grpSpPr>
        <p:pic>
          <p:nvPicPr>
            <p:cNvPr id="736" name="Google Shape;736;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7" name="Google Shape;737;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40" name="Google Shape;740;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9" name="Google Shape;759;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1" name="Google Shape;761;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2" name="Google Shape;762;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5" name="Google Shape;765;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7" name="Google Shape;767;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6" name="Google Shape;776;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1"/>
        <p:cNvGrpSpPr/>
        <p:nvPr/>
      </p:nvGrpSpPr>
      <p:grpSpPr>
        <a:xfrm>
          <a:off x="0" y="0"/>
          <a:ext cx="0" cy="0"/>
          <a:chOff x="0" y="0"/>
          <a:chExt cx="0" cy="0"/>
        </a:xfrm>
      </p:grpSpPr>
      <p:sp>
        <p:nvSpPr>
          <p:cNvPr id="782" name="Google Shape;782;g2cdbdd49f8e_0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3" name="Google Shape;783;g2cdbdd49f8e_0_0"/>
          <p:cNvGrpSpPr/>
          <p:nvPr/>
        </p:nvGrpSpPr>
        <p:grpSpPr>
          <a:xfrm>
            <a:off x="855905" y="2053250"/>
            <a:ext cx="7272577" cy="3316697"/>
            <a:chOff x="855905" y="2053250"/>
            <a:chExt cx="7272577" cy="3316697"/>
          </a:xfrm>
        </p:grpSpPr>
        <p:pic>
          <p:nvPicPr>
            <p:cNvPr id="784" name="Google Shape;784;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2" name="Google Shape;802;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8" name="Google Shape;818;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8" name="Google Shape;828;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3"/>
        <p:cNvGrpSpPr/>
        <p:nvPr/>
      </p:nvGrpSpPr>
      <p:grpSpPr>
        <a:xfrm>
          <a:off x="0" y="0"/>
          <a:ext cx="0" cy="0"/>
          <a:chOff x="0" y="0"/>
          <a:chExt cx="0" cy="0"/>
        </a:xfrm>
      </p:grpSpPr>
      <p:sp>
        <p:nvSpPr>
          <p:cNvPr id="834" name="Google Shape;834;g2c298da1f27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5" name="Google Shape;835;g2c298da1f27_1_0"/>
          <p:cNvGrpSpPr/>
          <p:nvPr/>
        </p:nvGrpSpPr>
        <p:grpSpPr>
          <a:xfrm>
            <a:off x="868300" y="2129450"/>
            <a:ext cx="7281864" cy="2688001"/>
            <a:chOff x="868300" y="2129450"/>
            <a:chExt cx="7281864" cy="2688001"/>
          </a:xfrm>
        </p:grpSpPr>
        <p:pic>
          <p:nvPicPr>
            <p:cNvPr id="836" name="Google Shape;836;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3" name="Google Shape;843;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9" name="Google Shape;849;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50" name="Google Shape;850;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55"/>
        <p:cNvGrpSpPr/>
        <p:nvPr/>
      </p:nvGrpSpPr>
      <p:grpSpPr>
        <a:xfrm>
          <a:off x="0" y="0"/>
          <a:ext cx="0" cy="0"/>
          <a:chOff x="0" y="0"/>
          <a:chExt cx="0" cy="0"/>
        </a:xfrm>
      </p:grpSpPr>
      <p:sp>
        <p:nvSpPr>
          <p:cNvPr id="856" name="Google Shape;856;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57" name="Google Shape;857;g2ce66866dac_0_1153"/>
          <p:cNvSpPr txBox="1"/>
          <p:nvPr/>
        </p:nvSpPr>
        <p:spPr>
          <a:xfrm>
            <a:off x="1669150" y="1398975"/>
            <a:ext cx="58056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800" b="0" i="0" u="none" strike="noStrike" cap="none">
                <a:solidFill>
                  <a:schemeClr val="dk1"/>
                </a:solidFill>
                <a:latin typeface="Poppins"/>
                <a:ea typeface="Poppins"/>
                <a:cs typeface="Poppins"/>
                <a:sym typeface="Poppins"/>
              </a:rPr>
              <a:t>Some nouns do not follow the </a:t>
            </a:r>
            <a:r>
              <a:rPr lang="en-US" sz="2800" b="0" i="0" u="none" strike="noStrike" cap="none">
                <a:solidFill>
                  <a:srgbClr val="2356AF"/>
                </a:solidFill>
                <a:latin typeface="Poppins"/>
                <a:ea typeface="Poppins"/>
                <a:cs typeface="Poppins"/>
                <a:sym typeface="Poppins"/>
              </a:rPr>
              <a:t>-s</a:t>
            </a:r>
            <a:r>
              <a:rPr lang="en-US" sz="2800" b="0" i="0" u="none" strike="noStrike" cap="none">
                <a:solidFill>
                  <a:schemeClr val="dk1"/>
                </a:solidFill>
                <a:latin typeface="Poppins"/>
                <a:ea typeface="Poppins"/>
                <a:cs typeface="Poppins"/>
                <a:sym typeface="Poppins"/>
              </a:rPr>
              <a:t> suffix plural rule, these are known as uncountable nouns. These nouns remain the same even when there is more than one, and do not require a suffix.</a:t>
            </a:r>
            <a:endParaRPr sz="28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sp>
        <p:nvSpPr>
          <p:cNvPr id="863" name="Google Shape;863;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no spelling change needed</a:t>
            </a:r>
            <a:endParaRPr sz="2200" b="0" i="0" u="none" strike="noStrike" cap="none">
              <a:solidFill>
                <a:schemeClr val="dk1"/>
              </a:solidFill>
              <a:latin typeface="Poppins"/>
              <a:ea typeface="Poppins"/>
              <a:cs typeface="Poppins"/>
              <a:sym typeface="Poppins"/>
            </a:endParaRPr>
          </a:p>
        </p:txBody>
      </p:sp>
      <p:sp>
        <p:nvSpPr>
          <p:cNvPr id="865" name="Google Shape;865;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66" name="Google Shape;866;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67" name="Google Shape;867;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sheep</a:t>
            </a:r>
            <a:endParaRPr sz="8000" b="0" i="0" u="none" strike="noStrike" cap="none">
              <a:solidFill>
                <a:srgbClr val="000000"/>
              </a:solidFill>
              <a:latin typeface="Jost"/>
              <a:ea typeface="Jost"/>
              <a:cs typeface="Jost"/>
              <a:sym typeface="Jost"/>
            </a:endParaRPr>
          </a:p>
        </p:txBody>
      </p:sp>
      <p:sp>
        <p:nvSpPr>
          <p:cNvPr id="868" name="Google Shape;868;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two sheep</a:t>
            </a:r>
            <a:endParaRPr sz="8000" b="0" i="0" u="none" strike="noStrike" cap="none">
              <a:solidFill>
                <a:srgbClr val="000000"/>
              </a:solidFill>
              <a:latin typeface="Jost"/>
              <a:ea typeface="Jost"/>
              <a:cs typeface="Jost"/>
              <a:sym typeface="Jost"/>
            </a:endParaRPr>
          </a:p>
        </p:txBody>
      </p:sp>
      <p:cxnSp>
        <p:nvCxnSpPr>
          <p:cNvPr id="869" name="Google Shape;869;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4"/>
        <p:cNvGrpSpPr/>
        <p:nvPr/>
      </p:nvGrpSpPr>
      <p:grpSpPr>
        <a:xfrm>
          <a:off x="0" y="0"/>
          <a:ext cx="0" cy="0"/>
          <a:chOff x="0" y="0"/>
          <a:chExt cx="0" cy="0"/>
        </a:xfrm>
      </p:grpSpPr>
      <p:sp>
        <p:nvSpPr>
          <p:cNvPr id="875" name="Google Shape;875;g2deb80be3d0_0_12"/>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6" name="Google Shape;876;g2deb80be3d0_0_12"/>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no spelling change needed</a:t>
            </a:r>
            <a:endParaRPr sz="2200" b="0" i="0" u="none" strike="noStrike" cap="none">
              <a:solidFill>
                <a:schemeClr val="dk1"/>
              </a:solidFill>
              <a:latin typeface="Poppins"/>
              <a:ea typeface="Poppins"/>
              <a:cs typeface="Poppins"/>
              <a:sym typeface="Poppins"/>
            </a:endParaRPr>
          </a:p>
        </p:txBody>
      </p:sp>
      <p:sp>
        <p:nvSpPr>
          <p:cNvPr id="877" name="Google Shape;877;g2deb80be3d0_0_1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8" name="Google Shape;878;g2deb80be3d0_0_12"/>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9" name="Google Shape;879;g2deb80be3d0_0_12"/>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one fish</a:t>
            </a:r>
            <a:endParaRPr sz="8000" b="0" i="0" u="none" strike="noStrike" cap="none">
              <a:solidFill>
                <a:srgbClr val="000000"/>
              </a:solidFill>
              <a:latin typeface="Jost"/>
              <a:ea typeface="Jost"/>
              <a:cs typeface="Jost"/>
              <a:sym typeface="Jost"/>
            </a:endParaRPr>
          </a:p>
        </p:txBody>
      </p:sp>
      <p:sp>
        <p:nvSpPr>
          <p:cNvPr id="880" name="Google Shape;880;g2deb80be3d0_0_12"/>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two fish</a:t>
            </a:r>
            <a:endParaRPr sz="8000" b="0" i="0" u="none" strike="noStrike" cap="none">
              <a:solidFill>
                <a:srgbClr val="000000"/>
              </a:solidFill>
              <a:latin typeface="Jost"/>
              <a:ea typeface="Jost"/>
              <a:cs typeface="Jost"/>
              <a:sym typeface="Jost"/>
            </a:endParaRPr>
          </a:p>
        </p:txBody>
      </p:sp>
      <p:cxnSp>
        <p:nvCxnSpPr>
          <p:cNvPr id="881" name="Google Shape;881;g2deb80be3d0_0_12"/>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86"/>
        <p:cNvGrpSpPr/>
        <p:nvPr/>
      </p:nvGrpSpPr>
      <p:grpSpPr>
        <a:xfrm>
          <a:off x="0" y="0"/>
          <a:ext cx="0" cy="0"/>
          <a:chOff x="0" y="0"/>
          <a:chExt cx="0" cy="0"/>
        </a:xfrm>
      </p:grpSpPr>
      <p:sp>
        <p:nvSpPr>
          <p:cNvPr id="887" name="Google Shape;887;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88" name="Google Shape;888;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95" name="Google Shape;895;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896" name="Google Shape;89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97" name="Google Shape;897;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8" name="Google Shape;898;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99" name="Google Shape;899;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0" name="Google Shape;900;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1" name="Google Shape;901;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02" name="Google Shape;902;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3" name="Google Shape;903;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04" name="Google Shape;904;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05" name="Google Shape;905;g2c4fb7f6616_1_0"/>
          <p:cNvGrpSpPr/>
          <p:nvPr/>
        </p:nvGrpSpPr>
        <p:grpSpPr>
          <a:xfrm>
            <a:off x="-550" y="6984600"/>
            <a:ext cx="8596479" cy="808600"/>
            <a:chOff x="-550" y="6984600"/>
            <a:chExt cx="8596479" cy="808600"/>
          </a:xfrm>
        </p:grpSpPr>
        <p:sp>
          <p:nvSpPr>
            <p:cNvPr id="906" name="Google Shape;906;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07" name="Google Shape;907;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08" name="Google Shape;908;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09" name="Google Shape;909;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10" name="Google Shape;910;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11" name="Google Shape;911;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12" name="Google Shape;912;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13" name="Google Shape;913;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14" name="Google Shape;914;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15" name="Google Shape;915;g2c4fb7f6616_1_0"/>
          <p:cNvSpPr txBox="1"/>
          <p:nvPr/>
        </p:nvSpPr>
        <p:spPr>
          <a:xfrm>
            <a:off x="2104529"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1</a:t>
            </a:r>
            <a:endParaRPr sz="12000" b="0" i="0" u="none" strike="noStrike" cap="none">
              <a:solidFill>
                <a:srgbClr val="2356AF"/>
              </a:solidFill>
              <a:latin typeface="Jost"/>
              <a:ea typeface="Jost"/>
              <a:cs typeface="Jost"/>
              <a:sym typeface="Jost"/>
            </a:endParaRPr>
          </a:p>
        </p:txBody>
      </p:sp>
      <p:sp>
        <p:nvSpPr>
          <p:cNvPr id="916" name="Google Shape;916;g2c4fb7f6616_1_0"/>
          <p:cNvSpPr txBox="1"/>
          <p:nvPr/>
        </p:nvSpPr>
        <p:spPr>
          <a:xfrm>
            <a:off x="3146682" y="1308025"/>
            <a:ext cx="1471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sh</a:t>
            </a:r>
            <a:endParaRPr sz="12000" b="0" i="0" u="none" strike="noStrike" cap="none">
              <a:solidFill>
                <a:srgbClr val="FFD403"/>
              </a:solidFill>
              <a:latin typeface="Jost"/>
              <a:ea typeface="Jost"/>
              <a:cs typeface="Jost"/>
              <a:sym typeface="Jost"/>
            </a:endParaRPr>
          </a:p>
        </p:txBody>
      </p:sp>
      <p:sp>
        <p:nvSpPr>
          <p:cNvPr id="917" name="Google Shape;917;g2c4fb7f6616_1_0"/>
          <p:cNvSpPr txBox="1"/>
          <p:nvPr/>
        </p:nvSpPr>
        <p:spPr>
          <a:xfrm>
            <a:off x="4417312" y="1308025"/>
            <a:ext cx="1841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00904C"/>
                </a:solidFill>
                <a:latin typeface="Jost"/>
                <a:ea typeface="Jost"/>
                <a:cs typeface="Jost"/>
                <a:sym typeface="Jost"/>
              </a:rPr>
              <a:t>ee</a:t>
            </a:r>
            <a:endParaRPr sz="12000" b="0" i="0" u="none" strike="noStrike" cap="none">
              <a:solidFill>
                <a:srgbClr val="00904C"/>
              </a:solidFill>
              <a:latin typeface="Jost"/>
              <a:ea typeface="Jost"/>
              <a:cs typeface="Jost"/>
              <a:sym typeface="Jost"/>
            </a:endParaRPr>
          </a:p>
        </p:txBody>
      </p:sp>
      <p:sp>
        <p:nvSpPr>
          <p:cNvPr id="918" name="Google Shape;918;g2c4fb7f6616_1_0"/>
          <p:cNvSpPr/>
          <p:nvPr/>
        </p:nvSpPr>
        <p:spPr>
          <a:xfrm>
            <a:off x="633462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9" name="Google Shape;919;g2c4fb7f6616_1_0"/>
          <p:cNvSpPr txBox="1"/>
          <p:nvPr/>
        </p:nvSpPr>
        <p:spPr>
          <a:xfrm>
            <a:off x="601977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20" name="Google Shape;920;g2c4fb7f6616_1_0"/>
          <p:cNvSpPr/>
          <p:nvPr/>
        </p:nvSpPr>
        <p:spPr>
          <a:xfrm>
            <a:off x="4617879" y="4011900"/>
            <a:ext cx="14712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1" name="Google Shape;921;g2c4fb7f6616_1_0"/>
          <p:cNvSpPr/>
          <p:nvPr/>
        </p:nvSpPr>
        <p:spPr>
          <a:xfrm>
            <a:off x="3226680" y="4011900"/>
            <a:ext cx="1227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g2deb80be3d0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28" name="Google Shape;928;g2deb80be3d0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cxnSp>
        <p:nvCxnSpPr>
          <p:cNvPr id="929" name="Google Shape;929;g2deb80be3d0_0_4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30" name="Google Shape;930;g2deb80be3d0_0_4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1" name="Google Shape;931;g2deb80be3d0_0_4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2" name="Google Shape;932;g2deb80be3d0_0_4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3" name="Google Shape;933;g2deb80be3d0_0_4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4" name="Google Shape;934;g2deb80be3d0_0_4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5" name="Google Shape;935;g2deb80be3d0_0_4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6" name="Google Shape;936;g2deb80be3d0_0_4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7" name="Google Shape;937;g2deb80be3d0_0_4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38" name="Google Shape;938;g2deb80be3d0_0_40"/>
          <p:cNvGrpSpPr/>
          <p:nvPr/>
        </p:nvGrpSpPr>
        <p:grpSpPr>
          <a:xfrm>
            <a:off x="-550" y="6984600"/>
            <a:ext cx="8596479" cy="808600"/>
            <a:chOff x="-550" y="6984600"/>
            <a:chExt cx="8596479" cy="808600"/>
          </a:xfrm>
        </p:grpSpPr>
        <p:sp>
          <p:nvSpPr>
            <p:cNvPr id="939" name="Google Shape;939;g2deb80be3d0_0_4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40" name="Google Shape;940;g2deb80be3d0_0_4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41" name="Google Shape;941;g2deb80be3d0_0_4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42" name="Google Shape;942;g2deb80be3d0_0_4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43" name="Google Shape;943;g2deb80be3d0_0_4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44" name="Google Shape;944;g2deb80be3d0_0_4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45" name="Google Shape;945;g2deb80be3d0_0_4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46" name="Google Shape;946;g2deb80be3d0_0_4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47" name="Google Shape;947;g2deb80be3d0_0_4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48" name="Google Shape;948;g2deb80be3d0_0_40"/>
          <p:cNvSpPr txBox="1"/>
          <p:nvPr/>
        </p:nvSpPr>
        <p:spPr>
          <a:xfrm>
            <a:off x="2104529" y="1308025"/>
            <a:ext cx="1019700" cy="2371200"/>
          </a:xfrm>
          <a:prstGeom prst="rect">
            <a:avLst/>
          </a:prstGeom>
          <a:noFill/>
          <a:ln>
            <a:noFill/>
          </a:ln>
        </p:spPr>
        <p:txBody>
          <a:bodyPr spcFirstLastPara="1" wrap="square" lIns="0" tIns="45700" rIns="0" bIns="45700" anchor="ctr" anchorCtr="0">
            <a:noAutofit/>
          </a:bodyPr>
          <a:lstStyle/>
          <a:p>
            <a:pPr marL="0" marR="0" lvl="0" indent="0" algn="l"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2</a:t>
            </a:r>
            <a:endParaRPr sz="12000" b="0" i="0" u="none" strike="noStrike" cap="none">
              <a:solidFill>
                <a:srgbClr val="2356AF"/>
              </a:solidFill>
              <a:latin typeface="Jost"/>
              <a:ea typeface="Jost"/>
              <a:cs typeface="Jost"/>
              <a:sym typeface="Jost"/>
            </a:endParaRPr>
          </a:p>
        </p:txBody>
      </p:sp>
      <p:sp>
        <p:nvSpPr>
          <p:cNvPr id="949" name="Google Shape;949;g2deb80be3d0_0_40"/>
          <p:cNvSpPr txBox="1"/>
          <p:nvPr/>
        </p:nvSpPr>
        <p:spPr>
          <a:xfrm>
            <a:off x="3146682" y="1308025"/>
            <a:ext cx="14712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FFD403"/>
                </a:solidFill>
                <a:latin typeface="Jost"/>
                <a:ea typeface="Jost"/>
                <a:cs typeface="Jost"/>
                <a:sym typeface="Jost"/>
              </a:rPr>
              <a:t>sh</a:t>
            </a:r>
            <a:endParaRPr sz="12000" b="0" i="0" u="none" strike="noStrike" cap="none">
              <a:solidFill>
                <a:srgbClr val="FFD403"/>
              </a:solidFill>
              <a:latin typeface="Jost"/>
              <a:ea typeface="Jost"/>
              <a:cs typeface="Jost"/>
              <a:sym typeface="Jost"/>
            </a:endParaRPr>
          </a:p>
        </p:txBody>
      </p:sp>
      <p:sp>
        <p:nvSpPr>
          <p:cNvPr id="950" name="Google Shape;950;g2deb80be3d0_0_40"/>
          <p:cNvSpPr txBox="1"/>
          <p:nvPr/>
        </p:nvSpPr>
        <p:spPr>
          <a:xfrm>
            <a:off x="4417312" y="1308025"/>
            <a:ext cx="18411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00904C"/>
                </a:solidFill>
                <a:latin typeface="Jost"/>
                <a:ea typeface="Jost"/>
                <a:cs typeface="Jost"/>
                <a:sym typeface="Jost"/>
              </a:rPr>
              <a:t>ee</a:t>
            </a:r>
            <a:endParaRPr sz="12000" b="0" i="0" u="none" strike="noStrike" cap="none">
              <a:solidFill>
                <a:srgbClr val="00904C"/>
              </a:solidFill>
              <a:latin typeface="Jost"/>
              <a:ea typeface="Jost"/>
              <a:cs typeface="Jost"/>
              <a:sym typeface="Jost"/>
            </a:endParaRPr>
          </a:p>
        </p:txBody>
      </p:sp>
      <p:sp>
        <p:nvSpPr>
          <p:cNvPr id="951" name="Google Shape;951;g2deb80be3d0_0_40"/>
          <p:cNvSpPr/>
          <p:nvPr/>
        </p:nvSpPr>
        <p:spPr>
          <a:xfrm>
            <a:off x="633462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2" name="Google Shape;952;g2deb80be3d0_0_40"/>
          <p:cNvSpPr txBox="1"/>
          <p:nvPr/>
        </p:nvSpPr>
        <p:spPr>
          <a:xfrm>
            <a:off x="601977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rgbClr val="000000"/>
              </a:buClr>
              <a:buSzPts val="12000"/>
              <a:buFont typeface="Arial"/>
              <a:buNone/>
            </a:pPr>
            <a:r>
              <a:rPr lang="en-US" sz="12000" b="0" i="0" u="none" strike="noStrike" cap="none">
                <a:solidFill>
                  <a:srgbClr val="2356AF"/>
                </a:solidFill>
                <a:latin typeface="Jost"/>
                <a:ea typeface="Jost"/>
                <a:cs typeface="Jost"/>
                <a:sym typeface="Jost"/>
              </a:rPr>
              <a:t>p</a:t>
            </a:r>
            <a:endParaRPr sz="12000" b="0" i="0" u="none" strike="noStrike" cap="none">
              <a:solidFill>
                <a:srgbClr val="2356AF"/>
              </a:solidFill>
              <a:latin typeface="Jost"/>
              <a:ea typeface="Jost"/>
              <a:cs typeface="Jost"/>
              <a:sym typeface="Jost"/>
            </a:endParaRPr>
          </a:p>
        </p:txBody>
      </p:sp>
      <p:sp>
        <p:nvSpPr>
          <p:cNvPr id="953" name="Google Shape;953;g2deb80be3d0_0_40"/>
          <p:cNvSpPr/>
          <p:nvPr/>
        </p:nvSpPr>
        <p:spPr>
          <a:xfrm>
            <a:off x="4617879" y="4011900"/>
            <a:ext cx="14712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4" name="Google Shape;954;g2deb80be3d0_0_40"/>
          <p:cNvSpPr/>
          <p:nvPr/>
        </p:nvSpPr>
        <p:spPr>
          <a:xfrm>
            <a:off x="3226680" y="4011900"/>
            <a:ext cx="12276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9"/>
        <p:cNvGrpSpPr/>
        <p:nvPr/>
      </p:nvGrpSpPr>
      <p:grpSpPr>
        <a:xfrm>
          <a:off x="0" y="0"/>
          <a:ext cx="0" cy="0"/>
          <a:chOff x="0" y="0"/>
          <a:chExt cx="0" cy="0"/>
        </a:xfrm>
      </p:grpSpPr>
      <p:sp>
        <p:nvSpPr>
          <p:cNvPr id="960" name="Google Shape;960;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61" name="Google Shape;961;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66"/>
        <p:cNvGrpSpPr/>
        <p:nvPr/>
      </p:nvGrpSpPr>
      <p:grpSpPr>
        <a:xfrm>
          <a:off x="0" y="0"/>
          <a:ext cx="0" cy="0"/>
          <a:chOff x="0" y="0"/>
          <a:chExt cx="0" cy="0"/>
        </a:xfrm>
      </p:grpSpPr>
      <p:sp>
        <p:nvSpPr>
          <p:cNvPr id="967" name="Google Shape;967;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68" name="Google Shape;968;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969" name="Google Shape;969;g2dadbbe58d1_1_3"/>
          <p:cNvGrpSpPr/>
          <p:nvPr/>
        </p:nvGrpSpPr>
        <p:grpSpPr>
          <a:xfrm>
            <a:off x="2507843" y="3614075"/>
            <a:ext cx="4128314" cy="1851900"/>
            <a:chOff x="2507843" y="3614075"/>
            <a:chExt cx="4128314" cy="1851900"/>
          </a:xfrm>
        </p:grpSpPr>
        <p:sp>
          <p:nvSpPr>
            <p:cNvPr id="970" name="Google Shape;970;g2dadbbe58d1_1_3"/>
            <p:cNvSpPr/>
            <p:nvPr/>
          </p:nvSpPr>
          <p:spPr>
            <a:xfrm flipH="1">
              <a:off x="2507857" y="3629300"/>
              <a:ext cx="41283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71" name="Google Shape;971;g2dadbbe58d1_1_3"/>
            <p:cNvGrpSpPr/>
            <p:nvPr/>
          </p:nvGrpSpPr>
          <p:grpSpPr>
            <a:xfrm flipH="1">
              <a:off x="2507843" y="4063875"/>
              <a:ext cx="4107736" cy="1170725"/>
              <a:chOff x="1181250" y="4063875"/>
              <a:chExt cx="6781800" cy="1170725"/>
            </a:xfrm>
          </p:grpSpPr>
          <p:cxnSp>
            <p:nvCxnSpPr>
              <p:cNvPr id="972" name="Google Shape;972;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3" name="Google Shape;973;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74" name="Google Shape;974;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75" name="Google Shape;975;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976" name="Google Shape;976;g2dadbbe58d1_1_3"/>
            <p:cNvCxnSpPr/>
            <p:nvPr/>
          </p:nvCxnSpPr>
          <p:spPr>
            <a:xfrm rot="10800000">
              <a:off x="538070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77" name="Google Shape;977;g2dadbbe58d1_1_3"/>
            <p:cNvCxnSpPr/>
            <p:nvPr/>
          </p:nvCxnSpPr>
          <p:spPr>
            <a:xfrm rot="10800000">
              <a:off x="3985919" y="3614075"/>
              <a:ext cx="0" cy="1851900"/>
            </a:xfrm>
            <a:prstGeom prst="straightConnector1">
              <a:avLst/>
            </a:prstGeom>
            <a:noFill/>
            <a:ln w="28575" cap="flat" cmpd="sng">
              <a:solidFill>
                <a:srgbClr val="C2EDFF"/>
              </a:solidFill>
              <a:prstDash val="dash"/>
              <a:miter lim="800000"/>
              <a:headEnd type="none" w="sm" len="sm"/>
              <a:tailEnd type="none" w="sm" len="sm"/>
            </a:ln>
          </p:spPr>
        </p:cxnSp>
      </p:grpSp>
      <p:cxnSp>
        <p:nvCxnSpPr>
          <p:cNvPr id="978" name="Google Shape;978;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79" name="Google Shape;979;g2dadbbe58d1_1_3"/>
          <p:cNvSpPr txBox="1"/>
          <p:nvPr/>
        </p:nvSpPr>
        <p:spPr>
          <a:xfrm>
            <a:off x="2591232" y="4064350"/>
            <a:ext cx="1371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sh</a:t>
            </a:r>
            <a:endParaRPr sz="8500" b="0" i="0" u="none" strike="noStrike" cap="none">
              <a:solidFill>
                <a:srgbClr val="FFD403"/>
              </a:solidFill>
              <a:latin typeface="Jost"/>
              <a:ea typeface="Jost"/>
              <a:cs typeface="Jost"/>
              <a:sym typeface="Jost"/>
            </a:endParaRPr>
          </a:p>
        </p:txBody>
      </p:sp>
      <p:sp>
        <p:nvSpPr>
          <p:cNvPr id="980" name="Google Shape;980;g2dadbbe58d1_1_3"/>
          <p:cNvSpPr txBox="1"/>
          <p:nvPr/>
        </p:nvSpPr>
        <p:spPr>
          <a:xfrm>
            <a:off x="5380632" y="4064350"/>
            <a:ext cx="1235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
        <p:nvSpPr>
          <p:cNvPr id="981" name="Google Shape;981;g2dadbbe58d1_1_3"/>
          <p:cNvSpPr txBox="1"/>
          <p:nvPr/>
        </p:nvSpPr>
        <p:spPr>
          <a:xfrm>
            <a:off x="4009032" y="4064350"/>
            <a:ext cx="1371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00904D"/>
                </a:solidFill>
                <a:latin typeface="Jost"/>
                <a:ea typeface="Jost"/>
                <a:cs typeface="Jost"/>
                <a:sym typeface="Jost"/>
              </a:rPr>
              <a:t>ee</a:t>
            </a:r>
            <a:endParaRPr sz="8500" b="0" i="0" u="none" strike="noStrike" cap="none">
              <a:solidFill>
                <a:srgbClr val="00904D"/>
              </a:solidFill>
              <a:latin typeface="Jost"/>
              <a:ea typeface="Jost"/>
              <a:cs typeface="Jost"/>
              <a:sym typeface="Jost"/>
            </a:endParaRPr>
          </a:p>
        </p:txBody>
      </p:sp>
      <p:pic>
        <p:nvPicPr>
          <p:cNvPr id="982" name="Google Shape;982;g2dadbbe58d1_1_3"/>
          <p:cNvPicPr preferRelativeResize="0"/>
          <p:nvPr/>
        </p:nvPicPr>
        <p:blipFill rotWithShape="1">
          <a:blip r:embed="rId3">
            <a:alphaModFix/>
          </a:blip>
          <a:srcRect l="18761" r="49996" b="14660"/>
          <a:stretch/>
        </p:blipFill>
        <p:spPr>
          <a:xfrm>
            <a:off x="3246726" y="787300"/>
            <a:ext cx="2650547" cy="228607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87"/>
        <p:cNvGrpSpPr/>
        <p:nvPr/>
      </p:nvGrpSpPr>
      <p:grpSpPr>
        <a:xfrm>
          <a:off x="0" y="0"/>
          <a:ext cx="0" cy="0"/>
          <a:chOff x="0" y="0"/>
          <a:chExt cx="0" cy="0"/>
        </a:xfrm>
      </p:grpSpPr>
      <p:sp>
        <p:nvSpPr>
          <p:cNvPr id="988" name="Google Shape;988;g274b531c59c_0_4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989" name="Google Shape;989;g274b531c59c_0_4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grpSp>
        <p:nvGrpSpPr>
          <p:cNvPr id="990" name="Google Shape;990;g274b531c59c_0_42"/>
          <p:cNvGrpSpPr/>
          <p:nvPr/>
        </p:nvGrpSpPr>
        <p:grpSpPr>
          <a:xfrm>
            <a:off x="2507843" y="3614075"/>
            <a:ext cx="4128314" cy="1851900"/>
            <a:chOff x="2507843" y="3614075"/>
            <a:chExt cx="4128314" cy="1851900"/>
          </a:xfrm>
        </p:grpSpPr>
        <p:sp>
          <p:nvSpPr>
            <p:cNvPr id="991" name="Google Shape;991;g274b531c59c_0_42"/>
            <p:cNvSpPr/>
            <p:nvPr/>
          </p:nvSpPr>
          <p:spPr>
            <a:xfrm flipH="1">
              <a:off x="2507857" y="3629300"/>
              <a:ext cx="41283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992" name="Google Shape;992;g274b531c59c_0_42"/>
            <p:cNvGrpSpPr/>
            <p:nvPr/>
          </p:nvGrpSpPr>
          <p:grpSpPr>
            <a:xfrm flipH="1">
              <a:off x="2507843" y="4063875"/>
              <a:ext cx="4107736" cy="1170725"/>
              <a:chOff x="1181250" y="4063875"/>
              <a:chExt cx="6781800" cy="1170725"/>
            </a:xfrm>
          </p:grpSpPr>
          <p:cxnSp>
            <p:nvCxnSpPr>
              <p:cNvPr id="993" name="Google Shape;993;g274b531c59c_0_42"/>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4" name="Google Shape;994;g274b531c59c_0_42"/>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95" name="Google Shape;995;g274b531c59c_0_42"/>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96" name="Google Shape;996;g274b531c59c_0_42"/>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997" name="Google Shape;997;g274b531c59c_0_42"/>
            <p:cNvCxnSpPr/>
            <p:nvPr/>
          </p:nvCxnSpPr>
          <p:spPr>
            <a:xfrm rot="10800000">
              <a:off x="5380707"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998" name="Google Shape;998;g274b531c59c_0_42"/>
            <p:cNvCxnSpPr/>
            <p:nvPr/>
          </p:nvCxnSpPr>
          <p:spPr>
            <a:xfrm rot="10800000">
              <a:off x="3985919" y="3614075"/>
              <a:ext cx="0" cy="1851900"/>
            </a:xfrm>
            <a:prstGeom prst="straightConnector1">
              <a:avLst/>
            </a:prstGeom>
            <a:noFill/>
            <a:ln w="28575" cap="flat" cmpd="sng">
              <a:solidFill>
                <a:srgbClr val="C2EDFF"/>
              </a:solidFill>
              <a:prstDash val="dash"/>
              <a:miter lim="800000"/>
              <a:headEnd type="none" w="sm" len="sm"/>
              <a:tailEnd type="none" w="sm" len="sm"/>
            </a:ln>
          </p:spPr>
        </p:cxnSp>
      </p:grpSp>
      <p:cxnSp>
        <p:nvCxnSpPr>
          <p:cNvPr id="999" name="Google Shape;999;g274b531c59c_0_42"/>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00" name="Google Shape;1000;g274b531c59c_0_42"/>
          <p:cNvSpPr txBox="1"/>
          <p:nvPr/>
        </p:nvSpPr>
        <p:spPr>
          <a:xfrm>
            <a:off x="2591232" y="4064350"/>
            <a:ext cx="1371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FFD403"/>
                </a:solidFill>
                <a:latin typeface="Jost"/>
                <a:ea typeface="Jost"/>
                <a:cs typeface="Jost"/>
                <a:sym typeface="Jost"/>
              </a:rPr>
              <a:t>sh</a:t>
            </a:r>
            <a:endParaRPr sz="8500" b="0" i="0" u="none" strike="noStrike" cap="none">
              <a:solidFill>
                <a:srgbClr val="FFD403"/>
              </a:solidFill>
              <a:latin typeface="Jost"/>
              <a:ea typeface="Jost"/>
              <a:cs typeface="Jost"/>
              <a:sym typeface="Jost"/>
            </a:endParaRPr>
          </a:p>
        </p:txBody>
      </p:sp>
      <p:sp>
        <p:nvSpPr>
          <p:cNvPr id="1001" name="Google Shape;1001;g274b531c59c_0_42"/>
          <p:cNvSpPr txBox="1"/>
          <p:nvPr/>
        </p:nvSpPr>
        <p:spPr>
          <a:xfrm>
            <a:off x="5380632" y="4064350"/>
            <a:ext cx="1235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
        <p:nvSpPr>
          <p:cNvPr id="1002" name="Google Shape;1002;g274b531c59c_0_42"/>
          <p:cNvSpPr txBox="1"/>
          <p:nvPr/>
        </p:nvSpPr>
        <p:spPr>
          <a:xfrm>
            <a:off x="4009032" y="4064350"/>
            <a:ext cx="1371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00904D"/>
                </a:solidFill>
                <a:latin typeface="Jost"/>
                <a:ea typeface="Jost"/>
                <a:cs typeface="Jost"/>
                <a:sym typeface="Jost"/>
              </a:rPr>
              <a:t>ee</a:t>
            </a:r>
            <a:endParaRPr sz="8500" b="0" i="0" u="none" strike="noStrike" cap="none">
              <a:solidFill>
                <a:srgbClr val="00904D"/>
              </a:solidFill>
              <a:latin typeface="Jost"/>
              <a:ea typeface="Jost"/>
              <a:cs typeface="Jost"/>
              <a:sym typeface="Jost"/>
            </a:endParaRPr>
          </a:p>
        </p:txBody>
      </p:sp>
      <p:pic>
        <p:nvPicPr>
          <p:cNvPr id="1003" name="Google Shape;1003;g274b531c59c_0_42"/>
          <p:cNvPicPr preferRelativeResize="0"/>
          <p:nvPr/>
        </p:nvPicPr>
        <p:blipFill rotWithShape="1">
          <a:blip r:embed="rId3">
            <a:alphaModFix/>
          </a:blip>
          <a:srcRect l="18761" r="18756"/>
          <a:stretch/>
        </p:blipFill>
        <p:spPr>
          <a:xfrm>
            <a:off x="2211599" y="787300"/>
            <a:ext cx="4720801" cy="23855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10" name="Google Shape;1010;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11" name="Google Shape;1011;g1f3daf8a844_0_64"/>
          <p:cNvGrpSpPr/>
          <p:nvPr/>
        </p:nvGrpSpPr>
        <p:grpSpPr>
          <a:xfrm>
            <a:off x="3024000" y="209875"/>
            <a:ext cx="3096000" cy="454800"/>
            <a:chOff x="3024000" y="209875"/>
            <a:chExt cx="3096000" cy="454800"/>
          </a:xfrm>
        </p:grpSpPr>
        <p:sp>
          <p:nvSpPr>
            <p:cNvPr id="1012" name="Google Shape;1012;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3" name="Google Shape;1013;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14" name="Google Shape;1014;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15" name="Google Shape;1015;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6" name="Google Shape;1016;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17" name="Google Shape;1017;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18" name="Google Shape;1018;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19" name="Google Shape;1019;g1f3daf8a844_0_64"/>
          <p:cNvSpPr txBox="1"/>
          <p:nvPr/>
        </p:nvSpPr>
        <p:spPr>
          <a:xfrm>
            <a:off x="2910348"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82625"/>
                </a:solidFill>
                <a:latin typeface="Jost"/>
                <a:ea typeface="Jost"/>
                <a:cs typeface="Jost"/>
                <a:sym typeface="Jost"/>
              </a:rPr>
              <a:t>i</a:t>
            </a:r>
            <a:endParaRPr sz="5500" b="0" i="0" u="none" strike="noStrike" cap="none">
              <a:solidFill>
                <a:srgbClr val="E82625"/>
              </a:solidFill>
              <a:latin typeface="Jost"/>
              <a:ea typeface="Jost"/>
              <a:cs typeface="Jost"/>
              <a:sym typeface="Jost"/>
            </a:endParaRPr>
          </a:p>
        </p:txBody>
      </p:sp>
      <p:sp>
        <p:nvSpPr>
          <p:cNvPr id="1020" name="Google Shape;1020;g1f3daf8a844_0_64"/>
          <p:cNvSpPr txBox="1"/>
          <p:nvPr/>
        </p:nvSpPr>
        <p:spPr>
          <a:xfrm>
            <a:off x="6368903"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21" name="Google Shape;1021;g1f3daf8a844_0_64"/>
          <p:cNvSpPr txBox="1"/>
          <p:nvPr/>
        </p:nvSpPr>
        <p:spPr>
          <a:xfrm>
            <a:off x="1757497"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22" name="Google Shape;1022;g1f3daf8a844_0_64"/>
          <p:cNvSpPr txBox="1"/>
          <p:nvPr/>
        </p:nvSpPr>
        <p:spPr>
          <a:xfrm>
            <a:off x="4063200"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23" name="Google Shape;1023;g1f3daf8a844_0_64"/>
          <p:cNvSpPr txBox="1"/>
          <p:nvPr/>
        </p:nvSpPr>
        <p:spPr>
          <a:xfrm>
            <a:off x="5216051"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cxnSp>
        <p:nvCxnSpPr>
          <p:cNvPr id="1024" name="Google Shape;102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29"/>
        <p:cNvGrpSpPr/>
        <p:nvPr/>
      </p:nvGrpSpPr>
      <p:grpSpPr>
        <a:xfrm>
          <a:off x="0" y="0"/>
          <a:ext cx="0" cy="0"/>
          <a:chOff x="0" y="0"/>
          <a:chExt cx="0" cy="0"/>
        </a:xfrm>
      </p:grpSpPr>
      <p:sp>
        <p:nvSpPr>
          <p:cNvPr id="1030" name="Google Shape;1030;g2deb80be3d0_0_86"/>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31" name="Google Shape;1031;g2deb80be3d0_0_86"/>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32" name="Google Shape;1032;g2deb80be3d0_0_86"/>
          <p:cNvGrpSpPr/>
          <p:nvPr/>
        </p:nvGrpSpPr>
        <p:grpSpPr>
          <a:xfrm>
            <a:off x="3024000" y="209875"/>
            <a:ext cx="3096000" cy="454800"/>
            <a:chOff x="3024000" y="209875"/>
            <a:chExt cx="3096000" cy="454800"/>
          </a:xfrm>
        </p:grpSpPr>
        <p:sp>
          <p:nvSpPr>
            <p:cNvPr id="1033" name="Google Shape;1033;g2deb80be3d0_0_86"/>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4" name="Google Shape;1034;g2deb80be3d0_0_86"/>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35" name="Google Shape;1035;g2deb80be3d0_0_86"/>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36" name="Google Shape;1036;g2deb80be3d0_0_86"/>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fish sheep</a:t>
            </a:r>
            <a:endParaRPr sz="1800" b="0" i="0" u="none" strike="noStrike" cap="none">
              <a:solidFill>
                <a:srgbClr val="B7B7B7"/>
              </a:solidFill>
              <a:latin typeface="Jost"/>
              <a:ea typeface="Jost"/>
              <a:cs typeface="Jost"/>
              <a:sym typeface="Jost"/>
            </a:endParaRPr>
          </a:p>
        </p:txBody>
      </p:sp>
      <p:cxnSp>
        <p:nvCxnSpPr>
          <p:cNvPr id="1037" name="Google Shape;1037;g2deb80be3d0_0_86"/>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38" name="Google Shape;1038;g2deb80be3d0_0_86"/>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39" name="Google Shape;1039;g2deb80be3d0_0_86"/>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0" name="Google Shape;1040;g2deb80be3d0_0_86"/>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41" name="Google Shape;1041;g2deb80be3d0_0_86"/>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42" name="Google Shape;1042;g2deb80be3d0_0_86"/>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43" name="Google Shape;1043;g2deb80be3d0_0_86"/>
          <p:cNvSpPr txBox="1"/>
          <p:nvPr/>
        </p:nvSpPr>
        <p:spPr>
          <a:xfrm>
            <a:off x="2910348"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82625"/>
                </a:solidFill>
                <a:latin typeface="Jost"/>
                <a:ea typeface="Jost"/>
                <a:cs typeface="Jost"/>
                <a:sym typeface="Jost"/>
              </a:rPr>
              <a:t>i</a:t>
            </a:r>
            <a:endParaRPr sz="5500" b="0" i="0" u="none" strike="noStrike" cap="none">
              <a:solidFill>
                <a:srgbClr val="E82625"/>
              </a:solidFill>
              <a:latin typeface="Jost"/>
              <a:ea typeface="Jost"/>
              <a:cs typeface="Jost"/>
              <a:sym typeface="Jost"/>
            </a:endParaRPr>
          </a:p>
        </p:txBody>
      </p:sp>
      <p:sp>
        <p:nvSpPr>
          <p:cNvPr id="1044" name="Google Shape;1044;g2deb80be3d0_0_86"/>
          <p:cNvSpPr txBox="1"/>
          <p:nvPr/>
        </p:nvSpPr>
        <p:spPr>
          <a:xfrm>
            <a:off x="6368903"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FFD403"/>
              </a:solidFill>
              <a:latin typeface="Jost"/>
              <a:ea typeface="Jost"/>
              <a:cs typeface="Jost"/>
              <a:sym typeface="Jost"/>
            </a:endParaRPr>
          </a:p>
        </p:txBody>
      </p:sp>
      <p:sp>
        <p:nvSpPr>
          <p:cNvPr id="1045" name="Google Shape;1045;g2deb80be3d0_0_86"/>
          <p:cNvSpPr txBox="1"/>
          <p:nvPr/>
        </p:nvSpPr>
        <p:spPr>
          <a:xfrm>
            <a:off x="1757497"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f</a:t>
            </a:r>
            <a:endParaRPr sz="5500" b="0" i="0" u="none" strike="noStrike" cap="none">
              <a:solidFill>
                <a:srgbClr val="2356AF"/>
              </a:solidFill>
              <a:latin typeface="Jost"/>
              <a:ea typeface="Jost"/>
              <a:cs typeface="Jost"/>
              <a:sym typeface="Jost"/>
            </a:endParaRPr>
          </a:p>
        </p:txBody>
      </p:sp>
      <p:sp>
        <p:nvSpPr>
          <p:cNvPr id="1046" name="Google Shape;1046;g2deb80be3d0_0_86"/>
          <p:cNvSpPr txBox="1"/>
          <p:nvPr/>
        </p:nvSpPr>
        <p:spPr>
          <a:xfrm>
            <a:off x="4063200"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47" name="Google Shape;1047;g2deb80be3d0_0_86"/>
          <p:cNvSpPr txBox="1"/>
          <p:nvPr/>
        </p:nvSpPr>
        <p:spPr>
          <a:xfrm>
            <a:off x="5216051" y="15602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00904C"/>
                </a:solidFill>
                <a:latin typeface="Jost"/>
                <a:ea typeface="Jost"/>
                <a:cs typeface="Jost"/>
                <a:sym typeface="Jost"/>
              </a:rPr>
              <a:t>ee</a:t>
            </a:r>
            <a:endParaRPr sz="5500" b="0" i="0" u="none" strike="noStrike" cap="none">
              <a:solidFill>
                <a:srgbClr val="00904C"/>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290</Words>
  <Application>Microsoft Office PowerPoint</Application>
  <PresentationFormat>On-screen Show (4:3)</PresentationFormat>
  <Paragraphs>101</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Poppins Medium</vt:lpstr>
      <vt:lpstr>Arial</vt:lpstr>
      <vt:lpstr>Poppins</vt:lpstr>
      <vt:lpstr>Jost</vt:lpstr>
      <vt:lpstr>Nunito Black</vt:lpstr>
      <vt:lpstr>Calibri</vt:lpstr>
      <vt:lpstr>Poppins SemiBold</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Explain Decoding</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2026-06-03T00:58:38Z</dcterms:modified>
</cp:coreProperties>
</file>