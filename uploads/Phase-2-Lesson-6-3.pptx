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Finger Paint" panose="020B0604020202020204" charset="0"/>
      <p:regular r:id="rId28"/>
    </p:embeddedFont>
    <p:embeddedFont>
      <p:font typeface="Jost" panose="020B0604020202020204" charset="0"/>
      <p:regular r:id="rId29"/>
      <p:bold r:id="rId30"/>
      <p:italic r:id="rId31"/>
      <p:boldItalic r:id="rId32"/>
    </p:embeddedFont>
    <p:embeddedFont>
      <p:font typeface="Mulish" panose="020B0604020202020204" charset="0"/>
      <p:regular r:id="rId33"/>
      <p:bold r:id="rId34"/>
      <p:italic r:id="rId35"/>
      <p:boldItalic r:id="rId36"/>
    </p:embeddedFont>
    <p:embeddedFont>
      <p:font typeface="Nunito Black" pitchFamily="2" charset="0"/>
      <p:bold r:id="rId37"/>
      <p:boldItalic r:id="rId38"/>
    </p:embeddedFont>
    <p:embeddedFont>
      <p:font typeface="Poppins" panose="000005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
      <p:font typeface="Poppins SemiBold" panose="000007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1" roundtripDataSignature="AMtx7mgm2XIXJ57J3+p7Hjm7UHRc8jDw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65F872-8AAB-4577-83F0-B4E135E067CB}">
  <a:tblStyle styleId="{F965F872-8AAB-4577-83F0-B4E135E067C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57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font" Target="fonts/font23.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 Type="http://schemas.openxmlformats.org/officeDocument/2006/relationships/slide" Target="slides/slide4.xml"/><Relationship Id="rId61"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64"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font" Target="fonts/font14.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d9d211d221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d9d211d22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d9d211d22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6bafff8a68_0_7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6bafff8a68_0_7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6bafff8a68_0_7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6bafff8a68_0_7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3" name="Google Shape;953;g26bafff8a68_0_7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4" name="Google Shape;954;g26bafff8a68_0_7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c2731bd414_2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c2731bd414_2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c2731bd414_2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c2731bd414_2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c2731bd414_2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c2731bd414_2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2731bd414_2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2731bd414_2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2731bd414_2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c2731bd414_3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2c2731bd414_3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2c2731bd414_3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2c2434f3e86_2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1" name="Google Shape;1101;g2c2434f3e86_2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2" name="Google Shape;1102;g2c2434f3e86_2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3" name="Google Shape;1123;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4" name="Google Shape;1124;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'i'</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2 - Monday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6</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5" name="Google Shape;135;g26b641b03cd_0_260"/>
          <p:cNvGrpSpPr/>
          <p:nvPr/>
        </p:nvGrpSpPr>
        <p:grpSpPr>
          <a:xfrm>
            <a:off x="8199150" y="5983875"/>
            <a:ext cx="586800" cy="571500"/>
            <a:chOff x="7894350" y="6212475"/>
            <a:chExt cx="586800" cy="571500"/>
          </a:xfrm>
        </p:grpSpPr>
        <p:sp>
          <p:nvSpPr>
            <p:cNvPr id="136" name="Google Shape;13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9" name="Google Shape;13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Hear Phonemes">
  <p:cSld name="Alien Word of the Day_1">
    <p:spTree>
      <p:nvGrpSpPr>
        <p:cNvPr id="1" name="Shape 192"/>
        <p:cNvGrpSpPr/>
        <p:nvPr/>
      </p:nvGrpSpPr>
      <p:grpSpPr>
        <a:xfrm>
          <a:off x="0" y="0"/>
          <a:ext cx="0" cy="0"/>
          <a:chOff x="0" y="0"/>
          <a:chExt cx="0" cy="0"/>
        </a:xfrm>
      </p:grpSpPr>
      <p:sp>
        <p:nvSpPr>
          <p:cNvPr id="193" name="Google Shape;193;g26b33ddcd5e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sp>
        <p:nvSpPr>
          <p:cNvPr id="194" name="Google Shape;194;g26b33ddcd5e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33ddcd5e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33ddcd5e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6b33ddcd5e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33ddcd5e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33ddcd5e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6b33ddcd5e_1_87"/>
          <p:cNvGrpSpPr/>
          <p:nvPr/>
        </p:nvGrpSpPr>
        <p:grpSpPr>
          <a:xfrm>
            <a:off x="662575" y="6212475"/>
            <a:ext cx="586800" cy="571500"/>
            <a:chOff x="662575" y="6212475"/>
            <a:chExt cx="586800" cy="571500"/>
          </a:xfrm>
        </p:grpSpPr>
        <p:sp>
          <p:nvSpPr>
            <p:cNvPr id="201" name="Google Shape;201;g26b33ddcd5e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6b33ddcd5e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6b33ddcd5e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6b33ddcd5e_1_87"/>
          <p:cNvGrpSpPr/>
          <p:nvPr/>
        </p:nvGrpSpPr>
        <p:grpSpPr>
          <a:xfrm>
            <a:off x="7894350" y="6212475"/>
            <a:ext cx="586800" cy="571500"/>
            <a:chOff x="7894350" y="6212475"/>
            <a:chExt cx="586800" cy="571500"/>
          </a:xfrm>
        </p:grpSpPr>
        <p:sp>
          <p:nvSpPr>
            <p:cNvPr id="205" name="Google Shape;205;g26b33ddcd5e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33ddcd5e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33ddcd5e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6b33ddcd5e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6b33ddcd5e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6b33ddcd5e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6b33ddcd5e_1_8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6b33ddcd5e_1_8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6b33ddcd5e_1_8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JL691</a:t>
            </a:r>
            <a:endParaRPr sz="1400" b="0" i="0" u="none" strike="noStrike" cap="none">
              <a:solidFill>
                <a:srgbClr val="000000"/>
              </a:solidFill>
              <a:latin typeface="Arial"/>
              <a:ea typeface="Arial"/>
              <a:cs typeface="Arial"/>
              <a:sym typeface="Arial"/>
            </a:endParaRPr>
          </a:p>
        </p:txBody>
      </p:sp>
      <p:sp>
        <p:nvSpPr>
          <p:cNvPr id="214" name="Google Shape;214;g26b33ddcd5e_1_8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Hear Phonemes</a:t>
            </a:r>
            <a:endParaRPr sz="3000" b="0" i="0" u="none" strike="noStrike" cap="none">
              <a:solidFill>
                <a:srgbClr val="F7941D"/>
              </a:solidFill>
              <a:latin typeface="Poppins Medium"/>
              <a:ea typeface="Poppins Medium"/>
              <a:cs typeface="Poppins Medium"/>
              <a:sym typeface="Poppins Medium"/>
            </a:endParaRPr>
          </a:p>
        </p:txBody>
      </p:sp>
      <p:pic>
        <p:nvPicPr>
          <p:cNvPr id="215" name="Google Shape;215;g26b33ddcd5e_1_8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Teach Grapheme Captions">
  <p:cSld name="Alien Word of the Day_1_1">
    <p:spTree>
      <p:nvGrpSpPr>
        <p:cNvPr id="1" name="Shape 216"/>
        <p:cNvGrpSpPr/>
        <p:nvPr/>
      </p:nvGrpSpPr>
      <p:grpSpPr>
        <a:xfrm>
          <a:off x="0" y="0"/>
          <a:ext cx="0" cy="0"/>
          <a:chOff x="0" y="0"/>
          <a:chExt cx="0" cy="0"/>
        </a:xfrm>
      </p:grpSpPr>
      <p:sp>
        <p:nvSpPr>
          <p:cNvPr id="217" name="Google Shape;217;g26b33ddcd5e_1_161"/>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6b33ddcd5e_1_161"/>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6b33ddcd5e_1_161"/>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6b33ddcd5e_1_161"/>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33ddcd5e_1_161"/>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6b33ddcd5e_1_161"/>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3" name="Google Shape;223;g26b33ddcd5e_1_161"/>
          <p:cNvGrpSpPr/>
          <p:nvPr/>
        </p:nvGrpSpPr>
        <p:grpSpPr>
          <a:xfrm>
            <a:off x="662575" y="6212475"/>
            <a:ext cx="586800" cy="571500"/>
            <a:chOff x="662575" y="6212475"/>
            <a:chExt cx="586800" cy="571500"/>
          </a:xfrm>
        </p:grpSpPr>
        <p:sp>
          <p:nvSpPr>
            <p:cNvPr id="224" name="Google Shape;224;g26b33ddcd5e_1_16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6b33ddcd5e_1_16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6b33ddcd5e_1_16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27" name="Google Shape;227;g26b33ddcd5e_1_161"/>
          <p:cNvGrpSpPr/>
          <p:nvPr/>
        </p:nvGrpSpPr>
        <p:grpSpPr>
          <a:xfrm>
            <a:off x="7894350" y="6212475"/>
            <a:ext cx="586800" cy="571500"/>
            <a:chOff x="7894350" y="6212475"/>
            <a:chExt cx="586800" cy="571500"/>
          </a:xfrm>
        </p:grpSpPr>
        <p:sp>
          <p:nvSpPr>
            <p:cNvPr id="228" name="Google Shape;228;g26b33ddcd5e_1_16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26b33ddcd5e_1_16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6b33ddcd5e_1_16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1" name="Google Shape;231;g26b33ddcd5e_1_161"/>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2" name="Google Shape;232;g26b33ddcd5e_1_161"/>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3" name="Google Shape;233;g26b33ddcd5e_1_161"/>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6b33ddcd5e_1_161"/>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5" name="Google Shape;235;g26b33ddcd5e_1_161"/>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6" name="Google Shape;236;g26b33ddcd5e_1_161"/>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Grapheme Caption</a:t>
            </a:r>
            <a:endParaRPr sz="3000" b="0" i="0" u="none" strike="noStrike" cap="none">
              <a:solidFill>
                <a:srgbClr val="F7941D"/>
              </a:solidFill>
              <a:latin typeface="Poppins Medium"/>
              <a:ea typeface="Poppins Medium"/>
              <a:cs typeface="Poppins Medium"/>
              <a:sym typeface="Poppins Medium"/>
            </a:endParaRPr>
          </a:p>
        </p:txBody>
      </p:sp>
      <p:sp>
        <p:nvSpPr>
          <p:cNvPr id="237" name="Google Shape;237;g26b33ddcd5e_1_161"/>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38" name="Google Shape;238;g26b33ddcd5e_1_161"/>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39" name="Google Shape;239;g26b33ddcd5e_1_161"/>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Teach Lowercase Formation">
  <p:cSld name="Alien Word of the Day_1_1_1">
    <p:spTree>
      <p:nvGrpSpPr>
        <p:cNvPr id="1" name="Shape 240"/>
        <p:cNvGrpSpPr/>
        <p:nvPr/>
      </p:nvGrpSpPr>
      <p:grpSpPr>
        <a:xfrm>
          <a:off x="0" y="0"/>
          <a:ext cx="0" cy="0"/>
          <a:chOff x="0" y="0"/>
          <a:chExt cx="0" cy="0"/>
        </a:xfrm>
      </p:grpSpPr>
      <p:sp>
        <p:nvSpPr>
          <p:cNvPr id="241" name="Google Shape;241;g26b33ddcd5e_1_23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6b33ddcd5e_1_23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6b33ddcd5e_1_23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26b33ddcd5e_1_23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6b33ddcd5e_1_23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6b33ddcd5e_1_23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47" name="Google Shape;247;g26b33ddcd5e_1_237"/>
          <p:cNvGrpSpPr/>
          <p:nvPr/>
        </p:nvGrpSpPr>
        <p:grpSpPr>
          <a:xfrm>
            <a:off x="662575" y="6212475"/>
            <a:ext cx="586800" cy="571500"/>
            <a:chOff x="662575" y="6212475"/>
            <a:chExt cx="586800" cy="571500"/>
          </a:xfrm>
        </p:grpSpPr>
        <p:sp>
          <p:nvSpPr>
            <p:cNvPr id="248" name="Google Shape;248;g26b33ddcd5e_1_23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6b33ddcd5e_1_23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26b33ddcd5e_1_23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1" name="Google Shape;251;g26b33ddcd5e_1_237"/>
          <p:cNvGrpSpPr/>
          <p:nvPr/>
        </p:nvGrpSpPr>
        <p:grpSpPr>
          <a:xfrm>
            <a:off x="7894350" y="6212475"/>
            <a:ext cx="586800" cy="571500"/>
            <a:chOff x="7894350" y="6212475"/>
            <a:chExt cx="586800" cy="571500"/>
          </a:xfrm>
        </p:grpSpPr>
        <p:sp>
          <p:nvSpPr>
            <p:cNvPr id="252" name="Google Shape;252;g26b33ddcd5e_1_23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6b33ddcd5e_1_23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6b33ddcd5e_1_23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55" name="Google Shape;255;g26b33ddcd5e_1_23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6b33ddcd5e_1_23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7" name="Google Shape;257;g26b33ddcd5e_1_23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8" name="Google Shape;258;g26b33ddcd5e_1_23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26b33ddcd5e_1_23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6b33ddcd5e_1_23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61" name="Google Shape;261;g26b33ddcd5e_1_23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Lowercase Formation</a:t>
            </a:r>
            <a:endParaRPr sz="3000" b="0" i="0" u="none" strike="noStrike" cap="none">
              <a:solidFill>
                <a:srgbClr val="F7941D"/>
              </a:solidFill>
              <a:latin typeface="Poppins Medium"/>
              <a:ea typeface="Poppins Medium"/>
              <a:cs typeface="Poppins Medium"/>
              <a:sym typeface="Poppins Medium"/>
            </a:endParaRPr>
          </a:p>
        </p:txBody>
      </p:sp>
      <p:sp>
        <p:nvSpPr>
          <p:cNvPr id="262" name="Google Shape;262;g26b33ddcd5e_1_23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63" name="Google Shape;263;g26b33ddcd5e_1_23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6-Build a Decodable Word">
  <p:cSld name="Alien Word of the Day_1_1_1_1_1_1">
    <p:spTree>
      <p:nvGrpSpPr>
        <p:cNvPr id="1" name="Shape 264"/>
        <p:cNvGrpSpPr/>
        <p:nvPr/>
      </p:nvGrpSpPr>
      <p:grpSpPr>
        <a:xfrm>
          <a:off x="0" y="0"/>
          <a:ext cx="0" cy="0"/>
          <a:chOff x="0" y="0"/>
          <a:chExt cx="0" cy="0"/>
        </a:xfrm>
      </p:grpSpPr>
      <p:sp>
        <p:nvSpPr>
          <p:cNvPr id="265" name="Google Shape;265;g26b33ddcd5e_1_4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6b33ddcd5e_1_4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6b33ddcd5e_1_4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6b33ddcd5e_1_4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6b33ddcd5e_1_4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6b33ddcd5e_1_4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71" name="Google Shape;271;g26b33ddcd5e_1_425"/>
          <p:cNvGrpSpPr/>
          <p:nvPr/>
        </p:nvGrpSpPr>
        <p:grpSpPr>
          <a:xfrm>
            <a:off x="662575" y="6212475"/>
            <a:ext cx="586800" cy="571500"/>
            <a:chOff x="662575" y="6212475"/>
            <a:chExt cx="586800" cy="571500"/>
          </a:xfrm>
        </p:grpSpPr>
        <p:sp>
          <p:nvSpPr>
            <p:cNvPr id="272" name="Google Shape;272;g26b33ddcd5e_1_4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6b33ddcd5e_1_4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6b33ddcd5e_1_4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26b33ddcd5e_1_425"/>
          <p:cNvGrpSpPr/>
          <p:nvPr/>
        </p:nvGrpSpPr>
        <p:grpSpPr>
          <a:xfrm>
            <a:off x="7894350" y="6212475"/>
            <a:ext cx="586800" cy="571500"/>
            <a:chOff x="7894350" y="6212475"/>
            <a:chExt cx="586800" cy="571500"/>
          </a:xfrm>
        </p:grpSpPr>
        <p:sp>
          <p:nvSpPr>
            <p:cNvPr id="276" name="Google Shape;276;g26b33ddcd5e_1_4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6b33ddcd5e_1_4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6b33ddcd5e_1_4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9" name="Google Shape;279;g26b33ddcd5e_1_4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80" name="Google Shape;280;g26b33ddcd5e_1_425"/>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6b33ddcd5e_1_4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2" name="Google Shape;282;g26b33ddcd5e_1_425"/>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3" name="Google Shape;283;g26b33ddcd5e_1_425"/>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4" name="Google Shape;284;g26b33ddcd5e_1_4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JL689</a:t>
            </a:r>
            <a:endParaRPr sz="1400" b="0" i="0" u="none" strike="noStrike" cap="none">
              <a:solidFill>
                <a:srgbClr val="000000"/>
              </a:solidFill>
              <a:latin typeface="Arial"/>
              <a:ea typeface="Arial"/>
              <a:cs typeface="Arial"/>
              <a:sym typeface="Arial"/>
            </a:endParaRPr>
          </a:p>
        </p:txBody>
      </p:sp>
      <p:sp>
        <p:nvSpPr>
          <p:cNvPr id="285" name="Google Shape;285;g26b33ddcd5e_1_425"/>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Build a Decodable Word</a:t>
            </a:r>
            <a:endParaRPr sz="3000" b="0" i="0" u="none" strike="noStrike" cap="none">
              <a:solidFill>
                <a:srgbClr val="F7941D"/>
              </a:solidFill>
              <a:latin typeface="Poppins Medium"/>
              <a:ea typeface="Poppins Medium"/>
              <a:cs typeface="Poppins Medium"/>
              <a:sym typeface="Poppins Medium"/>
            </a:endParaRPr>
          </a:p>
        </p:txBody>
      </p:sp>
      <p:sp>
        <p:nvSpPr>
          <p:cNvPr id="286" name="Google Shape;286;g26b33ddcd5e_1_4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7" name="Google Shape;287;g26b33ddcd5e_1_4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7-Practice with Alien Words">
  <p:cSld name="Alien Word of the Day_1_1_1_1_1_1_1">
    <p:spTree>
      <p:nvGrpSpPr>
        <p:cNvPr id="1" name="Shape 288"/>
        <p:cNvGrpSpPr/>
        <p:nvPr/>
      </p:nvGrpSpPr>
      <p:grpSpPr>
        <a:xfrm>
          <a:off x="0" y="0"/>
          <a:ext cx="0" cy="0"/>
          <a:chOff x="0" y="0"/>
          <a:chExt cx="0" cy="0"/>
        </a:xfrm>
      </p:grpSpPr>
      <p:sp>
        <p:nvSpPr>
          <p:cNvPr id="289" name="Google Shape;289;g26b33ddcd5e_1_474"/>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6b33ddcd5e_1_474"/>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6b33ddcd5e_1_474"/>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6b33ddcd5e_1_474"/>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6b33ddcd5e_1_474"/>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6b33ddcd5e_1_474"/>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5" name="Google Shape;295;g26b33ddcd5e_1_474"/>
          <p:cNvGrpSpPr/>
          <p:nvPr/>
        </p:nvGrpSpPr>
        <p:grpSpPr>
          <a:xfrm>
            <a:off x="662575" y="6212475"/>
            <a:ext cx="586800" cy="571500"/>
            <a:chOff x="662575" y="6212475"/>
            <a:chExt cx="586800" cy="571500"/>
          </a:xfrm>
        </p:grpSpPr>
        <p:sp>
          <p:nvSpPr>
            <p:cNvPr id="296" name="Google Shape;296;g26b33ddcd5e_1_47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6b33ddcd5e_1_474">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6b33ddcd5e_1_474">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6b33ddcd5e_1_474"/>
          <p:cNvGrpSpPr/>
          <p:nvPr/>
        </p:nvGrpSpPr>
        <p:grpSpPr>
          <a:xfrm>
            <a:off x="7894350" y="6212475"/>
            <a:ext cx="586800" cy="571500"/>
            <a:chOff x="7894350" y="6212475"/>
            <a:chExt cx="586800" cy="571500"/>
          </a:xfrm>
        </p:grpSpPr>
        <p:sp>
          <p:nvSpPr>
            <p:cNvPr id="300" name="Google Shape;300;g26b33ddcd5e_1_47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6b33ddcd5e_1_47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6b33ddcd5e_1_47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3" name="Google Shape;303;g26b33ddcd5e_1_474"/>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04" name="Google Shape;304;g26b33ddcd5e_1_474"/>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5" name="Google Shape;305;g26b33ddcd5e_1_474"/>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6" name="Google Shape;306;g26b33ddcd5e_1_474"/>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7" name="Google Shape;307;g26b33ddcd5e_1_474"/>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6b33ddcd5e_1_474"/>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JL692</a:t>
            </a:r>
            <a:endParaRPr sz="1400" b="0" i="0" u="none" strike="noStrike" cap="none">
              <a:solidFill>
                <a:srgbClr val="000000"/>
              </a:solidFill>
              <a:latin typeface="Arial"/>
              <a:ea typeface="Arial"/>
              <a:cs typeface="Arial"/>
              <a:sym typeface="Arial"/>
            </a:endParaRPr>
          </a:p>
        </p:txBody>
      </p:sp>
      <p:sp>
        <p:nvSpPr>
          <p:cNvPr id="309" name="Google Shape;309;g26b33ddcd5e_1_474"/>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Alien Words</a:t>
            </a:r>
            <a:endParaRPr sz="3000" b="0" i="0" u="none" strike="noStrike" cap="none">
              <a:solidFill>
                <a:srgbClr val="F7941D"/>
              </a:solidFill>
              <a:latin typeface="Poppins Medium"/>
              <a:ea typeface="Poppins Medium"/>
              <a:cs typeface="Poppins Medium"/>
              <a:sym typeface="Poppins Medium"/>
            </a:endParaRPr>
          </a:p>
        </p:txBody>
      </p:sp>
      <p:sp>
        <p:nvSpPr>
          <p:cNvPr id="310" name="Google Shape;310;g26b33ddcd5e_1_474"/>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6b33ddcd5e_1_474"/>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8-Practice Heart Words">
  <p:cSld name="Alien Word of the Day_1_1_1_1_1_1_1_1">
    <p:spTree>
      <p:nvGrpSpPr>
        <p:cNvPr id="1" name="Shape 312"/>
        <p:cNvGrpSpPr/>
        <p:nvPr/>
      </p:nvGrpSpPr>
      <p:grpSpPr>
        <a:xfrm>
          <a:off x="0" y="0"/>
          <a:ext cx="0" cy="0"/>
          <a:chOff x="0" y="0"/>
          <a:chExt cx="0" cy="0"/>
        </a:xfrm>
      </p:grpSpPr>
      <p:sp>
        <p:nvSpPr>
          <p:cNvPr id="313" name="Google Shape;313;g26b33ddcd5e_1_52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6b33ddcd5e_1_52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6b33ddcd5e_1_52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6" name="Google Shape;316;g26b33ddcd5e_1_52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6b33ddcd5e_1_52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6b33ddcd5e_1_52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19" name="Google Shape;319;g26b33ddcd5e_1_520"/>
          <p:cNvGrpSpPr/>
          <p:nvPr/>
        </p:nvGrpSpPr>
        <p:grpSpPr>
          <a:xfrm>
            <a:off x="662575" y="6212475"/>
            <a:ext cx="586800" cy="571500"/>
            <a:chOff x="662575" y="6212475"/>
            <a:chExt cx="586800" cy="571500"/>
          </a:xfrm>
        </p:grpSpPr>
        <p:sp>
          <p:nvSpPr>
            <p:cNvPr id="320" name="Google Shape;320;g26b33ddcd5e_1_52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6b33ddcd5e_1_52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6b33ddcd5e_1_52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3" name="Google Shape;323;g26b33ddcd5e_1_520"/>
          <p:cNvGrpSpPr/>
          <p:nvPr/>
        </p:nvGrpSpPr>
        <p:grpSpPr>
          <a:xfrm>
            <a:off x="7894350" y="6212475"/>
            <a:ext cx="586800" cy="571500"/>
            <a:chOff x="7894350" y="6212475"/>
            <a:chExt cx="586800" cy="571500"/>
          </a:xfrm>
        </p:grpSpPr>
        <p:sp>
          <p:nvSpPr>
            <p:cNvPr id="324" name="Google Shape;324;g26b33ddcd5e_1_52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6b33ddcd5e_1_52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6b33ddcd5e_1_52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7" name="Google Shape;327;g26b33ddcd5e_1_52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6b33ddcd5e_1_52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6b33ddcd5e_1_52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6b33ddcd5e_1_52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6b33ddcd5e_1_52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6b33ddcd5e_1_52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JL687</a:t>
            </a:r>
            <a:endParaRPr sz="1400" b="0" i="0" u="none" strike="noStrike" cap="none">
              <a:solidFill>
                <a:srgbClr val="000000"/>
              </a:solidFill>
              <a:latin typeface="Arial"/>
              <a:ea typeface="Arial"/>
              <a:cs typeface="Arial"/>
              <a:sym typeface="Arial"/>
            </a:endParaRPr>
          </a:p>
        </p:txBody>
      </p:sp>
      <p:sp>
        <p:nvSpPr>
          <p:cNvPr id="333" name="Google Shape;333;g26b33ddcd5e_1_52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Tricky Heart Words</a:t>
            </a:r>
            <a:endParaRPr sz="3000" b="0" i="0" u="none" strike="noStrike" cap="none">
              <a:solidFill>
                <a:srgbClr val="F7941D"/>
              </a:solidFill>
              <a:latin typeface="Poppins Medium"/>
              <a:ea typeface="Poppins Medium"/>
              <a:cs typeface="Poppins Medium"/>
              <a:sym typeface="Poppins Medium"/>
            </a:endParaRPr>
          </a:p>
        </p:txBody>
      </p:sp>
      <p:sp>
        <p:nvSpPr>
          <p:cNvPr id="334" name="Google Shape;334;g26b33ddcd5e_1_52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5" name="Google Shape;335;g26b33ddcd5e_1_52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9-Practice Sight Words">
  <p:cSld name="Alien Word of the Day_1_1_1_1_1_1_1_1_1">
    <p:spTree>
      <p:nvGrpSpPr>
        <p:cNvPr id="1" name="Shape 336"/>
        <p:cNvGrpSpPr/>
        <p:nvPr/>
      </p:nvGrpSpPr>
      <p:grpSpPr>
        <a:xfrm>
          <a:off x="0" y="0"/>
          <a:ext cx="0" cy="0"/>
          <a:chOff x="0" y="0"/>
          <a:chExt cx="0" cy="0"/>
        </a:xfrm>
      </p:grpSpPr>
      <p:sp>
        <p:nvSpPr>
          <p:cNvPr id="337" name="Google Shape;337;g26b33ddcd5e_1_5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6b33ddcd5e_1_5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6b33ddcd5e_1_5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0" name="Google Shape;340;g26b33ddcd5e_1_5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6b33ddcd5e_1_5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6b33ddcd5e_1_5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43" name="Google Shape;343;g26b33ddcd5e_1_567"/>
          <p:cNvGrpSpPr/>
          <p:nvPr/>
        </p:nvGrpSpPr>
        <p:grpSpPr>
          <a:xfrm>
            <a:off x="662575" y="6212475"/>
            <a:ext cx="586800" cy="571500"/>
            <a:chOff x="662575" y="6212475"/>
            <a:chExt cx="586800" cy="571500"/>
          </a:xfrm>
        </p:grpSpPr>
        <p:sp>
          <p:nvSpPr>
            <p:cNvPr id="344" name="Google Shape;344;g26b33ddcd5e_1_5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6b33ddcd5e_1_5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6b33ddcd5e_1_5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6b33ddcd5e_1_567"/>
          <p:cNvGrpSpPr/>
          <p:nvPr/>
        </p:nvGrpSpPr>
        <p:grpSpPr>
          <a:xfrm>
            <a:off x="7894350" y="6212475"/>
            <a:ext cx="586800" cy="571500"/>
            <a:chOff x="7894350" y="6212475"/>
            <a:chExt cx="586800" cy="571500"/>
          </a:xfrm>
        </p:grpSpPr>
        <p:sp>
          <p:nvSpPr>
            <p:cNvPr id="348" name="Google Shape;348;g26b33ddcd5e_1_5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6b33ddcd5e_1_5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6b33ddcd5e_1_5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6b33ddcd5e_1_5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52" name="Google Shape;352;g26b33ddcd5e_1_56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3" name="Google Shape;353;g26b33ddcd5e_1_5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54" name="Google Shape;354;g26b33ddcd5e_1_56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6b33ddcd5e_1_56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6b33ddcd5e_1_5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JL688</a:t>
            </a:r>
            <a:endParaRPr sz="1400" b="0" i="0" u="none" strike="noStrike" cap="none">
              <a:solidFill>
                <a:srgbClr val="000000"/>
              </a:solidFill>
              <a:latin typeface="Arial"/>
              <a:ea typeface="Arial"/>
              <a:cs typeface="Arial"/>
              <a:sym typeface="Arial"/>
            </a:endParaRPr>
          </a:p>
        </p:txBody>
      </p:sp>
      <p:sp>
        <p:nvSpPr>
          <p:cNvPr id="357" name="Google Shape;357;g26b33ddcd5e_1_5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Sight Words</a:t>
            </a:r>
            <a:endParaRPr sz="3000" b="0" i="0" u="none" strike="noStrike" cap="none">
              <a:solidFill>
                <a:srgbClr val="F7941D"/>
              </a:solidFill>
              <a:latin typeface="Poppins Medium"/>
              <a:ea typeface="Poppins Medium"/>
              <a:cs typeface="Poppins Medium"/>
              <a:sym typeface="Poppins Medium"/>
            </a:endParaRPr>
          </a:p>
        </p:txBody>
      </p:sp>
      <p:sp>
        <p:nvSpPr>
          <p:cNvPr id="358" name="Google Shape;358;g26b33ddcd5e_1_5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6b33ddcd5e_1_5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0-Magnetic Letters">
  <p:cSld name="Alien Word of the Day_1_1_1_1_1_1_1_1_1_1">
    <p:spTree>
      <p:nvGrpSpPr>
        <p:cNvPr id="1" name="Shape 360"/>
        <p:cNvGrpSpPr/>
        <p:nvPr/>
      </p:nvGrpSpPr>
      <p:grpSpPr>
        <a:xfrm>
          <a:off x="0" y="0"/>
          <a:ext cx="0" cy="0"/>
          <a:chOff x="0" y="0"/>
          <a:chExt cx="0" cy="0"/>
        </a:xfrm>
      </p:grpSpPr>
      <p:sp>
        <p:nvSpPr>
          <p:cNvPr id="361" name="Google Shape;361;g26b33ddcd5e_1_73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6b33ddcd5e_1_73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6b33ddcd5e_1_73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4" name="Google Shape;364;g26b33ddcd5e_1_73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6b33ddcd5e_1_73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6b33ddcd5e_1_73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7" name="Google Shape;367;g26b33ddcd5e_1_735"/>
          <p:cNvGrpSpPr/>
          <p:nvPr/>
        </p:nvGrpSpPr>
        <p:grpSpPr>
          <a:xfrm>
            <a:off x="662575" y="6212475"/>
            <a:ext cx="586800" cy="571500"/>
            <a:chOff x="662575" y="6212475"/>
            <a:chExt cx="586800" cy="571500"/>
          </a:xfrm>
        </p:grpSpPr>
        <p:sp>
          <p:nvSpPr>
            <p:cNvPr id="368" name="Google Shape;368;g26b33ddcd5e_1_73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6b33ddcd5e_1_73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6b33ddcd5e_1_73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6b33ddcd5e_1_735"/>
          <p:cNvGrpSpPr/>
          <p:nvPr/>
        </p:nvGrpSpPr>
        <p:grpSpPr>
          <a:xfrm>
            <a:off x="7894350" y="6212475"/>
            <a:ext cx="586800" cy="571500"/>
            <a:chOff x="7894350" y="6212475"/>
            <a:chExt cx="586800" cy="571500"/>
          </a:xfrm>
        </p:grpSpPr>
        <p:sp>
          <p:nvSpPr>
            <p:cNvPr id="372" name="Google Shape;372;g26b33ddcd5e_1_73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6b33ddcd5e_1_73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6b33ddcd5e_1_73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5" name="Google Shape;375;g26b33ddcd5e_1_73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6b33ddcd5e_1_735"/>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7" name="Google Shape;377;g26b33ddcd5e_1_73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8" name="Google Shape;378;g26b33ddcd5e_1_735"/>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9" name="Google Shape;379;g26b33ddcd5e_1_735"/>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6b33ddcd5e_1_73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a:t>
            </a:r>
            <a:endParaRPr sz="1400" b="0" i="0" u="none" strike="noStrike" cap="none">
              <a:solidFill>
                <a:srgbClr val="000000"/>
              </a:solidFill>
              <a:latin typeface="Arial"/>
              <a:ea typeface="Arial"/>
              <a:cs typeface="Arial"/>
              <a:sym typeface="Arial"/>
            </a:endParaRPr>
          </a:p>
        </p:txBody>
      </p:sp>
      <p:sp>
        <p:nvSpPr>
          <p:cNvPr id="381" name="Google Shape;381;g26b33ddcd5e_1_73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382" name="Google Shape;382;g26b33ddcd5e_1_735"/>
          <p:cNvSpPr txBox="1">
            <a:spLocks noGrp="1"/>
          </p:cNvSpPr>
          <p:nvPr>
            <p:ph type="subTitle" idx="4"/>
          </p:nvPr>
        </p:nvSpPr>
        <p:spPr>
          <a:xfrm>
            <a:off x="1257300" y="36576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3" name="Google Shape;383;g26b33ddcd5e_1_735"/>
          <p:cNvSpPr txBox="1">
            <a:spLocks noGrp="1"/>
          </p:cNvSpPr>
          <p:nvPr>
            <p:ph type="subTitle" idx="5"/>
          </p:nvPr>
        </p:nvSpPr>
        <p:spPr>
          <a:xfrm>
            <a:off x="3495600" y="36576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4" name="Google Shape;384;g26b33ddcd5e_1_735"/>
          <p:cNvSpPr txBox="1">
            <a:spLocks noGrp="1"/>
          </p:cNvSpPr>
          <p:nvPr>
            <p:ph type="subTitle" idx="6"/>
          </p:nvPr>
        </p:nvSpPr>
        <p:spPr>
          <a:xfrm>
            <a:off x="5733900" y="36576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5" name="Google Shape;385;g26b33ddcd5e_1_735"/>
          <p:cNvSpPr txBox="1">
            <a:spLocks noGrp="1"/>
          </p:cNvSpPr>
          <p:nvPr>
            <p:ph type="subTitle" idx="7"/>
          </p:nvPr>
        </p:nvSpPr>
        <p:spPr>
          <a:xfrm>
            <a:off x="1257300" y="42924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6b33ddcd5e_1_735"/>
          <p:cNvSpPr txBox="1">
            <a:spLocks noGrp="1"/>
          </p:cNvSpPr>
          <p:nvPr>
            <p:ph type="subTitle" idx="8"/>
          </p:nvPr>
        </p:nvSpPr>
        <p:spPr>
          <a:xfrm>
            <a:off x="3495600" y="42924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6b33ddcd5e_1_735"/>
          <p:cNvSpPr txBox="1">
            <a:spLocks noGrp="1"/>
          </p:cNvSpPr>
          <p:nvPr>
            <p:ph type="subTitle" idx="9"/>
          </p:nvPr>
        </p:nvSpPr>
        <p:spPr>
          <a:xfrm>
            <a:off x="5733900" y="42924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8" name="Google Shape;388;g26b33ddcd5e_1_735"/>
          <p:cNvSpPr txBox="1">
            <a:spLocks noGrp="1"/>
          </p:cNvSpPr>
          <p:nvPr>
            <p:ph type="subTitle" idx="13"/>
          </p:nvPr>
        </p:nvSpPr>
        <p:spPr>
          <a:xfrm>
            <a:off x="1257300" y="49304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9" name="Google Shape;389;g26b33ddcd5e_1_735"/>
          <p:cNvSpPr txBox="1">
            <a:spLocks noGrp="1"/>
          </p:cNvSpPr>
          <p:nvPr>
            <p:ph type="subTitle" idx="14"/>
          </p:nvPr>
        </p:nvSpPr>
        <p:spPr>
          <a:xfrm>
            <a:off x="3495600" y="49304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6b33ddcd5e_1_735"/>
          <p:cNvSpPr txBox="1">
            <a:spLocks noGrp="1"/>
          </p:cNvSpPr>
          <p:nvPr>
            <p:ph type="subTitle" idx="15"/>
          </p:nvPr>
        </p:nvSpPr>
        <p:spPr>
          <a:xfrm>
            <a:off x="5733900" y="49304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1" name="Google Shape;391;g26b33ddcd5e_1_735"/>
          <p:cNvSpPr txBox="1">
            <a:spLocks noGrp="1"/>
          </p:cNvSpPr>
          <p:nvPr>
            <p:ph type="subTitle" idx="16"/>
          </p:nvPr>
        </p:nvSpPr>
        <p:spPr>
          <a:xfrm>
            <a:off x="1181100" y="100427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163B7E"/>
              </a:buClr>
              <a:buSzPts val="2500"/>
              <a:buFont typeface="Mulish Medium"/>
              <a:buNone/>
              <a:defRPr sz="2500">
                <a:solidFill>
                  <a:srgbClr val="163B7E"/>
                </a:solidFill>
                <a:latin typeface="Mulish Medium"/>
                <a:ea typeface="Mulish Medium"/>
                <a:cs typeface="Mulish Medium"/>
                <a:sym typeface="Mulish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392" name="Google Shape;392;g26b33ddcd5e_1_735"/>
          <p:cNvCxnSpPr/>
          <p:nvPr/>
        </p:nvCxnSpPr>
        <p:spPr>
          <a:xfrm>
            <a:off x="1181100" y="3385650"/>
            <a:ext cx="6781800" cy="0"/>
          </a:xfrm>
          <a:prstGeom prst="straightConnector1">
            <a:avLst/>
          </a:prstGeom>
          <a:noFill/>
          <a:ln w="28575" cap="flat" cmpd="sng">
            <a:solidFill>
              <a:srgbClr val="BFBFBF"/>
            </a:solidFill>
            <a:prstDash val="solid"/>
            <a:miter lim="800000"/>
            <a:headEnd type="none" w="sm" len="sm"/>
            <a:tailEnd type="none" w="sm" len="sm"/>
          </a:ln>
        </p:spPr>
      </p:cxnSp>
      <p:sp>
        <p:nvSpPr>
          <p:cNvPr id="393" name="Google Shape;393;g26b33ddcd5e_1_73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6b33ddcd5e_1_73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95"/>
        <p:cNvGrpSpPr/>
        <p:nvPr/>
      </p:nvGrpSpPr>
      <p:grpSpPr>
        <a:xfrm>
          <a:off x="0" y="0"/>
          <a:ext cx="0" cy="0"/>
          <a:chOff x="0" y="0"/>
          <a:chExt cx="0" cy="0"/>
        </a:xfrm>
      </p:grpSpPr>
      <p:sp>
        <p:nvSpPr>
          <p:cNvPr id="396" name="Google Shape;396;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02" name="Google Shape;402;g2c157a2fb06_0_53"/>
          <p:cNvGrpSpPr/>
          <p:nvPr/>
        </p:nvGrpSpPr>
        <p:grpSpPr>
          <a:xfrm>
            <a:off x="662575" y="6212475"/>
            <a:ext cx="586800" cy="571500"/>
            <a:chOff x="662575" y="6212475"/>
            <a:chExt cx="586800" cy="571500"/>
          </a:xfrm>
        </p:grpSpPr>
        <p:sp>
          <p:nvSpPr>
            <p:cNvPr id="403" name="Google Shape;40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6" name="Google Shape;406;g2c157a2fb06_0_53"/>
          <p:cNvGrpSpPr/>
          <p:nvPr/>
        </p:nvGrpSpPr>
        <p:grpSpPr>
          <a:xfrm>
            <a:off x="7894350" y="6212475"/>
            <a:ext cx="586800" cy="571500"/>
            <a:chOff x="7894350" y="6212475"/>
            <a:chExt cx="586800" cy="571500"/>
          </a:xfrm>
        </p:grpSpPr>
        <p:sp>
          <p:nvSpPr>
            <p:cNvPr id="407" name="Google Shape;40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10" name="Google Shape;410;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11" name="Google Shape;411;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2" name="Google Shape;412;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13" name="Google Shape;413;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4" name="Google Shape;414;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16" name="Google Shape;41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cxnSp>
        <p:nvCxnSpPr>
          <p:cNvPr id="417" name="Google Shape;417;g2c157a2fb06_0_53"/>
          <p:cNvCxnSpPr/>
          <p:nvPr/>
        </p:nvCxnSpPr>
        <p:spPr>
          <a:xfrm>
            <a:off x="1181100" y="3233250"/>
            <a:ext cx="6781800" cy="0"/>
          </a:xfrm>
          <a:prstGeom prst="straightConnector1">
            <a:avLst/>
          </a:prstGeom>
          <a:noFill/>
          <a:ln w="28575" cap="flat" cmpd="sng">
            <a:solidFill>
              <a:srgbClr val="BFBFBF"/>
            </a:solidFill>
            <a:prstDash val="solid"/>
            <a:miter lim="800000"/>
            <a:headEnd type="none" w="sm" len="sm"/>
            <a:tailEnd type="none" w="sm" len="sm"/>
          </a:ln>
        </p:spPr>
      </p:cxnSp>
      <p:sp>
        <p:nvSpPr>
          <p:cNvPr id="418" name="Google Shape;418;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9" name="Google Shape;419;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0" name="Google Shape;420;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1" name="Google Shape;421;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2" name="Google Shape;42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3" name="Google Shape;42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4" name="Google Shape;42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5" name="Google Shape;42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6" name="Google Shape;42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427" name="Google Shape;427;g2c157a2fb06_0_53"/>
          <p:cNvGrpSpPr/>
          <p:nvPr/>
        </p:nvGrpSpPr>
        <p:grpSpPr>
          <a:xfrm>
            <a:off x="1403031" y="6958923"/>
            <a:ext cx="6774848" cy="1291477"/>
            <a:chOff x="717231" y="7263723"/>
            <a:chExt cx="6774848" cy="1291477"/>
          </a:xfrm>
        </p:grpSpPr>
        <p:sp>
          <p:nvSpPr>
            <p:cNvPr id="428" name="Google Shape;42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429" name="Google Shape;42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430" name="Google Shape;43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431" name="Google Shape;43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432" name="Google Shape;43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433" name="Google Shape;43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434" name="Google Shape;43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435" name="Google Shape;43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436" name="Google Shape;43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9" name="Google Shape;43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440"/>
        <p:cNvGrpSpPr/>
        <p:nvPr/>
      </p:nvGrpSpPr>
      <p:grpSpPr>
        <a:xfrm>
          <a:off x="0" y="0"/>
          <a:ext cx="0" cy="0"/>
          <a:chOff x="0" y="0"/>
          <a:chExt cx="0" cy="0"/>
        </a:xfrm>
      </p:grpSpPr>
      <p:sp>
        <p:nvSpPr>
          <p:cNvPr id="441" name="Google Shape;441;g2c157a2fb06_0_158"/>
          <p:cNvSpPr/>
          <p:nvPr/>
        </p:nvSpPr>
        <p:spPr>
          <a:xfrm>
            <a:off x="2638800" y="1391875"/>
            <a:ext cx="3866400" cy="3866400"/>
          </a:xfrm>
          <a:prstGeom prst="ellipse">
            <a:avLst/>
          </a:prstGeom>
          <a:noFill/>
          <a:ln w="76200" cap="flat" cmpd="sng">
            <a:solidFill>
              <a:srgbClr val="EAEAF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5" name="Google Shape;445;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7" name="Google Shape;44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48" name="Google Shape;448;g2c157a2fb06_0_158"/>
          <p:cNvGrpSpPr/>
          <p:nvPr/>
        </p:nvGrpSpPr>
        <p:grpSpPr>
          <a:xfrm>
            <a:off x="662575" y="6212475"/>
            <a:ext cx="586800" cy="571500"/>
            <a:chOff x="662575" y="6212475"/>
            <a:chExt cx="586800" cy="571500"/>
          </a:xfrm>
        </p:grpSpPr>
        <p:sp>
          <p:nvSpPr>
            <p:cNvPr id="449" name="Google Shape;449;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158"/>
          <p:cNvGrpSpPr/>
          <p:nvPr/>
        </p:nvGrpSpPr>
        <p:grpSpPr>
          <a:xfrm>
            <a:off x="7894350" y="6212475"/>
            <a:ext cx="586800" cy="571500"/>
            <a:chOff x="7894350" y="6212475"/>
            <a:chExt cx="586800" cy="571500"/>
          </a:xfrm>
        </p:grpSpPr>
        <p:sp>
          <p:nvSpPr>
            <p:cNvPr id="453" name="Google Shape;453;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56" name="Google Shape;456;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57" name="Google Shape;457;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8" name="Google Shape;458;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59" name="Google Shape;459;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0" name="Google Shape;460;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1" name="Google Shape;461;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62" name="Google Shape;462;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463" name="Google Shape;463;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64" name="Google Shape;464;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65" name="Google Shape;465;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66" name="Google Shape;466;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67" name="Google Shape;467;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8" name="Google Shape;468;g2c157a2fb06_0_15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469"/>
        <p:cNvGrpSpPr/>
        <p:nvPr/>
      </p:nvGrpSpPr>
      <p:grpSpPr>
        <a:xfrm>
          <a:off x="0" y="0"/>
          <a:ext cx="0" cy="0"/>
          <a:chOff x="0" y="0"/>
          <a:chExt cx="0" cy="0"/>
        </a:xfrm>
      </p:grpSpPr>
      <p:sp>
        <p:nvSpPr>
          <p:cNvPr id="470" name="Google Shape;470;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3" name="Google Shape;473;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6" name="Google Shape;476;g2c157a2fb06_0_263"/>
          <p:cNvGrpSpPr/>
          <p:nvPr/>
        </p:nvGrpSpPr>
        <p:grpSpPr>
          <a:xfrm>
            <a:off x="662575" y="6212475"/>
            <a:ext cx="586800" cy="571500"/>
            <a:chOff x="662575" y="6212475"/>
            <a:chExt cx="586800" cy="571500"/>
          </a:xfrm>
        </p:grpSpPr>
        <p:sp>
          <p:nvSpPr>
            <p:cNvPr id="477" name="Google Shape;47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0" name="Google Shape;480;g2c157a2fb06_0_263"/>
          <p:cNvGrpSpPr/>
          <p:nvPr/>
        </p:nvGrpSpPr>
        <p:grpSpPr>
          <a:xfrm>
            <a:off x="7894350" y="6212475"/>
            <a:ext cx="586800" cy="571500"/>
            <a:chOff x="7894350" y="6212475"/>
            <a:chExt cx="586800" cy="571500"/>
          </a:xfrm>
        </p:grpSpPr>
        <p:sp>
          <p:nvSpPr>
            <p:cNvPr id="481" name="Google Shape;48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4" name="Google Shape;484;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5" name="Google Shape;485;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6" name="Google Shape;486;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7" name="Google Shape;48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8" name="Google Shape;48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9" name="Google Shape;48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490" name="Google Shape;49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491" name="Google Shape;49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2" name="Google Shape;49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3" name="Google Shape;49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4" name="Google Shape;49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5" name="Google Shape;495;g2c157a2fb06_0_263"/>
          <p:cNvSpPr>
            <a:spLocks noGrp="1"/>
          </p:cNvSpPr>
          <p:nvPr>
            <p:ph type="pic" idx="8"/>
          </p:nvPr>
        </p:nvSpPr>
        <p:spPr>
          <a:xfrm>
            <a:off x="5086375" y="4412425"/>
            <a:ext cx="2668800" cy="1291500"/>
          </a:xfrm>
          <a:prstGeom prst="rect">
            <a:avLst/>
          </a:prstGeom>
          <a:noFill/>
          <a:ln>
            <a:noFill/>
          </a:ln>
        </p:spPr>
      </p:sp>
      <p:sp>
        <p:nvSpPr>
          <p:cNvPr id="496" name="Google Shape;496;g2c157a2fb06_0_263"/>
          <p:cNvSpPr>
            <a:spLocks noGrp="1"/>
          </p:cNvSpPr>
          <p:nvPr>
            <p:ph type="pic" idx="9"/>
          </p:nvPr>
        </p:nvSpPr>
        <p:spPr>
          <a:xfrm>
            <a:off x="5086375" y="797675"/>
            <a:ext cx="2668800" cy="1291500"/>
          </a:xfrm>
          <a:prstGeom prst="rect">
            <a:avLst/>
          </a:prstGeom>
          <a:noFill/>
          <a:ln>
            <a:noFill/>
          </a:ln>
        </p:spPr>
      </p:sp>
      <p:sp>
        <p:nvSpPr>
          <p:cNvPr id="497" name="Google Shape;497;g2c157a2fb06_0_263"/>
          <p:cNvSpPr>
            <a:spLocks noGrp="1"/>
          </p:cNvSpPr>
          <p:nvPr>
            <p:ph type="pic" idx="13"/>
          </p:nvPr>
        </p:nvSpPr>
        <p:spPr>
          <a:xfrm>
            <a:off x="5086375" y="2002592"/>
            <a:ext cx="2668800" cy="1291500"/>
          </a:xfrm>
          <a:prstGeom prst="rect">
            <a:avLst/>
          </a:prstGeom>
          <a:noFill/>
          <a:ln>
            <a:noFill/>
          </a:ln>
        </p:spPr>
      </p:sp>
      <p:sp>
        <p:nvSpPr>
          <p:cNvPr id="498" name="Google Shape;498;g2c157a2fb06_0_263"/>
          <p:cNvSpPr>
            <a:spLocks noGrp="1"/>
          </p:cNvSpPr>
          <p:nvPr>
            <p:ph type="pic" idx="14"/>
          </p:nvPr>
        </p:nvSpPr>
        <p:spPr>
          <a:xfrm>
            <a:off x="5086375" y="3207508"/>
            <a:ext cx="2668800" cy="1291500"/>
          </a:xfrm>
          <a:prstGeom prst="rect">
            <a:avLst/>
          </a:prstGeom>
          <a:noFill/>
          <a:ln>
            <a:noFill/>
          </a:ln>
        </p:spPr>
      </p:sp>
      <p:sp>
        <p:nvSpPr>
          <p:cNvPr id="499" name="Google Shape;49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0" name="Google Shape;50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501"/>
        <p:cNvGrpSpPr/>
        <p:nvPr/>
      </p:nvGrpSpPr>
      <p:grpSpPr>
        <a:xfrm>
          <a:off x="0" y="0"/>
          <a:ext cx="0" cy="0"/>
          <a:chOff x="0" y="0"/>
          <a:chExt cx="0" cy="0"/>
        </a:xfrm>
      </p:grpSpPr>
      <p:sp>
        <p:nvSpPr>
          <p:cNvPr id="502" name="Google Shape;50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3" name="Google Shape;50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504" name="Google Shape;50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0" name="Google Shape;510;g2c157a2fb06_0_467"/>
          <p:cNvGrpSpPr/>
          <p:nvPr/>
        </p:nvGrpSpPr>
        <p:grpSpPr>
          <a:xfrm>
            <a:off x="662575" y="6212475"/>
            <a:ext cx="586800" cy="571500"/>
            <a:chOff x="662575" y="6212475"/>
            <a:chExt cx="586800" cy="571500"/>
          </a:xfrm>
        </p:grpSpPr>
        <p:sp>
          <p:nvSpPr>
            <p:cNvPr id="511" name="Google Shape;51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467"/>
          <p:cNvGrpSpPr/>
          <p:nvPr/>
        </p:nvGrpSpPr>
        <p:grpSpPr>
          <a:xfrm>
            <a:off x="7894350" y="6212475"/>
            <a:ext cx="586800" cy="571500"/>
            <a:chOff x="7894350" y="6212475"/>
            <a:chExt cx="586800" cy="571500"/>
          </a:xfrm>
        </p:grpSpPr>
        <p:sp>
          <p:nvSpPr>
            <p:cNvPr id="515" name="Google Shape;51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8" name="Google Shape;51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9" name="Google Shape;51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0" name="Google Shape;52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1" name="Google Shape;52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2" name="Google Shape;52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3" name="Google Shape;52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524" name="Google Shape;52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cxnSp>
        <p:nvCxnSpPr>
          <p:cNvPr id="525" name="Google Shape;525;g2c157a2fb06_0_467"/>
          <p:cNvCxnSpPr/>
          <p:nvPr/>
        </p:nvCxnSpPr>
        <p:spPr>
          <a:xfrm>
            <a:off x="1181100" y="4909650"/>
            <a:ext cx="6781800" cy="0"/>
          </a:xfrm>
          <a:prstGeom prst="straightConnector1">
            <a:avLst/>
          </a:prstGeom>
          <a:noFill/>
          <a:ln w="28575" cap="flat" cmpd="sng">
            <a:solidFill>
              <a:srgbClr val="BFBFBF"/>
            </a:solidFill>
            <a:prstDash val="lgDash"/>
            <a:miter lim="800000"/>
            <a:headEnd type="none" w="sm" len="sm"/>
            <a:tailEnd type="none" w="sm" len="sm"/>
          </a:ln>
        </p:spPr>
      </p:cxnSp>
      <p:sp>
        <p:nvSpPr>
          <p:cNvPr id="526" name="Google Shape;52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7" name="Google Shape;52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528"/>
        <p:cNvGrpSpPr/>
        <p:nvPr/>
      </p:nvGrpSpPr>
      <p:grpSpPr>
        <a:xfrm>
          <a:off x="0" y="0"/>
          <a:ext cx="0" cy="0"/>
          <a:chOff x="0" y="0"/>
          <a:chExt cx="0" cy="0"/>
        </a:xfrm>
      </p:grpSpPr>
      <p:sp>
        <p:nvSpPr>
          <p:cNvPr id="529" name="Google Shape;52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530" name="Google Shape;53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36" name="Google Shape;536;g2c157a2fb06_0_629"/>
          <p:cNvGrpSpPr/>
          <p:nvPr/>
        </p:nvGrpSpPr>
        <p:grpSpPr>
          <a:xfrm>
            <a:off x="662575" y="6212475"/>
            <a:ext cx="586800" cy="571500"/>
            <a:chOff x="662575" y="6212475"/>
            <a:chExt cx="586800" cy="571500"/>
          </a:xfrm>
        </p:grpSpPr>
        <p:sp>
          <p:nvSpPr>
            <p:cNvPr id="537" name="Google Shape;53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629"/>
          <p:cNvGrpSpPr/>
          <p:nvPr/>
        </p:nvGrpSpPr>
        <p:grpSpPr>
          <a:xfrm>
            <a:off x="7894350" y="6212475"/>
            <a:ext cx="586800" cy="571500"/>
            <a:chOff x="7894350" y="6212475"/>
            <a:chExt cx="586800" cy="571500"/>
          </a:xfrm>
        </p:grpSpPr>
        <p:sp>
          <p:nvSpPr>
            <p:cNvPr id="541" name="Google Shape;54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45" name="Google Shape;54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47" name="Google Shape;54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8" name="Google Shape;54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9" name="Google Shape;54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0" name="Google Shape;55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551" name="Google Shape;55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cxnSp>
        <p:nvCxnSpPr>
          <p:cNvPr id="552" name="Google Shape;552;g2c157a2fb06_0_629"/>
          <p:cNvCxnSpPr/>
          <p:nvPr/>
        </p:nvCxnSpPr>
        <p:spPr>
          <a:xfrm>
            <a:off x="1181100" y="4909650"/>
            <a:ext cx="6781800" cy="0"/>
          </a:xfrm>
          <a:prstGeom prst="straightConnector1">
            <a:avLst/>
          </a:prstGeom>
          <a:noFill/>
          <a:ln w="28575" cap="flat" cmpd="sng">
            <a:solidFill>
              <a:srgbClr val="BFBFBF"/>
            </a:solidFill>
            <a:prstDash val="lgDash"/>
            <a:miter lim="800000"/>
            <a:headEnd type="none" w="sm" len="sm"/>
            <a:tailEnd type="none" w="sm" len="sm"/>
          </a:ln>
        </p:spPr>
      </p:cxnSp>
      <p:sp>
        <p:nvSpPr>
          <p:cNvPr id="553" name="Google Shape;55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4" name="Google Shape;55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555"/>
        <p:cNvGrpSpPr/>
        <p:nvPr/>
      </p:nvGrpSpPr>
      <p:grpSpPr>
        <a:xfrm>
          <a:off x="0" y="0"/>
          <a:ext cx="0" cy="0"/>
          <a:chOff x="0" y="0"/>
          <a:chExt cx="0" cy="0"/>
        </a:xfrm>
      </p:grpSpPr>
      <p:sp>
        <p:nvSpPr>
          <p:cNvPr id="556" name="Google Shape;55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7" name="Google Shape;55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558" name="Google Shape;558;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1" name="Google Shape;561;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4" name="Google Shape;564;g2c157a2fb06_0_798"/>
          <p:cNvGrpSpPr/>
          <p:nvPr/>
        </p:nvGrpSpPr>
        <p:grpSpPr>
          <a:xfrm>
            <a:off x="662575" y="6212475"/>
            <a:ext cx="586800" cy="571500"/>
            <a:chOff x="662575" y="6212475"/>
            <a:chExt cx="586800" cy="571500"/>
          </a:xfrm>
        </p:grpSpPr>
        <p:sp>
          <p:nvSpPr>
            <p:cNvPr id="565" name="Google Shape;56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8" name="Google Shape;568;g2c157a2fb06_0_798"/>
          <p:cNvGrpSpPr/>
          <p:nvPr/>
        </p:nvGrpSpPr>
        <p:grpSpPr>
          <a:xfrm>
            <a:off x="7894350" y="6212475"/>
            <a:ext cx="586800" cy="571500"/>
            <a:chOff x="7894350" y="6212475"/>
            <a:chExt cx="586800" cy="571500"/>
          </a:xfrm>
        </p:grpSpPr>
        <p:sp>
          <p:nvSpPr>
            <p:cNvPr id="569" name="Google Shape;56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2" name="Google Shape;572;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3" name="Google Shape;57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6" name="Google Shape;57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7" name="Google Shape;57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578" name="Google Shape;57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cxnSp>
        <p:nvCxnSpPr>
          <p:cNvPr id="579" name="Google Shape;579;g2c157a2fb06_0_798"/>
          <p:cNvCxnSpPr/>
          <p:nvPr/>
        </p:nvCxnSpPr>
        <p:spPr>
          <a:xfrm>
            <a:off x="1181100" y="4528650"/>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580" name="Google Shape;580;g2c157a2fb06_0_798"/>
          <p:cNvCxnSpPr/>
          <p:nvPr/>
        </p:nvCxnSpPr>
        <p:spPr>
          <a:xfrm>
            <a:off x="1181100" y="5369000"/>
            <a:ext cx="6781800" cy="0"/>
          </a:xfrm>
          <a:prstGeom prst="straightConnector1">
            <a:avLst/>
          </a:prstGeom>
          <a:noFill/>
          <a:ln w="28575" cap="flat" cmpd="sng">
            <a:solidFill>
              <a:srgbClr val="BFBFBF"/>
            </a:solidFill>
            <a:prstDash val="lgDash"/>
            <a:miter lim="800000"/>
            <a:headEnd type="none" w="sm" len="sm"/>
            <a:tailEnd type="none" w="sm" len="sm"/>
          </a:ln>
        </p:spPr>
      </p:cxnSp>
      <p:sp>
        <p:nvSpPr>
          <p:cNvPr id="581" name="Google Shape;581;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2" name="Google Shape;582;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583"/>
        <p:cNvGrpSpPr/>
        <p:nvPr/>
      </p:nvGrpSpPr>
      <p:grpSpPr>
        <a:xfrm>
          <a:off x="0" y="0"/>
          <a:ext cx="0" cy="0"/>
          <a:chOff x="0" y="0"/>
          <a:chExt cx="0" cy="0"/>
        </a:xfrm>
      </p:grpSpPr>
      <p:sp>
        <p:nvSpPr>
          <p:cNvPr id="584" name="Google Shape;584;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5" name="Google Shape;585;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586" name="Google Shape;586;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2" name="Google Shape;592;g2c157a2fb06_0_825"/>
          <p:cNvGrpSpPr/>
          <p:nvPr/>
        </p:nvGrpSpPr>
        <p:grpSpPr>
          <a:xfrm>
            <a:off x="662575" y="6212475"/>
            <a:ext cx="586800" cy="571500"/>
            <a:chOff x="662575" y="6212475"/>
            <a:chExt cx="586800" cy="571500"/>
          </a:xfrm>
        </p:grpSpPr>
        <p:sp>
          <p:nvSpPr>
            <p:cNvPr id="593" name="Google Shape;59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825"/>
          <p:cNvGrpSpPr/>
          <p:nvPr/>
        </p:nvGrpSpPr>
        <p:grpSpPr>
          <a:xfrm>
            <a:off x="7894350" y="6212475"/>
            <a:ext cx="586800" cy="571500"/>
            <a:chOff x="7894350" y="6212475"/>
            <a:chExt cx="586800" cy="571500"/>
          </a:xfrm>
        </p:grpSpPr>
        <p:sp>
          <p:nvSpPr>
            <p:cNvPr id="597" name="Google Shape;59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0" name="Google Shape;600;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1" name="Google Shape;60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2" name="Google Shape;602;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4" name="Google Shape;60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06" name="Google Shape;60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cxnSp>
        <p:nvCxnSpPr>
          <p:cNvPr id="607" name="Google Shape;607;g2c157a2fb06_0_825"/>
          <p:cNvCxnSpPr/>
          <p:nvPr/>
        </p:nvCxnSpPr>
        <p:spPr>
          <a:xfrm>
            <a:off x="1181100" y="4528650"/>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608" name="Google Shape;608;g2c157a2fb06_0_825"/>
          <p:cNvCxnSpPr/>
          <p:nvPr/>
        </p:nvCxnSpPr>
        <p:spPr>
          <a:xfrm>
            <a:off x="1181100" y="5369000"/>
            <a:ext cx="6781800" cy="0"/>
          </a:xfrm>
          <a:prstGeom prst="straightConnector1">
            <a:avLst/>
          </a:prstGeom>
          <a:noFill/>
          <a:ln w="28575" cap="flat" cmpd="sng">
            <a:solidFill>
              <a:srgbClr val="BFBFBF"/>
            </a:solidFill>
            <a:prstDash val="lgDash"/>
            <a:miter lim="800000"/>
            <a:headEnd type="none" w="sm" len="sm"/>
            <a:tailEnd type="none" w="sm" len="sm"/>
          </a:ln>
        </p:spPr>
      </p:cxnSp>
      <p:sp>
        <p:nvSpPr>
          <p:cNvPr id="609" name="Google Shape;609;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0" name="Google Shape;610;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611"/>
        <p:cNvGrpSpPr/>
        <p:nvPr/>
      </p:nvGrpSpPr>
      <p:grpSpPr>
        <a:xfrm>
          <a:off x="0" y="0"/>
          <a:ext cx="0" cy="0"/>
          <a:chOff x="0" y="0"/>
          <a:chExt cx="0" cy="0"/>
        </a:xfrm>
      </p:grpSpPr>
      <p:sp>
        <p:nvSpPr>
          <p:cNvPr id="612" name="Google Shape;61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8" name="Google Shape;618;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1" name="Google Shape;621;g2c157a2fb06_0_700"/>
          <p:cNvGrpSpPr/>
          <p:nvPr/>
        </p:nvGrpSpPr>
        <p:grpSpPr>
          <a:xfrm>
            <a:off x="662575" y="6212475"/>
            <a:ext cx="586800" cy="571500"/>
            <a:chOff x="662575" y="6212475"/>
            <a:chExt cx="586800" cy="571500"/>
          </a:xfrm>
        </p:grpSpPr>
        <p:sp>
          <p:nvSpPr>
            <p:cNvPr id="622" name="Google Shape;62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700"/>
          <p:cNvGrpSpPr/>
          <p:nvPr/>
        </p:nvGrpSpPr>
        <p:grpSpPr>
          <a:xfrm>
            <a:off x="7894350" y="6212475"/>
            <a:ext cx="586800" cy="571500"/>
            <a:chOff x="7894350" y="6212475"/>
            <a:chExt cx="586800" cy="571500"/>
          </a:xfrm>
        </p:grpSpPr>
        <p:sp>
          <p:nvSpPr>
            <p:cNvPr id="626" name="Google Shape;62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0" name="Google Shape;630;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1" name="Google Shape;631;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3" name="Google Shape;633;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4" name="Google Shape;63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635" name="Google Shape;63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36" name="Google Shape;636;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37" name="Google Shape;637;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38" name="Google Shape;638;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39" name="Google Shape;63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41" name="Google Shape;64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43" name="Google Shape;64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45" name="Google Shape;64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47" name="Google Shape;64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49" name="Google Shape;64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50" name="Google Shape;65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651"/>
        <p:cNvGrpSpPr/>
        <p:nvPr/>
      </p:nvGrpSpPr>
      <p:grpSpPr>
        <a:xfrm>
          <a:off x="0" y="0"/>
          <a:ext cx="0" cy="0"/>
          <a:chOff x="0" y="0"/>
          <a:chExt cx="0" cy="0"/>
        </a:xfrm>
      </p:grpSpPr>
      <p:sp>
        <p:nvSpPr>
          <p:cNvPr id="652" name="Google Shape;652;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3" name="Google Shape;653;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5" name="Google Shape;655;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7" name="Google Shape;657;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58" name="Google Shape;658;g2c157a2fb06_0_932"/>
          <p:cNvGrpSpPr/>
          <p:nvPr/>
        </p:nvGrpSpPr>
        <p:grpSpPr>
          <a:xfrm>
            <a:off x="662575" y="6212475"/>
            <a:ext cx="586800" cy="571500"/>
            <a:chOff x="662575" y="6212475"/>
            <a:chExt cx="586800" cy="571500"/>
          </a:xfrm>
        </p:grpSpPr>
        <p:sp>
          <p:nvSpPr>
            <p:cNvPr id="659" name="Google Shape;659;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0" name="Google Shape;660;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1" name="Google Shape;661;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62" name="Google Shape;662;g2c157a2fb06_0_932"/>
          <p:cNvGrpSpPr/>
          <p:nvPr/>
        </p:nvGrpSpPr>
        <p:grpSpPr>
          <a:xfrm>
            <a:off x="7894350" y="6212475"/>
            <a:ext cx="586800" cy="571500"/>
            <a:chOff x="7894350" y="6212475"/>
            <a:chExt cx="586800" cy="571500"/>
          </a:xfrm>
        </p:grpSpPr>
        <p:sp>
          <p:nvSpPr>
            <p:cNvPr id="663" name="Google Shape;663;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4" name="Google Shape;664;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6" name="Google Shape;666;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67" name="Google Shape;667;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68" name="Google Shape;668;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69" name="Google Shape;669;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70" name="Google Shape;670;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71" name="Google Shape;67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sp>
        <p:nvSpPr>
          <p:cNvPr id="672" name="Google Shape;672;g2c157a2fb06_0_932"/>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a:t>
            </a:r>
            <a:endParaRPr sz="1800" b="0" i="0" u="none" strike="noStrike" cap="none">
              <a:solidFill>
                <a:srgbClr val="AEABAB"/>
              </a:solidFill>
              <a:latin typeface="Poppins Medium"/>
              <a:ea typeface="Poppins Medium"/>
              <a:cs typeface="Poppins Medium"/>
              <a:sym typeface="Poppins Medium"/>
            </a:endParaRPr>
          </a:p>
        </p:txBody>
      </p:sp>
      <p:cxnSp>
        <p:nvCxnSpPr>
          <p:cNvPr id="673" name="Google Shape;673;g2c157a2fb06_0_932"/>
          <p:cNvCxnSpPr/>
          <p:nvPr/>
        </p:nvCxnSpPr>
        <p:spPr>
          <a:xfrm>
            <a:off x="1181100" y="2307667"/>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674" name="Google Shape;674;g2c157a2fb06_0_932"/>
          <p:cNvCxnSpPr/>
          <p:nvPr/>
        </p:nvCxnSpPr>
        <p:spPr>
          <a:xfrm>
            <a:off x="1181100" y="3853333"/>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675" name="Google Shape;675;g2c157a2fb06_0_932"/>
          <p:cNvCxnSpPr/>
          <p:nvPr/>
        </p:nvCxnSpPr>
        <p:spPr>
          <a:xfrm>
            <a:off x="1181100" y="5399000"/>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676" name="Google Shape;676;g2c157a2fb06_0_932"/>
          <p:cNvCxnSpPr/>
          <p:nvPr/>
        </p:nvCxnSpPr>
        <p:spPr>
          <a:xfrm>
            <a:off x="1181100" y="762000"/>
            <a:ext cx="6781800" cy="0"/>
          </a:xfrm>
          <a:prstGeom prst="straightConnector1">
            <a:avLst/>
          </a:prstGeom>
          <a:noFill/>
          <a:ln w="28575" cap="flat" cmpd="sng">
            <a:solidFill>
              <a:srgbClr val="BFBFBF"/>
            </a:solidFill>
            <a:prstDash val="lgDash"/>
            <a:miter lim="800000"/>
            <a:headEnd type="none" w="sm" len="sm"/>
            <a:tailEnd type="none" w="sm" len="sm"/>
          </a:ln>
        </p:spPr>
      </p:cxnSp>
      <p:cxnSp>
        <p:nvCxnSpPr>
          <p:cNvPr id="677" name="Google Shape;677;g2c157a2fb06_0_932"/>
          <p:cNvCxnSpPr/>
          <p:nvPr/>
        </p:nvCxnSpPr>
        <p:spPr>
          <a:xfrm>
            <a:off x="1181100" y="795350"/>
            <a:ext cx="0" cy="4562100"/>
          </a:xfrm>
          <a:prstGeom prst="straightConnector1">
            <a:avLst/>
          </a:prstGeom>
          <a:noFill/>
          <a:ln w="28575" cap="flat" cmpd="sng">
            <a:solidFill>
              <a:srgbClr val="BFBFBF"/>
            </a:solidFill>
            <a:prstDash val="lgDash"/>
            <a:miter lim="800000"/>
            <a:headEnd type="none" w="sm" len="sm"/>
            <a:tailEnd type="none" w="sm" len="sm"/>
          </a:ln>
        </p:spPr>
      </p:cxnSp>
      <p:cxnSp>
        <p:nvCxnSpPr>
          <p:cNvPr id="678" name="Google Shape;678;g2c157a2fb06_0_932"/>
          <p:cNvCxnSpPr/>
          <p:nvPr/>
        </p:nvCxnSpPr>
        <p:spPr>
          <a:xfrm>
            <a:off x="7994100" y="795350"/>
            <a:ext cx="0" cy="4562100"/>
          </a:xfrm>
          <a:prstGeom prst="straightConnector1">
            <a:avLst/>
          </a:prstGeom>
          <a:noFill/>
          <a:ln w="28575" cap="flat" cmpd="sng">
            <a:solidFill>
              <a:srgbClr val="BFBFBF"/>
            </a:solidFill>
            <a:prstDash val="lgDash"/>
            <a:miter lim="800000"/>
            <a:headEnd type="none" w="sm" len="sm"/>
            <a:tailEnd type="none" w="sm" len="sm"/>
          </a:ln>
        </p:spPr>
      </p:cxnSp>
      <p:cxnSp>
        <p:nvCxnSpPr>
          <p:cNvPr id="679" name="Google Shape;679;g2c157a2fb06_0_932"/>
          <p:cNvCxnSpPr/>
          <p:nvPr/>
        </p:nvCxnSpPr>
        <p:spPr>
          <a:xfrm>
            <a:off x="3452100" y="795350"/>
            <a:ext cx="0" cy="4562100"/>
          </a:xfrm>
          <a:prstGeom prst="straightConnector1">
            <a:avLst/>
          </a:prstGeom>
          <a:noFill/>
          <a:ln w="28575" cap="flat" cmpd="sng">
            <a:solidFill>
              <a:srgbClr val="BFBFBF"/>
            </a:solidFill>
            <a:prstDash val="lgDash"/>
            <a:miter lim="800000"/>
            <a:headEnd type="none" w="sm" len="sm"/>
            <a:tailEnd type="none" w="sm" len="sm"/>
          </a:ln>
        </p:spPr>
      </p:cxnSp>
      <p:cxnSp>
        <p:nvCxnSpPr>
          <p:cNvPr id="680" name="Google Shape;680;g2c157a2fb06_0_932"/>
          <p:cNvCxnSpPr/>
          <p:nvPr/>
        </p:nvCxnSpPr>
        <p:spPr>
          <a:xfrm>
            <a:off x="5723100" y="795350"/>
            <a:ext cx="0" cy="4562100"/>
          </a:xfrm>
          <a:prstGeom prst="straightConnector1">
            <a:avLst/>
          </a:prstGeom>
          <a:noFill/>
          <a:ln w="28575" cap="flat" cmpd="sng">
            <a:solidFill>
              <a:srgbClr val="BFBFBF"/>
            </a:solidFill>
            <a:prstDash val="lgDash"/>
            <a:miter lim="800000"/>
            <a:headEnd type="none" w="sm" len="sm"/>
            <a:tailEnd type="none" w="sm" len="sm"/>
          </a:ln>
        </p:spPr>
      </p:cxnSp>
      <p:sp>
        <p:nvSpPr>
          <p:cNvPr id="681" name="Google Shape;68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82" name="Google Shape;68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83" name="Google Shape;68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84" name="Google Shape;68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85" name="Google Shape;68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86" name="Google Shape;68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87" name="Google Shape;68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88" name="Google Shape;68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89" name="Google Shape;68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90" name="Google Shape;6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91" name="Google Shape;6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692"/>
        <p:cNvGrpSpPr/>
        <p:nvPr/>
      </p:nvGrpSpPr>
      <p:grpSpPr>
        <a:xfrm>
          <a:off x="0" y="0"/>
          <a:ext cx="0" cy="0"/>
          <a:chOff x="0" y="0"/>
          <a:chExt cx="0" cy="0"/>
        </a:xfrm>
      </p:grpSpPr>
      <p:pic>
        <p:nvPicPr>
          <p:cNvPr id="693" name="Google Shape;69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694" name="Google Shape;69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95" name="Google Shape;69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96" name="Google Shape;69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97" name="Google Shape;69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98" name="Google Shape;69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99" name="Google Shape;69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00" name="Google Shape;70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01" name="Google Shape;70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02" name="Google Shape;70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03" name="Google Shape;703;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4" name="Google Shape;704;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06" name="Google Shape;706;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7" name="Google Shape;707;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8" name="Google Shape;70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09" name="Google Shape;709;g2c157a2fb06_0_1045"/>
          <p:cNvGrpSpPr/>
          <p:nvPr/>
        </p:nvGrpSpPr>
        <p:grpSpPr>
          <a:xfrm>
            <a:off x="662575" y="6212475"/>
            <a:ext cx="586800" cy="571500"/>
            <a:chOff x="662575" y="6212475"/>
            <a:chExt cx="586800" cy="571500"/>
          </a:xfrm>
        </p:grpSpPr>
        <p:sp>
          <p:nvSpPr>
            <p:cNvPr id="710" name="Google Shape;710;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1" name="Google Shape;711;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2" name="Google Shape;712;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13" name="Google Shape;713;g2c157a2fb06_0_1045"/>
          <p:cNvGrpSpPr/>
          <p:nvPr/>
        </p:nvGrpSpPr>
        <p:grpSpPr>
          <a:xfrm>
            <a:off x="7894350" y="6212475"/>
            <a:ext cx="586800" cy="571500"/>
            <a:chOff x="7894350" y="6212475"/>
            <a:chExt cx="586800" cy="571500"/>
          </a:xfrm>
        </p:grpSpPr>
        <p:sp>
          <p:nvSpPr>
            <p:cNvPr id="714" name="Google Shape;714;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17" name="Google Shape;717;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18" name="Google Shape;718;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19" name="Google Shape;719;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20" name="Google Shape;720;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21" name="Google Shape;721;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22" name="Google Shape;722;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723" name="Google Shape;723;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cxnSp>
        <p:nvCxnSpPr>
          <p:cNvPr id="724" name="Google Shape;724;g2c157a2fb06_0_1045"/>
          <p:cNvCxnSpPr/>
          <p:nvPr/>
        </p:nvCxnSpPr>
        <p:spPr>
          <a:xfrm>
            <a:off x="1181100" y="3385650"/>
            <a:ext cx="6781800" cy="0"/>
          </a:xfrm>
          <a:prstGeom prst="straightConnector1">
            <a:avLst/>
          </a:prstGeom>
          <a:noFill/>
          <a:ln w="28575" cap="flat" cmpd="sng">
            <a:solidFill>
              <a:srgbClr val="BFBFBF"/>
            </a:solidFill>
            <a:prstDash val="solid"/>
            <a:miter lim="800000"/>
            <a:headEnd type="none" w="sm" len="sm"/>
            <a:tailEnd type="none" w="sm" len="sm"/>
          </a:ln>
        </p:spPr>
      </p:cxnSp>
      <p:sp>
        <p:nvSpPr>
          <p:cNvPr id="725" name="Google Shape;725;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6" name="Google Shape;726;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727" name="Google Shape;727;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28" name="Google Shape;728;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729"/>
        <p:cNvGrpSpPr/>
        <p:nvPr/>
      </p:nvGrpSpPr>
      <p:grpSpPr>
        <a:xfrm>
          <a:off x="0" y="0"/>
          <a:ext cx="0" cy="0"/>
          <a:chOff x="0" y="0"/>
          <a:chExt cx="0" cy="0"/>
        </a:xfrm>
      </p:grpSpPr>
      <p:sp>
        <p:nvSpPr>
          <p:cNvPr id="730" name="Google Shape;730;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1" name="Google Shape;731;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2" name="Google Shape;73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33" name="Google Shape;733;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4" name="Google Shape;734;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5" name="Google Shape;735;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36" name="Google Shape;736;g2c157a2fb06_0_1110"/>
          <p:cNvGrpSpPr/>
          <p:nvPr/>
        </p:nvGrpSpPr>
        <p:grpSpPr>
          <a:xfrm>
            <a:off x="662575" y="6212475"/>
            <a:ext cx="586800" cy="571500"/>
            <a:chOff x="662575" y="6212475"/>
            <a:chExt cx="586800" cy="571500"/>
          </a:xfrm>
        </p:grpSpPr>
        <p:sp>
          <p:nvSpPr>
            <p:cNvPr id="737" name="Google Shape;73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8" name="Google Shape;738;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40" name="Google Shape;740;g2c157a2fb06_0_1110"/>
          <p:cNvGrpSpPr/>
          <p:nvPr/>
        </p:nvGrpSpPr>
        <p:grpSpPr>
          <a:xfrm>
            <a:off x="7894350" y="6212475"/>
            <a:ext cx="586800" cy="571500"/>
            <a:chOff x="7894350" y="6212475"/>
            <a:chExt cx="586800" cy="571500"/>
          </a:xfrm>
        </p:grpSpPr>
        <p:sp>
          <p:nvSpPr>
            <p:cNvPr id="741" name="Google Shape;74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44" name="Google Shape;744;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45" name="Google Shape;745;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46" name="Google Shape;746;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47" name="Google Shape;747;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8" name="Google Shape;748;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9" name="Google Shape;749;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750" name="Google Shape;750;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751" name="Google Shape;751;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52" name="Google Shape;752;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53" name="Google Shape;753;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54" name="Google Shape;754;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55" name="Google Shape;755;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6" name="Google Shape;756;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7" name="Google Shape;757;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8" name="Google Shape;758;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59" name="Google Shape;759;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760"/>
        <p:cNvGrpSpPr/>
        <p:nvPr/>
      </p:nvGrpSpPr>
      <p:grpSpPr>
        <a:xfrm>
          <a:off x="0" y="0"/>
          <a:ext cx="0" cy="0"/>
          <a:chOff x="0" y="0"/>
          <a:chExt cx="0" cy="0"/>
        </a:xfrm>
      </p:grpSpPr>
      <p:sp>
        <p:nvSpPr>
          <p:cNvPr id="761" name="Google Shape;761;p30"/>
          <p:cNvSpPr/>
          <p:nvPr/>
        </p:nvSpPr>
        <p:spPr>
          <a:xfrm>
            <a:off x="3311407" y="37095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2" name="Google Shape;762;p30"/>
          <p:cNvSpPr/>
          <p:nvPr/>
        </p:nvSpPr>
        <p:spPr>
          <a:xfrm>
            <a:off x="4564029" y="37095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3" name="Google Shape;763;p30"/>
          <p:cNvSpPr/>
          <p:nvPr/>
        </p:nvSpPr>
        <p:spPr>
          <a:xfrm>
            <a:off x="2058784" y="37095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4" name="Google Shape;764;p30"/>
          <p:cNvSpPr txBox="1"/>
          <p:nvPr/>
        </p:nvSpPr>
        <p:spPr>
          <a:xfrm>
            <a:off x="777232" y="30568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765" name="Google Shape;765;p30"/>
          <p:cNvSpPr/>
          <p:nvPr/>
        </p:nvSpPr>
        <p:spPr>
          <a:xfrm>
            <a:off x="5816652" y="37095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6" name="Google Shape;766;p30"/>
          <p:cNvSpPr/>
          <p:nvPr/>
        </p:nvSpPr>
        <p:spPr>
          <a:xfrm>
            <a:off x="7069275" y="35679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7" name="Google Shape;767;p30"/>
          <p:cNvSpPr txBox="1"/>
          <p:nvPr/>
        </p:nvSpPr>
        <p:spPr>
          <a:xfrm>
            <a:off x="717231" y="41245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768" name="Google Shape;768;p30"/>
          <p:cNvSpPr txBox="1"/>
          <p:nvPr/>
        </p:nvSpPr>
        <p:spPr>
          <a:xfrm>
            <a:off x="1278224" y="41245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769" name="Google Shape;769;p30"/>
          <p:cNvSpPr txBox="1"/>
          <p:nvPr/>
        </p:nvSpPr>
        <p:spPr>
          <a:xfrm>
            <a:off x="2048446" y="41245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770" name="Google Shape;770;p30"/>
          <p:cNvSpPr txBox="1"/>
          <p:nvPr/>
        </p:nvSpPr>
        <p:spPr>
          <a:xfrm>
            <a:off x="3341753" y="41245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771" name="Google Shape;771;p30"/>
          <p:cNvSpPr txBox="1"/>
          <p:nvPr/>
        </p:nvSpPr>
        <p:spPr>
          <a:xfrm>
            <a:off x="4562812" y="41245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772" name="Google Shape;772;p30"/>
          <p:cNvSpPr txBox="1"/>
          <p:nvPr/>
        </p:nvSpPr>
        <p:spPr>
          <a:xfrm>
            <a:off x="5848919" y="41245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773" name="Google Shape;773;p30"/>
          <p:cNvSpPr txBox="1"/>
          <p:nvPr/>
        </p:nvSpPr>
        <p:spPr>
          <a:xfrm>
            <a:off x="6771179" y="41245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774" name="Google Shape;774;p30"/>
          <p:cNvGrpSpPr/>
          <p:nvPr/>
        </p:nvGrpSpPr>
        <p:grpSpPr>
          <a:xfrm>
            <a:off x="6022940" y="5341706"/>
            <a:ext cx="594501" cy="305904"/>
            <a:chOff x="5672081" y="1914352"/>
            <a:chExt cx="792668" cy="305904"/>
          </a:xfrm>
        </p:grpSpPr>
        <p:sp>
          <p:nvSpPr>
            <p:cNvPr id="775" name="Google Shape;77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6" name="Google Shape;77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77" name="Google Shape;77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78" name="Google Shape;77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9" name="Google Shape;77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0" name="Google Shape;78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1" name="Google Shape;78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2" name="Google Shape;78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3" name="Google Shape;78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4" name="Google Shape;78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5" name="Google Shape;78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86" name="Google Shape;78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87" name="Google Shape;78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8" name="Google Shape;78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9" name="Google Shape;78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0" name="Google Shape;79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1" name="Google Shape;79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2" name="Google Shape;79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3" name="Google Shape;79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4" name="Google Shape;79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95" name="Google Shape;79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96" name="Google Shape;79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97" name="Google Shape;79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98" name="Google Shape;79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99" name="Google Shape;79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800" name="Google Shape;80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801" name="Google Shape;801;p30"/>
          <p:cNvSpPr/>
          <p:nvPr/>
        </p:nvSpPr>
        <p:spPr>
          <a:xfrm>
            <a:off x="812938" y="36090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2" name="Google Shape;802;p30"/>
          <p:cNvSpPr/>
          <p:nvPr/>
        </p:nvSpPr>
        <p:spPr>
          <a:xfrm>
            <a:off x="1435861" y="36090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3" name="Google Shape;803;p30"/>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804" name="Google Shape;804;p30"/>
          <p:cNvPicPr preferRelativeResize="0"/>
          <p:nvPr/>
        </p:nvPicPr>
        <p:blipFill rotWithShape="1">
          <a:blip r:embed="rId2">
            <a:alphaModFix/>
          </a:blip>
          <a:srcRect/>
          <a:stretch/>
        </p:blipFill>
        <p:spPr>
          <a:xfrm>
            <a:off x="812950" y="1314391"/>
            <a:ext cx="463200" cy="532334"/>
          </a:xfrm>
          <a:prstGeom prst="rect">
            <a:avLst/>
          </a:prstGeom>
          <a:noFill/>
          <a:ln>
            <a:noFill/>
          </a:ln>
        </p:spPr>
      </p:pic>
      <p:pic>
        <p:nvPicPr>
          <p:cNvPr id="805" name="Google Shape;805;p30"/>
          <p:cNvPicPr preferRelativeResize="0"/>
          <p:nvPr/>
        </p:nvPicPr>
        <p:blipFill rotWithShape="1">
          <a:blip r:embed="rId3">
            <a:alphaModFix/>
          </a:blip>
          <a:srcRect/>
          <a:stretch/>
        </p:blipFill>
        <p:spPr>
          <a:xfrm>
            <a:off x="1377063" y="1284473"/>
            <a:ext cx="507575" cy="592175"/>
          </a:xfrm>
          <a:prstGeom prst="rect">
            <a:avLst/>
          </a:prstGeom>
          <a:noFill/>
          <a:ln>
            <a:noFill/>
          </a:ln>
        </p:spPr>
      </p:pic>
      <p:pic>
        <p:nvPicPr>
          <p:cNvPr id="806" name="Google Shape;806;p30"/>
          <p:cNvPicPr preferRelativeResize="0"/>
          <p:nvPr/>
        </p:nvPicPr>
        <p:blipFill rotWithShape="1">
          <a:blip r:embed="rId2">
            <a:alphaModFix/>
          </a:blip>
          <a:srcRect/>
          <a:stretch/>
        </p:blipFill>
        <p:spPr>
          <a:xfrm>
            <a:off x="812950" y="1314400"/>
            <a:ext cx="463200" cy="53233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807"/>
        <p:cNvGrpSpPr/>
        <p:nvPr/>
      </p:nvGrpSpPr>
      <p:grpSpPr>
        <a:xfrm>
          <a:off x="0" y="0"/>
          <a:ext cx="0" cy="0"/>
          <a:chOff x="0" y="0"/>
          <a:chExt cx="0" cy="0"/>
        </a:xfrm>
      </p:grpSpPr>
      <p:sp>
        <p:nvSpPr>
          <p:cNvPr id="808" name="Google Shape;808;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09" name="Google Shape;809;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810" name="Google Shape;810;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811"/>
        <p:cNvGrpSpPr/>
        <p:nvPr/>
      </p:nvGrpSpPr>
      <p:grpSpPr>
        <a:xfrm>
          <a:off x="0" y="0"/>
          <a:ext cx="0" cy="0"/>
          <a:chOff x="0" y="0"/>
          <a:chExt cx="0" cy="0"/>
        </a:xfrm>
      </p:grpSpPr>
      <p:sp>
        <p:nvSpPr>
          <p:cNvPr id="812" name="Google Shape;812;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13" name="Google Shape;813;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814" name="Google Shape;814;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slide" Target="slide17.xm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slide" Target="slide14.xml"/><Relationship Id="rId5" Type="http://schemas.openxmlformats.org/officeDocument/2006/relationships/image" Target="../media/image4.png"/><Relationship Id="rId10" Type="http://schemas.openxmlformats.org/officeDocument/2006/relationships/slide" Target="slide7.xml"/><Relationship Id="rId4" Type="http://schemas.openxmlformats.org/officeDocument/2006/relationships/image" Target="../media/image8.png"/><Relationship Id="rId9" Type="http://schemas.openxmlformats.org/officeDocument/2006/relationships/slide" Target="slide5.xml"/><Relationship Id="rId14" Type="http://schemas.openxmlformats.org/officeDocument/2006/relationships/slide" Target="slide2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1"/>
          <p:cNvSpPr txBox="1">
            <a:spLocks noGrp="1"/>
          </p:cNvSpPr>
          <p:nvPr>
            <p:ph type="subTitle" idx="1"/>
          </p:nvPr>
        </p:nvSpPr>
        <p:spPr>
          <a:xfrm>
            <a:off x="884100" y="2716654"/>
            <a:ext cx="3882600" cy="5409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'i'</a:t>
            </a:r>
            <a:endParaRPr/>
          </a:p>
        </p:txBody>
      </p:sp>
      <p:sp>
        <p:nvSpPr>
          <p:cNvPr id="820" name="Google Shape;820;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a:t>
            </a:r>
            <a:endParaRPr/>
          </a:p>
        </p:txBody>
      </p:sp>
      <p:graphicFrame>
        <p:nvGraphicFramePr>
          <p:cNvPr id="821" name="Google Shape;821;p1"/>
          <p:cNvGraphicFramePr/>
          <p:nvPr/>
        </p:nvGraphicFramePr>
        <p:xfrm>
          <a:off x="4844200" y="1891197"/>
          <a:ext cx="3785000" cy="1678950"/>
        </p:xfrm>
        <a:graphic>
          <a:graphicData uri="http://schemas.openxmlformats.org/drawingml/2006/table">
            <a:tbl>
              <a:tblPr firstRow="1" bandRow="1">
                <a:noFill/>
                <a:tableStyleId>{F965F872-8AAB-4577-83F0-B4E135E067CB}</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i</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n</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m</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d</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g</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o</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c</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k</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ck</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e</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u</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r</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h</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b</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B7B7B7"/>
                          </a:solidFill>
                          <a:latin typeface="Jost"/>
                          <a:ea typeface="Jost"/>
                          <a:cs typeface="Jost"/>
                          <a:sym typeface="Jost"/>
                        </a:rPr>
                        <a:t>f</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B7B7B7"/>
                          </a:solidFill>
                          <a:latin typeface="Jost"/>
                          <a:ea typeface="Jost"/>
                          <a:cs typeface="Jost"/>
                          <a:sym typeface="Jost"/>
                        </a:rPr>
                        <a:t>ff</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l</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ll</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B7B7B7"/>
                          </a:solidFill>
                          <a:latin typeface="Jost"/>
                          <a:ea typeface="Jost"/>
                          <a:cs typeface="Jost"/>
                          <a:sym typeface="Jost"/>
                        </a:rPr>
                        <a:t>ss</a:t>
                      </a: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B7B7B7"/>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822" name="Google Shape;82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823" name="Google Shape;823;p1"/>
          <p:cNvPicPr preferRelativeResize="0"/>
          <p:nvPr/>
        </p:nvPicPr>
        <p:blipFill rotWithShape="1">
          <a:blip r:embed="rId3">
            <a:alphaModFix/>
          </a:blip>
          <a:srcRect l="39" r="49"/>
          <a:stretch/>
        </p:blipFill>
        <p:spPr>
          <a:xfrm rot="-167542">
            <a:off x="3422266" y="4541960"/>
            <a:ext cx="2493519" cy="997851"/>
          </a:xfrm>
          <a:prstGeom prst="rect">
            <a:avLst/>
          </a:prstGeom>
          <a:noFill/>
          <a:ln>
            <a:noFill/>
          </a:ln>
          <a:effectLst>
            <a:outerShdw blurRad="71438" dist="38100" dir="5220000" algn="bl" rotWithShape="0">
              <a:srgbClr val="000000">
                <a:alpha val="21568"/>
              </a:srgbClr>
            </a:outerShdw>
          </a:effectLst>
        </p:spPr>
      </p:pic>
      <p:pic>
        <p:nvPicPr>
          <p:cNvPr id="824" name="Google Shape;824;p1"/>
          <p:cNvPicPr preferRelativeResize="0"/>
          <p:nvPr/>
        </p:nvPicPr>
        <p:blipFill rotWithShape="1">
          <a:blip r:embed="rId4">
            <a:alphaModFix/>
          </a:blip>
          <a:srcRect/>
          <a:stretch/>
        </p:blipFill>
        <p:spPr>
          <a:xfrm rot="342608">
            <a:off x="4981387" y="4180902"/>
            <a:ext cx="1800026" cy="1288522"/>
          </a:xfrm>
          <a:prstGeom prst="rect">
            <a:avLst/>
          </a:prstGeom>
          <a:noFill/>
          <a:ln>
            <a:noFill/>
          </a:ln>
          <a:effectLst>
            <a:outerShdw blurRad="57150" dist="38100" dir="5400000" algn="bl" rotWithShape="0">
              <a:srgbClr val="000000">
                <a:alpha val="20000"/>
              </a:srgbClr>
            </a:outerShdw>
          </a:effectLst>
        </p:spPr>
      </p:pic>
      <p:pic>
        <p:nvPicPr>
          <p:cNvPr id="825" name="Google Shape;825;p1"/>
          <p:cNvPicPr preferRelativeResize="0"/>
          <p:nvPr/>
        </p:nvPicPr>
        <p:blipFill rotWithShape="1">
          <a:blip r:embed="rId5">
            <a:alphaModFix/>
          </a:blip>
          <a:srcRect t="228" b="219"/>
          <a:stretch/>
        </p:blipFill>
        <p:spPr>
          <a:xfrm rot="-172073">
            <a:off x="6398582" y="4076439"/>
            <a:ext cx="1078930" cy="1497455"/>
          </a:xfrm>
          <a:prstGeom prst="rect">
            <a:avLst/>
          </a:prstGeom>
          <a:noFill/>
          <a:ln>
            <a:noFill/>
          </a:ln>
          <a:effectLst>
            <a:outerShdw blurRad="71438" dist="19050" dir="5220000" algn="bl" rotWithShape="0">
              <a:srgbClr val="000000">
                <a:alpha val="18431"/>
              </a:srgbClr>
            </a:outerShdw>
          </a:effectLst>
        </p:spPr>
      </p:pic>
      <p:pic>
        <p:nvPicPr>
          <p:cNvPr id="826" name="Google Shape;826;p1"/>
          <p:cNvPicPr preferRelativeResize="0"/>
          <p:nvPr/>
        </p:nvPicPr>
        <p:blipFill rotWithShape="1">
          <a:blip r:embed="rId6">
            <a:alphaModFix/>
          </a:blip>
          <a:srcRect l="79" r="79"/>
          <a:stretch/>
        </p:blipFill>
        <p:spPr>
          <a:xfrm rot="540306">
            <a:off x="7336183" y="3887251"/>
            <a:ext cx="1208038"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pic>
        <p:nvPicPr>
          <p:cNvPr id="832" name="Google Shape;83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pic>
        <p:nvPicPr>
          <p:cNvPr id="833" name="Google Shape;833;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pic>
        <p:nvPicPr>
          <p:cNvPr id="834" name="Google Shape;834;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pic>
        <p:nvPicPr>
          <p:cNvPr id="835" name="Google Shape;835;g2bee4f4af4b_0_204"/>
          <p:cNvPicPr preferRelativeResize="0"/>
          <p:nvPr/>
        </p:nvPicPr>
        <p:blipFill rotWithShape="1">
          <a:blip r:embed="rId6">
            <a:alphaModFix/>
          </a:blip>
          <a:srcRect t="149" b="139"/>
          <a:stretch/>
        </p:blipFill>
        <p:spPr>
          <a:xfrm>
            <a:off x="6102429" y="4326104"/>
            <a:ext cx="931973" cy="665199"/>
          </a:xfrm>
          <a:prstGeom prst="rect">
            <a:avLst/>
          </a:prstGeom>
          <a:noFill/>
          <a:ln>
            <a:noFill/>
          </a:ln>
          <a:effectLst>
            <a:outerShdw blurRad="71438" dist="19050" dir="5220000" algn="bl" rotWithShape="0">
              <a:srgbClr val="D8D8D8"/>
            </a:outerShdw>
          </a:effectLst>
        </p:spPr>
      </p:pic>
      <p:pic>
        <p:nvPicPr>
          <p:cNvPr id="836" name="Google Shape;836;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pic>
        <p:nvPicPr>
          <p:cNvPr id="837" name="Google Shape;837;g2bee4f4af4b_0_204"/>
          <p:cNvPicPr preferRelativeResize="0"/>
          <p:nvPr/>
        </p:nvPicPr>
        <p:blipFill rotWithShape="1">
          <a:blip r:embed="rId8">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838" name="Google Shape;83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i</a:t>
            </a:r>
            <a:r>
              <a:rPr lang="en-US"/>
              <a:t>.</a:t>
            </a:r>
            <a:endParaRPr/>
          </a:p>
        </p:txBody>
      </p:sp>
      <p:sp>
        <p:nvSpPr>
          <p:cNvPr id="839" name="Google Shape;839;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a:t>
            </a:r>
            <a:r>
              <a:rPr lang="en-US"/>
              <a:t> letter sounds using flash cards.</a:t>
            </a:r>
            <a:endParaRPr/>
          </a:p>
        </p:txBody>
      </p:sp>
      <p:sp>
        <p:nvSpPr>
          <p:cNvPr id="840" name="Google Shape;84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841" name="Google Shape;84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842" name="Google Shape;84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843" name="Google Shape;84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844" name="Google Shape;84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845" name="Google Shape;84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846" name="Google Shape;84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sp>
        <p:nvSpPr>
          <p:cNvPr id="847" name="Google Shape;847;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848" name="Google Shape;848;g2bee4f4af4b_0_204"/>
          <p:cNvSpPr txBox="1"/>
          <p:nvPr/>
        </p:nvSpPr>
        <p:spPr>
          <a:xfrm>
            <a:off x="5786328"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sp>
        <p:nvSpPr>
          <p:cNvPr id="849" name="Google Shape;849;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850" name="Google Shape;850;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sp>
        <p:nvSpPr>
          <p:cNvPr id="851" name="Google Shape;851;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852" name="Google Shape;852;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sp>
        <p:nvSpPr>
          <p:cNvPr id="853" name="Google Shape;853;g2bee4f4af4b_0_204">
            <a:hlinkClick r:id="rId9" action="ppaction://hlinksldjump"/>
          </p:cNvPr>
          <p:cNvSpPr/>
          <p:nvPr/>
        </p:nvSpPr>
        <p:spPr>
          <a:xfrm>
            <a:off x="1024463" y="369932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4" name="Google Shape;854;g2bee4f4af4b_0_204">
            <a:hlinkClick r:id="rId10" action="ppaction://hlinksldjump"/>
          </p:cNvPr>
          <p:cNvSpPr/>
          <p:nvPr/>
        </p:nvSpPr>
        <p:spPr>
          <a:xfrm>
            <a:off x="2448837" y="372367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5" name="Google Shape;855;g2bee4f4af4b_0_204">
            <a:hlinkClick r:id="rId11" action="ppaction://hlinksldjump"/>
          </p:cNvPr>
          <p:cNvSpPr/>
          <p:nvPr/>
        </p:nvSpPr>
        <p:spPr>
          <a:xfrm>
            <a:off x="3570882" y="376233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6" name="Google Shape;856;g2bee4f4af4b_0_204">
            <a:hlinkClick r:id="rId12" action="ppaction://hlinksldjump"/>
          </p:cNvPr>
          <p:cNvSpPr/>
          <p:nvPr/>
        </p:nvSpPr>
        <p:spPr>
          <a:xfrm>
            <a:off x="4859429" y="378793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7" name="Google Shape;857;g2bee4f4af4b_0_204">
            <a:hlinkClick r:id="rId13" action="ppaction://hlinksldjump"/>
          </p:cNvPr>
          <p:cNvSpPr/>
          <p:nvPr/>
        </p:nvSpPr>
        <p:spPr>
          <a:xfrm>
            <a:off x="5932416" y="379934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8" name="Google Shape;858;g2bee4f4af4b_0_204">
            <a:hlinkClick r:id="rId14" action="ppaction://hlinksldjump"/>
          </p:cNvPr>
          <p:cNvSpPr/>
          <p:nvPr/>
        </p:nvSpPr>
        <p:spPr>
          <a:xfrm>
            <a:off x="7342892" y="379041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865" name="Google Shape;865;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ɑ t p</a:t>
            </a:r>
            <a:r>
              <a:rPr lang="en-US"/>
              <a:t> letter sounds using flashcards.</a:t>
            </a:r>
            <a:endParaRPr/>
          </a:p>
        </p:txBody>
      </p:sp>
      <p:pic>
        <p:nvPicPr>
          <p:cNvPr id="866" name="Google Shape;866;g26b641b03cd_0_165"/>
          <p:cNvPicPr preferRelativeResize="0"/>
          <p:nvPr/>
        </p:nvPicPr>
        <p:blipFill rotWithShape="1">
          <a:blip r:embed="rId3">
            <a:alphaModFix/>
          </a:blip>
          <a:srcRect l="79" r="79"/>
          <a:stretch/>
        </p:blipFill>
        <p:spPr>
          <a:xfrm>
            <a:off x="865575" y="2305875"/>
            <a:ext cx="1747050" cy="2472849"/>
          </a:xfrm>
          <a:prstGeom prst="rect">
            <a:avLst/>
          </a:prstGeom>
          <a:noFill/>
          <a:ln>
            <a:noFill/>
          </a:ln>
          <a:effectLst>
            <a:outerShdw blurRad="71438" dist="28575" dir="5400000" algn="bl" rotWithShape="0">
              <a:srgbClr val="000000">
                <a:alpha val="16470"/>
              </a:srgbClr>
            </a:outerShdw>
          </a:effectLst>
        </p:spPr>
      </p:pic>
      <p:pic>
        <p:nvPicPr>
          <p:cNvPr id="867" name="Google Shape;867;g26b641b03cd_0_165"/>
          <p:cNvPicPr preferRelativeResize="0"/>
          <p:nvPr/>
        </p:nvPicPr>
        <p:blipFill rotWithShape="1">
          <a:blip r:embed="rId4">
            <a:alphaModFix/>
          </a:blip>
          <a:srcRect l="19" r="29"/>
          <a:stretch/>
        </p:blipFill>
        <p:spPr>
          <a:xfrm>
            <a:off x="6401636" y="2305875"/>
            <a:ext cx="1747050" cy="2472848"/>
          </a:xfrm>
          <a:prstGeom prst="rect">
            <a:avLst/>
          </a:prstGeom>
          <a:noFill/>
          <a:ln>
            <a:noFill/>
          </a:ln>
          <a:effectLst>
            <a:outerShdw blurRad="71438" dist="28575" dir="5400000" algn="bl" rotWithShape="0">
              <a:srgbClr val="000000">
                <a:alpha val="16470"/>
              </a:srgbClr>
            </a:outerShdw>
          </a:effectLst>
        </p:spPr>
      </p:pic>
      <p:pic>
        <p:nvPicPr>
          <p:cNvPr id="868" name="Google Shape;868;g26b641b03cd_0_165"/>
          <p:cNvPicPr preferRelativeResize="0"/>
          <p:nvPr/>
        </p:nvPicPr>
        <p:blipFill rotWithShape="1">
          <a:blip r:embed="rId5">
            <a:alphaModFix/>
          </a:blip>
          <a:srcRect l="19" r="29"/>
          <a:stretch/>
        </p:blipFill>
        <p:spPr>
          <a:xfrm>
            <a:off x="2710929" y="2305875"/>
            <a:ext cx="1747050" cy="2472848"/>
          </a:xfrm>
          <a:prstGeom prst="rect">
            <a:avLst/>
          </a:prstGeom>
          <a:noFill/>
          <a:ln>
            <a:noFill/>
          </a:ln>
          <a:effectLst>
            <a:outerShdw blurRad="71438" dist="28575" dir="5400000" algn="bl" rotWithShape="0">
              <a:srgbClr val="000000">
                <a:alpha val="16470"/>
              </a:srgbClr>
            </a:outerShdw>
          </a:effectLst>
        </p:spPr>
      </p:pic>
      <p:pic>
        <p:nvPicPr>
          <p:cNvPr id="869" name="Google Shape;869;g26b641b03cd_0_165"/>
          <p:cNvPicPr preferRelativeResize="0"/>
          <p:nvPr/>
        </p:nvPicPr>
        <p:blipFill rotWithShape="1">
          <a:blip r:embed="rId6">
            <a:alphaModFix/>
          </a:blip>
          <a:srcRect l="19" r="29"/>
          <a:stretch/>
        </p:blipFill>
        <p:spPr>
          <a:xfrm>
            <a:off x="4556283" y="2305875"/>
            <a:ext cx="1747050" cy="2472848"/>
          </a:xfrm>
          <a:prstGeom prst="rect">
            <a:avLst/>
          </a:prstGeom>
          <a:noFill/>
          <a:ln>
            <a:noFill/>
          </a:ln>
          <a:effectLst>
            <a:outerShdw blurRad="71438" dist="28575" dir="5400000" algn="bl" rotWithShape="0">
              <a:srgbClr val="000000">
                <a:alpha val="1647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d9d211d221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876" name="Google Shape;876;g2d9d211d221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77" name="Google Shape;877;g2d9d211d221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78" name="Google Shape;878;g2d9d211d221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85" name="Google Shape;885;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6" name="Google Shape;886;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87" name="Google Shape;88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94" name="Google Shape;89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5" name="Google Shape;895;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96" name="Google Shape;89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03" name="Google Shape;90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04" name="Google Shape;904;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905" name="Google Shape;90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912" name="Google Shape;91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13" name="Google Shape;913;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914" name="Google Shape;91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21" name="Google Shape;921;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2" name="Google Shape;922;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6bafff8a68_0_75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9" name="Google Shape;929;g26bafff8a68_0_75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0" name="Google Shape;930;g26bafff8a68_0_75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6bafff8a68_0_75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6bafff8a68_0_75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6bafff8a68_0_75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6bafff8a68_0_75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5" name="Google Shape;935;g26bafff8a68_0_755"/>
          <p:cNvGrpSpPr/>
          <p:nvPr/>
        </p:nvGrpSpPr>
        <p:grpSpPr>
          <a:xfrm>
            <a:off x="304250" y="6984600"/>
            <a:ext cx="8330829" cy="808600"/>
            <a:chOff x="-152950" y="7365600"/>
            <a:chExt cx="8330829" cy="808600"/>
          </a:xfrm>
        </p:grpSpPr>
        <p:sp>
          <p:nvSpPr>
            <p:cNvPr id="936" name="Google Shape;936;g26bafff8a68_0_75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7" name="Google Shape;937;g26bafff8a68_0_75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8" name="Google Shape;938;g26bafff8a68_0_75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9" name="Google Shape;939;g26bafff8a68_0_75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0" name="Google Shape;940;g26bafff8a68_0_75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1" name="Google Shape;941;g26bafff8a68_0_75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2" name="Google Shape;942;g26bafff8a68_0_75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3" name="Google Shape;943;g26bafff8a68_0_75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4" name="Google Shape;944;g26bafff8a68_0_75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26bafff8a68_0_75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6bafff8a68_0_755"/>
          <p:cNvSpPr/>
          <p:nvPr/>
        </p:nvSpPr>
        <p:spPr>
          <a:xfrm>
            <a:off x="39083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6bafff8a68_0_755"/>
          <p:cNvSpPr/>
          <p:nvPr/>
        </p:nvSpPr>
        <p:spPr>
          <a:xfrm>
            <a:off x="48455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8" name="Google Shape;948;g26bafff8a68_0_75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9" name="Google Shape;949;g26bafff8a68_0_755"/>
          <p:cNvSpPr txBox="1">
            <a:spLocks noGrp="1"/>
          </p:cNvSpPr>
          <p:nvPr>
            <p:ph type="subTitle" idx="4294967295"/>
          </p:nvPr>
        </p:nvSpPr>
        <p:spPr>
          <a:xfrm>
            <a:off x="42759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0" name="Google Shape;950;g26bafff8a68_0_755"/>
          <p:cNvSpPr txBox="1">
            <a:spLocks noGrp="1"/>
          </p:cNvSpPr>
          <p:nvPr>
            <p:ph type="subTitle" idx="4294967295"/>
          </p:nvPr>
        </p:nvSpPr>
        <p:spPr>
          <a:xfrm>
            <a:off x="33386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g26bafff8a68_0_7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7" name="Google Shape;957;g26bafff8a68_0_7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8" name="Google Shape;958;g26bafff8a68_0_72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6bafff8a68_0_72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6bafff8a68_0_72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6bafff8a68_0_72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6bafff8a68_0_72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3" name="Google Shape;963;g26bafff8a68_0_726"/>
          <p:cNvGrpSpPr/>
          <p:nvPr/>
        </p:nvGrpSpPr>
        <p:grpSpPr>
          <a:xfrm>
            <a:off x="304250" y="6984600"/>
            <a:ext cx="8330829" cy="808600"/>
            <a:chOff x="-152950" y="7365600"/>
            <a:chExt cx="8330829" cy="808600"/>
          </a:xfrm>
        </p:grpSpPr>
        <p:sp>
          <p:nvSpPr>
            <p:cNvPr id="964" name="Google Shape;964;g26bafff8a68_0_72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5" name="Google Shape;965;g26bafff8a68_0_72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6" name="Google Shape;966;g26bafff8a68_0_72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7" name="Google Shape;967;g26bafff8a68_0_72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8" name="Google Shape;968;g26bafff8a68_0_72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9" name="Google Shape;969;g26bafff8a68_0_72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0" name="Google Shape;970;g26bafff8a68_0_72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1" name="Google Shape;971;g26bafff8a68_0_72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72" name="Google Shape;972;g26bafff8a68_0_72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6bafff8a68_0_72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6bafff8a68_0_726"/>
          <p:cNvSpPr/>
          <p:nvPr/>
        </p:nvSpPr>
        <p:spPr>
          <a:xfrm>
            <a:off x="3363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6bafff8a68_0_726"/>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6bafff8a68_0_726"/>
          <p:cNvSpPr/>
          <p:nvPr/>
        </p:nvSpPr>
        <p:spPr>
          <a:xfrm>
            <a:off x="5390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7" name="Google Shape;977;g26bafff8a68_0_72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8" name="Google Shape;978;g26bafff8a68_0_726"/>
          <p:cNvSpPr txBox="1">
            <a:spLocks noGrp="1"/>
          </p:cNvSpPr>
          <p:nvPr>
            <p:ph type="subTitle" idx="4294967295"/>
          </p:nvPr>
        </p:nvSpPr>
        <p:spPr>
          <a:xfrm>
            <a:off x="4820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79" name="Google Shape;979;g26bafff8a68_0_726"/>
          <p:cNvSpPr txBox="1">
            <a:spLocks noGrp="1"/>
          </p:cNvSpPr>
          <p:nvPr>
            <p:ph type="subTitle" idx="4294967295"/>
          </p:nvPr>
        </p:nvSpPr>
        <p:spPr>
          <a:xfrm>
            <a:off x="2793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80" name="Google Shape;980;g26bafff8a68_0_726"/>
          <p:cNvSpPr txBox="1">
            <a:spLocks noGrp="1"/>
          </p:cNvSpPr>
          <p:nvPr>
            <p:ph type="subTitle" idx="4294967295"/>
          </p:nvPr>
        </p:nvSpPr>
        <p:spPr>
          <a:xfrm>
            <a:off x="3807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87" name="Google Shape;98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88" name="Google Shape;98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95" name="Google Shape;99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96" name="Google Shape;99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97" name="Google Shape;99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04" name="Google Shape;100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5" name="Google Shape;1005;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06" name="Google Shape;100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13" name="Google Shape;101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14" name="Google Shape;1014;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15" name="Google Shape;101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22" name="Google Shape;102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3" name="Google Shape;1023;g2c186218c5a_0_149"/>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4" name="Google Shape;102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6b641b03cd_0_301"/>
          <p:cNvSpPr txBox="1">
            <a:spLocks noGrp="1"/>
          </p:cNvSpPr>
          <p:nvPr>
            <p:ph type="title"/>
          </p:nvPr>
        </p:nvSpPr>
        <p:spPr>
          <a:xfrm>
            <a:off x="889275" y="5568500"/>
            <a:ext cx="7365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31" name="Google Shape;103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32" name="Google Shape;103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33" name="Google Shape;1033;g26b641b03cd_0_301"/>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c2731bd414_2_2"/>
          <p:cNvSpPr txBox="1">
            <a:spLocks noGrp="1"/>
          </p:cNvSpPr>
          <p:nvPr>
            <p:ph type="title"/>
          </p:nvPr>
        </p:nvSpPr>
        <p:spPr>
          <a:xfrm>
            <a:off x="914325" y="5568500"/>
            <a:ext cx="7315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0" name="Google Shape;1040;g2c2731bd414_2_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41" name="Google Shape;1041;g2c2731bd414_2_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42" name="Google Shape;1042;g2c2731bd414_2_2"/>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c2731bd414_2_10"/>
          <p:cNvSpPr txBox="1">
            <a:spLocks noGrp="1"/>
          </p:cNvSpPr>
          <p:nvPr>
            <p:ph type="title"/>
          </p:nvPr>
        </p:nvSpPr>
        <p:spPr>
          <a:xfrm>
            <a:off x="914250" y="5568500"/>
            <a:ext cx="7315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9" name="Google Shape;1049;g2c2731bd414_2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50" name="Google Shape;1050;g2c2731bd414_2_1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1" name="Google Shape;1051;g2c2731bd414_2_10"/>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2731bd414_2_18"/>
          <p:cNvSpPr txBox="1">
            <a:spLocks noGrp="1"/>
          </p:cNvSpPr>
          <p:nvPr>
            <p:ph type="title"/>
          </p:nvPr>
        </p:nvSpPr>
        <p:spPr>
          <a:xfrm>
            <a:off x="908050" y="5568500"/>
            <a:ext cx="73278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8" name="Google Shape;1058;g2c2731bd414_2_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59" name="Google Shape;1059;g2c2731bd414_2_1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0" name="Google Shape;1060;g2c2731bd414_2_1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67" name="Google Shape;1067;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68" name="Google Shape;1068;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69" name="Google Shape;1069;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76" name="Google Shape;1076;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77" name="Google Shape;1077;g26b641b03cd_1_0"/>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78" name="Google Shape;1078;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2c2731bd414_3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5" name="Google Shape;1085;g2c2731bd414_3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sz="3000"/>
              <a:t>Practise Building Words</a:t>
            </a:r>
            <a:endParaRPr/>
          </a:p>
        </p:txBody>
      </p:sp>
      <p:grpSp>
        <p:nvGrpSpPr>
          <p:cNvPr id="1086" name="Google Shape;1086;g2c2731bd414_3_0"/>
          <p:cNvGrpSpPr/>
          <p:nvPr/>
        </p:nvGrpSpPr>
        <p:grpSpPr>
          <a:xfrm>
            <a:off x="3024000" y="209875"/>
            <a:ext cx="3096000" cy="454800"/>
            <a:chOff x="3024000" y="209875"/>
            <a:chExt cx="3096000" cy="454800"/>
          </a:xfrm>
        </p:grpSpPr>
        <p:sp>
          <p:nvSpPr>
            <p:cNvPr id="1087" name="Google Shape;1087;g2c2731bd414_3_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8" name="Google Shape;1088;g2c2731bd414_3_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9" name="Google Shape;1089;g2c2731bd414_3_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0" name="Google Shape;1090;g2c2731bd414_3_0"/>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1" name="Google Shape;1091;g2c2731bd414_3_0"/>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2" name="Google Shape;1092;g2c2731bd414_3_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3" name="Google Shape;1093;g2c2731bd414_3_0"/>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4" name="Google Shape;1094;g2c2731bd414_3_0"/>
          <p:cNvSpPr txBox="1"/>
          <p:nvPr/>
        </p:nvSpPr>
        <p:spPr>
          <a:xfrm>
            <a:off x="1875600" y="822050"/>
            <a:ext cx="1225800" cy="1944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095" name="Google Shape;1095;g2c2731bd414_3_0"/>
          <p:cNvSpPr txBox="1"/>
          <p:nvPr/>
        </p:nvSpPr>
        <p:spPr>
          <a:xfrm>
            <a:off x="6042600" y="822050"/>
            <a:ext cx="1225800" cy="1944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1096" name="Google Shape;1096;g2c2731bd414_3_0"/>
          <p:cNvSpPr txBox="1"/>
          <p:nvPr/>
        </p:nvSpPr>
        <p:spPr>
          <a:xfrm>
            <a:off x="3264600" y="822050"/>
            <a:ext cx="1225800" cy="1944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097" name="Google Shape;1097;g2c2731bd414_3_0"/>
          <p:cNvSpPr txBox="1"/>
          <p:nvPr/>
        </p:nvSpPr>
        <p:spPr>
          <a:xfrm>
            <a:off x="4653600" y="822050"/>
            <a:ext cx="1225800" cy="1944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cxnSp>
        <p:nvCxnSpPr>
          <p:cNvPr id="1098" name="Google Shape;1098;g2c2731bd414_3_0"/>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g2c2434f3e86_2_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5" name="Google Shape;1105;g2c2434f3e86_2_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sz="3000"/>
              <a:t>Practise Building Words</a:t>
            </a:r>
            <a:endParaRPr/>
          </a:p>
        </p:txBody>
      </p:sp>
      <p:cxnSp>
        <p:nvCxnSpPr>
          <p:cNvPr id="1106" name="Google Shape;1106;g2c2434f3e86_2_7"/>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107" name="Google Shape;1107;g2c2434f3e86_2_7"/>
          <p:cNvGrpSpPr/>
          <p:nvPr/>
        </p:nvGrpSpPr>
        <p:grpSpPr>
          <a:xfrm>
            <a:off x="3024000" y="209875"/>
            <a:ext cx="3096000" cy="454800"/>
            <a:chOff x="3024000" y="209875"/>
            <a:chExt cx="3096000" cy="454800"/>
          </a:xfrm>
        </p:grpSpPr>
        <p:sp>
          <p:nvSpPr>
            <p:cNvPr id="1108" name="Google Shape;1108;g2c2434f3e86_2_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9" name="Google Shape;1109;g2c2434f3e86_2_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0" name="Google Shape;1110;g2c2434f3e86_2_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1" name="Google Shape;1111;g2c2434f3e86_2_7"/>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2" name="Google Shape;1112;g2c2434f3e86_2_7"/>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3" name="Google Shape;1113;g2c2434f3e86_2_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4" name="Google Shape;1114;g2c2434f3e86_2_7"/>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5" name="Google Shape;1115;g2c2434f3e86_2_7"/>
          <p:cNvSpPr txBox="1">
            <a:spLocks noGrp="1"/>
          </p:cNvSpPr>
          <p:nvPr>
            <p:ph type="subTitle" idx="4294967295"/>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sit tip pip pit sip is it</a:t>
            </a:r>
            <a:endParaRPr sz="1800" b="0" i="0" u="none" strike="noStrike" cap="none">
              <a:solidFill>
                <a:srgbClr val="B7B7B7"/>
              </a:solidFill>
              <a:latin typeface="Jost"/>
              <a:ea typeface="Jost"/>
              <a:cs typeface="Jost"/>
              <a:sym typeface="Jost"/>
            </a:endParaRPr>
          </a:p>
        </p:txBody>
      </p:sp>
      <p:sp>
        <p:nvSpPr>
          <p:cNvPr id="1116" name="Google Shape;1116;g2c2434f3e86_2_7"/>
          <p:cNvSpPr txBox="1"/>
          <p:nvPr/>
        </p:nvSpPr>
        <p:spPr>
          <a:xfrm>
            <a:off x="1875600" y="822050"/>
            <a:ext cx="1225800" cy="1944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117" name="Google Shape;1117;g2c2434f3e86_2_7"/>
          <p:cNvSpPr txBox="1"/>
          <p:nvPr/>
        </p:nvSpPr>
        <p:spPr>
          <a:xfrm>
            <a:off x="6042600" y="822050"/>
            <a:ext cx="1225800" cy="1944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1118" name="Google Shape;1118;g2c2434f3e86_2_7"/>
          <p:cNvSpPr txBox="1"/>
          <p:nvPr/>
        </p:nvSpPr>
        <p:spPr>
          <a:xfrm>
            <a:off x="3264600" y="822050"/>
            <a:ext cx="1225800" cy="1944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119" name="Google Shape;1119;g2c2434f3e86_2_7"/>
          <p:cNvSpPr txBox="1"/>
          <p:nvPr/>
        </p:nvSpPr>
        <p:spPr>
          <a:xfrm>
            <a:off x="4653600" y="822050"/>
            <a:ext cx="1225800" cy="1944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cxnSp>
        <p:nvCxnSpPr>
          <p:cNvPr id="1120" name="Google Shape;1120;g2c2434f3e86_2_7"/>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pic>
        <p:nvPicPr>
          <p:cNvPr id="1126" name="Google Shape;1126;g2c186218c5a_0_118"/>
          <p:cNvPicPr preferRelativeResize="0"/>
          <p:nvPr/>
        </p:nvPicPr>
        <p:blipFill rotWithShape="1">
          <a:blip r:embed="rId3">
            <a:alphaModFix/>
          </a:blip>
          <a:srcRect t="268" b="278"/>
          <a:stretch/>
        </p:blipFill>
        <p:spPr>
          <a:xfrm rot="-385541">
            <a:off x="501174" y="1424049"/>
            <a:ext cx="2613275" cy="3696149"/>
          </a:xfrm>
          <a:prstGeom prst="rect">
            <a:avLst/>
          </a:prstGeom>
          <a:noFill/>
          <a:ln>
            <a:noFill/>
          </a:ln>
        </p:spPr>
      </p:pic>
      <p:sp>
        <p:nvSpPr>
          <p:cNvPr id="1127" name="Google Shape;1127;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‘Incy Wincy Spider’.</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i</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Use letters for building words and encoding.</a:t>
            </a:r>
            <a:endParaRPr/>
          </a:p>
          <a:p>
            <a:pPr marL="457200" lvl="0" indent="-330200" algn="l" rtl="0">
              <a:lnSpc>
                <a:spcPct val="115000"/>
              </a:lnSpc>
              <a:spcBef>
                <a:spcPts val="0"/>
              </a:spcBef>
              <a:spcAft>
                <a:spcPts val="0"/>
              </a:spcAft>
              <a:buSzPts val="1600"/>
              <a:buChar char="•"/>
            </a:pPr>
            <a:r>
              <a:rPr lang="en-US"/>
              <a:t>Print letters using ink stamps.</a:t>
            </a:r>
            <a:endParaRPr/>
          </a:p>
          <a:p>
            <a:pPr marL="0" lvl="0" indent="0" algn="l" rtl="0">
              <a:lnSpc>
                <a:spcPct val="115000"/>
              </a:lnSpc>
              <a:spcBef>
                <a:spcPts val="1000"/>
              </a:spcBef>
              <a:spcAft>
                <a:spcPts val="0"/>
              </a:spcAft>
              <a:buSzPts val="1600"/>
              <a:buNone/>
            </a:pPr>
            <a:endParaRPr/>
          </a:p>
        </p:txBody>
      </p:sp>
      <p:sp>
        <p:nvSpPr>
          <p:cNvPr id="1128" name="Google Shape;1128;g2c186218c5a_0_118"/>
          <p:cNvSpPr txBox="1"/>
          <p:nvPr/>
        </p:nvSpPr>
        <p:spPr>
          <a:xfrm rot="316434">
            <a:off x="3041508" y="2077945"/>
            <a:ext cx="293744" cy="71370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rgbClr val="ED1C24"/>
                </a:solidFill>
                <a:latin typeface="Finger Paint"/>
                <a:ea typeface="Finger Paint"/>
                <a:cs typeface="Finger Paint"/>
                <a:sym typeface="Finger Paint"/>
              </a:rPr>
              <a:t>i</a:t>
            </a:r>
            <a:endParaRPr sz="6000" b="0" i="0" u="none" strike="noStrike" cap="none">
              <a:solidFill>
                <a:srgbClr val="ED1C24"/>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429</Words>
  <Application>Microsoft Office PowerPoint</Application>
  <PresentationFormat>On-screen Show (4:3)</PresentationFormat>
  <Paragraphs>162</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2</cp:revision>
  <dcterms:created xsi:type="dcterms:W3CDTF">2021-01-13T00:47:47Z</dcterms:created>
  <dcterms:modified xsi:type="dcterms:W3CDTF">2026-04-22T05:18:35Z</dcterms:modified>
</cp:coreProperties>
</file>