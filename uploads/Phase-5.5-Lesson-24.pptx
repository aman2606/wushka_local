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9144000" cy="6858000" type="screen4x3"/>
  <p:notesSz cx="6858000" cy="9144000"/>
  <p:embeddedFontLst>
    <p:embeddedFont>
      <p:font typeface="Jost" panose="020B0604020202020204" charset="0"/>
      <p:regular r:id="rId30"/>
      <p:bold r:id="rId31"/>
      <p:italic r:id="rId32"/>
      <p:boldItalic r:id="rId33"/>
    </p:embeddedFont>
    <p:embeddedFont>
      <p:font typeface="Nunito Black" pitchFamily="2" charset="0"/>
      <p:bold r:id="rId34"/>
      <p:boldItalic r:id="rId35"/>
    </p:embeddedFont>
    <p:embeddedFont>
      <p:font typeface="Poppins" panose="00000500000000000000" pitchFamily="2" charset="0"/>
      <p:regular r:id="rId36"/>
      <p:bold r:id="rId37"/>
      <p:italic r:id="rId38"/>
      <p:boldItalic r:id="rId39"/>
    </p:embeddedFont>
    <p:embeddedFont>
      <p:font typeface="Poppins Medium" panose="00000600000000000000" pitchFamily="2" charset="0"/>
      <p:regular r:id="rId40"/>
      <p:bold r:id="rId41"/>
      <p:italic r:id="rId42"/>
      <p:boldItalic r:id="rId43"/>
    </p:embeddedFont>
    <p:embeddedFont>
      <p:font typeface="Poppins SemiBold" panose="00000700000000000000" pitchFamily="2"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4" roundtripDataSignature="AMtx7mhyyua4idmQMHrghZaeaUu/FcecN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AF41C91-1125-4ADD-8D2E-6549B88EFA49}">
  <a:tblStyle styleId="{6AF41C91-1125-4ADD-8D2E-6549B88EFA49}"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font" Target="fonts/font13.fntdata"/><Relationship Id="rId47" Type="http://schemas.openxmlformats.org/officeDocument/2006/relationships/font" Target="fonts/font18.fntdata"/><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notesMaster" Target="notesMasters/notesMaster1.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font" Target="fonts/font16.fntdata"/><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4"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font" Target="fonts/font14.fntdata"/><Relationship Id="rId56"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46" Type="http://schemas.openxmlformats.org/officeDocument/2006/relationships/font" Target="fonts/font17.fntdata"/><Relationship Id="rId20" Type="http://schemas.openxmlformats.org/officeDocument/2006/relationships/slide" Target="slides/slide19.xml"/><Relationship Id="rId41" Type="http://schemas.openxmlformats.org/officeDocument/2006/relationships/font" Target="fonts/font12.fntdata"/><Relationship Id="rId54"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9" name="Google Shape;659;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1" name="Google Shape;681;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2" name="Google Shape;682;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1" name="Google Shape;711;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2" name="Google Shape;712;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7" name="Google Shape;747;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8" name="Google Shape;748;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5" name="Google Shape;795;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6" name="Google Shape;796;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8"/>
        <p:cNvGrpSpPr/>
        <p:nvPr/>
      </p:nvGrpSpPr>
      <p:grpSpPr>
        <a:xfrm>
          <a:off x="0" y="0"/>
          <a:ext cx="0" cy="0"/>
          <a:chOff x="0" y="0"/>
          <a:chExt cx="0" cy="0"/>
        </a:xfrm>
      </p:grpSpPr>
      <p:sp>
        <p:nvSpPr>
          <p:cNvPr id="809" name="Google Shape;809;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0" name="Google Shape;810;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1" name="Google Shape;811;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1" name="Google Shape;831;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2" name="Google Shape;832;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p:cNvGrpSpPr/>
        <p:nvPr/>
      </p:nvGrpSpPr>
      <p:grpSpPr>
        <a:xfrm>
          <a:off x="0" y="0"/>
          <a:ext cx="0" cy="0"/>
          <a:chOff x="0" y="0"/>
          <a:chExt cx="0" cy="0"/>
        </a:xfrm>
      </p:grpSpPr>
      <p:sp>
        <p:nvSpPr>
          <p:cNvPr id="865" name="Google Shape;865;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6" name="Google Shape;866;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7" name="Google Shape;867;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4"/>
        <p:cNvGrpSpPr/>
        <p:nvPr/>
      </p:nvGrpSpPr>
      <p:grpSpPr>
        <a:xfrm>
          <a:off x="0" y="0"/>
          <a:ext cx="0" cy="0"/>
          <a:chOff x="0" y="0"/>
          <a:chExt cx="0" cy="0"/>
        </a:xfrm>
      </p:grpSpPr>
      <p:sp>
        <p:nvSpPr>
          <p:cNvPr id="885" name="Google Shape;885;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6" name="Google Shape;886;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7" name="Google Shape;887;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5"/>
        <p:cNvGrpSpPr/>
        <p:nvPr/>
      </p:nvGrpSpPr>
      <p:grpSpPr>
        <a:xfrm>
          <a:off x="0" y="0"/>
          <a:ext cx="0" cy="0"/>
          <a:chOff x="0" y="0"/>
          <a:chExt cx="0" cy="0"/>
        </a:xfrm>
      </p:grpSpPr>
      <p:sp>
        <p:nvSpPr>
          <p:cNvPr id="906" name="Google Shape;906;g2cdbdd193bb_0_3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7" name="Google Shape;907;g2cdbdd193bb_0_3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8" name="Google Shape;908;g2cdbdd193bb_0_3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4"/>
        <p:cNvGrpSpPr/>
        <p:nvPr/>
      </p:nvGrpSpPr>
      <p:grpSpPr>
        <a:xfrm>
          <a:off x="0" y="0"/>
          <a:ext cx="0" cy="0"/>
          <a:chOff x="0" y="0"/>
          <a:chExt cx="0" cy="0"/>
        </a:xfrm>
      </p:grpSpPr>
      <p:sp>
        <p:nvSpPr>
          <p:cNvPr id="925" name="Google Shape;925;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6" name="Google Shape;926;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7" name="Google Shape;927;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7"/>
        <p:cNvGrpSpPr/>
        <p:nvPr/>
      </p:nvGrpSpPr>
      <p:grpSpPr>
        <a:xfrm>
          <a:off x="0" y="0"/>
          <a:ext cx="0" cy="0"/>
          <a:chOff x="0" y="0"/>
          <a:chExt cx="0" cy="0"/>
        </a:xfrm>
      </p:grpSpPr>
      <p:sp>
        <p:nvSpPr>
          <p:cNvPr id="938" name="Google Shape;938;g2d9edfad72c_0_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9" name="Google Shape;939;g2d9edfad72c_0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0" name="Google Shape;940;g2d9edfad72c_0_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0"/>
        <p:cNvGrpSpPr/>
        <p:nvPr/>
      </p:nvGrpSpPr>
      <p:grpSpPr>
        <a:xfrm>
          <a:off x="0" y="0"/>
          <a:ext cx="0" cy="0"/>
          <a:chOff x="0" y="0"/>
          <a:chExt cx="0" cy="0"/>
        </a:xfrm>
      </p:grpSpPr>
      <p:sp>
        <p:nvSpPr>
          <p:cNvPr id="951" name="Google Shape;951;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2" name="Google Shape;952;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3" name="Google Shape;953;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7"/>
        <p:cNvGrpSpPr/>
        <p:nvPr/>
      </p:nvGrpSpPr>
      <p:grpSpPr>
        <a:xfrm>
          <a:off x="0" y="0"/>
          <a:ext cx="0" cy="0"/>
          <a:chOff x="0" y="0"/>
          <a:chExt cx="0" cy="0"/>
        </a:xfrm>
      </p:grpSpPr>
      <p:sp>
        <p:nvSpPr>
          <p:cNvPr id="958" name="Google Shape;958;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9" name="Google Shape;959;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0" name="Google Shape;960;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4"/>
        <p:cNvGrpSpPr/>
        <p:nvPr/>
      </p:nvGrpSpPr>
      <p:grpSpPr>
        <a:xfrm>
          <a:off x="0" y="0"/>
          <a:ext cx="0" cy="0"/>
          <a:chOff x="0" y="0"/>
          <a:chExt cx="0" cy="0"/>
        </a:xfrm>
      </p:grpSpPr>
      <p:sp>
        <p:nvSpPr>
          <p:cNvPr id="995" name="Google Shape;995;g2d9edfad72c_0_3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6" name="Google Shape;996;g2d9edfad72c_0_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7" name="Google Shape;997;g2d9edfad72c_0_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8"/>
        <p:cNvGrpSpPr/>
        <p:nvPr/>
      </p:nvGrpSpPr>
      <p:grpSpPr>
        <a:xfrm>
          <a:off x="0" y="0"/>
          <a:ext cx="0" cy="0"/>
          <a:chOff x="0" y="0"/>
          <a:chExt cx="0" cy="0"/>
        </a:xfrm>
      </p:grpSpPr>
      <p:sp>
        <p:nvSpPr>
          <p:cNvPr id="1029" name="Google Shape;1029;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0" name="Google Shape;1030;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1" name="Google Shape;1031;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5"/>
        <p:cNvGrpSpPr/>
        <p:nvPr/>
      </p:nvGrpSpPr>
      <p:grpSpPr>
        <a:xfrm>
          <a:off x="0" y="0"/>
          <a:ext cx="0" cy="0"/>
          <a:chOff x="0" y="0"/>
          <a:chExt cx="0" cy="0"/>
        </a:xfrm>
      </p:grpSpPr>
      <p:sp>
        <p:nvSpPr>
          <p:cNvPr id="1036" name="Google Shape;1036;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7" name="Google Shape;1037;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8" name="Google Shape;1038;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4"/>
        <p:cNvGrpSpPr/>
        <p:nvPr/>
      </p:nvGrpSpPr>
      <p:grpSpPr>
        <a:xfrm>
          <a:off x="0" y="0"/>
          <a:ext cx="0" cy="0"/>
          <a:chOff x="0" y="0"/>
          <a:chExt cx="0" cy="0"/>
        </a:xfrm>
      </p:grpSpPr>
      <p:sp>
        <p:nvSpPr>
          <p:cNvPr id="1045" name="Google Shape;1045;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6" name="Google Shape;1046;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7" name="Google Shape;1047;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3"/>
        <p:cNvGrpSpPr/>
        <p:nvPr/>
      </p:nvGrpSpPr>
      <p:grpSpPr>
        <a:xfrm>
          <a:off x="0" y="0"/>
          <a:ext cx="0" cy="0"/>
          <a:chOff x="0" y="0"/>
          <a:chExt cx="0" cy="0"/>
        </a:xfrm>
      </p:grpSpPr>
      <p:sp>
        <p:nvSpPr>
          <p:cNvPr id="1054" name="Google Shape;1054;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5" name="Google Shape;1055;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6" name="Google Shape;1056;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2"/>
        <p:cNvGrpSpPr/>
        <p:nvPr/>
      </p:nvGrpSpPr>
      <p:grpSpPr>
        <a:xfrm>
          <a:off x="0" y="0"/>
          <a:ext cx="0" cy="0"/>
          <a:chOff x="0" y="0"/>
          <a:chExt cx="0" cy="0"/>
        </a:xfrm>
      </p:grpSpPr>
      <p:sp>
        <p:nvSpPr>
          <p:cNvPr id="1063" name="Google Shape;1063;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4" name="Google Shape;1064;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5" name="Google Shape;1065;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1"/>
        <p:cNvGrpSpPr/>
        <p:nvPr/>
      </p:nvGrpSpPr>
      <p:grpSpPr>
        <a:xfrm>
          <a:off x="0" y="0"/>
          <a:ext cx="0" cy="0"/>
          <a:chOff x="0" y="0"/>
          <a:chExt cx="0" cy="0"/>
        </a:xfrm>
      </p:grpSpPr>
      <p:sp>
        <p:nvSpPr>
          <p:cNvPr id="1072" name="Google Shape;1072;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3" name="Google Shape;1073;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4" name="Google Shape;1074;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2"/>
        <p:cNvGrpSpPr/>
        <p:nvPr/>
      </p:nvGrpSpPr>
      <p:grpSpPr>
        <a:xfrm>
          <a:off x="0" y="0"/>
          <a:ext cx="0" cy="0"/>
          <a:chOff x="0" y="0"/>
          <a:chExt cx="0" cy="0"/>
        </a:xfrm>
      </p:grpSpPr>
      <p:sp>
        <p:nvSpPr>
          <p:cNvPr id="1083" name="Google Shape;1083;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4" name="Google Shape;1084;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5" name="Google Shape;1085;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3"/>
        <p:cNvGrpSpPr/>
        <p:nvPr/>
      </p:nvGrpSpPr>
      <p:grpSpPr>
        <a:xfrm>
          <a:off x="0" y="0"/>
          <a:ext cx="0" cy="0"/>
          <a:chOff x="0" y="0"/>
          <a:chExt cx="0" cy="0"/>
        </a:xfrm>
      </p:grpSpPr>
      <p:sp>
        <p:nvSpPr>
          <p:cNvPr id="1094" name="Google Shape;1094;g2d9edfad72c_0_10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5" name="Google Shape;1095;g2d9edfad72c_0_10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6" name="Google Shape;1096;g2d9edfad72c_0_10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2"/>
        <p:cNvGrpSpPr/>
        <p:nvPr/>
      </p:nvGrpSpPr>
      <p:grpSpPr>
        <a:xfrm>
          <a:off x="0" y="0"/>
          <a:ext cx="0" cy="0"/>
          <a:chOff x="0" y="0"/>
          <a:chExt cx="0" cy="0"/>
        </a:xfrm>
      </p:grpSpPr>
      <p:sp>
        <p:nvSpPr>
          <p:cNvPr id="1103" name="Google Shape;1103;g2d9edfad72c_0_13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4" name="Google Shape;1104;g2d9edfad72c_0_13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5" name="Google Shape;1105;g2d9edfad72c_0_13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1"/>
        <p:cNvGrpSpPr/>
        <p:nvPr/>
      </p:nvGrpSpPr>
      <p:grpSpPr>
        <a:xfrm>
          <a:off x="0" y="0"/>
          <a:ext cx="0" cy="0"/>
          <a:chOff x="0" y="0"/>
          <a:chExt cx="0" cy="0"/>
        </a:xfrm>
      </p:grpSpPr>
      <p:sp>
        <p:nvSpPr>
          <p:cNvPr id="1112" name="Google Shape;1112;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3" name="Google Shape;1113;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4" name="Google Shape;1114;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8"/>
        <p:cNvGrpSpPr/>
        <p:nvPr/>
      </p:nvGrpSpPr>
      <p:grpSpPr>
        <a:xfrm>
          <a:off x="0" y="0"/>
          <a:ext cx="0" cy="0"/>
          <a:chOff x="0" y="0"/>
          <a:chExt cx="0" cy="0"/>
        </a:xfrm>
      </p:grpSpPr>
      <p:sp>
        <p:nvSpPr>
          <p:cNvPr id="1139" name="Google Shape;1139;g2d9edfad72c_0_18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0" name="Google Shape;1140;g2d9edfad72c_0_18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41" name="Google Shape;1141;g2d9edfad72c_0_18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27</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468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902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901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625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3069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Sound Family /oo/</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5 - Thursday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24</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0" name="Google Shape;200;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9" name="Google Shape;229;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9.xml"/><Relationship Id="rId3" Type="http://schemas.openxmlformats.org/officeDocument/2006/relationships/image" Target="../media/image6.png"/><Relationship Id="rId7" Type="http://schemas.openxmlformats.org/officeDocument/2006/relationships/slide" Target="slide1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slide" Target="slide22.xml"/><Relationship Id="rId4" Type="http://schemas.openxmlformats.org/officeDocument/2006/relationships/image" Target="../media/image7.png"/><Relationship Id="rId9" Type="http://schemas.openxmlformats.org/officeDocument/2006/relationships/slide" Target="slide21.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31.pn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30.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18" Type="http://schemas.openxmlformats.org/officeDocument/2006/relationships/image" Target="../media/image48.png"/><Relationship Id="rId26" Type="http://schemas.openxmlformats.org/officeDocument/2006/relationships/image" Target="../media/image56.png"/><Relationship Id="rId3" Type="http://schemas.openxmlformats.org/officeDocument/2006/relationships/image" Target="../media/image33.png"/><Relationship Id="rId21" Type="http://schemas.openxmlformats.org/officeDocument/2006/relationships/image" Target="../media/image51.png"/><Relationship Id="rId7" Type="http://schemas.openxmlformats.org/officeDocument/2006/relationships/image" Target="../media/image37.png"/><Relationship Id="rId12" Type="http://schemas.openxmlformats.org/officeDocument/2006/relationships/image" Target="../media/image42.png"/><Relationship Id="rId17" Type="http://schemas.openxmlformats.org/officeDocument/2006/relationships/image" Target="../media/image47.png"/><Relationship Id="rId25" Type="http://schemas.openxmlformats.org/officeDocument/2006/relationships/image" Target="../media/image55.png"/><Relationship Id="rId2" Type="http://schemas.openxmlformats.org/officeDocument/2006/relationships/notesSlide" Target="../notesSlides/notesSlide4.xml"/><Relationship Id="rId16" Type="http://schemas.openxmlformats.org/officeDocument/2006/relationships/image" Target="../media/image46.png"/><Relationship Id="rId20" Type="http://schemas.openxmlformats.org/officeDocument/2006/relationships/image" Target="../media/image50.png"/><Relationship Id="rId29" Type="http://schemas.openxmlformats.org/officeDocument/2006/relationships/image" Target="../media/image59.png"/><Relationship Id="rId1" Type="http://schemas.openxmlformats.org/officeDocument/2006/relationships/slideLayout" Target="../slideLayouts/slideLayout3.xml"/><Relationship Id="rId6" Type="http://schemas.openxmlformats.org/officeDocument/2006/relationships/image" Target="../media/image36.png"/><Relationship Id="rId11" Type="http://schemas.openxmlformats.org/officeDocument/2006/relationships/image" Target="../media/image41.png"/><Relationship Id="rId24" Type="http://schemas.openxmlformats.org/officeDocument/2006/relationships/image" Target="../media/image54.png"/><Relationship Id="rId5" Type="http://schemas.openxmlformats.org/officeDocument/2006/relationships/image" Target="../media/image35.png"/><Relationship Id="rId15" Type="http://schemas.openxmlformats.org/officeDocument/2006/relationships/image" Target="../media/image45.png"/><Relationship Id="rId23" Type="http://schemas.openxmlformats.org/officeDocument/2006/relationships/image" Target="../media/image53.png"/><Relationship Id="rId28" Type="http://schemas.openxmlformats.org/officeDocument/2006/relationships/image" Target="../media/image58.png"/><Relationship Id="rId10" Type="http://schemas.openxmlformats.org/officeDocument/2006/relationships/image" Target="../media/image40.png"/><Relationship Id="rId19" Type="http://schemas.openxmlformats.org/officeDocument/2006/relationships/image" Target="../media/image49.png"/><Relationship Id="rId31" Type="http://schemas.openxmlformats.org/officeDocument/2006/relationships/image" Target="../media/image61.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44.png"/><Relationship Id="rId22" Type="http://schemas.openxmlformats.org/officeDocument/2006/relationships/image" Target="../media/image52.png"/><Relationship Id="rId27" Type="http://schemas.openxmlformats.org/officeDocument/2006/relationships/image" Target="../media/image57.png"/><Relationship Id="rId30" Type="http://schemas.openxmlformats.org/officeDocument/2006/relationships/image" Target="../media/image60.png"/></Relationships>
</file>

<file path=ppt/slides/_rels/slide5.xml.rels><?xml version="1.0" encoding="UTF-8" standalone="yes"?>
<Relationships xmlns="http://schemas.openxmlformats.org/package/2006/relationships"><Relationship Id="rId13" Type="http://schemas.openxmlformats.org/officeDocument/2006/relationships/image" Target="../media/image72.png"/><Relationship Id="rId18" Type="http://schemas.openxmlformats.org/officeDocument/2006/relationships/image" Target="../media/image77.png"/><Relationship Id="rId26" Type="http://schemas.openxmlformats.org/officeDocument/2006/relationships/image" Target="../media/image85.png"/><Relationship Id="rId39" Type="http://schemas.openxmlformats.org/officeDocument/2006/relationships/image" Target="../media/image97.png"/><Relationship Id="rId21" Type="http://schemas.openxmlformats.org/officeDocument/2006/relationships/image" Target="../media/image80.png"/><Relationship Id="rId34" Type="http://schemas.openxmlformats.org/officeDocument/2006/relationships/image" Target="../media/image93.png"/><Relationship Id="rId42" Type="http://schemas.openxmlformats.org/officeDocument/2006/relationships/image" Target="../media/image100.png"/><Relationship Id="rId7" Type="http://schemas.openxmlformats.org/officeDocument/2006/relationships/image" Target="../media/image66.png"/><Relationship Id="rId2" Type="http://schemas.openxmlformats.org/officeDocument/2006/relationships/notesSlide" Target="../notesSlides/notesSlide5.xml"/><Relationship Id="rId16" Type="http://schemas.openxmlformats.org/officeDocument/2006/relationships/image" Target="../media/image75.png"/><Relationship Id="rId20" Type="http://schemas.openxmlformats.org/officeDocument/2006/relationships/image" Target="../media/image79.png"/><Relationship Id="rId29" Type="http://schemas.openxmlformats.org/officeDocument/2006/relationships/image" Target="../media/image88.png"/><Relationship Id="rId41" Type="http://schemas.openxmlformats.org/officeDocument/2006/relationships/image" Target="../media/image99.png"/><Relationship Id="rId1" Type="http://schemas.openxmlformats.org/officeDocument/2006/relationships/slideLayout" Target="../slideLayouts/slideLayout3.xml"/><Relationship Id="rId6" Type="http://schemas.openxmlformats.org/officeDocument/2006/relationships/image" Target="../media/image65.png"/><Relationship Id="rId11" Type="http://schemas.openxmlformats.org/officeDocument/2006/relationships/image" Target="../media/image70.png"/><Relationship Id="rId24" Type="http://schemas.openxmlformats.org/officeDocument/2006/relationships/image" Target="../media/image83.png"/><Relationship Id="rId32" Type="http://schemas.openxmlformats.org/officeDocument/2006/relationships/image" Target="../media/image91.png"/><Relationship Id="rId37" Type="http://schemas.openxmlformats.org/officeDocument/2006/relationships/image" Target="../media/image95.png"/><Relationship Id="rId40" Type="http://schemas.openxmlformats.org/officeDocument/2006/relationships/image" Target="../media/image98.png"/><Relationship Id="rId5" Type="http://schemas.openxmlformats.org/officeDocument/2006/relationships/image" Target="../media/image64.png"/><Relationship Id="rId15" Type="http://schemas.openxmlformats.org/officeDocument/2006/relationships/image" Target="../media/image74.png"/><Relationship Id="rId23" Type="http://schemas.openxmlformats.org/officeDocument/2006/relationships/image" Target="../media/image82.png"/><Relationship Id="rId28" Type="http://schemas.openxmlformats.org/officeDocument/2006/relationships/image" Target="../media/image87.png"/><Relationship Id="rId36" Type="http://schemas.openxmlformats.org/officeDocument/2006/relationships/image" Target="../media/image6.png"/><Relationship Id="rId10" Type="http://schemas.openxmlformats.org/officeDocument/2006/relationships/image" Target="../media/image69.png"/><Relationship Id="rId19" Type="http://schemas.openxmlformats.org/officeDocument/2006/relationships/image" Target="../media/image78.png"/><Relationship Id="rId31" Type="http://schemas.openxmlformats.org/officeDocument/2006/relationships/image" Target="../media/image90.png"/><Relationship Id="rId4" Type="http://schemas.openxmlformats.org/officeDocument/2006/relationships/image" Target="../media/image63.png"/><Relationship Id="rId9" Type="http://schemas.openxmlformats.org/officeDocument/2006/relationships/image" Target="../media/image68.png"/><Relationship Id="rId14" Type="http://schemas.openxmlformats.org/officeDocument/2006/relationships/image" Target="../media/image73.png"/><Relationship Id="rId22" Type="http://schemas.openxmlformats.org/officeDocument/2006/relationships/image" Target="../media/image81.png"/><Relationship Id="rId27" Type="http://schemas.openxmlformats.org/officeDocument/2006/relationships/image" Target="../media/image86.png"/><Relationship Id="rId30" Type="http://schemas.openxmlformats.org/officeDocument/2006/relationships/image" Target="../media/image89.png"/><Relationship Id="rId35" Type="http://schemas.openxmlformats.org/officeDocument/2006/relationships/image" Target="../media/image94.png"/><Relationship Id="rId43" Type="http://schemas.openxmlformats.org/officeDocument/2006/relationships/image" Target="../media/image101.png"/><Relationship Id="rId8" Type="http://schemas.openxmlformats.org/officeDocument/2006/relationships/image" Target="../media/image67.png"/><Relationship Id="rId3" Type="http://schemas.openxmlformats.org/officeDocument/2006/relationships/image" Target="../media/image62.png"/><Relationship Id="rId12" Type="http://schemas.openxmlformats.org/officeDocument/2006/relationships/image" Target="../media/image71.png"/><Relationship Id="rId17" Type="http://schemas.openxmlformats.org/officeDocument/2006/relationships/image" Target="../media/image76.png"/><Relationship Id="rId25" Type="http://schemas.openxmlformats.org/officeDocument/2006/relationships/image" Target="../media/image84.png"/><Relationship Id="rId33" Type="http://schemas.openxmlformats.org/officeDocument/2006/relationships/image" Target="../media/image92.png"/><Relationship Id="rId38" Type="http://schemas.openxmlformats.org/officeDocument/2006/relationships/image" Target="../media/image96.png"/></Relationships>
</file>

<file path=ppt/slides/_rels/slide6.xml.rels><?xml version="1.0" encoding="UTF-8" standalone="yes"?>
<Relationships xmlns="http://schemas.openxmlformats.org/package/2006/relationships"><Relationship Id="rId8" Type="http://schemas.openxmlformats.org/officeDocument/2006/relationships/image" Target="../media/image107.png"/><Relationship Id="rId3" Type="http://schemas.openxmlformats.org/officeDocument/2006/relationships/image" Target="../media/image102.png"/><Relationship Id="rId7" Type="http://schemas.openxmlformats.org/officeDocument/2006/relationships/image" Target="../media/image106.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05.png"/><Relationship Id="rId11" Type="http://schemas.openxmlformats.org/officeDocument/2006/relationships/image" Target="../media/image110.png"/><Relationship Id="rId5" Type="http://schemas.openxmlformats.org/officeDocument/2006/relationships/image" Target="../media/image104.png"/><Relationship Id="rId10" Type="http://schemas.openxmlformats.org/officeDocument/2006/relationships/image" Target="../media/image109.png"/><Relationship Id="rId4" Type="http://schemas.openxmlformats.org/officeDocument/2006/relationships/image" Target="../media/image103.png"/><Relationship Id="rId9" Type="http://schemas.openxmlformats.org/officeDocument/2006/relationships/image" Target="../media/image108.png"/></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20.png"/><Relationship Id="rId3" Type="http://schemas.openxmlformats.org/officeDocument/2006/relationships/image" Target="../media/image111.png"/><Relationship Id="rId7" Type="http://schemas.openxmlformats.org/officeDocument/2006/relationships/image" Target="../media/image115.png"/><Relationship Id="rId12" Type="http://schemas.openxmlformats.org/officeDocument/2006/relationships/image" Target="../media/image119.png"/><Relationship Id="rId2" Type="http://schemas.openxmlformats.org/officeDocument/2006/relationships/notesSlide" Target="../notesSlides/notesSlide7.xml"/><Relationship Id="rId16" Type="http://schemas.openxmlformats.org/officeDocument/2006/relationships/image" Target="../media/image123.png"/><Relationship Id="rId1" Type="http://schemas.openxmlformats.org/officeDocument/2006/relationships/slideLayout" Target="../slideLayouts/slideLayout3.xml"/><Relationship Id="rId6" Type="http://schemas.openxmlformats.org/officeDocument/2006/relationships/image" Target="../media/image114.png"/><Relationship Id="rId11" Type="http://schemas.openxmlformats.org/officeDocument/2006/relationships/image" Target="../media/image118.png"/><Relationship Id="rId5" Type="http://schemas.openxmlformats.org/officeDocument/2006/relationships/image" Target="../media/image113.png"/><Relationship Id="rId15" Type="http://schemas.openxmlformats.org/officeDocument/2006/relationships/image" Target="../media/image122.png"/><Relationship Id="rId10" Type="http://schemas.openxmlformats.org/officeDocument/2006/relationships/image" Target="../media/image117.png"/><Relationship Id="rId4" Type="http://schemas.openxmlformats.org/officeDocument/2006/relationships/image" Target="../media/image112.png"/><Relationship Id="rId9" Type="http://schemas.openxmlformats.org/officeDocument/2006/relationships/image" Target="../media/image116.png"/><Relationship Id="rId14" Type="http://schemas.openxmlformats.org/officeDocument/2006/relationships/image" Target="../media/image121.png"/></Relationships>
</file>

<file path=ppt/slides/_rels/slide8.xml.rels><?xml version="1.0" encoding="UTF-8" standalone="yes"?>
<Relationships xmlns="http://schemas.openxmlformats.org/package/2006/relationships"><Relationship Id="rId8" Type="http://schemas.openxmlformats.org/officeDocument/2006/relationships/image" Target="../media/image129.png"/><Relationship Id="rId13" Type="http://schemas.openxmlformats.org/officeDocument/2006/relationships/image" Target="../media/image134.png"/><Relationship Id="rId18" Type="http://schemas.openxmlformats.org/officeDocument/2006/relationships/image" Target="../media/image139.png"/><Relationship Id="rId26" Type="http://schemas.openxmlformats.org/officeDocument/2006/relationships/image" Target="../media/image147.png"/><Relationship Id="rId3" Type="http://schemas.openxmlformats.org/officeDocument/2006/relationships/image" Target="../media/image124.png"/><Relationship Id="rId21" Type="http://schemas.openxmlformats.org/officeDocument/2006/relationships/image" Target="../media/image142.png"/><Relationship Id="rId7" Type="http://schemas.openxmlformats.org/officeDocument/2006/relationships/image" Target="../media/image128.png"/><Relationship Id="rId12" Type="http://schemas.openxmlformats.org/officeDocument/2006/relationships/image" Target="../media/image133.png"/><Relationship Id="rId17" Type="http://schemas.openxmlformats.org/officeDocument/2006/relationships/image" Target="../media/image138.png"/><Relationship Id="rId25" Type="http://schemas.openxmlformats.org/officeDocument/2006/relationships/image" Target="../media/image146.png"/><Relationship Id="rId2" Type="http://schemas.openxmlformats.org/officeDocument/2006/relationships/notesSlide" Target="../notesSlides/notesSlide8.xml"/><Relationship Id="rId16" Type="http://schemas.openxmlformats.org/officeDocument/2006/relationships/image" Target="../media/image137.png"/><Relationship Id="rId20" Type="http://schemas.openxmlformats.org/officeDocument/2006/relationships/image" Target="../media/image141.png"/><Relationship Id="rId29" Type="http://schemas.openxmlformats.org/officeDocument/2006/relationships/image" Target="../media/image150.png"/><Relationship Id="rId1" Type="http://schemas.openxmlformats.org/officeDocument/2006/relationships/slideLayout" Target="../slideLayouts/slideLayout3.xml"/><Relationship Id="rId6" Type="http://schemas.openxmlformats.org/officeDocument/2006/relationships/image" Target="../media/image127.png"/><Relationship Id="rId11" Type="http://schemas.openxmlformats.org/officeDocument/2006/relationships/image" Target="../media/image132.png"/><Relationship Id="rId24" Type="http://schemas.openxmlformats.org/officeDocument/2006/relationships/image" Target="../media/image145.png"/><Relationship Id="rId5" Type="http://schemas.openxmlformats.org/officeDocument/2006/relationships/image" Target="../media/image126.png"/><Relationship Id="rId15" Type="http://schemas.openxmlformats.org/officeDocument/2006/relationships/image" Target="../media/image136.png"/><Relationship Id="rId23" Type="http://schemas.openxmlformats.org/officeDocument/2006/relationships/image" Target="../media/image144.png"/><Relationship Id="rId28" Type="http://schemas.openxmlformats.org/officeDocument/2006/relationships/image" Target="../media/image149.png"/><Relationship Id="rId10" Type="http://schemas.openxmlformats.org/officeDocument/2006/relationships/image" Target="../media/image131.png"/><Relationship Id="rId19" Type="http://schemas.openxmlformats.org/officeDocument/2006/relationships/image" Target="../media/image140.png"/><Relationship Id="rId4" Type="http://schemas.openxmlformats.org/officeDocument/2006/relationships/image" Target="../media/image125.png"/><Relationship Id="rId9" Type="http://schemas.openxmlformats.org/officeDocument/2006/relationships/image" Target="../media/image130.png"/><Relationship Id="rId14" Type="http://schemas.openxmlformats.org/officeDocument/2006/relationships/image" Target="../media/image135.png"/><Relationship Id="rId22" Type="http://schemas.openxmlformats.org/officeDocument/2006/relationships/image" Target="../media/image143.png"/><Relationship Id="rId27" Type="http://schemas.openxmlformats.org/officeDocument/2006/relationships/image" Target="../media/image148.png"/><Relationship Id="rId30" Type="http://schemas.openxmlformats.org/officeDocument/2006/relationships/image" Target="../media/image151.png"/></Relationships>
</file>

<file path=ppt/slides/_rels/slide9.xml.rels><?xml version="1.0" encoding="UTF-8" standalone="yes"?>
<Relationships xmlns="http://schemas.openxmlformats.org/package/2006/relationships"><Relationship Id="rId8" Type="http://schemas.openxmlformats.org/officeDocument/2006/relationships/image" Target="../media/image157.png"/><Relationship Id="rId13" Type="http://schemas.openxmlformats.org/officeDocument/2006/relationships/image" Target="../media/image162.png"/><Relationship Id="rId3" Type="http://schemas.openxmlformats.org/officeDocument/2006/relationships/image" Target="../media/image152.png"/><Relationship Id="rId7" Type="http://schemas.openxmlformats.org/officeDocument/2006/relationships/image" Target="../media/image156.png"/><Relationship Id="rId12" Type="http://schemas.openxmlformats.org/officeDocument/2006/relationships/image" Target="../media/image161.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55.png"/><Relationship Id="rId11" Type="http://schemas.openxmlformats.org/officeDocument/2006/relationships/image" Target="../media/image160.png"/><Relationship Id="rId5" Type="http://schemas.openxmlformats.org/officeDocument/2006/relationships/image" Target="../media/image154.png"/><Relationship Id="rId15" Type="http://schemas.openxmlformats.org/officeDocument/2006/relationships/image" Target="../media/image164.png"/><Relationship Id="rId10" Type="http://schemas.openxmlformats.org/officeDocument/2006/relationships/image" Target="../media/image159.png"/><Relationship Id="rId4" Type="http://schemas.openxmlformats.org/officeDocument/2006/relationships/image" Target="../media/image153.png"/><Relationship Id="rId9" Type="http://schemas.openxmlformats.org/officeDocument/2006/relationships/image" Target="../media/image158.png"/><Relationship Id="rId14" Type="http://schemas.openxmlformats.org/officeDocument/2006/relationships/image" Target="../media/image163.png"/></Relationships>
</file>

<file path=ppt/slides/_rels/slide10.xml.rels><?xml version="1.0" encoding="UTF-8" standalone="yes"?>
<Relationships xmlns="http://schemas.openxmlformats.org/package/2006/relationships"><Relationship Id="rId8" Type="http://schemas.openxmlformats.org/officeDocument/2006/relationships/image" Target="../media/image170.png"/><Relationship Id="rId13" Type="http://schemas.openxmlformats.org/officeDocument/2006/relationships/image" Target="../media/image175.png"/><Relationship Id="rId3" Type="http://schemas.openxmlformats.org/officeDocument/2006/relationships/image" Target="../media/image165.png"/><Relationship Id="rId7" Type="http://schemas.openxmlformats.org/officeDocument/2006/relationships/image" Target="../media/image169.png"/><Relationship Id="rId12" Type="http://schemas.openxmlformats.org/officeDocument/2006/relationships/image" Target="../media/image174.png"/><Relationship Id="rId2" Type="http://schemas.openxmlformats.org/officeDocument/2006/relationships/notesSlide" Target="../notesSlides/notesSlide10.xml"/><Relationship Id="rId16" Type="http://schemas.openxmlformats.org/officeDocument/2006/relationships/image" Target="../media/image178.png"/><Relationship Id="rId1" Type="http://schemas.openxmlformats.org/officeDocument/2006/relationships/slideLayout" Target="../slideLayouts/slideLayout3.xml"/><Relationship Id="rId6" Type="http://schemas.openxmlformats.org/officeDocument/2006/relationships/image" Target="../media/image168.png"/><Relationship Id="rId11" Type="http://schemas.openxmlformats.org/officeDocument/2006/relationships/image" Target="../media/image173.png"/><Relationship Id="rId5" Type="http://schemas.openxmlformats.org/officeDocument/2006/relationships/image" Target="../media/image167.png"/><Relationship Id="rId15" Type="http://schemas.openxmlformats.org/officeDocument/2006/relationships/image" Target="../media/image177.png"/><Relationship Id="rId10" Type="http://schemas.openxmlformats.org/officeDocument/2006/relationships/image" Target="../media/image172.png"/><Relationship Id="rId4" Type="http://schemas.openxmlformats.org/officeDocument/2006/relationships/image" Target="../media/image166.png"/><Relationship Id="rId9" Type="http://schemas.openxmlformats.org/officeDocument/2006/relationships/image" Target="../media/image171.png"/><Relationship Id="rId14" Type="http://schemas.openxmlformats.org/officeDocument/2006/relationships/image" Target="../media/image176.png"/></Relationships>
</file>

<file path=ppt/slides/_rels/slide11.xml.rels><?xml version="1.0" encoding="UTF-8" standalone="yes"?>
<Relationships xmlns="http://schemas.openxmlformats.org/package/2006/relationships"><Relationship Id="rId8" Type="http://schemas.openxmlformats.org/officeDocument/2006/relationships/image" Target="../media/image184.png"/><Relationship Id="rId13" Type="http://schemas.openxmlformats.org/officeDocument/2006/relationships/image" Target="../media/image189.png"/><Relationship Id="rId3" Type="http://schemas.openxmlformats.org/officeDocument/2006/relationships/image" Target="../media/image179.png"/><Relationship Id="rId7" Type="http://schemas.openxmlformats.org/officeDocument/2006/relationships/image" Target="../media/image183.png"/><Relationship Id="rId12" Type="http://schemas.openxmlformats.org/officeDocument/2006/relationships/image" Target="../media/image188.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182.png"/><Relationship Id="rId11" Type="http://schemas.openxmlformats.org/officeDocument/2006/relationships/image" Target="../media/image187.png"/><Relationship Id="rId5" Type="http://schemas.openxmlformats.org/officeDocument/2006/relationships/image" Target="../media/image181.png"/><Relationship Id="rId15" Type="http://schemas.openxmlformats.org/officeDocument/2006/relationships/image" Target="../media/image191.png"/><Relationship Id="rId10" Type="http://schemas.openxmlformats.org/officeDocument/2006/relationships/image" Target="../media/image186.png"/><Relationship Id="rId4" Type="http://schemas.openxmlformats.org/officeDocument/2006/relationships/image" Target="../media/image180.png"/><Relationship Id="rId9" Type="http://schemas.openxmlformats.org/officeDocument/2006/relationships/image" Target="../media/image185.png"/><Relationship Id="rId14" Type="http://schemas.openxmlformats.org/officeDocument/2006/relationships/image" Target="../media/image190.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92.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93.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94.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95.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4.xml"/><Relationship Id="rId5" Type="http://schemas.openxmlformats.org/officeDocument/2006/relationships/image" Target="../media/image116.png"/><Relationship Id="rId4" Type="http://schemas.openxmlformats.org/officeDocument/2006/relationships/image" Target="../media/image153.png"/></Relationships>
</file>

<file path=ppt/slides/_rels/slide23.xml.rels><?xml version="1.0" encoding="UTF-8" standalone="yes"?>
<Relationships xmlns="http://schemas.openxmlformats.org/package/2006/relationships"><Relationship Id="rId3" Type="http://schemas.openxmlformats.org/officeDocument/2006/relationships/image" Target="../media/image196.png"/><Relationship Id="rId2" Type="http://schemas.openxmlformats.org/officeDocument/2006/relationships/notesSlide" Target="../notesSlides/notesSlide23.xml"/><Relationship Id="rId1" Type="http://schemas.openxmlformats.org/officeDocument/2006/relationships/slideLayout" Target="../slideLayouts/slideLayout4.xml"/><Relationship Id="rId5" Type="http://schemas.openxmlformats.org/officeDocument/2006/relationships/image" Target="../media/image198.png"/><Relationship Id="rId4" Type="http://schemas.openxmlformats.org/officeDocument/2006/relationships/image" Target="../media/image197.png"/></Relationships>
</file>

<file path=ppt/slides/_rels/slide24.xml.rels><?xml version="1.0" encoding="UTF-8" standalone="yes"?>
<Relationships xmlns="http://schemas.openxmlformats.org/package/2006/relationships"><Relationship Id="rId3" Type="http://schemas.openxmlformats.org/officeDocument/2006/relationships/image" Target="../media/image199.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sz="3000"/>
              <a:t>Sound Family /oo/;</a:t>
            </a:r>
            <a:br>
              <a:rPr lang="en-US" sz="3000"/>
            </a:br>
            <a:r>
              <a:rPr lang="en-US" sz="3000"/>
              <a:t>ou</a:t>
            </a:r>
            <a:endParaRPr sz="3000"/>
          </a:p>
        </p:txBody>
      </p:sp>
      <p:sp>
        <p:nvSpPr>
          <p:cNvPr id="652" name="Google Shape;652;p1"/>
          <p:cNvSpPr txBox="1">
            <a:spLocks noGrp="1"/>
          </p:cNvSpPr>
          <p:nvPr>
            <p:ph type="subTitle" idx="2"/>
          </p:nvPr>
        </p:nvSpPr>
        <p:spPr>
          <a:xfrm>
            <a:off x="884092" y="36931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24</a:t>
            </a:r>
            <a:endParaRPr/>
          </a:p>
        </p:txBody>
      </p:sp>
      <p:pic>
        <p:nvPicPr>
          <p:cNvPr id="653" name="Google Shape;653;p1"/>
          <p:cNvPicPr preferRelativeResize="0"/>
          <p:nvPr/>
        </p:nvPicPr>
        <p:blipFill rotWithShape="1">
          <a:blip r:embed="rId3">
            <a:alphaModFix/>
          </a:blip>
          <a:srcRect b="10"/>
          <a:stretch/>
        </p:blipFill>
        <p:spPr>
          <a:xfrm rot="540306">
            <a:off x="6695728" y="3950203"/>
            <a:ext cx="1208040" cy="1709827"/>
          </a:xfrm>
          <a:prstGeom prst="rect">
            <a:avLst/>
          </a:prstGeom>
          <a:noFill/>
          <a:ln>
            <a:noFill/>
          </a:ln>
          <a:effectLst>
            <a:outerShdw blurRad="71438" dist="38100" dir="5220000" algn="bl" rotWithShape="0">
              <a:srgbClr val="000000">
                <a:alpha val="20000"/>
              </a:srgbClr>
            </a:outerShdw>
          </a:effectLst>
        </p:spPr>
      </p:pic>
      <p:pic>
        <p:nvPicPr>
          <p:cNvPr id="654" name="Google Shape;654;p1"/>
          <p:cNvPicPr preferRelativeResize="0"/>
          <p:nvPr/>
        </p:nvPicPr>
        <p:blipFill rotWithShape="1">
          <a:blip r:embed="rId4">
            <a:alphaModFix/>
          </a:blip>
          <a:srcRect l="19" r="19"/>
          <a:stretch/>
        </p:blipFill>
        <p:spPr>
          <a:xfrm rot="-278018">
            <a:off x="5552278" y="3960008"/>
            <a:ext cx="1208038" cy="1709827"/>
          </a:xfrm>
          <a:prstGeom prst="rect">
            <a:avLst/>
          </a:prstGeom>
          <a:noFill/>
          <a:ln>
            <a:noFill/>
          </a:ln>
          <a:effectLst>
            <a:outerShdw blurRad="71438" dist="38100" dir="5220000" algn="bl" rotWithShape="0">
              <a:srgbClr val="000000">
                <a:alpha val="20000"/>
              </a:srgbClr>
            </a:outerShdw>
          </a:effectLst>
        </p:spPr>
      </p:pic>
      <p:graphicFrame>
        <p:nvGraphicFramePr>
          <p:cNvPr id="655" name="Google Shape;655;p1"/>
          <p:cNvGraphicFramePr/>
          <p:nvPr/>
        </p:nvGraphicFramePr>
        <p:xfrm>
          <a:off x="4844200" y="1646527"/>
          <a:ext cx="3784875" cy="2032200"/>
        </p:xfrm>
        <a:graphic>
          <a:graphicData uri="http://schemas.openxmlformats.org/drawingml/2006/table">
            <a:tbl>
              <a:tblPr firstRow="1" bandRow="1">
                <a:noFill/>
                <a:tableStyleId>{6AF41C91-1125-4ADD-8D2E-6549B88EFA49}</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/o</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solidFill>
                            <a:srgbClr val="FFFFFF"/>
                          </a:solidFill>
                          <a:latin typeface="Jost"/>
                          <a:ea typeface="Jost"/>
                          <a:cs typeface="Jost"/>
                          <a:sym typeface="Jost"/>
                        </a:rPr>
                        <a:t>/oo/ </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/y-oo/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/n/</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/m/</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/ch/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/k/</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/j/</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/v/</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 </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Learn and practise </a:t>
            </a:r>
            <a:r>
              <a:rPr lang="en-US">
                <a:solidFill>
                  <a:srgbClr val="8DC63F"/>
                </a:solidFill>
              </a:rPr>
              <a:t>/oo/</a:t>
            </a:r>
            <a:r>
              <a:rPr lang="en-US"/>
              <a:t> sound family spelling patterns.</a:t>
            </a:r>
            <a:endParaRPr/>
          </a:p>
        </p:txBody>
      </p:sp>
      <p:sp>
        <p:nvSpPr>
          <p:cNvPr id="662" name="Google Shape;662;g2bee4f4af4b_0_204"/>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Recall Phase 3 Common Exception Words </a:t>
            </a:r>
            <a:r>
              <a:rPr lang="en-US">
                <a:solidFill>
                  <a:srgbClr val="2356AF"/>
                </a:solidFill>
              </a:rPr>
              <a:t>push they me we be he she my by looked you are there here were all sure</a:t>
            </a:r>
            <a:r>
              <a:rPr lang="en-US"/>
              <a:t>.</a:t>
            </a:r>
            <a:endParaRPr/>
          </a:p>
        </p:txBody>
      </p:sp>
      <p:sp>
        <p:nvSpPr>
          <p:cNvPr id="663" name="Google Shape;663;g2bee4f4af4b_0_204"/>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64" name="Google Shape;664;g2bee4f4af4b_0_204"/>
          <p:cNvSpPr txBox="1"/>
          <p:nvPr/>
        </p:nvSpPr>
        <p:spPr>
          <a:xfrm>
            <a:off x="774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65" name="Google Shape;665;g2bee4f4af4b_0_204"/>
          <p:cNvPicPr preferRelativeResize="0"/>
          <p:nvPr/>
        </p:nvPicPr>
        <p:blipFill rotWithShape="1">
          <a:blip r:embed="rId3">
            <a:alphaModFix/>
          </a:blip>
          <a:srcRect l="19" r="19"/>
          <a:stretch/>
        </p:blipFill>
        <p:spPr>
          <a:xfrm>
            <a:off x="995626" y="4101860"/>
            <a:ext cx="786850" cy="1113688"/>
          </a:xfrm>
          <a:prstGeom prst="rect">
            <a:avLst/>
          </a:prstGeom>
          <a:noFill/>
          <a:ln>
            <a:noFill/>
          </a:ln>
          <a:effectLst>
            <a:outerShdw blurRad="71438" dist="19050" dir="5220000" algn="bl" rotWithShape="0">
              <a:srgbClr val="D8D8D8"/>
            </a:outerShdw>
          </a:effectLst>
        </p:spPr>
      </p:pic>
      <p:sp>
        <p:nvSpPr>
          <p:cNvPr id="666" name="Google Shape;666;g2bee4f4af4b_0_204"/>
          <p:cNvSpPr txBox="1"/>
          <p:nvPr/>
        </p:nvSpPr>
        <p:spPr>
          <a:xfrm>
            <a:off x="2262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67" name="Google Shape;667;g2bee4f4af4b_0_204"/>
          <p:cNvSpPr txBox="1"/>
          <p:nvPr/>
        </p:nvSpPr>
        <p:spPr>
          <a:xfrm>
            <a:off x="2055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68" name="Google Shape;668;g2bee4f4af4b_0_204"/>
          <p:cNvPicPr preferRelativeResize="0"/>
          <p:nvPr/>
        </p:nvPicPr>
        <p:blipFill rotWithShape="1">
          <a:blip r:embed="rId4">
            <a:alphaModFix/>
          </a:blip>
          <a:srcRect/>
          <a:stretch/>
        </p:blipFill>
        <p:spPr>
          <a:xfrm>
            <a:off x="2262506" y="4169988"/>
            <a:ext cx="813600" cy="977432"/>
          </a:xfrm>
          <a:prstGeom prst="rect">
            <a:avLst/>
          </a:prstGeom>
          <a:noFill/>
          <a:ln>
            <a:noFill/>
          </a:ln>
          <a:effectLst>
            <a:outerShdw blurRad="71438" dist="19050" dir="5220000" algn="bl" rotWithShape="0">
              <a:srgbClr val="D8D8D8"/>
            </a:outerShdw>
          </a:effectLst>
        </p:spPr>
      </p:pic>
      <p:sp>
        <p:nvSpPr>
          <p:cNvPr id="669" name="Google Shape;669;g2bee4f4af4b_0_204"/>
          <p:cNvSpPr txBox="1"/>
          <p:nvPr/>
        </p:nvSpPr>
        <p:spPr>
          <a:xfrm>
            <a:off x="4637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670" name="Google Shape;670;g2bee4f4af4b_0_204"/>
          <p:cNvSpPr txBox="1"/>
          <p:nvPr/>
        </p:nvSpPr>
        <p:spPr>
          <a:xfrm>
            <a:off x="4322024" y="5256525"/>
            <a:ext cx="1444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671" name="Google Shape;671;g2bee4f4af4b_0_204"/>
          <p:cNvPicPr preferRelativeResize="0"/>
          <p:nvPr/>
        </p:nvPicPr>
        <p:blipFill rotWithShape="1">
          <a:blip r:embed="rId5">
            <a:alphaModFix/>
          </a:blip>
          <a:srcRect t="59" b="59"/>
          <a:stretch/>
        </p:blipFill>
        <p:spPr>
          <a:xfrm>
            <a:off x="4578429" y="4326104"/>
            <a:ext cx="931973" cy="665200"/>
          </a:xfrm>
          <a:prstGeom prst="rect">
            <a:avLst/>
          </a:prstGeom>
          <a:noFill/>
          <a:ln>
            <a:noFill/>
          </a:ln>
          <a:effectLst>
            <a:outerShdw blurRad="71438" dist="19050" dir="5220000" algn="bl" rotWithShape="0">
              <a:srgbClr val="D8D8D8"/>
            </a:outerShdw>
          </a:effectLst>
        </p:spPr>
      </p:pic>
      <p:sp>
        <p:nvSpPr>
          <p:cNvPr id="672" name="Google Shape;672;g2bee4f4af4b_0_204"/>
          <p:cNvSpPr txBox="1"/>
          <p:nvPr/>
        </p:nvSpPr>
        <p:spPr>
          <a:xfrm>
            <a:off x="3450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73" name="Google Shape;673;g2bee4f4af4b_0_204"/>
          <p:cNvSpPr txBox="1"/>
          <p:nvPr/>
        </p:nvSpPr>
        <p:spPr>
          <a:xfrm>
            <a:off x="3335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74" name="Google Shape;674;g2bee4f4af4b_0_204"/>
          <p:cNvPicPr preferRelativeResize="0"/>
          <p:nvPr/>
        </p:nvPicPr>
        <p:blipFill rotWithShape="1">
          <a:blip r:embed="rId6">
            <a:alphaModFix/>
          </a:blip>
          <a:srcRect t="89" b="99"/>
          <a:stretch/>
        </p:blipFill>
        <p:spPr>
          <a:xfrm>
            <a:off x="3549599" y="4232253"/>
            <a:ext cx="614525" cy="852902"/>
          </a:xfrm>
          <a:prstGeom prst="rect">
            <a:avLst/>
          </a:prstGeom>
          <a:noFill/>
          <a:ln>
            <a:noFill/>
          </a:ln>
          <a:effectLst>
            <a:outerShdw blurRad="71438" dist="19050" dir="5220000" algn="bl" rotWithShape="0">
              <a:srgbClr val="D8D8D8"/>
            </a:outerShdw>
          </a:effectLst>
        </p:spPr>
      </p:pic>
      <p:sp>
        <p:nvSpPr>
          <p:cNvPr id="675" name="Google Shape;675;g2bee4f4af4b_0_204">
            <a:hlinkClick r:id="rId7" action="ppaction://hlinksldjump"/>
          </p:cNvPr>
          <p:cNvSpPr/>
          <p:nvPr/>
        </p:nvSpPr>
        <p:spPr>
          <a:xfrm>
            <a:off x="890901" y="375760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6" name="Google Shape;676;g2bee4f4af4b_0_204">
            <a:hlinkClick r:id="rId8" action="ppaction://hlinksldjump"/>
          </p:cNvPr>
          <p:cNvSpPr/>
          <p:nvPr/>
        </p:nvSpPr>
        <p:spPr>
          <a:xfrm>
            <a:off x="2066444" y="3773198"/>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7" name="Google Shape;677;g2bee4f4af4b_0_204">
            <a:hlinkClick r:id="rId9" action="ppaction://hlinksldjump"/>
          </p:cNvPr>
          <p:cNvSpPr/>
          <p:nvPr/>
        </p:nvSpPr>
        <p:spPr>
          <a:xfrm>
            <a:off x="3294644" y="3817425"/>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8" name="Google Shape;678;g2bee4f4af4b_0_204">
            <a:hlinkClick r:id="rId10" action="ppaction://hlinksldjump"/>
          </p:cNvPr>
          <p:cNvSpPr/>
          <p:nvPr/>
        </p:nvSpPr>
        <p:spPr>
          <a:xfrm>
            <a:off x="4417625" y="3790898"/>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3"/>
        <p:cNvGrpSpPr/>
        <p:nvPr/>
      </p:nvGrpSpPr>
      <p:grpSpPr>
        <a:xfrm>
          <a:off x="0" y="0"/>
          <a:ext cx="0" cy="0"/>
          <a:chOff x="0" y="0"/>
          <a:chExt cx="0" cy="0"/>
        </a:xfrm>
      </p:grpSpPr>
      <p:sp>
        <p:nvSpPr>
          <p:cNvPr id="684" name="Google Shape;684;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85" name="Google Shape;685;g26b641b03cd_0_165"/>
          <p:cNvGrpSpPr/>
          <p:nvPr/>
        </p:nvGrpSpPr>
        <p:grpSpPr>
          <a:xfrm>
            <a:off x="930400" y="2053244"/>
            <a:ext cx="7283200" cy="3724851"/>
            <a:chOff x="930400" y="2129444"/>
            <a:chExt cx="7283200" cy="3724851"/>
          </a:xfrm>
        </p:grpSpPr>
        <p:pic>
          <p:nvPicPr>
            <p:cNvPr id="686" name="Google Shape;686;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93" name="Google Shape;693;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94" name="Google Shape;694;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95" name="Google Shape;695;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6" name="Google Shape;696;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7" name="Google Shape;697;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98" name="Google Shape;698;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9" name="Google Shape;699;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00" name="Google Shape;700;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01" name="Google Shape;701;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02" name="Google Shape;702;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03" name="Google Shape;703;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04" name="Google Shape;704;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5" name="Google Shape;705;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06" name="Google Shape;706;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7" name="Google Shape;707;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08" name="Google Shape;708;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5" name="Google Shape;715;g26b7edf6e71_0_26"/>
          <p:cNvGrpSpPr/>
          <p:nvPr/>
        </p:nvGrpSpPr>
        <p:grpSpPr>
          <a:xfrm>
            <a:off x="930400" y="2053250"/>
            <a:ext cx="7283201" cy="2971674"/>
            <a:chOff x="930400" y="2129450"/>
            <a:chExt cx="7283201" cy="2971674"/>
          </a:xfrm>
        </p:grpSpPr>
        <p:pic>
          <p:nvPicPr>
            <p:cNvPr id="716" name="Google Shape;716;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17" name="Google Shape;717;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8" name="Google Shape;718;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19" name="Google Shape;719;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20" name="Google Shape;720;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1" name="Google Shape;721;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2" name="Google Shape;722;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23" name="Google Shape;723;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4" name="Google Shape;724;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5" name="Google Shape;725;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26" name="Google Shape;726;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27" name="Google Shape;727;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8" name="Google Shape;728;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9" name="Google Shape;729;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30" name="Google Shape;730;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31" name="Google Shape;731;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32" name="Google Shape;732;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3" name="Google Shape;733;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36" name="Google Shape;736;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37" name="Google Shape;737;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8" name="Google Shape;738;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39" name="Google Shape;739;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40" name="Google Shape;740;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41" name="Google Shape;741;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42" name="Google Shape;742;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43" name="Google Shape;743;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44" name="Google Shape;744;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51" name="Google Shape;751;g2c298da1f27_0_417"/>
          <p:cNvGrpSpPr/>
          <p:nvPr/>
        </p:nvGrpSpPr>
        <p:grpSpPr>
          <a:xfrm>
            <a:off x="930400" y="2053250"/>
            <a:ext cx="7283201" cy="2971674"/>
            <a:chOff x="930400" y="2053250"/>
            <a:chExt cx="7283201" cy="2971674"/>
          </a:xfrm>
        </p:grpSpPr>
        <p:pic>
          <p:nvPicPr>
            <p:cNvPr id="752" name="Google Shape;752;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53" name="Google Shape;753;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54" name="Google Shape;754;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55" name="Google Shape;755;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56" name="Google Shape;756;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59" name="Google Shape;759;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60" name="Google Shape;760;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62" name="Google Shape;762;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63" name="Google Shape;763;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64" name="Google Shape;764;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7" name="Google Shape;767;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8" name="Google Shape;768;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69" name="Google Shape;769;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0" name="Google Shape;770;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1" name="Google Shape;771;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72" name="Google Shape;772;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73" name="Google Shape;773;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4" name="Google Shape;774;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75" name="Google Shape;775;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8" name="Google Shape;778;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9" name="Google Shape;779;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80" name="Google Shape;780;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81" name="Google Shape;781;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82" name="Google Shape;782;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83" name="Google Shape;783;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84" name="Google Shape;784;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5" name="Google Shape;785;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86" name="Google Shape;786;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87" name="Google Shape;787;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8" name="Google Shape;788;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9" name="Google Shape;789;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90" name="Google Shape;790;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91" name="Google Shape;791;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92" name="Google Shape;792;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7"/>
        <p:cNvGrpSpPr/>
        <p:nvPr/>
      </p:nvGrpSpPr>
      <p:grpSpPr>
        <a:xfrm>
          <a:off x="0" y="0"/>
          <a:ext cx="0" cy="0"/>
          <a:chOff x="0" y="0"/>
          <a:chExt cx="0" cy="0"/>
        </a:xfrm>
      </p:grpSpPr>
      <p:sp>
        <p:nvSpPr>
          <p:cNvPr id="798" name="Google Shape;798;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99" name="Google Shape;799;g2cdbdd49f8e_0_0"/>
          <p:cNvPicPr preferRelativeResize="0"/>
          <p:nvPr/>
        </p:nvPicPr>
        <p:blipFill rotWithShape="1">
          <a:blip r:embed="rId3">
            <a:alphaModFix/>
          </a:blip>
          <a:srcRect l="79" r="79"/>
          <a:stretch/>
        </p:blipFill>
        <p:spPr>
          <a:xfrm>
            <a:off x="930400" y="2053250"/>
            <a:ext cx="723070" cy="1023475"/>
          </a:xfrm>
          <a:prstGeom prst="rect">
            <a:avLst/>
          </a:prstGeom>
          <a:noFill/>
          <a:ln>
            <a:noFill/>
          </a:ln>
          <a:effectLst>
            <a:outerShdw blurRad="71438" dist="28575" dir="5400000" algn="bl" rotWithShape="0">
              <a:srgbClr val="000000">
                <a:alpha val="15290"/>
              </a:srgbClr>
            </a:outerShdw>
          </a:effectLst>
        </p:spPr>
      </p:pic>
      <p:pic>
        <p:nvPicPr>
          <p:cNvPr id="800" name="Google Shape;800;g2cdbdd49f8e_0_0"/>
          <p:cNvPicPr preferRelativeResize="0"/>
          <p:nvPr/>
        </p:nvPicPr>
        <p:blipFill rotWithShape="1">
          <a:blip r:embed="rId4">
            <a:alphaModFix/>
          </a:blip>
          <a:srcRect l="79" r="79"/>
          <a:stretch/>
        </p:blipFill>
        <p:spPr>
          <a:xfrm>
            <a:off x="3364463" y="2053250"/>
            <a:ext cx="723070" cy="1023475"/>
          </a:xfrm>
          <a:prstGeom prst="rect">
            <a:avLst/>
          </a:prstGeom>
          <a:noFill/>
          <a:ln>
            <a:noFill/>
          </a:ln>
          <a:effectLst>
            <a:outerShdw blurRad="71438" dist="28575" dir="5400000" algn="bl" rotWithShape="0">
              <a:srgbClr val="000000">
                <a:alpha val="15290"/>
              </a:srgbClr>
            </a:outerShdw>
          </a:effectLst>
        </p:spPr>
      </p:pic>
      <p:pic>
        <p:nvPicPr>
          <p:cNvPr id="801" name="Google Shape;801;g2cdbdd49f8e_0_0"/>
          <p:cNvPicPr preferRelativeResize="0"/>
          <p:nvPr/>
        </p:nvPicPr>
        <p:blipFill rotWithShape="1">
          <a:blip r:embed="rId5">
            <a:alphaModFix/>
          </a:blip>
          <a:srcRect l="19" r="29"/>
          <a:stretch/>
        </p:blipFill>
        <p:spPr>
          <a:xfrm>
            <a:off x="1741753" y="2053250"/>
            <a:ext cx="723070" cy="1023475"/>
          </a:xfrm>
          <a:prstGeom prst="rect">
            <a:avLst/>
          </a:prstGeom>
          <a:noFill/>
          <a:ln>
            <a:noFill/>
          </a:ln>
          <a:effectLst>
            <a:outerShdw blurRad="71438" dist="28575" dir="5400000" algn="bl" rotWithShape="0">
              <a:srgbClr val="000000">
                <a:alpha val="15290"/>
              </a:srgbClr>
            </a:outerShdw>
          </a:effectLst>
        </p:spPr>
      </p:pic>
      <p:pic>
        <p:nvPicPr>
          <p:cNvPr id="802" name="Google Shape;802;g2cdbdd49f8e_0_0"/>
          <p:cNvPicPr preferRelativeResize="0"/>
          <p:nvPr/>
        </p:nvPicPr>
        <p:blipFill rotWithShape="1">
          <a:blip r:embed="rId6">
            <a:alphaModFix/>
          </a:blip>
          <a:srcRect l="19" r="29"/>
          <a:stretch/>
        </p:blipFill>
        <p:spPr>
          <a:xfrm>
            <a:off x="2553109" y="2053250"/>
            <a:ext cx="723070" cy="1023475"/>
          </a:xfrm>
          <a:prstGeom prst="rect">
            <a:avLst/>
          </a:prstGeom>
          <a:noFill/>
          <a:ln>
            <a:noFill/>
          </a:ln>
          <a:effectLst>
            <a:outerShdw blurRad="71438" dist="28575" dir="5400000" algn="bl" rotWithShape="0">
              <a:srgbClr val="000000">
                <a:alpha val="15290"/>
              </a:srgbClr>
            </a:outerShdw>
          </a:effectLst>
        </p:spPr>
      </p:pic>
      <p:pic>
        <p:nvPicPr>
          <p:cNvPr id="803" name="Google Shape;803;g2cdbdd49f8e_0_0"/>
          <p:cNvPicPr preferRelativeResize="0"/>
          <p:nvPr/>
        </p:nvPicPr>
        <p:blipFill rotWithShape="1">
          <a:blip r:embed="rId7">
            <a:alphaModFix/>
          </a:blip>
          <a:srcRect l="19" r="29"/>
          <a:stretch/>
        </p:blipFill>
        <p:spPr>
          <a:xfrm>
            <a:off x="4175816" y="2053250"/>
            <a:ext cx="723070" cy="1023475"/>
          </a:xfrm>
          <a:prstGeom prst="rect">
            <a:avLst/>
          </a:prstGeom>
          <a:noFill/>
          <a:ln>
            <a:noFill/>
          </a:ln>
          <a:effectLst>
            <a:outerShdw blurRad="71438" dist="28575" dir="5400000" algn="bl" rotWithShape="0">
              <a:srgbClr val="000000">
                <a:alpha val="15290"/>
              </a:srgbClr>
            </a:outerShdw>
          </a:effectLst>
        </p:spPr>
      </p:pic>
      <p:pic>
        <p:nvPicPr>
          <p:cNvPr id="804" name="Google Shape;804;g2cdbdd49f8e_0_0"/>
          <p:cNvPicPr preferRelativeResize="0"/>
          <p:nvPr/>
        </p:nvPicPr>
        <p:blipFill rotWithShape="1">
          <a:blip r:embed="rId8">
            <a:alphaModFix/>
          </a:blip>
          <a:srcRect l="79" r="79"/>
          <a:stretch/>
        </p:blipFill>
        <p:spPr>
          <a:xfrm>
            <a:off x="6609879" y="2053250"/>
            <a:ext cx="723070" cy="1023475"/>
          </a:xfrm>
          <a:prstGeom prst="rect">
            <a:avLst/>
          </a:prstGeom>
          <a:noFill/>
          <a:ln>
            <a:noFill/>
          </a:ln>
          <a:effectLst>
            <a:outerShdw blurRad="71438" dist="28575" dir="5400000" algn="bl" rotWithShape="0">
              <a:srgbClr val="000000">
                <a:alpha val="15290"/>
              </a:srgbClr>
            </a:outerShdw>
          </a:effectLst>
        </p:spPr>
      </p:pic>
      <p:pic>
        <p:nvPicPr>
          <p:cNvPr id="805" name="Google Shape;805;g2cdbdd49f8e_0_0"/>
          <p:cNvPicPr preferRelativeResize="0"/>
          <p:nvPr/>
        </p:nvPicPr>
        <p:blipFill rotWithShape="1">
          <a:blip r:embed="rId9">
            <a:alphaModFix/>
          </a:blip>
          <a:srcRect l="79" r="79"/>
          <a:stretch/>
        </p:blipFill>
        <p:spPr>
          <a:xfrm>
            <a:off x="4987172" y="2053250"/>
            <a:ext cx="723070" cy="1023475"/>
          </a:xfrm>
          <a:prstGeom prst="rect">
            <a:avLst/>
          </a:prstGeom>
          <a:noFill/>
          <a:ln>
            <a:noFill/>
          </a:ln>
          <a:effectLst>
            <a:outerShdw blurRad="71438" dist="28575" dir="5400000" algn="bl" rotWithShape="0">
              <a:srgbClr val="000000">
                <a:alpha val="15290"/>
              </a:srgbClr>
            </a:outerShdw>
          </a:effectLst>
        </p:spPr>
      </p:pic>
      <p:pic>
        <p:nvPicPr>
          <p:cNvPr id="806" name="Google Shape;806;g2cdbdd49f8e_0_0"/>
          <p:cNvPicPr preferRelativeResize="0"/>
          <p:nvPr/>
        </p:nvPicPr>
        <p:blipFill rotWithShape="1">
          <a:blip r:embed="rId10">
            <a:alphaModFix/>
          </a:blip>
          <a:srcRect l="79" r="79"/>
          <a:stretch/>
        </p:blipFill>
        <p:spPr>
          <a:xfrm>
            <a:off x="5798525" y="2053250"/>
            <a:ext cx="723070" cy="1023475"/>
          </a:xfrm>
          <a:prstGeom prst="rect">
            <a:avLst/>
          </a:prstGeom>
          <a:noFill/>
          <a:ln>
            <a:noFill/>
          </a:ln>
          <a:effectLst>
            <a:outerShdw blurRad="71438" dist="28575" dir="5400000" algn="bl" rotWithShape="0">
              <a:srgbClr val="000000">
                <a:alpha val="15290"/>
              </a:srgbClr>
            </a:outerShdw>
          </a:effectLst>
        </p:spPr>
      </p:pic>
      <p:pic>
        <p:nvPicPr>
          <p:cNvPr id="807" name="Google Shape;807;g2cdbdd49f8e_0_0"/>
          <p:cNvPicPr preferRelativeResize="0"/>
          <p:nvPr/>
        </p:nvPicPr>
        <p:blipFill rotWithShape="1">
          <a:blip r:embed="rId11">
            <a:alphaModFix/>
          </a:blip>
          <a:srcRect l="19" r="29"/>
          <a:stretch/>
        </p:blipFill>
        <p:spPr>
          <a:xfrm>
            <a:off x="7421230" y="2053250"/>
            <a:ext cx="723070" cy="102347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12"/>
        <p:cNvGrpSpPr/>
        <p:nvPr/>
      </p:nvGrpSpPr>
      <p:grpSpPr>
        <a:xfrm>
          <a:off x="0" y="0"/>
          <a:ext cx="0" cy="0"/>
          <a:chOff x="0" y="0"/>
          <a:chExt cx="0" cy="0"/>
        </a:xfrm>
      </p:grpSpPr>
      <p:sp>
        <p:nvSpPr>
          <p:cNvPr id="813" name="Google Shape;813;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14" name="Google Shape;814;g26b7edf6e71_0_109"/>
          <p:cNvGrpSpPr/>
          <p:nvPr/>
        </p:nvGrpSpPr>
        <p:grpSpPr>
          <a:xfrm>
            <a:off x="865957" y="2135925"/>
            <a:ext cx="7282807" cy="2686611"/>
            <a:chOff x="867357" y="2129450"/>
            <a:chExt cx="7282807" cy="2686611"/>
          </a:xfrm>
        </p:grpSpPr>
        <p:pic>
          <p:nvPicPr>
            <p:cNvPr id="815" name="Google Shape;815;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6" name="Google Shape;816;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7" name="Google Shape;817;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8" name="Google Shape;818;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19" name="Google Shape;819;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20" name="Google Shape;820;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1" name="Google Shape;821;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2" name="Google Shape;822;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23" name="Google Shape;823;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4" name="Google Shape;824;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5" name="Google Shape;825;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26" name="Google Shape;826;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27" name="Google Shape;827;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28" name="Google Shape;828;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33"/>
        <p:cNvGrpSpPr/>
        <p:nvPr/>
      </p:nvGrpSpPr>
      <p:grpSpPr>
        <a:xfrm>
          <a:off x="0" y="0"/>
          <a:ext cx="0" cy="0"/>
          <a:chOff x="0" y="0"/>
          <a:chExt cx="0" cy="0"/>
        </a:xfrm>
      </p:grpSpPr>
      <p:sp>
        <p:nvSpPr>
          <p:cNvPr id="834" name="Google Shape;834;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35" name="Google Shape;835;g2c298d33e0c_0_6"/>
          <p:cNvGrpSpPr/>
          <p:nvPr/>
        </p:nvGrpSpPr>
        <p:grpSpPr>
          <a:xfrm>
            <a:off x="866900" y="2079100"/>
            <a:ext cx="7281864" cy="2684601"/>
            <a:chOff x="868300" y="2129450"/>
            <a:chExt cx="7281864" cy="2684601"/>
          </a:xfrm>
        </p:grpSpPr>
        <p:pic>
          <p:nvPicPr>
            <p:cNvPr id="836" name="Google Shape;836;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37" name="Google Shape;837;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38" name="Google Shape;838;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39" name="Google Shape;839;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40" name="Google Shape;840;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41" name="Google Shape;841;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2" name="Google Shape;862;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3" name="Google Shape;863;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8"/>
        <p:cNvGrpSpPr/>
        <p:nvPr/>
      </p:nvGrpSpPr>
      <p:grpSpPr>
        <a:xfrm>
          <a:off x="0" y="0"/>
          <a:ext cx="0" cy="0"/>
          <a:chOff x="0" y="0"/>
          <a:chExt cx="0" cy="0"/>
        </a:xfrm>
      </p:grpSpPr>
      <p:sp>
        <p:nvSpPr>
          <p:cNvPr id="869" name="Google Shape;869;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70" name="Google Shape;870;g2c298da1f27_0_455"/>
          <p:cNvGrpSpPr/>
          <p:nvPr/>
        </p:nvGrpSpPr>
        <p:grpSpPr>
          <a:xfrm>
            <a:off x="868300" y="2129450"/>
            <a:ext cx="7281864" cy="2684601"/>
            <a:chOff x="868300" y="2053250"/>
            <a:chExt cx="7281864" cy="2684601"/>
          </a:xfrm>
        </p:grpSpPr>
        <p:pic>
          <p:nvPicPr>
            <p:cNvPr id="871" name="Google Shape;871;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72" name="Google Shape;872;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73" name="Google Shape;873;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74" name="Google Shape;874;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75" name="Google Shape;875;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76" name="Google Shape;876;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77" name="Google Shape;877;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78" name="Google Shape;878;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79" name="Google Shape;879;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80" name="Google Shape;880;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81" name="Google Shape;881;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82" name="Google Shape;882;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83" name="Google Shape;883;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88"/>
        <p:cNvGrpSpPr/>
        <p:nvPr/>
      </p:nvGrpSpPr>
      <p:grpSpPr>
        <a:xfrm>
          <a:off x="0" y="0"/>
          <a:ext cx="0" cy="0"/>
          <a:chOff x="0" y="0"/>
          <a:chExt cx="0" cy="0"/>
        </a:xfrm>
      </p:grpSpPr>
      <p:sp>
        <p:nvSpPr>
          <p:cNvPr id="889" name="Google Shape;889;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a:t>
            </a:r>
            <a:r>
              <a:rPr lang="en-US"/>
              <a:t>.</a:t>
            </a:r>
            <a:endParaRPr/>
          </a:p>
        </p:txBody>
      </p:sp>
      <p:grpSp>
        <p:nvGrpSpPr>
          <p:cNvPr id="890" name="Google Shape;890;g2c298da1f27_1_0"/>
          <p:cNvGrpSpPr/>
          <p:nvPr/>
        </p:nvGrpSpPr>
        <p:grpSpPr>
          <a:xfrm>
            <a:off x="868300" y="2129450"/>
            <a:ext cx="7281864" cy="2688001"/>
            <a:chOff x="868300" y="2129450"/>
            <a:chExt cx="7281864" cy="2688001"/>
          </a:xfrm>
        </p:grpSpPr>
        <p:pic>
          <p:nvPicPr>
            <p:cNvPr id="891" name="Google Shape;891;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92" name="Google Shape;892;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93" name="Google Shape;893;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94" name="Google Shape;894;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95" name="Google Shape;895;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96" name="Google Shape;896;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97" name="Google Shape;897;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98" name="Google Shape;898;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99" name="Google Shape;899;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00" name="Google Shape;900;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01" name="Google Shape;901;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02" name="Google Shape;902;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03" name="Google Shape;903;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04" name="Google Shape;904;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09"/>
        <p:cNvGrpSpPr/>
        <p:nvPr/>
      </p:nvGrpSpPr>
      <p:grpSpPr>
        <a:xfrm>
          <a:off x="0" y="0"/>
          <a:ext cx="0" cy="0"/>
          <a:chOff x="0" y="0"/>
          <a:chExt cx="0" cy="0"/>
        </a:xfrm>
      </p:grpSpPr>
      <p:sp>
        <p:nvSpPr>
          <p:cNvPr id="910" name="Google Shape;910;g2cdbdd193bb_0_343"/>
          <p:cNvSpPr txBox="1">
            <a:spLocks noGrp="1"/>
          </p:cNvSpPr>
          <p:nvPr>
            <p:ph type="title"/>
          </p:nvPr>
        </p:nvSpPr>
        <p:spPr>
          <a:xfrm>
            <a:off x="995425" y="582900"/>
            <a:ext cx="71532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200"/>
              <a:t>Review Phase 5.5 Common Exception Words </a:t>
            </a:r>
            <a:r>
              <a:rPr lang="en-US" sz="2200">
                <a:solidFill>
                  <a:srgbClr val="2356AF"/>
                </a:solidFill>
              </a:rPr>
              <a:t>people wild child mind kind behind eye oh most only both though through</a:t>
            </a:r>
            <a:r>
              <a:rPr lang="en-US" sz="2200"/>
              <a:t>.</a:t>
            </a:r>
            <a:endParaRPr sz="2200"/>
          </a:p>
        </p:txBody>
      </p:sp>
      <p:pic>
        <p:nvPicPr>
          <p:cNvPr id="911" name="Google Shape;911;g2cdbdd193bb_0_343"/>
          <p:cNvPicPr preferRelativeResize="0"/>
          <p:nvPr/>
        </p:nvPicPr>
        <p:blipFill rotWithShape="1">
          <a:blip r:embed="rId3">
            <a:alphaModFix/>
          </a:blip>
          <a:srcRect l="59" r="59"/>
          <a:stretch/>
        </p:blipFill>
        <p:spPr>
          <a:xfrm>
            <a:off x="868300" y="3994500"/>
            <a:ext cx="1146813" cy="819547"/>
          </a:xfrm>
          <a:prstGeom prst="rect">
            <a:avLst/>
          </a:prstGeom>
          <a:noFill/>
          <a:ln>
            <a:noFill/>
          </a:ln>
          <a:effectLst>
            <a:outerShdw blurRad="71438" dist="19050" dir="5400000" algn="bl" rotWithShape="0">
              <a:srgbClr val="000000">
                <a:alpha val="17647"/>
              </a:srgbClr>
            </a:outerShdw>
          </a:effectLst>
        </p:spPr>
      </p:pic>
      <p:pic>
        <p:nvPicPr>
          <p:cNvPr id="912" name="Google Shape;912;g2cdbdd193bb_0_343"/>
          <p:cNvPicPr preferRelativeResize="0"/>
          <p:nvPr/>
        </p:nvPicPr>
        <p:blipFill rotWithShape="1">
          <a:blip r:embed="rId4">
            <a:alphaModFix/>
          </a:blip>
          <a:srcRect/>
          <a:stretch/>
        </p:blipFill>
        <p:spPr>
          <a:xfrm>
            <a:off x="868300" y="2129450"/>
            <a:ext cx="1146813" cy="819547"/>
          </a:xfrm>
          <a:prstGeom prst="rect">
            <a:avLst/>
          </a:prstGeom>
          <a:noFill/>
          <a:ln>
            <a:noFill/>
          </a:ln>
          <a:effectLst>
            <a:outerShdw blurRad="71438" dist="19050" dir="5400000" algn="bl" rotWithShape="0">
              <a:srgbClr val="000000">
                <a:alpha val="17650"/>
              </a:srgbClr>
            </a:outerShdw>
          </a:effectLst>
        </p:spPr>
      </p:pic>
      <p:pic>
        <p:nvPicPr>
          <p:cNvPr id="913" name="Google Shape;913;g2cdbdd193bb_0_343"/>
          <p:cNvPicPr preferRelativeResize="0"/>
          <p:nvPr/>
        </p:nvPicPr>
        <p:blipFill rotWithShape="1">
          <a:blip r:embed="rId5">
            <a:alphaModFix/>
          </a:blip>
          <a:srcRect l="189" r="179"/>
          <a:stretch/>
        </p:blipFill>
        <p:spPr>
          <a:xfrm>
            <a:off x="2094526" y="2129450"/>
            <a:ext cx="1147320" cy="822956"/>
          </a:xfrm>
          <a:prstGeom prst="rect">
            <a:avLst/>
          </a:prstGeom>
          <a:noFill/>
          <a:ln>
            <a:noFill/>
          </a:ln>
          <a:effectLst>
            <a:outerShdw blurRad="71438" dist="19050" dir="5400000" algn="bl" rotWithShape="0">
              <a:srgbClr val="000000">
                <a:alpha val="17650"/>
              </a:srgbClr>
            </a:outerShdw>
          </a:effectLst>
        </p:spPr>
      </p:pic>
      <p:pic>
        <p:nvPicPr>
          <p:cNvPr id="914" name="Google Shape;914;g2cdbdd193bb_0_343"/>
          <p:cNvPicPr preferRelativeResize="0"/>
          <p:nvPr/>
        </p:nvPicPr>
        <p:blipFill rotWithShape="1">
          <a:blip r:embed="rId6">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7650"/>
              </a:srgbClr>
            </a:outerShdw>
          </a:effectLst>
        </p:spPr>
      </p:pic>
      <p:pic>
        <p:nvPicPr>
          <p:cNvPr id="915" name="Google Shape;915;g2cdbdd193bb_0_343"/>
          <p:cNvPicPr preferRelativeResize="0"/>
          <p:nvPr/>
        </p:nvPicPr>
        <p:blipFill rotWithShape="1">
          <a:blip r:embed="rId7">
            <a:alphaModFix/>
          </a:blip>
          <a:srcRect l="19" r="9"/>
          <a:stretch/>
        </p:blipFill>
        <p:spPr>
          <a:xfrm>
            <a:off x="4547991" y="2129450"/>
            <a:ext cx="1147320" cy="821566"/>
          </a:xfrm>
          <a:prstGeom prst="rect">
            <a:avLst/>
          </a:prstGeom>
          <a:noFill/>
          <a:ln>
            <a:noFill/>
          </a:ln>
          <a:effectLst>
            <a:outerShdw blurRad="71438" dist="19050" dir="5400000" algn="bl" rotWithShape="0">
              <a:srgbClr val="000000">
                <a:alpha val="17650"/>
              </a:srgbClr>
            </a:outerShdw>
          </a:effectLst>
        </p:spPr>
      </p:pic>
      <p:pic>
        <p:nvPicPr>
          <p:cNvPr id="916" name="Google Shape;916;g2cdbdd193bb_0_343"/>
          <p:cNvPicPr preferRelativeResize="0"/>
          <p:nvPr/>
        </p:nvPicPr>
        <p:blipFill rotWithShape="1">
          <a:blip r:embed="rId8">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7650"/>
              </a:srgbClr>
            </a:outerShdw>
          </a:effectLst>
        </p:spPr>
      </p:pic>
      <p:pic>
        <p:nvPicPr>
          <p:cNvPr id="917" name="Google Shape;917;g2cdbdd193bb_0_343"/>
          <p:cNvPicPr preferRelativeResize="0"/>
          <p:nvPr/>
        </p:nvPicPr>
        <p:blipFill rotWithShape="1">
          <a:blip r:embed="rId9">
            <a:alphaModFix/>
          </a:blip>
          <a:srcRect l="19" r="9"/>
          <a:stretch/>
        </p:blipFill>
        <p:spPr>
          <a:xfrm>
            <a:off x="7001457" y="2129450"/>
            <a:ext cx="1147320" cy="821566"/>
          </a:xfrm>
          <a:prstGeom prst="rect">
            <a:avLst/>
          </a:prstGeom>
          <a:noFill/>
          <a:ln>
            <a:noFill/>
          </a:ln>
          <a:effectLst>
            <a:outerShdw blurRad="71438" dist="19050" dir="5400000" algn="bl" rotWithShape="0">
              <a:srgbClr val="000000">
                <a:alpha val="17650"/>
              </a:srgbClr>
            </a:outerShdw>
          </a:effectLst>
        </p:spPr>
      </p:pic>
      <p:pic>
        <p:nvPicPr>
          <p:cNvPr id="918" name="Google Shape;918;g2cdbdd193bb_0_343"/>
          <p:cNvPicPr preferRelativeResize="0"/>
          <p:nvPr/>
        </p:nvPicPr>
        <p:blipFill rotWithShape="1">
          <a:blip r:embed="rId10">
            <a:alphaModFix/>
          </a:blip>
          <a:srcRect t="79" b="89"/>
          <a:stretch/>
        </p:blipFill>
        <p:spPr>
          <a:xfrm>
            <a:off x="868300" y="3060275"/>
            <a:ext cx="1146813" cy="819547"/>
          </a:xfrm>
          <a:prstGeom prst="rect">
            <a:avLst/>
          </a:prstGeom>
          <a:noFill/>
          <a:ln>
            <a:noFill/>
          </a:ln>
          <a:effectLst>
            <a:outerShdw blurRad="71438" dist="19050" dir="5400000" algn="bl" rotWithShape="0">
              <a:srgbClr val="000000">
                <a:alpha val="17650"/>
              </a:srgbClr>
            </a:outerShdw>
          </a:effectLst>
        </p:spPr>
      </p:pic>
      <p:pic>
        <p:nvPicPr>
          <p:cNvPr id="919" name="Google Shape;919;g2cdbdd193bb_0_343"/>
          <p:cNvPicPr preferRelativeResize="0"/>
          <p:nvPr/>
        </p:nvPicPr>
        <p:blipFill rotWithShape="1">
          <a:blip r:embed="rId11">
            <a:alphaModFix/>
          </a:blip>
          <a:srcRect l="99" r="99"/>
          <a:stretch/>
        </p:blipFill>
        <p:spPr>
          <a:xfrm>
            <a:off x="2094526" y="3060275"/>
            <a:ext cx="1147320" cy="822955"/>
          </a:xfrm>
          <a:prstGeom prst="rect">
            <a:avLst/>
          </a:prstGeom>
          <a:noFill/>
          <a:ln>
            <a:noFill/>
          </a:ln>
          <a:effectLst>
            <a:outerShdw blurRad="71438" dist="19050" dir="5400000" algn="bl" rotWithShape="0">
              <a:srgbClr val="000000">
                <a:alpha val="17650"/>
              </a:srgbClr>
            </a:outerShdw>
          </a:effectLst>
        </p:spPr>
      </p:pic>
      <p:pic>
        <p:nvPicPr>
          <p:cNvPr id="920" name="Google Shape;920;g2cdbdd193bb_0_343"/>
          <p:cNvPicPr preferRelativeResize="0"/>
          <p:nvPr/>
        </p:nvPicPr>
        <p:blipFill rotWithShape="1">
          <a:blip r:embed="rId12">
            <a:alphaModFix/>
          </a:blip>
          <a:srcRect l="159" r="159"/>
          <a:stretch/>
        </p:blipFill>
        <p:spPr>
          <a:xfrm>
            <a:off x="3321259" y="3060275"/>
            <a:ext cx="1147320" cy="821565"/>
          </a:xfrm>
          <a:prstGeom prst="rect">
            <a:avLst/>
          </a:prstGeom>
          <a:noFill/>
          <a:ln>
            <a:noFill/>
          </a:ln>
          <a:effectLst>
            <a:outerShdw blurRad="71438" dist="19050" dir="5400000" algn="bl" rotWithShape="0">
              <a:srgbClr val="000000">
                <a:alpha val="17650"/>
              </a:srgbClr>
            </a:outerShdw>
          </a:effectLst>
        </p:spPr>
      </p:pic>
      <p:pic>
        <p:nvPicPr>
          <p:cNvPr id="921" name="Google Shape;921;g2cdbdd193bb_0_343"/>
          <p:cNvPicPr preferRelativeResize="0"/>
          <p:nvPr/>
        </p:nvPicPr>
        <p:blipFill rotWithShape="1">
          <a:blip r:embed="rId13">
            <a:alphaModFix/>
          </a:blip>
          <a:srcRect l="159" r="159"/>
          <a:stretch/>
        </p:blipFill>
        <p:spPr>
          <a:xfrm>
            <a:off x="4547991" y="3060275"/>
            <a:ext cx="1147320" cy="821565"/>
          </a:xfrm>
          <a:prstGeom prst="rect">
            <a:avLst/>
          </a:prstGeom>
          <a:noFill/>
          <a:ln>
            <a:noFill/>
          </a:ln>
          <a:effectLst>
            <a:outerShdw blurRad="71438" dist="19050" dir="5400000" algn="bl" rotWithShape="0">
              <a:srgbClr val="000000">
                <a:alpha val="17650"/>
              </a:srgbClr>
            </a:outerShdw>
          </a:effectLst>
        </p:spPr>
      </p:pic>
      <p:pic>
        <p:nvPicPr>
          <p:cNvPr id="922" name="Google Shape;922;g2cdbdd193bb_0_343"/>
          <p:cNvPicPr preferRelativeResize="0"/>
          <p:nvPr/>
        </p:nvPicPr>
        <p:blipFill rotWithShape="1">
          <a:blip r:embed="rId14">
            <a:alphaModFix/>
          </a:blip>
          <a:srcRect l="159" r="159"/>
          <a:stretch/>
        </p:blipFill>
        <p:spPr>
          <a:xfrm>
            <a:off x="5774724" y="3060275"/>
            <a:ext cx="1147320" cy="821565"/>
          </a:xfrm>
          <a:prstGeom prst="rect">
            <a:avLst/>
          </a:prstGeom>
          <a:noFill/>
          <a:ln>
            <a:noFill/>
          </a:ln>
          <a:effectLst>
            <a:outerShdw blurRad="71438" dist="19050" dir="5400000" algn="bl" rotWithShape="0">
              <a:srgbClr val="000000">
                <a:alpha val="17650"/>
              </a:srgbClr>
            </a:outerShdw>
          </a:effectLst>
        </p:spPr>
      </p:pic>
      <p:pic>
        <p:nvPicPr>
          <p:cNvPr id="923" name="Google Shape;923;g2cdbdd193bb_0_343"/>
          <p:cNvPicPr preferRelativeResize="0"/>
          <p:nvPr/>
        </p:nvPicPr>
        <p:blipFill rotWithShape="1">
          <a:blip r:embed="rId15">
            <a:alphaModFix/>
          </a:blip>
          <a:srcRect l="79" r="69"/>
          <a:stretch/>
        </p:blipFill>
        <p:spPr>
          <a:xfrm>
            <a:off x="7001457" y="3060275"/>
            <a:ext cx="1147320" cy="821566"/>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28"/>
        <p:cNvGrpSpPr/>
        <p:nvPr/>
      </p:nvGrpSpPr>
      <p:grpSpPr>
        <a:xfrm>
          <a:off x="0" y="0"/>
          <a:ext cx="0" cy="0"/>
          <a:chOff x="0" y="0"/>
          <a:chExt cx="0" cy="0"/>
        </a:xfrm>
      </p:grpSpPr>
      <p:sp>
        <p:nvSpPr>
          <p:cNvPr id="929" name="Google Shape;929;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30" name="Google Shape;930;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31" name="Google Shape;931;g2c186218c5a_0_25"/>
          <p:cNvPicPr preferRelativeResize="0"/>
          <p:nvPr/>
        </p:nvPicPr>
        <p:blipFill rotWithShape="1">
          <a:blip r:embed="rId3">
            <a:alphaModFix/>
          </a:blip>
          <a:srcRect l="19" r="29"/>
          <a:stretch/>
        </p:blipFill>
        <p:spPr>
          <a:xfrm>
            <a:off x="1360488" y="996300"/>
            <a:ext cx="2818850" cy="3989962"/>
          </a:xfrm>
          <a:prstGeom prst="rect">
            <a:avLst/>
          </a:prstGeom>
          <a:noFill/>
          <a:ln>
            <a:noFill/>
          </a:ln>
          <a:effectLst>
            <a:outerShdw blurRad="142875" dist="19050" dir="5400000" algn="bl" rotWithShape="0">
              <a:srgbClr val="000000">
                <a:alpha val="27058"/>
              </a:srgbClr>
            </a:outerShdw>
          </a:effectLst>
        </p:spPr>
      </p:pic>
      <p:sp>
        <p:nvSpPr>
          <p:cNvPr id="932" name="Google Shape;932;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33" name="Google Shape;933;g2c186218c5a_0_2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100" b="0" i="0" u="none" strike="noStrike" cap="none">
                <a:solidFill>
                  <a:srgbClr val="2356AF"/>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b</a:t>
            </a:r>
            <a:r>
              <a:rPr lang="en-US" sz="5800" b="0" i="0" u="none" strike="noStrike" cap="none">
                <a:solidFill>
                  <a:srgbClr val="815137"/>
                </a:solidFill>
                <a:latin typeface="Jost"/>
                <a:ea typeface="Jost"/>
                <a:cs typeface="Jost"/>
                <a:sym typeface="Jost"/>
              </a:rPr>
              <a:t>ou</a:t>
            </a:r>
            <a:r>
              <a:rPr lang="en-US" sz="5800" b="0" i="0" u="none" strike="noStrike" cap="none">
                <a:solidFill>
                  <a:srgbClr val="2356AF"/>
                </a:solidFill>
                <a:latin typeface="Jost"/>
                <a:ea typeface="Jost"/>
                <a:cs typeface="Jost"/>
                <a:sym typeface="Jost"/>
              </a:rPr>
              <a:t>t</a:t>
            </a:r>
            <a:endParaRPr sz="5800" b="0" i="0" u="none" strike="noStrike" cap="none">
              <a:solidFill>
                <a:srgbClr val="2356AF"/>
              </a:solidFill>
              <a:latin typeface="Jost"/>
              <a:ea typeface="Jost"/>
              <a:cs typeface="Jost"/>
              <a:sym typeface="Jost"/>
            </a:endParaRPr>
          </a:p>
        </p:txBody>
      </p:sp>
      <p:sp>
        <p:nvSpPr>
          <p:cNvPr id="934" name="Google Shape;934;g2c186218c5a_0_2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s</a:t>
            </a:r>
            <a:r>
              <a:rPr lang="en-US" sz="5800" b="0" i="0" u="none" strike="noStrike" cap="none">
                <a:solidFill>
                  <a:srgbClr val="815137"/>
                </a:solidFill>
                <a:latin typeface="Jost"/>
                <a:ea typeface="Jost"/>
                <a:cs typeface="Jost"/>
                <a:sym typeface="Jost"/>
              </a:rPr>
              <a:t>ou</a:t>
            </a:r>
            <a:r>
              <a:rPr lang="en-US" sz="5800" b="0" i="0" u="none" strike="noStrike" cap="none">
                <a:solidFill>
                  <a:srgbClr val="2356AF"/>
                </a:solidFill>
                <a:latin typeface="Jost"/>
                <a:ea typeface="Jost"/>
                <a:cs typeface="Jost"/>
                <a:sym typeface="Jost"/>
              </a:rPr>
              <a:t>nd</a:t>
            </a:r>
            <a:endParaRPr sz="5800" b="0" i="0" u="none" strike="noStrike" cap="none">
              <a:solidFill>
                <a:srgbClr val="2356AF"/>
              </a:solidFill>
              <a:latin typeface="Jost"/>
              <a:ea typeface="Jost"/>
              <a:cs typeface="Jost"/>
              <a:sym typeface="Jost"/>
            </a:endParaRPr>
          </a:p>
        </p:txBody>
      </p:sp>
      <p:sp>
        <p:nvSpPr>
          <p:cNvPr id="935" name="Google Shape;935;g2c186218c5a_0_2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cl</a:t>
            </a:r>
            <a:r>
              <a:rPr lang="en-US" sz="5800" b="0" i="0" u="none" strike="noStrike" cap="none">
                <a:solidFill>
                  <a:srgbClr val="815137"/>
                </a:solidFill>
                <a:latin typeface="Jost"/>
                <a:ea typeface="Jost"/>
                <a:cs typeface="Jost"/>
                <a:sym typeface="Jost"/>
              </a:rPr>
              <a:t>ou</a:t>
            </a:r>
            <a:r>
              <a:rPr lang="en-US" sz="5800" b="0" i="0" u="none" strike="noStrike" cap="none">
                <a:solidFill>
                  <a:srgbClr val="2356AF"/>
                </a:solidFill>
                <a:latin typeface="Jost"/>
                <a:ea typeface="Jost"/>
                <a:cs typeface="Jost"/>
                <a:sym typeface="Jost"/>
              </a:rPr>
              <a:t>d</a:t>
            </a:r>
            <a:endParaRPr sz="5800" b="0" i="0" u="none" strike="noStrike" cap="none">
              <a:solidFill>
                <a:srgbClr val="2356AF"/>
              </a:solidFill>
              <a:latin typeface="Jost"/>
              <a:ea typeface="Jost"/>
              <a:cs typeface="Jost"/>
              <a:sym typeface="Jost"/>
            </a:endParaRPr>
          </a:p>
        </p:txBody>
      </p:sp>
      <p:sp>
        <p:nvSpPr>
          <p:cNvPr id="936" name="Google Shape;936;g2c186218c5a_0_25"/>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5, Lesson 2</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41"/>
        <p:cNvGrpSpPr/>
        <p:nvPr/>
      </p:nvGrpSpPr>
      <p:grpSpPr>
        <a:xfrm>
          <a:off x="0" y="0"/>
          <a:ext cx="0" cy="0"/>
          <a:chOff x="0" y="0"/>
          <a:chExt cx="0" cy="0"/>
        </a:xfrm>
      </p:grpSpPr>
      <p:sp>
        <p:nvSpPr>
          <p:cNvPr id="942" name="Google Shape;942;g2d9edfad72c_0_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43" name="Google Shape;943;g2d9edfad72c_0_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944" name="Google Shape;944;g2d9edfad72c_0_8"/>
          <p:cNvPicPr preferRelativeResize="0"/>
          <p:nvPr/>
        </p:nvPicPr>
        <p:blipFill rotWithShape="1">
          <a:blip r:embed="rId3">
            <a:alphaModFix/>
          </a:blip>
          <a:srcRect/>
          <a:stretch/>
        </p:blipFill>
        <p:spPr>
          <a:xfrm>
            <a:off x="1360488" y="996300"/>
            <a:ext cx="2818849" cy="3989961"/>
          </a:xfrm>
          <a:prstGeom prst="rect">
            <a:avLst/>
          </a:prstGeom>
          <a:noFill/>
          <a:ln>
            <a:noFill/>
          </a:ln>
          <a:effectLst>
            <a:outerShdw blurRad="142875" dist="19050" dir="5400000" algn="bl" rotWithShape="0">
              <a:srgbClr val="000000">
                <a:alpha val="27058"/>
              </a:srgbClr>
            </a:outerShdw>
          </a:effectLst>
        </p:spPr>
      </p:pic>
      <p:sp>
        <p:nvSpPr>
          <p:cNvPr id="945" name="Google Shape;945;g2d9edfad72c_0_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46" name="Google Shape;946;g2d9edfad72c_0_8"/>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t</a:t>
            </a:r>
            <a:r>
              <a:rPr lang="en-US" sz="5800" b="0" i="0" u="none" strike="noStrike" cap="none">
                <a:solidFill>
                  <a:srgbClr val="815137"/>
                </a:solidFill>
                <a:latin typeface="Jost"/>
                <a:ea typeface="Jost"/>
                <a:cs typeface="Jost"/>
                <a:sym typeface="Jost"/>
              </a:rPr>
              <a:t>ou</a:t>
            </a:r>
            <a:r>
              <a:rPr lang="en-US" sz="5800" b="0" i="0" u="none" strike="noStrike" cap="none">
                <a:solidFill>
                  <a:srgbClr val="2356AF"/>
                </a:solidFill>
                <a:latin typeface="Jost"/>
                <a:ea typeface="Jost"/>
                <a:cs typeface="Jost"/>
                <a:sym typeface="Jost"/>
              </a:rPr>
              <a:t>c</a:t>
            </a:r>
            <a:r>
              <a:rPr lang="en-US" sz="5100" b="0" i="0" u="none" strike="noStrike" cap="none">
                <a:solidFill>
                  <a:srgbClr val="2356AF"/>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n</a:t>
            </a:r>
            <a:endParaRPr sz="5800" b="0" i="0" u="none" strike="noStrike" cap="none">
              <a:solidFill>
                <a:srgbClr val="2356AF"/>
              </a:solidFill>
              <a:latin typeface="Jost"/>
              <a:ea typeface="Jost"/>
              <a:cs typeface="Jost"/>
              <a:sym typeface="Jost"/>
            </a:endParaRPr>
          </a:p>
        </p:txBody>
      </p:sp>
      <p:sp>
        <p:nvSpPr>
          <p:cNvPr id="947" name="Google Shape;947;g2d9edfad72c_0_8"/>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w</a:t>
            </a:r>
            <a:r>
              <a:rPr lang="en-US" sz="5800" b="0" i="0" u="none" strike="noStrike" cap="none">
                <a:solidFill>
                  <a:srgbClr val="815137"/>
                </a:solidFill>
                <a:latin typeface="Jost"/>
                <a:ea typeface="Jost"/>
                <a:cs typeface="Jost"/>
                <a:sym typeface="Jost"/>
              </a:rPr>
              <a:t>ou</a:t>
            </a:r>
            <a:r>
              <a:rPr lang="en-US" sz="5800" b="0" i="0" u="none" strike="noStrike" cap="none">
                <a:solidFill>
                  <a:srgbClr val="2356AF"/>
                </a:solidFill>
                <a:latin typeface="Jost"/>
                <a:ea typeface="Jost"/>
                <a:cs typeface="Jost"/>
                <a:sym typeface="Jost"/>
              </a:rPr>
              <a:t>nd</a:t>
            </a:r>
            <a:endParaRPr sz="5800" b="0" i="0" u="none" strike="noStrike" cap="none">
              <a:solidFill>
                <a:srgbClr val="2356AF"/>
              </a:solidFill>
              <a:latin typeface="Jost"/>
              <a:ea typeface="Jost"/>
              <a:cs typeface="Jost"/>
              <a:sym typeface="Jost"/>
            </a:endParaRPr>
          </a:p>
        </p:txBody>
      </p:sp>
      <p:sp>
        <p:nvSpPr>
          <p:cNvPr id="948" name="Google Shape;948;g2d9edfad72c_0_8"/>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s</a:t>
            </a:r>
            <a:r>
              <a:rPr lang="en-US" sz="5800" b="0" i="0" u="none" strike="noStrike" cap="none">
                <a:solidFill>
                  <a:srgbClr val="815137"/>
                </a:solidFill>
                <a:latin typeface="Jost"/>
                <a:ea typeface="Jost"/>
                <a:cs typeface="Jost"/>
                <a:sym typeface="Jost"/>
              </a:rPr>
              <a:t>ou</a:t>
            </a:r>
            <a:r>
              <a:rPr lang="en-US" sz="5800" b="0" i="0" u="none" strike="noStrike" cap="none">
                <a:solidFill>
                  <a:srgbClr val="2356AF"/>
                </a:solidFill>
                <a:latin typeface="Jost"/>
                <a:ea typeface="Jost"/>
                <a:cs typeface="Jost"/>
                <a:sym typeface="Jost"/>
              </a:rPr>
              <a:t>p</a:t>
            </a:r>
            <a:endParaRPr sz="5800" b="0" i="0" u="none" strike="noStrike" cap="none">
              <a:solidFill>
                <a:srgbClr val="2356AF"/>
              </a:solidFill>
              <a:latin typeface="Jost"/>
              <a:ea typeface="Jost"/>
              <a:cs typeface="Jost"/>
              <a:sym typeface="Jost"/>
            </a:endParaRPr>
          </a:p>
        </p:txBody>
      </p:sp>
      <p:sp>
        <p:nvSpPr>
          <p:cNvPr id="949" name="Google Shape;949;g2d9edfad72c_0_8"/>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5.5, Lesson 24</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54"/>
        <p:cNvGrpSpPr/>
        <p:nvPr/>
      </p:nvGrpSpPr>
      <p:grpSpPr>
        <a:xfrm>
          <a:off x="0" y="0"/>
          <a:ext cx="0" cy="0"/>
          <a:chOff x="0" y="0"/>
          <a:chExt cx="0" cy="0"/>
        </a:xfrm>
      </p:grpSpPr>
      <p:sp>
        <p:nvSpPr>
          <p:cNvPr id="955" name="Google Shape;955;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56" name="Google Shape;956;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61"/>
        <p:cNvGrpSpPr/>
        <p:nvPr/>
      </p:nvGrpSpPr>
      <p:grpSpPr>
        <a:xfrm>
          <a:off x="0" y="0"/>
          <a:ext cx="0" cy="0"/>
          <a:chOff x="0" y="0"/>
          <a:chExt cx="0" cy="0"/>
        </a:xfrm>
      </p:grpSpPr>
      <p:sp>
        <p:nvSpPr>
          <p:cNvPr id="962" name="Google Shape;962;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63" name="Google Shape;963;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64" name="Google Shape;964;g2c4fb7f6616_1_0"/>
          <p:cNvSpPr/>
          <p:nvPr/>
        </p:nvSpPr>
        <p:spPr>
          <a:xfrm>
            <a:off x="191325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5" name="Google Shape;965;g2c4fb7f6616_1_0"/>
          <p:cNvSpPr/>
          <p:nvPr/>
        </p:nvSpPr>
        <p:spPr>
          <a:xfrm>
            <a:off x="4886054"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66" name="Google Shape;966;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67" name="Google Shape;967;g2c4fb7f6616_1_0"/>
          <p:cNvSpPr txBox="1">
            <a:spLocks noGrp="1"/>
          </p:cNvSpPr>
          <p:nvPr>
            <p:ph type="subTitle" idx="4294967295"/>
          </p:nvPr>
        </p:nvSpPr>
        <p:spPr>
          <a:xfrm>
            <a:off x="4316404"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968" name="Google Shape;968;g2c4fb7f6616_1_0"/>
          <p:cNvSpPr txBox="1">
            <a:spLocks noGrp="1"/>
          </p:cNvSpPr>
          <p:nvPr>
            <p:ph type="subTitle" idx="4294967295"/>
          </p:nvPr>
        </p:nvSpPr>
        <p:spPr>
          <a:xfrm>
            <a:off x="13435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c</a:t>
            </a:r>
            <a:endParaRPr sz="15000" b="0" i="0" u="none" strike="noStrike" cap="none">
              <a:solidFill>
                <a:srgbClr val="2356AF"/>
              </a:solidFill>
              <a:latin typeface="Jost"/>
              <a:ea typeface="Jost"/>
              <a:cs typeface="Jost"/>
              <a:sym typeface="Jost"/>
            </a:endParaRPr>
          </a:p>
        </p:txBody>
      </p:sp>
      <p:sp>
        <p:nvSpPr>
          <p:cNvPr id="969" name="Google Shape;969;g2c4fb7f6616_1_0"/>
          <p:cNvSpPr txBox="1">
            <a:spLocks noGrp="1"/>
          </p:cNvSpPr>
          <p:nvPr>
            <p:ph type="subTitle" idx="4294967295"/>
          </p:nvPr>
        </p:nvSpPr>
        <p:spPr>
          <a:xfrm>
            <a:off x="2273825" y="1308025"/>
            <a:ext cx="26103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815137"/>
                </a:solidFill>
                <a:latin typeface="Jost"/>
                <a:ea typeface="Jost"/>
                <a:cs typeface="Jost"/>
                <a:sym typeface="Jost"/>
              </a:rPr>
              <a:t>ou</a:t>
            </a:r>
            <a:endParaRPr sz="15000" b="0" i="0" u="none" strike="noStrike" cap="none">
              <a:solidFill>
                <a:srgbClr val="815137"/>
              </a:solidFill>
              <a:latin typeface="Jost"/>
              <a:ea typeface="Jost"/>
              <a:cs typeface="Jost"/>
              <a:sym typeface="Jost"/>
            </a:endParaRPr>
          </a:p>
        </p:txBody>
      </p:sp>
      <p:sp>
        <p:nvSpPr>
          <p:cNvPr id="970" name="Google Shape;970;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1" name="Google Shape;971;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2" name="Google Shape;972;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3" name="Google Shape;973;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4" name="Google Shape;974;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5" name="Google Shape;975;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6" name="Google Shape;976;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7" name="Google Shape;977;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78" name="Google Shape;978;g2c4fb7f6616_1_0"/>
          <p:cNvGrpSpPr/>
          <p:nvPr/>
        </p:nvGrpSpPr>
        <p:grpSpPr>
          <a:xfrm>
            <a:off x="-550" y="6984600"/>
            <a:ext cx="8596479" cy="808600"/>
            <a:chOff x="-550" y="6984600"/>
            <a:chExt cx="8596479" cy="808600"/>
          </a:xfrm>
        </p:grpSpPr>
        <p:sp>
          <p:nvSpPr>
            <p:cNvPr id="979" name="Google Shape;979;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80" name="Google Shape;980;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81" name="Google Shape;981;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82" name="Google Shape;982;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83" name="Google Shape;983;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84" name="Google Shape;984;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85" name="Google Shape;985;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86" name="Google Shape;986;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87" name="Google Shape;987;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88" name="Google Shape;988;g2c4fb7f6616_1_0"/>
          <p:cNvSpPr/>
          <p:nvPr/>
        </p:nvSpPr>
        <p:spPr>
          <a:xfrm>
            <a:off x="2714274" y="4011900"/>
            <a:ext cx="17292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9" name="Google Shape;989;g2c4fb7f6616_1_0"/>
          <p:cNvSpPr/>
          <p:nvPr/>
        </p:nvSpPr>
        <p:spPr>
          <a:xfrm>
            <a:off x="5893782"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0" name="Google Shape;990;g2c4fb7f6616_1_0"/>
          <p:cNvSpPr txBox="1">
            <a:spLocks noGrp="1"/>
          </p:cNvSpPr>
          <p:nvPr>
            <p:ph type="subTitle" idx="4294967295"/>
          </p:nvPr>
        </p:nvSpPr>
        <p:spPr>
          <a:xfrm>
            <a:off x="5324132"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o</a:t>
            </a:r>
            <a:endParaRPr sz="15000" b="0" i="0" u="none" strike="noStrike" cap="none">
              <a:solidFill>
                <a:srgbClr val="ED1C24"/>
              </a:solidFill>
              <a:latin typeface="Jost"/>
              <a:ea typeface="Jost"/>
              <a:cs typeface="Jost"/>
              <a:sym typeface="Jost"/>
            </a:endParaRPr>
          </a:p>
        </p:txBody>
      </p:sp>
      <p:sp>
        <p:nvSpPr>
          <p:cNvPr id="991" name="Google Shape;991;g2c4fb7f6616_1_0"/>
          <p:cNvSpPr/>
          <p:nvPr/>
        </p:nvSpPr>
        <p:spPr>
          <a:xfrm>
            <a:off x="684075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2" name="Google Shape;992;g2c4fb7f6616_1_0"/>
          <p:cNvSpPr txBox="1">
            <a:spLocks noGrp="1"/>
          </p:cNvSpPr>
          <p:nvPr>
            <p:ph type="subTitle" idx="4294967295"/>
          </p:nvPr>
        </p:nvSpPr>
        <p:spPr>
          <a:xfrm>
            <a:off x="62710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993" name="Google Shape;993;g2c4fb7f6616_1_0"/>
          <p:cNvSpPr/>
          <p:nvPr/>
        </p:nvSpPr>
        <p:spPr>
          <a:xfrm>
            <a:off x="4572000"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98"/>
        <p:cNvGrpSpPr/>
        <p:nvPr/>
      </p:nvGrpSpPr>
      <p:grpSpPr>
        <a:xfrm>
          <a:off x="0" y="0"/>
          <a:ext cx="0" cy="0"/>
          <a:chOff x="0" y="0"/>
          <a:chExt cx="0" cy="0"/>
        </a:xfrm>
      </p:grpSpPr>
      <p:sp>
        <p:nvSpPr>
          <p:cNvPr id="999" name="Google Shape;999;g2d9edfad72c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00" name="Google Shape;1000;g2d9edfad72c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001" name="Google Shape;1001;g2d9edfad72c_0_33"/>
          <p:cNvSpPr/>
          <p:nvPr/>
        </p:nvSpPr>
        <p:spPr>
          <a:xfrm>
            <a:off x="2370907"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2" name="Google Shape;1002;g2d9edfad72c_0_33"/>
          <p:cNvSpPr/>
          <p:nvPr/>
        </p:nvSpPr>
        <p:spPr>
          <a:xfrm>
            <a:off x="5375314"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03" name="Google Shape;1003;g2d9edfad72c_0_33"/>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04" name="Google Shape;1004;g2d9edfad72c_0_33"/>
          <p:cNvSpPr txBox="1">
            <a:spLocks noGrp="1"/>
          </p:cNvSpPr>
          <p:nvPr>
            <p:ph type="subTitle" idx="4294967295"/>
          </p:nvPr>
        </p:nvSpPr>
        <p:spPr>
          <a:xfrm>
            <a:off x="4805664"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1005" name="Google Shape;1005;g2d9edfad72c_0_33"/>
          <p:cNvSpPr txBox="1">
            <a:spLocks noGrp="1"/>
          </p:cNvSpPr>
          <p:nvPr>
            <p:ph type="subTitle" idx="4294967295"/>
          </p:nvPr>
        </p:nvSpPr>
        <p:spPr>
          <a:xfrm>
            <a:off x="1801207"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w</a:t>
            </a:r>
            <a:endParaRPr sz="15000" b="0" i="0" u="none" strike="noStrike" cap="none">
              <a:solidFill>
                <a:srgbClr val="2356AF"/>
              </a:solidFill>
              <a:latin typeface="Jost"/>
              <a:ea typeface="Jost"/>
              <a:cs typeface="Jost"/>
              <a:sym typeface="Jost"/>
            </a:endParaRPr>
          </a:p>
        </p:txBody>
      </p:sp>
      <p:sp>
        <p:nvSpPr>
          <p:cNvPr id="1006" name="Google Shape;1006;g2d9edfad72c_0_33"/>
          <p:cNvSpPr txBox="1">
            <a:spLocks noGrp="1"/>
          </p:cNvSpPr>
          <p:nvPr>
            <p:ph type="subTitle" idx="4294967295"/>
          </p:nvPr>
        </p:nvSpPr>
        <p:spPr>
          <a:xfrm>
            <a:off x="2839286" y="1308025"/>
            <a:ext cx="26103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815137"/>
                </a:solidFill>
                <a:latin typeface="Jost"/>
                <a:ea typeface="Jost"/>
                <a:cs typeface="Jost"/>
                <a:sym typeface="Jost"/>
              </a:rPr>
              <a:t>ou</a:t>
            </a:r>
            <a:endParaRPr sz="15000" b="0" i="0" u="none" strike="noStrike" cap="none">
              <a:solidFill>
                <a:srgbClr val="815137"/>
              </a:solidFill>
              <a:latin typeface="Jost"/>
              <a:ea typeface="Jost"/>
              <a:cs typeface="Jost"/>
              <a:sym typeface="Jost"/>
            </a:endParaRPr>
          </a:p>
        </p:txBody>
      </p:sp>
      <p:sp>
        <p:nvSpPr>
          <p:cNvPr id="1007" name="Google Shape;1007;g2d9edfad72c_0_33"/>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8" name="Google Shape;1008;g2d9edfad72c_0_33"/>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9" name="Google Shape;1009;g2d9edfad72c_0_33"/>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0" name="Google Shape;1010;g2d9edfad72c_0_33"/>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1" name="Google Shape;1011;g2d9edfad72c_0_33"/>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2" name="Google Shape;1012;g2d9edfad72c_0_33"/>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3" name="Google Shape;1013;g2d9edfad72c_0_33"/>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4" name="Google Shape;1014;g2d9edfad72c_0_33"/>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15" name="Google Shape;1015;g2d9edfad72c_0_33"/>
          <p:cNvGrpSpPr/>
          <p:nvPr/>
        </p:nvGrpSpPr>
        <p:grpSpPr>
          <a:xfrm>
            <a:off x="-550" y="6984600"/>
            <a:ext cx="8596479" cy="808600"/>
            <a:chOff x="-550" y="6984600"/>
            <a:chExt cx="8596479" cy="808600"/>
          </a:xfrm>
        </p:grpSpPr>
        <p:sp>
          <p:nvSpPr>
            <p:cNvPr id="1016" name="Google Shape;1016;g2d9edfad72c_0_33"/>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17" name="Google Shape;1017;g2d9edfad72c_0_33"/>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18" name="Google Shape;1018;g2d9edfad72c_0_33"/>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19" name="Google Shape;1019;g2d9edfad72c_0_33"/>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20" name="Google Shape;1020;g2d9edfad72c_0_33"/>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21" name="Google Shape;1021;g2d9edfad72c_0_33"/>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22" name="Google Shape;1022;g2d9edfad72c_0_33"/>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23" name="Google Shape;1023;g2d9edfad72c_0_33"/>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24" name="Google Shape;1024;g2d9edfad72c_0_33"/>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25" name="Google Shape;1025;g2d9edfad72c_0_33"/>
          <p:cNvSpPr/>
          <p:nvPr/>
        </p:nvSpPr>
        <p:spPr>
          <a:xfrm>
            <a:off x="3279735" y="4011900"/>
            <a:ext cx="17292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6" name="Google Shape;1026;g2d9edfad72c_0_33"/>
          <p:cNvSpPr/>
          <p:nvPr/>
        </p:nvSpPr>
        <p:spPr>
          <a:xfrm>
            <a:off x="638304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7" name="Google Shape;1027;g2d9edfad72c_0_33"/>
          <p:cNvSpPr txBox="1">
            <a:spLocks noGrp="1"/>
          </p:cNvSpPr>
          <p:nvPr>
            <p:ph type="subTitle" idx="4294967295"/>
          </p:nvPr>
        </p:nvSpPr>
        <p:spPr>
          <a:xfrm>
            <a:off x="581339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d</a:t>
            </a:r>
            <a:endParaRPr sz="15000" b="0" i="0" u="none" strike="noStrike" cap="none">
              <a:solidFill>
                <a:srgbClr val="2356AF"/>
              </a:solidFill>
              <a:latin typeface="Jost"/>
              <a:ea typeface="Jost"/>
              <a:cs typeface="Jost"/>
              <a:sym typeface="Jos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32"/>
        <p:cNvGrpSpPr/>
        <p:nvPr/>
      </p:nvGrpSpPr>
      <p:grpSpPr>
        <a:xfrm>
          <a:off x="0" y="0"/>
          <a:ext cx="0" cy="0"/>
          <a:chOff x="0" y="0"/>
          <a:chExt cx="0" cy="0"/>
        </a:xfrm>
      </p:grpSpPr>
      <p:sp>
        <p:nvSpPr>
          <p:cNvPr id="1033" name="Google Shape;1033;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34" name="Google Shape;1034;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39"/>
        <p:cNvGrpSpPr/>
        <p:nvPr/>
      </p:nvGrpSpPr>
      <p:grpSpPr>
        <a:xfrm>
          <a:off x="0" y="0"/>
          <a:ext cx="0" cy="0"/>
          <a:chOff x="0" y="0"/>
          <a:chExt cx="0" cy="0"/>
        </a:xfrm>
      </p:grpSpPr>
      <p:sp>
        <p:nvSpPr>
          <p:cNvPr id="1040" name="Google Shape;1040;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41" name="Google Shape;1041;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42" name="Google Shape;1042;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43" name="Google Shape;1043;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48"/>
        <p:cNvGrpSpPr/>
        <p:nvPr/>
      </p:nvGrpSpPr>
      <p:grpSpPr>
        <a:xfrm>
          <a:off x="0" y="0"/>
          <a:ext cx="0" cy="0"/>
          <a:chOff x="0" y="0"/>
          <a:chExt cx="0" cy="0"/>
        </a:xfrm>
      </p:grpSpPr>
      <p:sp>
        <p:nvSpPr>
          <p:cNvPr id="1049" name="Google Shape;1049;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50" name="Google Shape;1050;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51" name="Google Shape;1051;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52" name="Google Shape;1052;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57"/>
        <p:cNvGrpSpPr/>
        <p:nvPr/>
      </p:nvGrpSpPr>
      <p:grpSpPr>
        <a:xfrm>
          <a:off x="0" y="0"/>
          <a:ext cx="0" cy="0"/>
          <a:chOff x="0" y="0"/>
          <a:chExt cx="0" cy="0"/>
        </a:xfrm>
      </p:grpSpPr>
      <p:sp>
        <p:nvSpPr>
          <p:cNvPr id="1058" name="Google Shape;1058;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59" name="Google Shape;1059;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60" name="Google Shape;1060;g26b641b03cd_0_213"/>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61" name="Google Shape;1061;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66"/>
        <p:cNvGrpSpPr/>
        <p:nvPr/>
      </p:nvGrpSpPr>
      <p:grpSpPr>
        <a:xfrm>
          <a:off x="0" y="0"/>
          <a:ext cx="0" cy="0"/>
          <a:chOff x="0" y="0"/>
          <a:chExt cx="0" cy="0"/>
        </a:xfrm>
      </p:grpSpPr>
      <p:sp>
        <p:nvSpPr>
          <p:cNvPr id="1067" name="Google Shape;1067;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68" name="Google Shape;1068;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69" name="Google Shape;1069;g2c186218c5a_0_149"/>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70" name="Google Shape;1070;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75"/>
        <p:cNvGrpSpPr/>
        <p:nvPr/>
      </p:nvGrpSpPr>
      <p:grpSpPr>
        <a:xfrm>
          <a:off x="0" y="0"/>
          <a:ext cx="0" cy="0"/>
          <a:chOff x="0" y="0"/>
          <a:chExt cx="0" cy="0"/>
        </a:xfrm>
      </p:grpSpPr>
      <p:sp>
        <p:nvSpPr>
          <p:cNvPr id="1076" name="Google Shape;1076;g26b641b03cd_0_301"/>
          <p:cNvSpPr txBox="1">
            <a:spLocks noGrp="1"/>
          </p:cNvSpPr>
          <p:nvPr>
            <p:ph type="title"/>
          </p:nvPr>
        </p:nvSpPr>
        <p:spPr>
          <a:xfrm>
            <a:off x="807750" y="5568500"/>
            <a:ext cx="75285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077" name="Google Shape;1077;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78" name="Google Shape;1078;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79" name="Google Shape;1079;g26b641b03cd_0_301"/>
          <p:cNvPicPr preferRelativeResize="0"/>
          <p:nvPr/>
        </p:nvPicPr>
        <p:blipFill rotWithShape="1">
          <a:blip r:embed="rId3">
            <a:alphaModFix/>
          </a:blip>
          <a:srcRect/>
          <a:stretch/>
        </p:blipFill>
        <p:spPr>
          <a:xfrm>
            <a:off x="1323038" y="835112"/>
            <a:ext cx="3123806" cy="2232349"/>
          </a:xfrm>
          <a:prstGeom prst="rect">
            <a:avLst/>
          </a:prstGeom>
          <a:noFill/>
          <a:ln>
            <a:noFill/>
          </a:ln>
          <a:effectLst>
            <a:outerShdw blurRad="71438" dist="19050" dir="5400000" algn="bl" rotWithShape="0">
              <a:srgbClr val="000000">
                <a:alpha val="18039"/>
              </a:srgbClr>
            </a:outerShdw>
          </a:effectLst>
        </p:spPr>
      </p:pic>
      <p:pic>
        <p:nvPicPr>
          <p:cNvPr id="1080" name="Google Shape;1080;g26b641b03cd_0_301"/>
          <p:cNvPicPr preferRelativeResize="0"/>
          <p:nvPr/>
        </p:nvPicPr>
        <p:blipFill rotWithShape="1">
          <a:blip r:embed="rId4">
            <a:alphaModFix/>
          </a:blip>
          <a:srcRect t="89" b="79"/>
          <a:stretch/>
        </p:blipFill>
        <p:spPr>
          <a:xfrm>
            <a:off x="3010097" y="3236597"/>
            <a:ext cx="3123806" cy="2232349"/>
          </a:xfrm>
          <a:prstGeom prst="rect">
            <a:avLst/>
          </a:prstGeom>
          <a:noFill/>
          <a:ln>
            <a:noFill/>
          </a:ln>
          <a:effectLst>
            <a:outerShdw blurRad="71438" dist="19050" dir="5400000" algn="bl" rotWithShape="0">
              <a:srgbClr val="000000">
                <a:alpha val="18039"/>
              </a:srgbClr>
            </a:outerShdw>
          </a:effectLst>
        </p:spPr>
      </p:pic>
      <p:pic>
        <p:nvPicPr>
          <p:cNvPr id="1081" name="Google Shape;1081;g26b641b03cd_0_301"/>
          <p:cNvPicPr preferRelativeResize="0"/>
          <p:nvPr/>
        </p:nvPicPr>
        <p:blipFill rotWithShape="1">
          <a:blip r:embed="rId5">
            <a:alphaModFix/>
          </a:blip>
          <a:srcRect t="89" b="79"/>
          <a:stretch/>
        </p:blipFill>
        <p:spPr>
          <a:xfrm>
            <a:off x="4697156" y="835112"/>
            <a:ext cx="3123806" cy="2232349"/>
          </a:xfrm>
          <a:prstGeom prst="rect">
            <a:avLst/>
          </a:prstGeom>
          <a:noFill/>
          <a:ln>
            <a:noFill/>
          </a:ln>
          <a:effectLst>
            <a:outerShdw blurRad="71438" dist="19050" dir="5400000" algn="bl" rotWithShape="0">
              <a:srgbClr val="000000">
                <a:alpha val="18039"/>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86"/>
        <p:cNvGrpSpPr/>
        <p:nvPr/>
      </p:nvGrpSpPr>
      <p:grpSpPr>
        <a:xfrm>
          <a:off x="0" y="0"/>
          <a:ext cx="0" cy="0"/>
          <a:chOff x="0" y="0"/>
          <a:chExt cx="0" cy="0"/>
        </a:xfrm>
      </p:grpSpPr>
      <p:sp>
        <p:nvSpPr>
          <p:cNvPr id="1087" name="Google Shape;1087;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88" name="Google Shape;1088;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089" name="Google Shape;1089;g26b641b03cd_0_308"/>
          <p:cNvSpPr txBox="1">
            <a:spLocks noGrp="1"/>
          </p:cNvSpPr>
          <p:nvPr>
            <p:ph type="title"/>
          </p:nvPr>
        </p:nvSpPr>
        <p:spPr>
          <a:xfrm>
            <a:off x="826775" y="5568500"/>
            <a:ext cx="74904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090" name="Google Shape;1090;g26b641b03cd_0_308"/>
          <p:cNvPicPr preferRelativeResize="0"/>
          <p:nvPr/>
        </p:nvPicPr>
        <p:blipFill rotWithShape="1">
          <a:blip r:embed="rId3">
            <a:alphaModFix/>
          </a:blip>
          <a:srcRect l="59" r="59"/>
          <a:stretch/>
        </p:blipFill>
        <p:spPr>
          <a:xfrm>
            <a:off x="1323038" y="835112"/>
            <a:ext cx="3123806" cy="2232349"/>
          </a:xfrm>
          <a:prstGeom prst="rect">
            <a:avLst/>
          </a:prstGeom>
          <a:noFill/>
          <a:ln>
            <a:noFill/>
          </a:ln>
          <a:effectLst>
            <a:outerShdw blurRad="71438" dist="19050" dir="5400000" algn="bl" rotWithShape="0">
              <a:srgbClr val="000000">
                <a:alpha val="18039"/>
              </a:srgbClr>
            </a:outerShdw>
          </a:effectLst>
        </p:spPr>
      </p:pic>
      <p:pic>
        <p:nvPicPr>
          <p:cNvPr id="1091" name="Google Shape;1091;g26b641b03cd_0_308"/>
          <p:cNvPicPr preferRelativeResize="0"/>
          <p:nvPr/>
        </p:nvPicPr>
        <p:blipFill rotWithShape="1">
          <a:blip r:embed="rId4">
            <a:alphaModFix/>
          </a:blip>
          <a:srcRect t="19" b="29"/>
          <a:stretch/>
        </p:blipFill>
        <p:spPr>
          <a:xfrm>
            <a:off x="4697156" y="835112"/>
            <a:ext cx="3123806" cy="2232349"/>
          </a:xfrm>
          <a:prstGeom prst="rect">
            <a:avLst/>
          </a:prstGeom>
          <a:noFill/>
          <a:ln>
            <a:noFill/>
          </a:ln>
          <a:effectLst>
            <a:outerShdw blurRad="71438" dist="19050" dir="5400000" algn="bl" rotWithShape="0">
              <a:srgbClr val="000000">
                <a:alpha val="18039"/>
              </a:srgbClr>
            </a:outerShdw>
          </a:effectLst>
        </p:spPr>
      </p:pic>
      <p:pic>
        <p:nvPicPr>
          <p:cNvPr id="1092" name="Google Shape;1092;g26b641b03cd_0_308"/>
          <p:cNvPicPr preferRelativeResize="0"/>
          <p:nvPr/>
        </p:nvPicPr>
        <p:blipFill rotWithShape="1">
          <a:blip r:embed="rId5">
            <a:alphaModFix/>
          </a:blip>
          <a:srcRect t="19" b="29"/>
          <a:stretch/>
        </p:blipFill>
        <p:spPr>
          <a:xfrm>
            <a:off x="3010097" y="3236597"/>
            <a:ext cx="3123806" cy="2232349"/>
          </a:xfrm>
          <a:prstGeom prst="rect">
            <a:avLst/>
          </a:prstGeom>
          <a:noFill/>
          <a:ln>
            <a:noFill/>
          </a:ln>
          <a:effectLst>
            <a:outerShdw blurRad="71438" dist="19050" dir="5400000" algn="bl" rotWithShape="0">
              <a:srgbClr val="000000">
                <a:alpha val="18039"/>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97"/>
        <p:cNvGrpSpPr/>
        <p:nvPr/>
      </p:nvGrpSpPr>
      <p:grpSpPr>
        <a:xfrm>
          <a:off x="0" y="0"/>
          <a:ext cx="0" cy="0"/>
          <a:chOff x="0" y="0"/>
          <a:chExt cx="0" cy="0"/>
        </a:xfrm>
      </p:grpSpPr>
      <p:sp>
        <p:nvSpPr>
          <p:cNvPr id="1098" name="Google Shape;1098;g2d9edfad72c_0_103"/>
          <p:cNvSpPr txBox="1">
            <a:spLocks noGrp="1"/>
          </p:cNvSpPr>
          <p:nvPr>
            <p:ph type="title"/>
          </p:nvPr>
        </p:nvSpPr>
        <p:spPr>
          <a:xfrm>
            <a:off x="788700" y="5568500"/>
            <a:ext cx="75666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099" name="Google Shape;1099;g2d9edfad72c_0_10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00" name="Google Shape;1100;g2d9edfad72c_0_10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101" name="Google Shape;1101;g2d9edfad72c_0_103"/>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06"/>
        <p:cNvGrpSpPr/>
        <p:nvPr/>
      </p:nvGrpSpPr>
      <p:grpSpPr>
        <a:xfrm>
          <a:off x="0" y="0"/>
          <a:ext cx="0" cy="0"/>
          <a:chOff x="0" y="0"/>
          <a:chExt cx="0" cy="0"/>
        </a:xfrm>
      </p:grpSpPr>
      <p:sp>
        <p:nvSpPr>
          <p:cNvPr id="1107" name="Google Shape;1107;g2d9edfad72c_0_13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08" name="Google Shape;1108;g2d9edfad72c_0_13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109" name="Google Shape;1109;g2d9edfad72c_0_136"/>
          <p:cNvSpPr txBox="1">
            <a:spLocks noGrp="1"/>
          </p:cNvSpPr>
          <p:nvPr>
            <p:ph type="title"/>
          </p:nvPr>
        </p:nvSpPr>
        <p:spPr>
          <a:xfrm>
            <a:off x="801400" y="5568500"/>
            <a:ext cx="75411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110" name="Google Shape;1110;g2d9edfad72c_0_136"/>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15"/>
        <p:cNvGrpSpPr/>
        <p:nvPr/>
      </p:nvGrpSpPr>
      <p:grpSpPr>
        <a:xfrm>
          <a:off x="0" y="0"/>
          <a:ext cx="0" cy="0"/>
          <a:chOff x="0" y="0"/>
          <a:chExt cx="0" cy="0"/>
        </a:xfrm>
      </p:grpSpPr>
      <p:sp>
        <p:nvSpPr>
          <p:cNvPr id="1116" name="Google Shape;1116;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17" name="Google Shape;1117;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18" name="Google Shape;1118;g1f3daf8a844_0_64"/>
          <p:cNvGrpSpPr/>
          <p:nvPr/>
        </p:nvGrpSpPr>
        <p:grpSpPr>
          <a:xfrm>
            <a:off x="3024000" y="209875"/>
            <a:ext cx="3096000" cy="454800"/>
            <a:chOff x="3024000" y="209875"/>
            <a:chExt cx="3096000" cy="454800"/>
          </a:xfrm>
        </p:grpSpPr>
        <p:sp>
          <p:nvSpPr>
            <p:cNvPr id="1119" name="Google Shape;1119;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0" name="Google Shape;1120;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21" name="Google Shape;1121;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22" name="Google Shape;1122;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23" name="Google Shape;1123;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24" name="Google Shape;1124;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25" name="Google Shape;1125;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26" name="Google Shape;1126;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ou</a:t>
            </a:r>
            <a:endParaRPr sz="5500" b="0" i="0" u="none" strike="noStrike" cap="none">
              <a:solidFill>
                <a:srgbClr val="815137"/>
              </a:solidFill>
              <a:latin typeface="Jost"/>
              <a:ea typeface="Jost"/>
              <a:cs typeface="Jost"/>
              <a:sym typeface="Jost"/>
            </a:endParaRPr>
          </a:p>
        </p:txBody>
      </p:sp>
      <p:sp>
        <p:nvSpPr>
          <p:cNvPr id="1127" name="Google Shape;1127;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28" name="Google Shape;1128;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29" name="Google Shape;1129;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130" name="Google Shape;1130;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w</a:t>
            </a:r>
            <a:endParaRPr sz="5500" b="0" i="0" u="none" strike="noStrike" cap="none">
              <a:solidFill>
                <a:srgbClr val="2356AF"/>
              </a:solidFill>
              <a:latin typeface="Jost"/>
              <a:ea typeface="Jost"/>
              <a:cs typeface="Jost"/>
              <a:sym typeface="Jost"/>
            </a:endParaRPr>
          </a:p>
        </p:txBody>
      </p:sp>
      <p:sp>
        <p:nvSpPr>
          <p:cNvPr id="1131" name="Google Shape;1131;g1f3daf8a844_0_64"/>
          <p:cNvSpPr txBox="1"/>
          <p:nvPr/>
        </p:nvSpPr>
        <p:spPr>
          <a:xfrm>
            <a:off x="348677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32" name="Google Shape;1132;g1f3daf8a844_0_64"/>
          <p:cNvSpPr txBox="1"/>
          <p:nvPr/>
        </p:nvSpPr>
        <p:spPr>
          <a:xfrm>
            <a:off x="233392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33" name="Google Shape;1133;g1f3daf8a844_0_64"/>
          <p:cNvSpPr txBox="1"/>
          <p:nvPr/>
        </p:nvSpPr>
        <p:spPr>
          <a:xfrm>
            <a:off x="463962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34" name="Google Shape;1134;g1f3daf8a844_0_64"/>
          <p:cNvSpPr txBox="1"/>
          <p:nvPr/>
        </p:nvSpPr>
        <p:spPr>
          <a:xfrm>
            <a:off x="579247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35" name="Google Shape;1135;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36" name="Google Shape;1136;g1f3daf8a844_0_6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A</a:t>
            </a:r>
            <a:endParaRPr/>
          </a:p>
        </p:txBody>
      </p:sp>
      <p:cxnSp>
        <p:nvCxnSpPr>
          <p:cNvPr id="1137" name="Google Shape;1137;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42"/>
        <p:cNvGrpSpPr/>
        <p:nvPr/>
      </p:nvGrpSpPr>
      <p:grpSpPr>
        <a:xfrm>
          <a:off x="0" y="0"/>
          <a:ext cx="0" cy="0"/>
          <a:chOff x="0" y="0"/>
          <a:chExt cx="0" cy="0"/>
        </a:xfrm>
      </p:grpSpPr>
      <p:sp>
        <p:nvSpPr>
          <p:cNvPr id="1143" name="Google Shape;1143;g2d9edfad72c_0_18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44" name="Google Shape;1144;g2d9edfad72c_0_18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45" name="Google Shape;1145;g2d9edfad72c_0_182"/>
          <p:cNvGrpSpPr/>
          <p:nvPr/>
        </p:nvGrpSpPr>
        <p:grpSpPr>
          <a:xfrm>
            <a:off x="3024000" y="209875"/>
            <a:ext cx="3096000" cy="454800"/>
            <a:chOff x="3024000" y="209875"/>
            <a:chExt cx="3096000" cy="454800"/>
          </a:xfrm>
        </p:grpSpPr>
        <p:sp>
          <p:nvSpPr>
            <p:cNvPr id="1146" name="Google Shape;1146;g2d9edfad72c_0_182"/>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47" name="Google Shape;1147;g2d9edfad72c_0_182"/>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48" name="Google Shape;1148;g2d9edfad72c_0_182"/>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49" name="Google Shape;1149;g2d9edfad72c_0_182"/>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50" name="Google Shape;1150;g2d9edfad72c_0_182"/>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51" name="Google Shape;1151;g2d9edfad72c_0_182"/>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52" name="Google Shape;1152;g2d9edfad72c_0_182"/>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53" name="Google Shape;1153;g2d9edfad72c_0_182"/>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54" name="Google Shape;1154;g2d9edfad72c_0_182"/>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soup group wound coupon</a:t>
            </a:r>
            <a:endParaRPr sz="1800" b="0" i="0" u="none" strike="noStrike" cap="none">
              <a:solidFill>
                <a:srgbClr val="B7B7B7"/>
              </a:solidFill>
              <a:latin typeface="Jost"/>
              <a:ea typeface="Jost"/>
              <a:cs typeface="Jost"/>
              <a:sym typeface="Jost"/>
            </a:endParaRPr>
          </a:p>
        </p:txBody>
      </p:sp>
      <p:sp>
        <p:nvSpPr>
          <p:cNvPr id="1155" name="Google Shape;1155;g2d9edfad72c_0_182"/>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ou</a:t>
            </a:r>
            <a:endParaRPr sz="5500" b="0" i="0" u="none" strike="noStrike" cap="none">
              <a:solidFill>
                <a:srgbClr val="815137"/>
              </a:solidFill>
              <a:latin typeface="Jost"/>
              <a:ea typeface="Jost"/>
              <a:cs typeface="Jost"/>
              <a:sym typeface="Jost"/>
            </a:endParaRPr>
          </a:p>
        </p:txBody>
      </p:sp>
      <p:sp>
        <p:nvSpPr>
          <p:cNvPr id="1156" name="Google Shape;1156;g2d9edfad72c_0_182"/>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57" name="Google Shape;1157;g2d9edfad72c_0_182"/>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58" name="Google Shape;1158;g2d9edfad72c_0_182"/>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cxnSp>
        <p:nvCxnSpPr>
          <p:cNvPr id="1159" name="Google Shape;1159;g2d9edfad72c_0_182"/>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60" name="Google Shape;1160;g2d9edfad72c_0_182"/>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w</a:t>
            </a:r>
            <a:endParaRPr sz="5500" b="0" i="0" u="none" strike="noStrike" cap="none">
              <a:solidFill>
                <a:srgbClr val="2356AF"/>
              </a:solidFill>
              <a:latin typeface="Jost"/>
              <a:ea typeface="Jost"/>
              <a:cs typeface="Jost"/>
              <a:sym typeface="Jost"/>
            </a:endParaRPr>
          </a:p>
        </p:txBody>
      </p:sp>
      <p:sp>
        <p:nvSpPr>
          <p:cNvPr id="1161" name="Google Shape;1161;g2d9edfad72c_0_182"/>
          <p:cNvSpPr txBox="1"/>
          <p:nvPr/>
        </p:nvSpPr>
        <p:spPr>
          <a:xfrm>
            <a:off x="348677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62" name="Google Shape;1162;g2d9edfad72c_0_182"/>
          <p:cNvSpPr txBox="1"/>
          <p:nvPr/>
        </p:nvSpPr>
        <p:spPr>
          <a:xfrm>
            <a:off x="233392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63" name="Google Shape;1163;g2d9edfad72c_0_182"/>
          <p:cNvSpPr txBox="1"/>
          <p:nvPr/>
        </p:nvSpPr>
        <p:spPr>
          <a:xfrm>
            <a:off x="463962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64" name="Google Shape;1164;g2d9edfad72c_0_182"/>
          <p:cNvSpPr txBox="1"/>
          <p:nvPr/>
        </p:nvSpPr>
        <p:spPr>
          <a:xfrm>
            <a:off x="579247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65" name="Google Shape;1165;g2d9edfad72c_0_182"/>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66" name="Google Shape;1166;g2d9edfad72c_0_18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A</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514</Words>
  <Application>Microsoft Office PowerPoint</Application>
  <PresentationFormat>On-screen Show (4:3)</PresentationFormat>
  <Paragraphs>173</Paragraphs>
  <Slides>27</Slides>
  <Notes>27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Poppins SemiBold</vt:lpstr>
      <vt:lpstr>Poppins Medium</vt:lpstr>
      <vt:lpstr>Calibri</vt:lpstr>
      <vt:lpstr>Jost</vt:lpstr>
      <vt:lpstr>Arial</vt:lpstr>
      <vt:lpstr>Poppins</vt:lpstr>
      <vt:lpstr>Nunito Black</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vt:lpstr>
      <vt:lpstr>Review Phase 5.5 Common Exception Words people wild child mind kind behind eye oh most only both though through.</vt:lpstr>
      <vt:lpstr>Review Grapheme Caption</vt:lpstr>
      <vt:lpstr>Teach Grapheme Caption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Common Exception Words</vt:lpstr>
      <vt:lpstr>Practise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2026-05-25T05:17:48Z</dcterms:modified>
</cp:coreProperties>
</file>