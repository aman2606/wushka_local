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9144000" cy="6858000" type="screen4x3"/>
  <p:notesSz cx="6858000" cy="9144000"/>
  <p:embeddedFontLst>
    <p:embeddedFont>
      <p:font typeface="Jost" panose="020B0604020202020204" charset="0"/>
      <p:regular r:id="rId28"/>
      <p:bold r:id="rId29"/>
      <p:italic r:id="rId30"/>
      <p:boldItalic r:id="rId31"/>
    </p:embeddedFont>
    <p:embeddedFont>
      <p:font typeface="Nunito Black" pitchFamily="2" charset="0"/>
      <p:bold r:id="rId32"/>
      <p:boldItalic r:id="rId33"/>
    </p:embeddedFont>
    <p:embeddedFont>
      <p:font typeface="Poppins" panose="00000500000000000000" pitchFamily="2" charset="0"/>
      <p:regular r:id="rId34"/>
      <p:bold r:id="rId35"/>
      <p:italic r:id="rId36"/>
      <p:boldItalic r:id="rId37"/>
    </p:embeddedFont>
    <p:embeddedFont>
      <p:font typeface="Poppins Medium" panose="00000600000000000000" pitchFamily="2" charset="0"/>
      <p:regular r:id="rId38"/>
      <p:bold r:id="rId39"/>
      <p:italic r:id="rId40"/>
      <p:boldItalic r:id="rId41"/>
    </p:embeddedFont>
    <p:embeddedFont>
      <p:font typeface="Poppins SemiBold" panose="00000700000000000000" pitchFamily="2" charset="0"/>
      <p:regular r:id="rId42"/>
      <p:bold r:id="rId43"/>
      <p:italic r:id="rId44"/>
      <p:boldItalic r:id="rId4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2" roundtripDataSignature="AMtx7mh8nMcmErHGdxSL/oESjClvJlLmc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91BF561-B9BD-40EA-91A8-064A7DD858CF}">
  <a:tblStyle styleId="{B91BF561-B9BD-40EA-91A8-064A7DD858CF}"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4556" autoAdjust="0"/>
    <p:restoredTop sz="94660"/>
  </p:normalViewPr>
  <p:slideViewPr>
    <p:cSldViewPr snapToGrid="0">
      <p:cViewPr>
        <p:scale>
          <a:sx n="100" d="100"/>
          <a:sy n="100" d="100"/>
        </p:scale>
        <p:origin x="52" y="-178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2.fntdata"/><Relationship Id="rId21" Type="http://schemas.openxmlformats.org/officeDocument/2006/relationships/slide" Target="slides/slide20.xml"/><Relationship Id="rId34" Type="http://schemas.openxmlformats.org/officeDocument/2006/relationships/font" Target="fonts/font7.fntdata"/><Relationship Id="rId42" Type="http://schemas.openxmlformats.org/officeDocument/2006/relationships/font" Target="fonts/font15.fntdata"/><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2.fntdata"/><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5.fntdata"/><Relationship Id="rId37" Type="http://schemas.openxmlformats.org/officeDocument/2006/relationships/font" Target="fonts/font10.fntdata"/><Relationship Id="rId40" Type="http://schemas.openxmlformats.org/officeDocument/2006/relationships/font" Target="fonts/font13.fntdata"/><Relationship Id="rId45" Type="http://schemas.openxmlformats.org/officeDocument/2006/relationships/font" Target="fonts/font18.fntdata"/><Relationship Id="rId53"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36" Type="http://schemas.openxmlformats.org/officeDocument/2006/relationships/font" Target="fonts/font9.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44" Type="http://schemas.openxmlformats.org/officeDocument/2006/relationships/font" Target="fonts/font17.fntdata"/><Relationship Id="rId52"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font" Target="fonts/font8.fntdata"/><Relationship Id="rId43" Type="http://schemas.openxmlformats.org/officeDocument/2006/relationships/font" Target="fonts/font16.fntdata"/><Relationship Id="rId56"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6.fntdata"/><Relationship Id="rId38" Type="http://schemas.openxmlformats.org/officeDocument/2006/relationships/font" Target="fonts/font11.fntdata"/><Relationship Id="rId20" Type="http://schemas.openxmlformats.org/officeDocument/2006/relationships/slide" Target="slides/slide19.xml"/><Relationship Id="rId41" Type="http://schemas.openxmlformats.org/officeDocument/2006/relationships/font" Target="fonts/font14.fntdata"/><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1"/>
        <p:cNvGrpSpPr/>
        <p:nvPr/>
      </p:nvGrpSpPr>
      <p:grpSpPr>
        <a:xfrm>
          <a:off x="0" y="0"/>
          <a:ext cx="0" cy="0"/>
          <a:chOff x="0" y="0"/>
          <a:chExt cx="0" cy="0"/>
        </a:xfrm>
      </p:grpSpPr>
      <p:sp>
        <p:nvSpPr>
          <p:cNvPr id="712" name="Google Shape;712;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13" name="Google Shape;713;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2"/>
        <p:cNvGrpSpPr/>
        <p:nvPr/>
      </p:nvGrpSpPr>
      <p:grpSpPr>
        <a:xfrm>
          <a:off x="0" y="0"/>
          <a:ext cx="0" cy="0"/>
          <a:chOff x="0" y="0"/>
          <a:chExt cx="0" cy="0"/>
        </a:xfrm>
      </p:grpSpPr>
      <p:sp>
        <p:nvSpPr>
          <p:cNvPr id="723" name="Google Shape;723;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4" name="Google Shape;724;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25" name="Google Shape;725;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5"/>
        <p:cNvGrpSpPr/>
        <p:nvPr/>
      </p:nvGrpSpPr>
      <p:grpSpPr>
        <a:xfrm>
          <a:off x="0" y="0"/>
          <a:ext cx="0" cy="0"/>
          <a:chOff x="0" y="0"/>
          <a:chExt cx="0" cy="0"/>
        </a:xfrm>
      </p:grpSpPr>
      <p:sp>
        <p:nvSpPr>
          <p:cNvPr id="746" name="Google Shape;746;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7" name="Google Shape;747;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8" name="Google Shape;748;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5"/>
        <p:cNvGrpSpPr/>
        <p:nvPr/>
      </p:nvGrpSpPr>
      <p:grpSpPr>
        <a:xfrm>
          <a:off x="0" y="0"/>
          <a:ext cx="0" cy="0"/>
          <a:chOff x="0" y="0"/>
          <a:chExt cx="0" cy="0"/>
        </a:xfrm>
      </p:grpSpPr>
      <p:sp>
        <p:nvSpPr>
          <p:cNvPr id="776" name="Google Shape;776;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7" name="Google Shape;777;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78" name="Google Shape;778;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0"/>
        <p:cNvGrpSpPr/>
        <p:nvPr/>
      </p:nvGrpSpPr>
      <p:grpSpPr>
        <a:xfrm>
          <a:off x="0" y="0"/>
          <a:ext cx="0" cy="0"/>
          <a:chOff x="0" y="0"/>
          <a:chExt cx="0" cy="0"/>
        </a:xfrm>
      </p:grpSpPr>
      <p:sp>
        <p:nvSpPr>
          <p:cNvPr id="811" name="Google Shape;811;g26b7edf6e71_0_10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2" name="Google Shape;812;g26b7edf6e71_0_1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13" name="Google Shape;813;g26b7edf6e71_0_1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1"/>
        <p:cNvGrpSpPr/>
        <p:nvPr/>
      </p:nvGrpSpPr>
      <p:grpSpPr>
        <a:xfrm>
          <a:off x="0" y="0"/>
          <a:ext cx="0" cy="0"/>
          <a:chOff x="0" y="0"/>
          <a:chExt cx="0" cy="0"/>
        </a:xfrm>
      </p:grpSpPr>
      <p:sp>
        <p:nvSpPr>
          <p:cNvPr id="832" name="Google Shape;832;g2c298d33e0c_0_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3" name="Google Shape;833;g2c298d33e0c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4" name="Google Shape;834;g2c298d33e0c_0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6"/>
        <p:cNvGrpSpPr/>
        <p:nvPr/>
      </p:nvGrpSpPr>
      <p:grpSpPr>
        <a:xfrm>
          <a:off x="0" y="0"/>
          <a:ext cx="0" cy="0"/>
          <a:chOff x="0" y="0"/>
          <a:chExt cx="0" cy="0"/>
        </a:xfrm>
      </p:grpSpPr>
      <p:sp>
        <p:nvSpPr>
          <p:cNvPr id="867" name="Google Shape;867;g26b94af6077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8" name="Google Shape;868;g26b94af6077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9" name="Google Shape;869;g26b94af6077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6"/>
        <p:cNvGrpSpPr/>
        <p:nvPr/>
      </p:nvGrpSpPr>
      <p:grpSpPr>
        <a:xfrm>
          <a:off x="0" y="0"/>
          <a:ext cx="0" cy="0"/>
          <a:chOff x="0" y="0"/>
          <a:chExt cx="0" cy="0"/>
        </a:xfrm>
      </p:grpSpPr>
      <p:sp>
        <p:nvSpPr>
          <p:cNvPr id="877" name="Google Shape;877;g2cf1f75ecdd_0_15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8" name="Google Shape;878;g2cf1f75ecdd_0_15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9" name="Google Shape;879;g2cf1f75ecdd_0_15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4"/>
        <p:cNvGrpSpPr/>
        <p:nvPr/>
      </p:nvGrpSpPr>
      <p:grpSpPr>
        <a:xfrm>
          <a:off x="0" y="0"/>
          <a:ext cx="0" cy="0"/>
          <a:chOff x="0" y="0"/>
          <a:chExt cx="0" cy="0"/>
        </a:xfrm>
      </p:grpSpPr>
      <p:sp>
        <p:nvSpPr>
          <p:cNvPr id="885" name="Google Shape;885;g2c186218c5a_0_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6" name="Google Shape;886;g2c186218c5a_0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7" name="Google Shape;887;g2c186218c5a_0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3"/>
        <p:cNvGrpSpPr/>
        <p:nvPr/>
      </p:nvGrpSpPr>
      <p:grpSpPr>
        <a:xfrm>
          <a:off x="0" y="0"/>
          <a:ext cx="0" cy="0"/>
          <a:chOff x="0" y="0"/>
          <a:chExt cx="0" cy="0"/>
        </a:xfrm>
      </p:grpSpPr>
      <p:sp>
        <p:nvSpPr>
          <p:cNvPr id="894" name="Google Shape;894;g26b641b03cd_0_18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5" name="Google Shape;895;g26b641b03cd_0_18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6" name="Google Shape;896;g26b641b03cd_0_18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2"/>
        <p:cNvGrpSpPr/>
        <p:nvPr/>
      </p:nvGrpSpPr>
      <p:grpSpPr>
        <a:xfrm>
          <a:off x="0" y="0"/>
          <a:ext cx="0" cy="0"/>
          <a:chOff x="0" y="0"/>
          <a:chExt cx="0" cy="0"/>
        </a:xfrm>
      </p:grpSpPr>
      <p:sp>
        <p:nvSpPr>
          <p:cNvPr id="903" name="Google Shape;903;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4" name="Google Shape;904;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5" name="Google Shape;905;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0"/>
        <p:cNvGrpSpPr/>
        <p:nvPr/>
      </p:nvGrpSpPr>
      <p:grpSpPr>
        <a:xfrm>
          <a:off x="0" y="0"/>
          <a:ext cx="0" cy="0"/>
          <a:chOff x="0" y="0"/>
          <a:chExt cx="0" cy="0"/>
        </a:xfrm>
      </p:grpSpPr>
      <p:sp>
        <p:nvSpPr>
          <p:cNvPr id="911" name="Google Shape;911;g2d05ae9120e_0_4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2" name="Google Shape;912;g2d05ae9120e_0_4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3" name="Google Shape;913;g2d05ae9120e_0_4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3"/>
        <p:cNvGrpSpPr/>
        <p:nvPr/>
      </p:nvGrpSpPr>
      <p:grpSpPr>
        <a:xfrm>
          <a:off x="0" y="0"/>
          <a:ext cx="0" cy="0"/>
          <a:chOff x="0" y="0"/>
          <a:chExt cx="0" cy="0"/>
        </a:xfrm>
      </p:grpSpPr>
      <p:sp>
        <p:nvSpPr>
          <p:cNvPr id="944" name="Google Shape;944;g2c4feb0fda9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5" name="Google Shape;945;g2c4feb0fda9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6" name="Google Shape;946;g2c4feb0fda9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6"/>
        <p:cNvGrpSpPr/>
        <p:nvPr/>
      </p:nvGrpSpPr>
      <p:grpSpPr>
        <a:xfrm>
          <a:off x="0" y="0"/>
          <a:ext cx="0" cy="0"/>
          <a:chOff x="0" y="0"/>
          <a:chExt cx="0" cy="0"/>
        </a:xfrm>
      </p:grpSpPr>
      <p:sp>
        <p:nvSpPr>
          <p:cNvPr id="977" name="Google Shape;977;g2d05ae9120e_0_1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8" name="Google Shape;978;g2d05ae9120e_0_1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9" name="Google Shape;979;g2d05ae9120e_0_1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9"/>
        <p:cNvGrpSpPr/>
        <p:nvPr/>
      </p:nvGrpSpPr>
      <p:grpSpPr>
        <a:xfrm>
          <a:off x="0" y="0"/>
          <a:ext cx="0" cy="0"/>
          <a:chOff x="0" y="0"/>
          <a:chExt cx="0" cy="0"/>
        </a:xfrm>
      </p:grpSpPr>
      <p:sp>
        <p:nvSpPr>
          <p:cNvPr id="1010" name="Google Shape;1010;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1" name="Google Shape;1011;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12" name="Google Shape;1012;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7"/>
        <p:cNvGrpSpPr/>
        <p:nvPr/>
      </p:nvGrpSpPr>
      <p:grpSpPr>
        <a:xfrm>
          <a:off x="0" y="0"/>
          <a:ext cx="0" cy="0"/>
          <a:chOff x="0" y="0"/>
          <a:chExt cx="0" cy="0"/>
        </a:xfrm>
      </p:grpSpPr>
      <p:sp>
        <p:nvSpPr>
          <p:cNvPr id="1018" name="Google Shape;1018;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9" name="Google Shape;1019;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0" name="Google Shape;1020;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6"/>
        <p:cNvGrpSpPr/>
        <p:nvPr/>
      </p:nvGrpSpPr>
      <p:grpSpPr>
        <a:xfrm>
          <a:off x="0" y="0"/>
          <a:ext cx="0" cy="0"/>
          <a:chOff x="0" y="0"/>
          <a:chExt cx="0" cy="0"/>
        </a:xfrm>
      </p:grpSpPr>
      <p:sp>
        <p:nvSpPr>
          <p:cNvPr id="1027" name="Google Shape;1027;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8" name="Google Shape;1028;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9" name="Google Shape;1029;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5"/>
        <p:cNvGrpSpPr/>
        <p:nvPr/>
      </p:nvGrpSpPr>
      <p:grpSpPr>
        <a:xfrm>
          <a:off x="0" y="0"/>
          <a:ext cx="0" cy="0"/>
          <a:chOff x="0" y="0"/>
          <a:chExt cx="0" cy="0"/>
        </a:xfrm>
      </p:grpSpPr>
      <p:sp>
        <p:nvSpPr>
          <p:cNvPr id="1036" name="Google Shape;1036;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7" name="Google Shape;1037;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38" name="Google Shape;1038;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4"/>
        <p:cNvGrpSpPr/>
        <p:nvPr/>
      </p:nvGrpSpPr>
      <p:grpSpPr>
        <a:xfrm>
          <a:off x="0" y="0"/>
          <a:ext cx="0" cy="0"/>
          <a:chOff x="0" y="0"/>
          <a:chExt cx="0" cy="0"/>
        </a:xfrm>
      </p:grpSpPr>
      <p:sp>
        <p:nvSpPr>
          <p:cNvPr id="1045" name="Google Shape;1045;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6" name="Google Shape;1046;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7" name="Google Shape;1047;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3"/>
        <p:cNvGrpSpPr/>
        <p:nvPr/>
      </p:nvGrpSpPr>
      <p:grpSpPr>
        <a:xfrm>
          <a:off x="0" y="0"/>
          <a:ext cx="0" cy="0"/>
          <a:chOff x="0" y="0"/>
          <a:chExt cx="0" cy="0"/>
        </a:xfrm>
      </p:grpSpPr>
      <p:sp>
        <p:nvSpPr>
          <p:cNvPr id="1054" name="Google Shape;1054;g26b641b03cd_0_30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5" name="Google Shape;1055;g26b641b03cd_0_30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56" name="Google Shape;1056;g26b641b03cd_0_30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2"/>
        <p:cNvGrpSpPr/>
        <p:nvPr/>
      </p:nvGrpSpPr>
      <p:grpSpPr>
        <a:xfrm>
          <a:off x="0" y="0"/>
          <a:ext cx="0" cy="0"/>
          <a:chOff x="0" y="0"/>
          <a:chExt cx="0" cy="0"/>
        </a:xfrm>
      </p:grpSpPr>
      <p:sp>
        <p:nvSpPr>
          <p:cNvPr id="1063" name="Google Shape;1063;g2d05ae9120e_0_8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64" name="Google Shape;1064;g2d05ae9120e_0_8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65" name="Google Shape;1065;g2d05ae9120e_0_8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1"/>
        <p:cNvGrpSpPr/>
        <p:nvPr/>
      </p:nvGrpSpPr>
      <p:grpSpPr>
        <a:xfrm>
          <a:off x="0" y="0"/>
          <a:ext cx="0" cy="0"/>
          <a:chOff x="0" y="0"/>
          <a:chExt cx="0" cy="0"/>
        </a:xfrm>
      </p:grpSpPr>
      <p:sp>
        <p:nvSpPr>
          <p:cNvPr id="1072" name="Google Shape;1072;g2d05ae9120e_0_7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73" name="Google Shape;1073;g2d05ae9120e_0_7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74" name="Google Shape;1074;g2d05ae9120e_0_7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0"/>
        <p:cNvGrpSpPr/>
        <p:nvPr/>
      </p:nvGrpSpPr>
      <p:grpSpPr>
        <a:xfrm>
          <a:off x="0" y="0"/>
          <a:ext cx="0" cy="0"/>
          <a:chOff x="0" y="0"/>
          <a:chExt cx="0" cy="0"/>
        </a:xfrm>
      </p:grpSpPr>
      <p:sp>
        <p:nvSpPr>
          <p:cNvPr id="1081" name="Google Shape;1081;g26b641b03cd_0_30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82" name="Google Shape;1082;g26b641b03cd_0_30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3" name="Google Shape;1083;g26b641b03cd_0_30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9"/>
        <p:cNvGrpSpPr/>
        <p:nvPr/>
      </p:nvGrpSpPr>
      <p:grpSpPr>
        <a:xfrm>
          <a:off x="0" y="0"/>
          <a:ext cx="0" cy="0"/>
          <a:chOff x="0" y="0"/>
          <a:chExt cx="0" cy="0"/>
        </a:xfrm>
      </p:grpSpPr>
      <p:sp>
        <p:nvSpPr>
          <p:cNvPr id="1090" name="Google Shape;1090;g1f3daf8a844_0_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91" name="Google Shape;1091;g1f3daf8a844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92" name="Google Shape;1092;g1f3daf8a844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5"/>
        <p:cNvGrpSpPr/>
        <p:nvPr/>
      </p:nvGrpSpPr>
      <p:grpSpPr>
        <a:xfrm>
          <a:off x="0" y="0"/>
          <a:ext cx="0" cy="0"/>
          <a:chOff x="0" y="0"/>
          <a:chExt cx="0" cy="0"/>
        </a:xfrm>
      </p:grpSpPr>
      <p:sp>
        <p:nvSpPr>
          <p:cNvPr id="1116" name="Google Shape;1116;g2d05ae9120e_0_9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17" name="Google Shape;1117;g2d05ae9120e_0_9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18" name="Google Shape;1118;g2d05ae9120e_0_9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25</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200"/>
              <a:buNone/>
              <a:defRPr sz="32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 name="Google Shape;17;p14"/>
          <p:cNvSpPr txBox="1"/>
          <p:nvPr/>
        </p:nvSpPr>
        <p:spPr>
          <a:xfrm>
            <a:off x="804224" y="1600125"/>
            <a:ext cx="396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8DC63F"/>
                </a:solidFill>
                <a:latin typeface="Poppins SemiBold"/>
                <a:ea typeface="Poppins SemiBold"/>
                <a:cs typeface="Poppins SemiBold"/>
                <a:sym typeface="Poppins SemiBold"/>
              </a:rPr>
              <a:t>Phase 4</a:t>
            </a:r>
            <a:endParaRPr sz="6000" b="0" i="0" u="none" strike="noStrike" cap="none">
              <a:solidFill>
                <a:srgbClr val="8DC63F"/>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750"/>
            <a:chOff x="-36800" y="-52000"/>
            <a:chExt cx="9236100" cy="54375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3235760" y="8825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grpSp>
        <p:sp>
          <p:nvSpPr>
            <p:cNvPr id="30" name="Google Shape;30;p14"/>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33" name="Google Shape;33;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 name="Google Shape;34;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5" name="Google Shape;35;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 name="Google Shape;36;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7" name="Google Shape;37;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 name="Google Shape;38;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39" name="Google Shape;39;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40" name="Google Shape;40;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1937850"/>
            <a:ext cx="4850100" cy="13692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4902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9901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8DC63F"/>
                </a:solidFill>
                <a:latin typeface="Poppins Medium"/>
                <a:ea typeface="Poppins Medium"/>
                <a:cs typeface="Poppins Medium"/>
                <a:sym typeface="Poppins Medium"/>
              </a:rPr>
              <a:t>Objective</a:t>
            </a:r>
            <a:endParaRPr sz="3200" b="0" i="0" u="none" strike="noStrike" cap="none">
              <a:solidFill>
                <a:srgbClr val="8DC63F"/>
              </a:solidFill>
              <a:latin typeface="Poppins Medium"/>
              <a:ea typeface="Poppins Medium"/>
              <a:cs typeface="Poppins Medium"/>
              <a:sym typeface="Poppins Medium"/>
            </a:endParaRPr>
          </a:p>
        </p:txBody>
      </p:sp>
      <p:sp>
        <p:nvSpPr>
          <p:cNvPr id="47" name="Google Shape;47;p15"/>
          <p:cNvSpPr txBox="1"/>
          <p:nvPr/>
        </p:nvSpPr>
        <p:spPr>
          <a:xfrm>
            <a:off x="856314" y="22768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8DC63F"/>
                </a:solidFill>
                <a:latin typeface="Poppins Medium"/>
                <a:ea typeface="Poppins Medium"/>
                <a:cs typeface="Poppins Medium"/>
                <a:sym typeface="Poppins Medium"/>
              </a:rPr>
              <a:t>Review</a:t>
            </a:r>
            <a:endParaRPr sz="3200" b="0" i="0" u="none" strike="noStrike" cap="none">
              <a:solidFill>
                <a:srgbClr val="8DC63F"/>
              </a:solidFill>
              <a:latin typeface="Poppins Medium"/>
              <a:ea typeface="Poppins Medium"/>
              <a:cs typeface="Poppins Medium"/>
              <a:sym typeface="Poppins Medium"/>
            </a:endParaRPr>
          </a:p>
        </p:txBody>
      </p:sp>
      <p:cxnSp>
        <p:nvCxnSpPr>
          <p:cNvPr id="48" name="Google Shape;48;p15"/>
          <p:cNvCxnSpPr/>
          <p:nvPr/>
        </p:nvCxnSpPr>
        <p:spPr>
          <a:xfrm>
            <a:off x="865586" y="3306960"/>
            <a:ext cx="7283100" cy="0"/>
          </a:xfrm>
          <a:prstGeom prst="straightConnector1">
            <a:avLst/>
          </a:prstGeom>
          <a:noFill/>
          <a:ln w="9525" cap="flat" cmpd="sng">
            <a:solidFill>
              <a:srgbClr val="BFBFBF"/>
            </a:solidFill>
            <a:prstDash val="solid"/>
            <a:miter lim="800000"/>
            <a:headEnd type="none" w="sm" len="sm"/>
            <a:tailEnd type="none" w="sm" len="sm"/>
          </a:ln>
        </p:spPr>
      </p:cxnSp>
      <p:sp>
        <p:nvSpPr>
          <p:cNvPr id="49" name="Google Shape;49;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50" name="Google Shape;50;p15"/>
          <p:cNvCxnSpPr/>
          <p:nvPr/>
        </p:nvCxnSpPr>
        <p:spPr>
          <a:xfrm>
            <a:off x="865586" y="19378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1" name="Google Shape;51;p15"/>
          <p:cNvGrpSpPr/>
          <p:nvPr/>
        </p:nvGrpSpPr>
        <p:grpSpPr>
          <a:xfrm>
            <a:off x="357775" y="5983875"/>
            <a:ext cx="586800" cy="571500"/>
            <a:chOff x="662575" y="6212475"/>
            <a:chExt cx="586800" cy="571500"/>
          </a:xfrm>
        </p:grpSpPr>
        <p:sp>
          <p:nvSpPr>
            <p:cNvPr id="52" name="Google Shape;52;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 name="Google Shape;53;p15">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 name="Google Shape;54;p15">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5" name="Google Shape;55;p15"/>
          <p:cNvGrpSpPr/>
          <p:nvPr/>
        </p:nvGrpSpPr>
        <p:grpSpPr>
          <a:xfrm>
            <a:off x="8199150" y="5983875"/>
            <a:ext cx="586800" cy="571500"/>
            <a:chOff x="7894350" y="6212475"/>
            <a:chExt cx="586800" cy="571500"/>
          </a:xfrm>
        </p:grpSpPr>
        <p:sp>
          <p:nvSpPr>
            <p:cNvPr id="56" name="Google Shape;56;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 name="Google Shape;58;p15">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 name="Google Shape;59;p15"/>
          <p:cNvGrpSpPr/>
          <p:nvPr/>
        </p:nvGrpSpPr>
        <p:grpSpPr>
          <a:xfrm>
            <a:off x="-36800" y="-52000"/>
            <a:ext cx="9236100" cy="543750"/>
            <a:chOff x="-36800" y="-52000"/>
            <a:chExt cx="9236100" cy="54375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3235760" y="8825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grpSp>
        <p:sp>
          <p:nvSpPr>
            <p:cNvPr id="64" name="Google Shape;64;p15"/>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67" name="Google Shape;67;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8" name="Google Shape;68;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69" name="Google Shape;69;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0" name="Google Shape;70;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1" name="Google Shape;71;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2" name="Google Shape;72;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3" name="Google Shape;73;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74" name="Google Shape;74;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750"/>
            <a:chOff x="-36800" y="-52000"/>
            <a:chExt cx="9236100" cy="54375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3235760" y="8825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grpSp>
        <p:sp>
          <p:nvSpPr>
            <p:cNvPr id="92" name="Google Shape;92;g26b641b03cd_1_92"/>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95" name="Google Shape;95;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 name="Google Shape;96;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97" name="Google Shape;97;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 name="Google Shape;98;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99" name="Google Shape;99;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 name="Google Shape;100;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1" name="Google Shape;101;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02" name="Google Shape;102;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06" name="Google Shape;106;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CCVC ('gr' 'dr' 'pr')</a:t>
            </a:r>
            <a:endParaRPr sz="1800" b="0" i="0" u="none" strike="noStrike" cap="non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8DC63F"/>
                </a:solidFill>
                <a:latin typeface="Poppins Medium"/>
                <a:ea typeface="Poppins Medium"/>
                <a:cs typeface="Poppins Medium"/>
                <a:sym typeface="Poppins Medium"/>
              </a:rPr>
              <a:t>Week 2 - Wednesday</a:t>
            </a:r>
            <a:endParaRPr sz="1800" b="0" i="0" u="none" strike="noStrike" cap="none">
              <a:solidFill>
                <a:srgbClr val="8DC63F"/>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8DC63F"/>
                </a:solidFill>
                <a:latin typeface="Poppins Medium"/>
                <a:ea typeface="Poppins Medium"/>
                <a:cs typeface="Poppins Medium"/>
                <a:sym typeface="Poppins Medium"/>
              </a:rPr>
              <a:t>Lesson 8</a:t>
            </a:r>
            <a:endParaRPr sz="1800" b="0" i="0" u="none" strike="noStrike" cap="none">
              <a:solidFill>
                <a:srgbClr val="8DC63F"/>
              </a:solidFill>
              <a:latin typeface="Poppins Medium"/>
              <a:ea typeface="Poppins Medium"/>
              <a:cs typeface="Poppins Medium"/>
              <a:sym typeface="Poppins Medium"/>
            </a:endParaRPr>
          </a:p>
        </p:txBody>
      </p:sp>
      <p:sp>
        <p:nvSpPr>
          <p:cNvPr id="113" name="Google Shape;113;g26b641b03cd_0_3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6" name="Google Shape;116;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8DC63F"/>
              </a:buClr>
              <a:buSzPts val="3200"/>
              <a:buFont typeface="Poppins Medium"/>
              <a:buNone/>
              <a:defRPr sz="3200">
                <a:solidFill>
                  <a:srgbClr val="8DC63F"/>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7" name="Google Shape;117;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60"/>
        <p:cNvGrpSpPr/>
        <p:nvPr/>
      </p:nvGrpSpPr>
      <p:grpSpPr>
        <a:xfrm>
          <a:off x="0" y="0"/>
          <a:ext cx="0" cy="0"/>
          <a:chOff x="0" y="0"/>
          <a:chExt cx="0" cy="0"/>
        </a:xfrm>
      </p:grpSpPr>
      <p:sp>
        <p:nvSpPr>
          <p:cNvPr id="161" name="Google Shape;161;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62" name="Google Shape;162;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8DC63F"/>
                </a:solidFill>
                <a:latin typeface="Poppins Medium"/>
                <a:ea typeface="Poppins Medium"/>
                <a:cs typeface="Poppins Medium"/>
                <a:sym typeface="Poppins Medium"/>
              </a:rPr>
              <a:t>End of Session</a:t>
            </a:r>
            <a:endParaRPr sz="3200" b="0" i="0" u="none" strike="noStrike" cap="none">
              <a:solidFill>
                <a:srgbClr val="8DC63F"/>
              </a:solidFill>
              <a:latin typeface="Poppins Medium"/>
              <a:ea typeface="Poppins Medium"/>
              <a:cs typeface="Poppins Medium"/>
              <a:sym typeface="Poppins Medium"/>
            </a:endParaRPr>
          </a:p>
        </p:txBody>
      </p:sp>
      <p:cxnSp>
        <p:nvCxnSpPr>
          <p:cNvPr id="163" name="Google Shape;163;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64" name="Google Shape;164;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5" name="Google Shape;165;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67" name="Google Shape;167;g26b641b03cd_0_260"/>
          <p:cNvGrpSpPr/>
          <p:nvPr/>
        </p:nvGrpSpPr>
        <p:grpSpPr>
          <a:xfrm>
            <a:off x="8199150" y="5983875"/>
            <a:ext cx="586800" cy="571500"/>
            <a:chOff x="7894350" y="6212475"/>
            <a:chExt cx="586800" cy="571500"/>
          </a:xfrm>
        </p:grpSpPr>
        <p:sp>
          <p:nvSpPr>
            <p:cNvPr id="168" name="Google Shape;168;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9" name="Google Shape;169;g26b641b03cd_0_260">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0" name="Google Shape;170;g26b641b03cd_0_260">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71" name="Google Shape;171;g26b641b03cd_0_260"/>
          <p:cNvGrpSpPr/>
          <p:nvPr/>
        </p:nvGrpSpPr>
        <p:grpSpPr>
          <a:xfrm>
            <a:off x="-36800" y="-52000"/>
            <a:ext cx="9236100" cy="543750"/>
            <a:chOff x="-36800" y="-52000"/>
            <a:chExt cx="9236100" cy="543750"/>
          </a:xfrm>
        </p:grpSpPr>
        <p:sp>
          <p:nvSpPr>
            <p:cNvPr id="172" name="Google Shape;172;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73" name="Google Shape;173;g26b641b03cd_0_260"/>
            <p:cNvGrpSpPr/>
            <p:nvPr/>
          </p:nvGrpSpPr>
          <p:grpSpPr>
            <a:xfrm>
              <a:off x="3235760" y="88250"/>
              <a:ext cx="1337400" cy="403500"/>
              <a:chOff x="565600" y="88250"/>
              <a:chExt cx="1337400" cy="403500"/>
            </a:xfrm>
          </p:grpSpPr>
          <p:sp>
            <p:nvSpPr>
              <p:cNvPr id="174" name="Google Shape;174;g26b641b03cd_0_260"/>
              <p:cNvSpPr/>
              <p:nvPr/>
            </p:nvSpPr>
            <p:spPr>
              <a:xfrm>
                <a:off x="565600" y="88250"/>
                <a:ext cx="1337400" cy="240000"/>
              </a:xfrm>
              <a:prstGeom prst="roundRect">
                <a:avLst>
                  <a:gd name="adj" fmla="val 16667"/>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75" name="Google Shape;175;g26b641b03cd_0_260"/>
              <p:cNvSpPr/>
              <p:nvPr/>
            </p:nvSpPr>
            <p:spPr>
              <a:xfrm>
                <a:off x="565600" y="251750"/>
                <a:ext cx="1337400" cy="2400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grpSp>
        <p:sp>
          <p:nvSpPr>
            <p:cNvPr id="176" name="Google Shape;176;g26b641b03cd_0_260"/>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sp>
          <p:nvSpPr>
            <p:cNvPr id="177" name="Google Shape;177;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178" name="Google Shape;178;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179" name="Google Shape;179;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0" name="Google Shape;180;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81" name="Google Shape;181;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2" name="Google Shape;182;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83" name="Google Shape;183;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4" name="Google Shape;184;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85" name="Google Shape;185;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86" name="Google Shape;186;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87"/>
        <p:cNvGrpSpPr/>
        <p:nvPr/>
      </p:nvGrpSpPr>
      <p:grpSpPr>
        <a:xfrm>
          <a:off x="0" y="0"/>
          <a:ext cx="0" cy="0"/>
          <a:chOff x="0" y="0"/>
          <a:chExt cx="0" cy="0"/>
        </a:xfrm>
      </p:grpSpPr>
      <p:sp>
        <p:nvSpPr>
          <p:cNvPr id="188" name="Google Shape;188;g2c235dd0dad_1_87"/>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9" name="Google Shape;189;g2c235dd0dad_1_87"/>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90" name="Google Shape;190;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1" name="Google Shape;191;g2c235dd0dad_1_87"/>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2" name="Google Shape;192;g2c235dd0dad_1_87"/>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3" name="Google Shape;193;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4" name="Google Shape;194;g2c235dd0dad_1_8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195" name="Google Shape;195;g2c235dd0dad_1_87"/>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6" name="Google Shape;196;g2c235dd0dad_1_87"/>
          <p:cNvSpPr txBox="1">
            <a:spLocks noGrp="1"/>
          </p:cNvSpPr>
          <p:nvPr>
            <p:ph type="subTitle" idx="2"/>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7" name="Google Shape;197;g2c235dd0dad_1_87"/>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198" name="Google Shape;198;g2c235dd0dad_1_87"/>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199" name="Google Shape;199;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00" name="Google Shape;200;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8DC63F"/>
                </a:solidFill>
                <a:latin typeface="Poppins Medium"/>
                <a:ea typeface="Poppins Medium"/>
                <a:cs typeface="Poppins Medium"/>
                <a:sym typeface="Poppins Medium"/>
              </a:rPr>
              <a:t>Practise</a:t>
            </a:r>
            <a:r>
              <a:rPr lang="en-US" sz="3000" b="0" i="0" u="none" strike="noStrike" cap="none">
                <a:solidFill>
                  <a:srgbClr val="8DC63F"/>
                </a:solidFill>
                <a:latin typeface="Poppins Medium"/>
                <a:ea typeface="Poppins Medium"/>
                <a:cs typeface="Poppins Medium"/>
                <a:sym typeface="Poppins Medium"/>
              </a:rPr>
              <a:t> Building Words</a:t>
            </a:r>
            <a:endParaRPr sz="3000" b="0" i="0" u="none" strike="noStrike" cap="none">
              <a:solidFill>
                <a:srgbClr val="8DC63F"/>
              </a:solidFill>
              <a:latin typeface="Poppins Medium"/>
              <a:ea typeface="Poppins Medium"/>
              <a:cs typeface="Poppins Medium"/>
              <a:sym typeface="Poppins Medium"/>
            </a:endParaRPr>
          </a:p>
        </p:txBody>
      </p:sp>
      <p:sp>
        <p:nvSpPr>
          <p:cNvPr id="201" name="Google Shape;201;g2c235dd0dad_1_87"/>
          <p:cNvSpPr txBox="1">
            <a:spLocks noGrp="1"/>
          </p:cNvSpPr>
          <p:nvPr>
            <p:ph type="subTitle" idx="5"/>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02" name="Google Shape;202;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03" name="Google Shape;203;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04" name="Google Shape;204;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05" name="Google Shape;205;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6" name="Google Shape;206;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7" name="Google Shape;207;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08" name="Google Shape;208;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09" name="Google Shape;209;g2c235dd0dad_1_87"/>
          <p:cNvSpPr txBox="1">
            <a:spLocks noGrp="1"/>
          </p:cNvSpPr>
          <p:nvPr>
            <p:ph type="subTitle" idx="6"/>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10" name="Google Shape;210;g2c235dd0dad_1_87"/>
          <p:cNvGrpSpPr/>
          <p:nvPr/>
        </p:nvGrpSpPr>
        <p:grpSpPr>
          <a:xfrm>
            <a:off x="662575" y="6212475"/>
            <a:ext cx="586800" cy="571500"/>
            <a:chOff x="662575" y="6212475"/>
            <a:chExt cx="586800" cy="571500"/>
          </a:xfrm>
        </p:grpSpPr>
        <p:sp>
          <p:nvSpPr>
            <p:cNvPr id="211" name="Google Shape;211;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2" name="Google Shape;212;g2c235dd0dad_1_87">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3" name="Google Shape;213;g2c235dd0dad_1_87">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14" name="Google Shape;214;g2c235dd0dad_1_87"/>
          <p:cNvGrpSpPr/>
          <p:nvPr/>
        </p:nvGrpSpPr>
        <p:grpSpPr>
          <a:xfrm>
            <a:off x="7894350" y="6212475"/>
            <a:ext cx="586800" cy="571500"/>
            <a:chOff x="7894350" y="6212475"/>
            <a:chExt cx="586800" cy="571500"/>
          </a:xfrm>
        </p:grpSpPr>
        <p:sp>
          <p:nvSpPr>
            <p:cNvPr id="215" name="Google Shape;215;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6" name="Google Shape;216;g2c235dd0dad_1_87">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7" name="Google Shape;217;g2c235dd0dad_1_87">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18"/>
        <p:cNvGrpSpPr/>
        <p:nvPr/>
      </p:nvGrpSpPr>
      <p:grpSpPr>
        <a:xfrm>
          <a:off x="0" y="0"/>
          <a:ext cx="0" cy="0"/>
          <a:chOff x="0" y="0"/>
          <a:chExt cx="0" cy="0"/>
        </a:xfrm>
      </p:grpSpPr>
      <p:sp>
        <p:nvSpPr>
          <p:cNvPr id="219" name="Google Shape;219;g1f3daf8a844_0_32"/>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0" name="Google Shape;220;g1f3daf8a844_0_32"/>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21" name="Google Shape;221;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2" name="Google Shape;222;g1f3daf8a844_0_32"/>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3" name="Google Shape;223;g1f3daf8a844_0_32"/>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4" name="Google Shape;224;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5" name="Google Shape;225;g1f3daf8a844_0_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226" name="Google Shape;226;g1f3daf8a844_0_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Clr>
                <a:srgbClr val="2F286F"/>
              </a:buClr>
              <a:buSzPts val="2400"/>
              <a:buNone/>
              <a:defRPr>
                <a:solidFill>
                  <a:srgbClr val="2F286F"/>
                </a:solidFill>
              </a:defRPr>
            </a:lvl2pPr>
            <a:lvl3pPr lvl="2" algn="l">
              <a:lnSpc>
                <a:spcPct val="90000"/>
              </a:lnSpc>
              <a:spcBef>
                <a:spcPts val="500"/>
              </a:spcBef>
              <a:spcAft>
                <a:spcPts val="0"/>
              </a:spcAft>
              <a:buClr>
                <a:srgbClr val="2F286F"/>
              </a:buClr>
              <a:buSzPts val="2000"/>
              <a:buNone/>
              <a:defRPr>
                <a:solidFill>
                  <a:srgbClr val="2F286F"/>
                </a:solidFill>
              </a:defRPr>
            </a:lvl3pPr>
            <a:lvl4pPr lvl="3" algn="l">
              <a:lnSpc>
                <a:spcPct val="90000"/>
              </a:lnSpc>
              <a:spcBef>
                <a:spcPts val="500"/>
              </a:spcBef>
              <a:spcAft>
                <a:spcPts val="0"/>
              </a:spcAft>
              <a:buClr>
                <a:srgbClr val="2F286F"/>
              </a:buClr>
              <a:buSzPts val="1800"/>
              <a:buNone/>
              <a:defRPr>
                <a:solidFill>
                  <a:srgbClr val="2F286F"/>
                </a:solidFill>
              </a:defRPr>
            </a:lvl4pPr>
            <a:lvl5pPr lvl="4" algn="l">
              <a:lnSpc>
                <a:spcPct val="90000"/>
              </a:lnSpc>
              <a:spcBef>
                <a:spcPts val="500"/>
              </a:spcBef>
              <a:spcAft>
                <a:spcPts val="0"/>
              </a:spcAft>
              <a:buClr>
                <a:srgbClr val="2F286F"/>
              </a:buClr>
              <a:buSzPts val="1800"/>
              <a:buNone/>
              <a:defRPr>
                <a:solidFill>
                  <a:srgbClr val="2F286F"/>
                </a:solidFill>
              </a:defRPr>
            </a:lvl5pPr>
            <a:lvl6pPr lvl="5" algn="l">
              <a:lnSpc>
                <a:spcPct val="90000"/>
              </a:lnSpc>
              <a:spcBef>
                <a:spcPts val="500"/>
              </a:spcBef>
              <a:spcAft>
                <a:spcPts val="0"/>
              </a:spcAft>
              <a:buClr>
                <a:srgbClr val="2F286F"/>
              </a:buClr>
              <a:buSzPts val="1800"/>
              <a:buNone/>
              <a:defRPr>
                <a:solidFill>
                  <a:srgbClr val="2F286F"/>
                </a:solidFill>
              </a:defRPr>
            </a:lvl6pPr>
            <a:lvl7pPr lvl="6" algn="l">
              <a:lnSpc>
                <a:spcPct val="90000"/>
              </a:lnSpc>
              <a:spcBef>
                <a:spcPts val="500"/>
              </a:spcBef>
              <a:spcAft>
                <a:spcPts val="0"/>
              </a:spcAft>
              <a:buClr>
                <a:srgbClr val="2F286F"/>
              </a:buClr>
              <a:buSzPts val="1800"/>
              <a:buNone/>
              <a:defRPr>
                <a:solidFill>
                  <a:srgbClr val="2F286F"/>
                </a:solidFill>
              </a:defRPr>
            </a:lvl7pPr>
            <a:lvl8pPr lvl="7" algn="l">
              <a:lnSpc>
                <a:spcPct val="90000"/>
              </a:lnSpc>
              <a:spcBef>
                <a:spcPts val="500"/>
              </a:spcBef>
              <a:spcAft>
                <a:spcPts val="0"/>
              </a:spcAft>
              <a:buClr>
                <a:srgbClr val="2F286F"/>
              </a:buClr>
              <a:buSzPts val="1800"/>
              <a:buNone/>
              <a:defRPr>
                <a:solidFill>
                  <a:srgbClr val="2F286F"/>
                </a:solidFill>
              </a:defRPr>
            </a:lvl8pPr>
            <a:lvl9pPr lvl="8" algn="l">
              <a:lnSpc>
                <a:spcPct val="90000"/>
              </a:lnSpc>
              <a:spcBef>
                <a:spcPts val="500"/>
              </a:spcBef>
              <a:spcAft>
                <a:spcPts val="0"/>
              </a:spcAft>
              <a:buClr>
                <a:srgbClr val="2F286F"/>
              </a:buClr>
              <a:buSzPts val="1800"/>
              <a:buNone/>
              <a:defRPr>
                <a:solidFill>
                  <a:srgbClr val="2F286F"/>
                </a:solidFill>
              </a:defRPr>
            </a:lvl9pPr>
          </a:lstStyle>
          <a:p>
            <a:endParaRPr/>
          </a:p>
        </p:txBody>
      </p:sp>
      <p:sp>
        <p:nvSpPr>
          <p:cNvPr id="227" name="Google Shape;227;g1f3daf8a844_0_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8" name="Google Shape;228;g1f3daf8a844_0_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9" name="Google Shape;229;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30" name="Google Shape;230;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8DC63F"/>
                </a:solidFill>
                <a:latin typeface="Poppins Medium"/>
                <a:ea typeface="Poppins Medium"/>
                <a:cs typeface="Poppins Medium"/>
                <a:sym typeface="Poppins Medium"/>
              </a:rPr>
              <a:t>Practise</a:t>
            </a:r>
            <a:r>
              <a:rPr lang="en-US" sz="3000" b="0" i="0" u="none" strike="noStrike" cap="none">
                <a:solidFill>
                  <a:srgbClr val="8DC63F"/>
                </a:solidFill>
                <a:latin typeface="Poppins Medium"/>
                <a:ea typeface="Poppins Medium"/>
                <a:cs typeface="Poppins Medium"/>
                <a:sym typeface="Poppins Medium"/>
              </a:rPr>
              <a:t> Building Words</a:t>
            </a:r>
            <a:endParaRPr sz="3000" b="0" i="0" u="none" strike="noStrike" cap="none">
              <a:solidFill>
                <a:srgbClr val="8DC63F"/>
              </a:solidFill>
              <a:latin typeface="Poppins Medium"/>
              <a:ea typeface="Poppins Medium"/>
              <a:cs typeface="Poppins Medium"/>
              <a:sym typeface="Poppins Medium"/>
            </a:endParaRPr>
          </a:p>
        </p:txBody>
      </p:sp>
      <p:cxnSp>
        <p:nvCxnSpPr>
          <p:cNvPr id="231" name="Google Shape;231;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32" name="Google Shape;232;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33" name="Google Shape;233;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34" name="Google Shape;234;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5" name="Google Shape;235;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6" name="Google Shape;236;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37" name="Google Shape;237;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38" name="Google Shape;238;g1f3daf8a844_0_32"/>
          <p:cNvSpPr txBox="1">
            <a:spLocks noGrp="1"/>
          </p:cNvSpPr>
          <p:nvPr>
            <p:ph type="subTitle" idx="4"/>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39" name="Google Shape;239;g1f3daf8a844_0_32"/>
          <p:cNvGrpSpPr/>
          <p:nvPr/>
        </p:nvGrpSpPr>
        <p:grpSpPr>
          <a:xfrm>
            <a:off x="662575" y="6212475"/>
            <a:ext cx="586800" cy="571500"/>
            <a:chOff x="662575" y="6212475"/>
            <a:chExt cx="586800" cy="571500"/>
          </a:xfrm>
        </p:grpSpPr>
        <p:sp>
          <p:nvSpPr>
            <p:cNvPr id="240" name="Google Shape;240;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1" name="Google Shape;241;g1f3daf8a844_0_32">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2" name="Google Shape;242;g1f3daf8a844_0_32">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3" name="Google Shape;243;g1f3daf8a844_0_32"/>
          <p:cNvGrpSpPr/>
          <p:nvPr/>
        </p:nvGrpSpPr>
        <p:grpSpPr>
          <a:xfrm>
            <a:off x="7894350" y="6212475"/>
            <a:ext cx="586800" cy="571500"/>
            <a:chOff x="7894350" y="6212475"/>
            <a:chExt cx="586800" cy="571500"/>
          </a:xfrm>
        </p:grpSpPr>
        <p:sp>
          <p:nvSpPr>
            <p:cNvPr id="244" name="Google Shape;244;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1f3daf8a844_0_32">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6" name="Google Shape;246;g1f3daf8a844_0_32">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47"/>
        <p:cNvGrpSpPr/>
        <p:nvPr/>
      </p:nvGrpSpPr>
      <p:grpSpPr>
        <a:xfrm>
          <a:off x="0" y="0"/>
          <a:ext cx="0" cy="0"/>
          <a:chOff x="0" y="0"/>
          <a:chExt cx="0" cy="0"/>
        </a:xfrm>
      </p:grpSpPr>
      <p:sp>
        <p:nvSpPr>
          <p:cNvPr id="248" name="Google Shape;248;g2c157a2fb06_0_53"/>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9" name="Google Shape;249;g2c157a2fb06_0_53"/>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50" name="Google Shape;250;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1" name="Google Shape;251;g2c157a2fb06_0_53"/>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2" name="Google Shape;252;g2c157a2fb06_0_53"/>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3" name="Google Shape;253;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4" name="Google Shape;254;g2c157a2fb06_0_5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255" name="Google Shape;255;g2c157a2fb06_0_5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56" name="Google Shape;256;g2c157a2fb06_0_5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57" name="Google Shape;257;g2c157a2fb06_0_5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58" name="Google Shape;258;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59" name="Google Shape;259;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Quickwrite</a:t>
            </a:r>
            <a:endParaRPr sz="3000" b="0" i="0" u="none" strike="noStrike" cap="none">
              <a:solidFill>
                <a:srgbClr val="8DC63F"/>
              </a:solidFill>
              <a:latin typeface="Poppins Medium"/>
              <a:ea typeface="Poppins Medium"/>
              <a:cs typeface="Poppins Medium"/>
              <a:sym typeface="Poppins Medium"/>
            </a:endParaRPr>
          </a:p>
        </p:txBody>
      </p:sp>
      <p:sp>
        <p:nvSpPr>
          <p:cNvPr id="260" name="Google Shape;260;g2c157a2fb06_0_53"/>
          <p:cNvSpPr txBox="1">
            <a:spLocks noGrp="1"/>
          </p:cNvSpPr>
          <p:nvPr>
            <p:ph type="subTitle" idx="4"/>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1" name="Google Shape;261;g2c157a2fb06_0_53"/>
          <p:cNvSpPr txBox="1">
            <a:spLocks noGrp="1"/>
          </p:cNvSpPr>
          <p:nvPr>
            <p:ph type="subTitle" idx="5"/>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2" name="Google Shape;262;g2c157a2fb06_0_53"/>
          <p:cNvSpPr txBox="1">
            <a:spLocks noGrp="1"/>
          </p:cNvSpPr>
          <p:nvPr>
            <p:ph type="subTitle" idx="6"/>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3" name="Google Shape;263;g2c157a2fb06_0_53"/>
          <p:cNvSpPr txBox="1">
            <a:spLocks noGrp="1"/>
          </p:cNvSpPr>
          <p:nvPr>
            <p:ph type="subTitle" idx="7"/>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64" name="Google Shape;264;g2c157a2fb06_0_53"/>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5" name="Google Shape;265;g2c157a2fb06_0_53"/>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6" name="Google Shape;266;g2c157a2fb06_0_53"/>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7" name="Google Shape;267;g2c157a2fb06_0_53"/>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8" name="Google Shape;268;g2c157a2fb06_0_53"/>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269" name="Google Shape;269;g2c157a2fb06_0_53"/>
          <p:cNvGrpSpPr/>
          <p:nvPr/>
        </p:nvGrpSpPr>
        <p:grpSpPr>
          <a:xfrm>
            <a:off x="1403031" y="6958923"/>
            <a:ext cx="6774848" cy="1291477"/>
            <a:chOff x="717231" y="7263723"/>
            <a:chExt cx="6774848" cy="1291477"/>
          </a:xfrm>
        </p:grpSpPr>
        <p:sp>
          <p:nvSpPr>
            <p:cNvPr id="270" name="Google Shape;270;g2c157a2fb06_0_53"/>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FFFFFF"/>
                  </a:solidFill>
                  <a:latin typeface="Poppins"/>
                  <a:ea typeface="Poppins"/>
                  <a:cs typeface="Poppins"/>
                  <a:sym typeface="Poppins"/>
                </a:rPr>
                <a:t>Sound Buttons</a:t>
              </a:r>
              <a:endParaRPr sz="2000" b="0" i="0" u="none" strike="noStrike" cap="none">
                <a:solidFill>
                  <a:srgbClr val="FFFFFF"/>
                </a:solidFill>
                <a:latin typeface="Poppins"/>
                <a:ea typeface="Poppins"/>
                <a:cs typeface="Poppins"/>
                <a:sym typeface="Poppins"/>
              </a:endParaRPr>
            </a:p>
          </p:txBody>
        </p:sp>
        <p:sp>
          <p:nvSpPr>
            <p:cNvPr id="271" name="Google Shape;271;g2c157a2fb06_0_53"/>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Vowel</a:t>
              </a:r>
              <a:endParaRPr sz="950" b="0" i="0" u="none" strike="noStrike" cap="none">
                <a:solidFill>
                  <a:srgbClr val="FFFFFF"/>
                </a:solidFill>
                <a:latin typeface="Poppins"/>
                <a:ea typeface="Poppins"/>
                <a:cs typeface="Poppins"/>
                <a:sym typeface="Poppins"/>
              </a:endParaRPr>
            </a:p>
          </p:txBody>
        </p:sp>
        <p:sp>
          <p:nvSpPr>
            <p:cNvPr id="272" name="Google Shape;272;g2c157a2fb06_0_53"/>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a:t>
              </a:r>
              <a:endParaRPr sz="950" b="0" i="0" u="none" strike="noStrike" cap="none">
                <a:solidFill>
                  <a:srgbClr val="FFFFFF"/>
                </a:solidFill>
                <a:latin typeface="Poppins"/>
                <a:ea typeface="Poppins"/>
                <a:cs typeface="Poppins"/>
                <a:sym typeface="Poppins"/>
              </a:endParaRPr>
            </a:p>
          </p:txBody>
        </p:sp>
        <p:sp>
          <p:nvSpPr>
            <p:cNvPr id="273" name="Google Shape;273;g2c157a2fb06_0_53"/>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 Digraph</a:t>
              </a:r>
              <a:endParaRPr sz="950" b="0" i="0" u="none" strike="noStrike" cap="none">
                <a:solidFill>
                  <a:srgbClr val="FFFFFF"/>
                </a:solidFill>
                <a:latin typeface="Poppins"/>
                <a:ea typeface="Poppins"/>
                <a:cs typeface="Poppins"/>
                <a:sym typeface="Poppins"/>
              </a:endParaRPr>
            </a:p>
          </p:txBody>
        </p:sp>
        <p:sp>
          <p:nvSpPr>
            <p:cNvPr id="274" name="Google Shape;274;g2c157a2fb06_0_53"/>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Long Vowel Sound</a:t>
              </a:r>
              <a:endParaRPr sz="950" b="0" i="0" u="none" strike="noStrike" cap="none">
                <a:solidFill>
                  <a:srgbClr val="FFFFFF"/>
                </a:solidFill>
                <a:latin typeface="Poppins"/>
                <a:ea typeface="Poppins"/>
                <a:cs typeface="Poppins"/>
                <a:sym typeface="Poppins"/>
              </a:endParaRPr>
            </a:p>
          </p:txBody>
        </p:sp>
        <p:sp>
          <p:nvSpPr>
            <p:cNvPr id="275" name="Google Shape;275;g2c157a2fb06_0_53"/>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R-controlled Digraph</a:t>
              </a:r>
              <a:endParaRPr sz="950" b="0" i="0" u="none" strike="noStrike" cap="none">
                <a:solidFill>
                  <a:srgbClr val="FFFFFF"/>
                </a:solidFill>
                <a:latin typeface="Poppins"/>
                <a:ea typeface="Poppins"/>
                <a:cs typeface="Poppins"/>
                <a:sym typeface="Poppins"/>
              </a:endParaRPr>
            </a:p>
          </p:txBody>
        </p:sp>
        <p:sp>
          <p:nvSpPr>
            <p:cNvPr id="276" name="Google Shape;276;g2c157a2fb06_0_53"/>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Split Digraph</a:t>
              </a:r>
              <a:endParaRPr sz="950" b="0" i="0" u="none" strike="noStrike" cap="none">
                <a:solidFill>
                  <a:srgbClr val="FFFFFF"/>
                </a:solidFill>
                <a:latin typeface="Poppins"/>
                <a:ea typeface="Poppins"/>
                <a:cs typeface="Poppins"/>
                <a:sym typeface="Poppins"/>
              </a:endParaRPr>
            </a:p>
          </p:txBody>
        </p:sp>
        <p:sp>
          <p:nvSpPr>
            <p:cNvPr id="277" name="Google Shape;277;g2c157a2fb06_0_53"/>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Syllable / Silent Letter</a:t>
              </a:r>
              <a:endParaRPr sz="950" b="0" i="0" u="none" strike="noStrike" cap="none">
                <a:solidFill>
                  <a:srgbClr val="FFFFFF"/>
                </a:solidFill>
                <a:latin typeface="Poppins"/>
                <a:ea typeface="Poppins"/>
                <a:cs typeface="Poppins"/>
                <a:sym typeface="Poppins"/>
              </a:endParaRPr>
            </a:p>
          </p:txBody>
        </p:sp>
      </p:grpSp>
      <p:sp>
        <p:nvSpPr>
          <p:cNvPr id="278" name="Google Shape;278;g2c157a2fb06_0_53"/>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9" name="Google Shape;279;g2c157a2fb06_0_53"/>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0" name="Google Shape;280;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81" name="Google Shape;281;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82" name="Google Shape;282;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grpSp>
        <p:nvGrpSpPr>
          <p:cNvPr id="283" name="Google Shape;283;g2c157a2fb06_0_53"/>
          <p:cNvGrpSpPr/>
          <p:nvPr/>
        </p:nvGrpSpPr>
        <p:grpSpPr>
          <a:xfrm>
            <a:off x="662575" y="6212475"/>
            <a:ext cx="586800" cy="571500"/>
            <a:chOff x="662575" y="6212475"/>
            <a:chExt cx="586800" cy="571500"/>
          </a:xfrm>
        </p:grpSpPr>
        <p:sp>
          <p:nvSpPr>
            <p:cNvPr id="284" name="Google Shape;284;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5" name="Google Shape;285;g2c157a2fb06_0_53">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6" name="Google Shape;286;g2c157a2fb06_0_53">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87" name="Google Shape;287;g2c157a2fb06_0_53"/>
          <p:cNvGrpSpPr/>
          <p:nvPr/>
        </p:nvGrpSpPr>
        <p:grpSpPr>
          <a:xfrm>
            <a:off x="7894350" y="6212475"/>
            <a:ext cx="586800" cy="571500"/>
            <a:chOff x="7894350" y="6212475"/>
            <a:chExt cx="586800" cy="571500"/>
          </a:xfrm>
        </p:grpSpPr>
        <p:sp>
          <p:nvSpPr>
            <p:cNvPr id="288" name="Google Shape;288;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9" name="Google Shape;289;g2c157a2fb06_0_53">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0" name="Google Shape;290;g2c157a2fb06_0_53">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91"/>
        <p:cNvGrpSpPr/>
        <p:nvPr/>
      </p:nvGrpSpPr>
      <p:grpSpPr>
        <a:xfrm>
          <a:off x="0" y="0"/>
          <a:ext cx="0" cy="0"/>
          <a:chOff x="0" y="0"/>
          <a:chExt cx="0" cy="0"/>
        </a:xfrm>
      </p:grpSpPr>
      <p:sp>
        <p:nvSpPr>
          <p:cNvPr id="292" name="Google Shape;292;g2c157a2fb06_0_158"/>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3" name="Google Shape;293;g2c157a2fb06_0_158"/>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94" name="Google Shape;294;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5" name="Google Shape;295;g2c157a2fb06_0_158"/>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6" name="Google Shape;296;g2c157a2fb06_0_158"/>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7" name="Google Shape;297;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8" name="Google Shape;298;g2c157a2fb06_0_15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pic>
        <p:nvPicPr>
          <p:cNvPr id="299" name="Google Shape;299;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300" name="Google Shape;300;g2c157a2fb06_0_158"/>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01" name="Google Shape;301;g2c157a2fb06_0_158"/>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Clr>
                <a:srgbClr val="8DC63F"/>
              </a:buClr>
              <a:buSzPts val="2400"/>
              <a:buNone/>
              <a:defRPr>
                <a:solidFill>
                  <a:srgbClr val="8DC63F"/>
                </a:solidFill>
              </a:defRPr>
            </a:lvl2pPr>
            <a:lvl3pPr lvl="2" algn="r">
              <a:lnSpc>
                <a:spcPct val="90000"/>
              </a:lnSpc>
              <a:spcBef>
                <a:spcPts val="500"/>
              </a:spcBef>
              <a:spcAft>
                <a:spcPts val="0"/>
              </a:spcAft>
              <a:buClr>
                <a:srgbClr val="8DC63F"/>
              </a:buClr>
              <a:buSzPts val="2000"/>
              <a:buNone/>
              <a:defRPr>
                <a:solidFill>
                  <a:srgbClr val="8DC63F"/>
                </a:solidFill>
              </a:defRPr>
            </a:lvl3pPr>
            <a:lvl4pPr lvl="3" algn="r">
              <a:lnSpc>
                <a:spcPct val="90000"/>
              </a:lnSpc>
              <a:spcBef>
                <a:spcPts val="500"/>
              </a:spcBef>
              <a:spcAft>
                <a:spcPts val="0"/>
              </a:spcAft>
              <a:buClr>
                <a:srgbClr val="8DC63F"/>
              </a:buClr>
              <a:buSzPts val="1800"/>
              <a:buNone/>
              <a:defRPr>
                <a:solidFill>
                  <a:srgbClr val="8DC63F"/>
                </a:solidFill>
              </a:defRPr>
            </a:lvl4pPr>
            <a:lvl5pPr lvl="4" algn="r">
              <a:lnSpc>
                <a:spcPct val="90000"/>
              </a:lnSpc>
              <a:spcBef>
                <a:spcPts val="500"/>
              </a:spcBef>
              <a:spcAft>
                <a:spcPts val="0"/>
              </a:spcAft>
              <a:buClr>
                <a:srgbClr val="8DC63F"/>
              </a:buClr>
              <a:buSzPts val="1800"/>
              <a:buNone/>
              <a:defRPr>
                <a:solidFill>
                  <a:srgbClr val="8DC63F"/>
                </a:solidFill>
              </a:defRPr>
            </a:lvl5pPr>
            <a:lvl6pPr lvl="5" algn="r">
              <a:lnSpc>
                <a:spcPct val="90000"/>
              </a:lnSpc>
              <a:spcBef>
                <a:spcPts val="500"/>
              </a:spcBef>
              <a:spcAft>
                <a:spcPts val="0"/>
              </a:spcAft>
              <a:buClr>
                <a:srgbClr val="8DC63F"/>
              </a:buClr>
              <a:buSzPts val="1800"/>
              <a:buNone/>
              <a:defRPr>
                <a:solidFill>
                  <a:srgbClr val="8DC63F"/>
                </a:solidFill>
              </a:defRPr>
            </a:lvl6pPr>
            <a:lvl7pPr lvl="6" algn="r">
              <a:lnSpc>
                <a:spcPct val="90000"/>
              </a:lnSpc>
              <a:spcBef>
                <a:spcPts val="500"/>
              </a:spcBef>
              <a:spcAft>
                <a:spcPts val="0"/>
              </a:spcAft>
              <a:buClr>
                <a:srgbClr val="8DC63F"/>
              </a:buClr>
              <a:buSzPts val="1800"/>
              <a:buNone/>
              <a:defRPr>
                <a:solidFill>
                  <a:srgbClr val="8DC63F"/>
                </a:solidFill>
              </a:defRPr>
            </a:lvl7pPr>
            <a:lvl8pPr lvl="7" algn="r">
              <a:lnSpc>
                <a:spcPct val="90000"/>
              </a:lnSpc>
              <a:spcBef>
                <a:spcPts val="500"/>
              </a:spcBef>
              <a:spcAft>
                <a:spcPts val="0"/>
              </a:spcAft>
              <a:buClr>
                <a:srgbClr val="8DC63F"/>
              </a:buClr>
              <a:buSzPts val="1800"/>
              <a:buNone/>
              <a:defRPr>
                <a:solidFill>
                  <a:srgbClr val="8DC63F"/>
                </a:solidFill>
              </a:defRPr>
            </a:lvl8pPr>
            <a:lvl9pPr lvl="8" algn="r">
              <a:lnSpc>
                <a:spcPct val="90000"/>
              </a:lnSpc>
              <a:spcBef>
                <a:spcPts val="500"/>
              </a:spcBef>
              <a:spcAft>
                <a:spcPts val="0"/>
              </a:spcAft>
              <a:buClr>
                <a:srgbClr val="8DC63F"/>
              </a:buClr>
              <a:buSzPts val="1800"/>
              <a:buNone/>
              <a:defRPr>
                <a:solidFill>
                  <a:srgbClr val="8DC63F"/>
                </a:solidFill>
              </a:defRPr>
            </a:lvl9pPr>
          </a:lstStyle>
          <a:p>
            <a:endParaRPr/>
          </a:p>
        </p:txBody>
      </p:sp>
      <p:sp>
        <p:nvSpPr>
          <p:cNvPr id="302" name="Google Shape;302;g2c157a2fb06_0_158"/>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3" name="Google Shape;303;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04" name="Google Shape;304;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Full Circle</a:t>
            </a:r>
            <a:endParaRPr sz="3000" b="0" i="0" u="none" strike="noStrike" cap="none">
              <a:solidFill>
                <a:srgbClr val="8DC63F"/>
              </a:solidFill>
              <a:latin typeface="Poppins Medium"/>
              <a:ea typeface="Poppins Medium"/>
              <a:cs typeface="Poppins Medium"/>
              <a:sym typeface="Poppins Medium"/>
            </a:endParaRPr>
          </a:p>
        </p:txBody>
      </p:sp>
      <p:sp>
        <p:nvSpPr>
          <p:cNvPr id="305" name="Google Shape;305;g2c157a2fb06_0_158"/>
          <p:cNvSpPr txBox="1">
            <a:spLocks noGrp="1"/>
          </p:cNvSpPr>
          <p:nvPr>
            <p:ph type="subTitle" idx="4"/>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6" name="Google Shape;306;g2c157a2fb06_0_158"/>
          <p:cNvSpPr txBox="1">
            <a:spLocks noGrp="1"/>
          </p:cNvSpPr>
          <p:nvPr>
            <p:ph type="subTitle" idx="5"/>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7" name="Google Shape;307;g2c157a2fb06_0_158"/>
          <p:cNvSpPr txBox="1">
            <a:spLocks noGrp="1"/>
          </p:cNvSpPr>
          <p:nvPr>
            <p:ph type="subTitle" idx="6"/>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8" name="Google Shape;308;g2c157a2fb06_0_158"/>
          <p:cNvSpPr txBox="1">
            <a:spLocks noGrp="1"/>
          </p:cNvSpPr>
          <p:nvPr>
            <p:ph type="subTitle" idx="7"/>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9" name="Google Shape;309;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0" name="Google Shape;310;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311" name="Google Shape;311;g2c157a2fb06_0_158"/>
          <p:cNvGrpSpPr/>
          <p:nvPr/>
        </p:nvGrpSpPr>
        <p:grpSpPr>
          <a:xfrm>
            <a:off x="662575" y="6212475"/>
            <a:ext cx="586800" cy="571500"/>
            <a:chOff x="662575" y="6212475"/>
            <a:chExt cx="586800" cy="571500"/>
          </a:xfrm>
        </p:grpSpPr>
        <p:sp>
          <p:nvSpPr>
            <p:cNvPr id="312" name="Google Shape;312;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3" name="Google Shape;313;g2c157a2fb06_0_158">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4" name="Google Shape;314;g2c157a2fb06_0_158">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15" name="Google Shape;315;g2c157a2fb06_0_158"/>
          <p:cNvGrpSpPr/>
          <p:nvPr/>
        </p:nvGrpSpPr>
        <p:grpSpPr>
          <a:xfrm>
            <a:off x="7894350" y="6212475"/>
            <a:ext cx="586800" cy="571500"/>
            <a:chOff x="7894350" y="6212475"/>
            <a:chExt cx="586800" cy="571500"/>
          </a:xfrm>
        </p:grpSpPr>
        <p:sp>
          <p:nvSpPr>
            <p:cNvPr id="316" name="Google Shape;316;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7" name="Google Shape;317;g2c157a2fb06_0_158">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8" name="Google Shape;318;g2c157a2fb06_0_158">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19"/>
        <p:cNvGrpSpPr/>
        <p:nvPr/>
      </p:nvGrpSpPr>
      <p:grpSpPr>
        <a:xfrm>
          <a:off x="0" y="0"/>
          <a:ext cx="0" cy="0"/>
          <a:chOff x="0" y="0"/>
          <a:chExt cx="0" cy="0"/>
        </a:xfrm>
      </p:grpSpPr>
      <p:sp>
        <p:nvSpPr>
          <p:cNvPr id="320" name="Google Shape;320;g2c157a2fb06_0_263"/>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1" name="Google Shape;321;g2c157a2fb06_0_263"/>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22" name="Google Shape;322;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3" name="Google Shape;323;g2c157a2fb06_0_263"/>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4" name="Google Shape;324;g2c157a2fb06_0_263"/>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5" name="Google Shape;325;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6" name="Google Shape;326;g2c157a2fb06_0_26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327" name="Google Shape;327;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28" name="Google Shape;328;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Picture Match</a:t>
            </a:r>
            <a:endParaRPr sz="3000" b="0" i="0" u="none" strike="noStrike" cap="none">
              <a:solidFill>
                <a:srgbClr val="8DC63F"/>
              </a:solidFill>
              <a:latin typeface="Poppins Medium"/>
              <a:ea typeface="Poppins Medium"/>
              <a:cs typeface="Poppins Medium"/>
              <a:sym typeface="Poppins Medium"/>
            </a:endParaRPr>
          </a:p>
        </p:txBody>
      </p:sp>
      <p:sp>
        <p:nvSpPr>
          <p:cNvPr id="329" name="Google Shape;329;g2c157a2fb06_0_263"/>
          <p:cNvSpPr txBox="1">
            <a:spLocks noGrp="1"/>
          </p:cNvSpPr>
          <p:nvPr>
            <p:ph type="subTitle" idx="1"/>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0" name="Google Shape;330;g2c157a2fb06_0_263"/>
          <p:cNvSpPr txBox="1">
            <a:spLocks noGrp="1"/>
          </p:cNvSpPr>
          <p:nvPr>
            <p:ph type="subTitle" idx="2"/>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1" name="Google Shape;331;g2c157a2fb06_0_263"/>
          <p:cNvSpPr txBox="1">
            <a:spLocks noGrp="1"/>
          </p:cNvSpPr>
          <p:nvPr>
            <p:ph type="subTitle" idx="3"/>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2" name="Google Shape;332;g2c157a2fb06_0_263"/>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3" name="Google Shape;333;g2c157a2fb06_0_263"/>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4" name="Google Shape;334;g2c157a2fb06_0_263"/>
          <p:cNvSpPr txBox="1">
            <a:spLocks noGrp="1"/>
          </p:cNvSpPr>
          <p:nvPr>
            <p:ph type="subTitle" idx="6"/>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5" name="Google Shape;335;g2c157a2fb06_0_263"/>
          <p:cNvSpPr>
            <a:spLocks noGrp="1"/>
          </p:cNvSpPr>
          <p:nvPr>
            <p:ph type="pic" idx="7"/>
          </p:nvPr>
        </p:nvSpPr>
        <p:spPr>
          <a:xfrm>
            <a:off x="5086375" y="4412425"/>
            <a:ext cx="2668800" cy="1291500"/>
          </a:xfrm>
          <a:prstGeom prst="rect">
            <a:avLst/>
          </a:prstGeom>
          <a:noFill/>
          <a:ln>
            <a:noFill/>
          </a:ln>
        </p:spPr>
      </p:sp>
      <p:sp>
        <p:nvSpPr>
          <p:cNvPr id="336" name="Google Shape;336;g2c157a2fb06_0_263"/>
          <p:cNvSpPr>
            <a:spLocks noGrp="1"/>
          </p:cNvSpPr>
          <p:nvPr>
            <p:ph type="pic" idx="8"/>
          </p:nvPr>
        </p:nvSpPr>
        <p:spPr>
          <a:xfrm>
            <a:off x="5086375" y="797675"/>
            <a:ext cx="2668800" cy="1291500"/>
          </a:xfrm>
          <a:prstGeom prst="rect">
            <a:avLst/>
          </a:prstGeom>
          <a:noFill/>
          <a:ln>
            <a:noFill/>
          </a:ln>
        </p:spPr>
      </p:sp>
      <p:sp>
        <p:nvSpPr>
          <p:cNvPr id="337" name="Google Shape;337;g2c157a2fb06_0_263"/>
          <p:cNvSpPr>
            <a:spLocks noGrp="1"/>
          </p:cNvSpPr>
          <p:nvPr>
            <p:ph type="pic" idx="9"/>
          </p:nvPr>
        </p:nvSpPr>
        <p:spPr>
          <a:xfrm>
            <a:off x="5086375" y="2002592"/>
            <a:ext cx="2668800" cy="1291500"/>
          </a:xfrm>
          <a:prstGeom prst="rect">
            <a:avLst/>
          </a:prstGeom>
          <a:noFill/>
          <a:ln>
            <a:noFill/>
          </a:ln>
        </p:spPr>
      </p:sp>
      <p:sp>
        <p:nvSpPr>
          <p:cNvPr id="338" name="Google Shape;338;g2c157a2fb06_0_263"/>
          <p:cNvSpPr>
            <a:spLocks noGrp="1"/>
          </p:cNvSpPr>
          <p:nvPr>
            <p:ph type="pic" idx="13"/>
          </p:nvPr>
        </p:nvSpPr>
        <p:spPr>
          <a:xfrm>
            <a:off x="5086375" y="3207508"/>
            <a:ext cx="2668800" cy="1291500"/>
          </a:xfrm>
          <a:prstGeom prst="rect">
            <a:avLst/>
          </a:prstGeom>
          <a:noFill/>
          <a:ln>
            <a:noFill/>
          </a:ln>
        </p:spPr>
      </p:sp>
      <p:sp>
        <p:nvSpPr>
          <p:cNvPr id="339" name="Google Shape;339;g2c157a2fb06_0_263"/>
          <p:cNvSpPr txBox="1">
            <a:spLocks noGrp="1"/>
          </p:cNvSpPr>
          <p:nvPr>
            <p:ph type="subTitle" idx="14"/>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40" name="Google Shape;340;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1" name="Google Shape;341;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42" name="Google Shape;342;g2c157a2fb06_0_263"/>
          <p:cNvGrpSpPr/>
          <p:nvPr/>
        </p:nvGrpSpPr>
        <p:grpSpPr>
          <a:xfrm>
            <a:off x="662575" y="6212475"/>
            <a:ext cx="586800" cy="571500"/>
            <a:chOff x="662575" y="6212475"/>
            <a:chExt cx="586800" cy="571500"/>
          </a:xfrm>
        </p:grpSpPr>
        <p:sp>
          <p:nvSpPr>
            <p:cNvPr id="343" name="Google Shape;343;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4" name="Google Shape;344;g2c157a2fb06_0_263">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5" name="Google Shape;345;g2c157a2fb06_0_263">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46" name="Google Shape;346;g2c157a2fb06_0_263"/>
          <p:cNvGrpSpPr/>
          <p:nvPr/>
        </p:nvGrpSpPr>
        <p:grpSpPr>
          <a:xfrm>
            <a:off x="7894350" y="6212475"/>
            <a:ext cx="586800" cy="571500"/>
            <a:chOff x="7894350" y="6212475"/>
            <a:chExt cx="586800" cy="571500"/>
          </a:xfrm>
        </p:grpSpPr>
        <p:sp>
          <p:nvSpPr>
            <p:cNvPr id="347" name="Google Shape;347;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8" name="Google Shape;348;g2c157a2fb06_0_263">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9" name="Google Shape;349;g2c157a2fb06_0_263">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50"/>
        <p:cNvGrpSpPr/>
        <p:nvPr/>
      </p:nvGrpSpPr>
      <p:grpSpPr>
        <a:xfrm>
          <a:off x="0" y="0"/>
          <a:ext cx="0" cy="0"/>
          <a:chOff x="0" y="0"/>
          <a:chExt cx="0" cy="0"/>
        </a:xfrm>
      </p:grpSpPr>
      <p:sp>
        <p:nvSpPr>
          <p:cNvPr id="351" name="Google Shape;351;g2c157a2fb06_0_467"/>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2" name="Google Shape;352;g2c157a2fb06_0_467"/>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53" name="Google Shape;353;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4" name="Google Shape;354;g2c157a2fb06_0_467"/>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467"/>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6" name="Google Shape;356;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7" name="Google Shape;357;g2c157a2fb06_0_46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cxnSp>
        <p:nvCxnSpPr>
          <p:cNvPr id="358" name="Google Shape;358;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59" name="Google Shape;359;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0" name="Google Shape;360;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61" name="Google Shape;361;g2c157a2fb06_0_467"/>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62" name="Google Shape;362;g2c157a2fb06_0_467"/>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63" name="Google Shape;363;g2c157a2fb06_0_467"/>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64" name="Google Shape;364;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65" name="Google Shape;365;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Write a Caption</a:t>
            </a:r>
            <a:endParaRPr sz="3000" b="0" i="0" u="none" strike="noStrike" cap="none">
              <a:solidFill>
                <a:srgbClr val="8DC63F"/>
              </a:solidFill>
              <a:latin typeface="Poppins Medium"/>
              <a:ea typeface="Poppins Medium"/>
              <a:cs typeface="Poppins Medium"/>
              <a:sym typeface="Poppins Medium"/>
            </a:endParaRPr>
          </a:p>
        </p:txBody>
      </p:sp>
      <p:sp>
        <p:nvSpPr>
          <p:cNvPr id="366" name="Google Shape;366;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67" name="Google Shape;367;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68" name="Google Shape;368;g2c157a2fb06_0_467"/>
          <p:cNvGrpSpPr/>
          <p:nvPr/>
        </p:nvGrpSpPr>
        <p:grpSpPr>
          <a:xfrm>
            <a:off x="662575" y="6212475"/>
            <a:ext cx="586800" cy="571500"/>
            <a:chOff x="662575" y="6212475"/>
            <a:chExt cx="586800" cy="571500"/>
          </a:xfrm>
        </p:grpSpPr>
        <p:sp>
          <p:nvSpPr>
            <p:cNvPr id="369" name="Google Shape;369;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0" name="Google Shape;370;g2c157a2fb06_0_467">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1" name="Google Shape;371;g2c157a2fb06_0_467">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72" name="Google Shape;372;g2c157a2fb06_0_467"/>
          <p:cNvGrpSpPr/>
          <p:nvPr/>
        </p:nvGrpSpPr>
        <p:grpSpPr>
          <a:xfrm>
            <a:off x="7894350" y="6212475"/>
            <a:ext cx="586800" cy="571500"/>
            <a:chOff x="7894350" y="6212475"/>
            <a:chExt cx="586800" cy="571500"/>
          </a:xfrm>
        </p:grpSpPr>
        <p:sp>
          <p:nvSpPr>
            <p:cNvPr id="373" name="Google Shape;373;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4" name="Google Shape;374;g2c157a2fb06_0_467">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5" name="Google Shape;375;g2c157a2fb06_0_467">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76"/>
        <p:cNvGrpSpPr/>
        <p:nvPr/>
      </p:nvGrpSpPr>
      <p:grpSpPr>
        <a:xfrm>
          <a:off x="0" y="0"/>
          <a:ext cx="0" cy="0"/>
          <a:chOff x="0" y="0"/>
          <a:chExt cx="0" cy="0"/>
        </a:xfrm>
      </p:grpSpPr>
      <p:sp>
        <p:nvSpPr>
          <p:cNvPr id="377" name="Google Shape;377;g2c157a2fb06_0_629"/>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8" name="Google Shape;378;g2c157a2fb06_0_629"/>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79" name="Google Shape;379;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0" name="Google Shape;380;g2c157a2fb06_0_629"/>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1" name="Google Shape;381;g2c157a2fb06_0_629"/>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2" name="Google Shape;382;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3" name="Google Shape;383;g2c157a2fb06_0_629"/>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cxnSp>
        <p:nvCxnSpPr>
          <p:cNvPr id="384" name="Google Shape;384;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85" name="Google Shape;385;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86" name="Google Shape;386;g2c157a2fb06_0_629"/>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87" name="Google Shape;387;g2c157a2fb06_0_629"/>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88" name="Google Shape;388;g2c157a2fb06_0_629"/>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89" name="Google Shape;389;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90" name="Google Shape;390;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Read a Caption</a:t>
            </a:r>
            <a:endParaRPr sz="3000" b="0" i="0" u="none" strike="noStrike" cap="none">
              <a:solidFill>
                <a:srgbClr val="8DC63F"/>
              </a:solidFill>
              <a:latin typeface="Poppins Medium"/>
              <a:ea typeface="Poppins Medium"/>
              <a:cs typeface="Poppins Medium"/>
              <a:sym typeface="Poppins Medium"/>
            </a:endParaRPr>
          </a:p>
        </p:txBody>
      </p:sp>
      <p:sp>
        <p:nvSpPr>
          <p:cNvPr id="391" name="Google Shape;391;g2c157a2fb06_0_629"/>
          <p:cNvSpPr txBox="1">
            <a:spLocks noGrp="1"/>
          </p:cNvSpPr>
          <p:nvPr>
            <p:ph type="subTitle" idx="5"/>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2" name="Google Shape;392;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93" name="Google Shape;393;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94" name="Google Shape;394;g2c157a2fb06_0_629"/>
          <p:cNvGrpSpPr/>
          <p:nvPr/>
        </p:nvGrpSpPr>
        <p:grpSpPr>
          <a:xfrm>
            <a:off x="662575" y="6212475"/>
            <a:ext cx="586800" cy="571500"/>
            <a:chOff x="662575" y="6212475"/>
            <a:chExt cx="586800" cy="571500"/>
          </a:xfrm>
        </p:grpSpPr>
        <p:sp>
          <p:nvSpPr>
            <p:cNvPr id="395" name="Google Shape;395;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6" name="Google Shape;396;g2c157a2fb06_0_629">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7" name="Google Shape;397;g2c157a2fb06_0_629">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98" name="Google Shape;398;g2c157a2fb06_0_629"/>
          <p:cNvGrpSpPr/>
          <p:nvPr/>
        </p:nvGrpSpPr>
        <p:grpSpPr>
          <a:xfrm>
            <a:off x="7894350" y="6212475"/>
            <a:ext cx="586800" cy="571500"/>
            <a:chOff x="7894350" y="6212475"/>
            <a:chExt cx="586800" cy="571500"/>
          </a:xfrm>
        </p:grpSpPr>
        <p:sp>
          <p:nvSpPr>
            <p:cNvPr id="399" name="Google Shape;399;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0" name="Google Shape;400;g2c157a2fb06_0_629">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1" name="Google Shape;401;g2c157a2fb06_0_629">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02"/>
        <p:cNvGrpSpPr/>
        <p:nvPr/>
      </p:nvGrpSpPr>
      <p:grpSpPr>
        <a:xfrm>
          <a:off x="0" y="0"/>
          <a:ext cx="0" cy="0"/>
          <a:chOff x="0" y="0"/>
          <a:chExt cx="0" cy="0"/>
        </a:xfrm>
      </p:grpSpPr>
      <p:sp>
        <p:nvSpPr>
          <p:cNvPr id="403" name="Google Shape;403;g2c157a2fb06_0_798"/>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4" name="Google Shape;404;g2c157a2fb06_0_798"/>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05" name="Google Shape;405;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6" name="Google Shape;406;g2c157a2fb06_0_798"/>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7" name="Google Shape;407;g2c157a2fb06_0_798"/>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8" name="Google Shape;408;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9" name="Google Shape;409;g2c157a2fb06_0_79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cxnSp>
        <p:nvCxnSpPr>
          <p:cNvPr id="410" name="Google Shape;410;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11" name="Google Shape;411;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2" name="Google Shape;412;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3" name="Google Shape;413;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14" name="Google Shape;414;g2c157a2fb06_0_798"/>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15" name="Google Shape;415;g2c157a2fb06_0_798"/>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16" name="Google Shape;416;g2c157a2fb06_0_798"/>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17" name="Google Shape;417;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18" name="Google Shape;418;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Write a Sentence</a:t>
            </a:r>
            <a:endParaRPr sz="3000" b="0" i="0" u="none" strike="noStrike" cap="none">
              <a:solidFill>
                <a:srgbClr val="8DC63F"/>
              </a:solidFill>
              <a:latin typeface="Poppins Medium"/>
              <a:ea typeface="Poppins Medium"/>
              <a:cs typeface="Poppins Medium"/>
              <a:sym typeface="Poppins Medium"/>
            </a:endParaRPr>
          </a:p>
        </p:txBody>
      </p:sp>
      <p:sp>
        <p:nvSpPr>
          <p:cNvPr id="419" name="Google Shape;419;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20" name="Google Shape;420;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21" name="Google Shape;421;g2c157a2fb06_0_798"/>
          <p:cNvGrpSpPr/>
          <p:nvPr/>
        </p:nvGrpSpPr>
        <p:grpSpPr>
          <a:xfrm>
            <a:off x="662575" y="6212475"/>
            <a:ext cx="586800" cy="571500"/>
            <a:chOff x="662575" y="6212475"/>
            <a:chExt cx="586800" cy="571500"/>
          </a:xfrm>
        </p:grpSpPr>
        <p:sp>
          <p:nvSpPr>
            <p:cNvPr id="422" name="Google Shape;422;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3" name="Google Shape;423;g2c157a2fb06_0_798">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4" name="Google Shape;424;g2c157a2fb06_0_798">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25" name="Google Shape;425;g2c157a2fb06_0_798"/>
          <p:cNvGrpSpPr/>
          <p:nvPr/>
        </p:nvGrpSpPr>
        <p:grpSpPr>
          <a:xfrm>
            <a:off x="7894350" y="6212475"/>
            <a:ext cx="586800" cy="571500"/>
            <a:chOff x="7894350" y="6212475"/>
            <a:chExt cx="586800" cy="571500"/>
          </a:xfrm>
        </p:grpSpPr>
        <p:sp>
          <p:nvSpPr>
            <p:cNvPr id="426" name="Google Shape;426;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7" name="Google Shape;427;g2c157a2fb06_0_798">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8" name="Google Shape;428;g2c157a2fb06_0_798">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29"/>
        <p:cNvGrpSpPr/>
        <p:nvPr/>
      </p:nvGrpSpPr>
      <p:grpSpPr>
        <a:xfrm>
          <a:off x="0" y="0"/>
          <a:ext cx="0" cy="0"/>
          <a:chOff x="0" y="0"/>
          <a:chExt cx="0" cy="0"/>
        </a:xfrm>
      </p:grpSpPr>
      <p:sp>
        <p:nvSpPr>
          <p:cNvPr id="430" name="Google Shape;430;g2c157a2fb06_0_825"/>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1" name="Google Shape;431;g2c157a2fb06_0_825"/>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32" name="Google Shape;432;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3" name="Google Shape;433;g2c157a2fb06_0_825"/>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825"/>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5" name="Google Shape;435;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6" name="Google Shape;436;g2c157a2fb06_0_82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cxnSp>
        <p:nvCxnSpPr>
          <p:cNvPr id="437" name="Google Shape;437;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38" name="Google Shape;438;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39" name="Google Shape;439;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40" name="Google Shape;440;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41" name="Google Shape;441;g2c157a2fb06_0_825"/>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42" name="Google Shape;442;g2c157a2fb06_0_825"/>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Clr>
                <a:srgbClr val="2F286F"/>
              </a:buClr>
              <a:buSzPts val="2400"/>
              <a:buNone/>
              <a:defRPr>
                <a:solidFill>
                  <a:srgbClr val="2F286F"/>
                </a:solidFill>
              </a:defRPr>
            </a:lvl2pPr>
            <a:lvl3pPr lvl="2" algn="r">
              <a:lnSpc>
                <a:spcPct val="90000"/>
              </a:lnSpc>
              <a:spcBef>
                <a:spcPts val="500"/>
              </a:spcBef>
              <a:spcAft>
                <a:spcPts val="0"/>
              </a:spcAft>
              <a:buClr>
                <a:srgbClr val="2F286F"/>
              </a:buClr>
              <a:buSzPts val="2000"/>
              <a:buNone/>
              <a:defRPr>
                <a:solidFill>
                  <a:srgbClr val="2F286F"/>
                </a:solidFill>
              </a:defRPr>
            </a:lvl3pPr>
            <a:lvl4pPr lvl="3" algn="r">
              <a:lnSpc>
                <a:spcPct val="90000"/>
              </a:lnSpc>
              <a:spcBef>
                <a:spcPts val="500"/>
              </a:spcBef>
              <a:spcAft>
                <a:spcPts val="0"/>
              </a:spcAft>
              <a:buClr>
                <a:srgbClr val="2F286F"/>
              </a:buClr>
              <a:buSzPts val="1800"/>
              <a:buNone/>
              <a:defRPr>
                <a:solidFill>
                  <a:srgbClr val="2F286F"/>
                </a:solidFill>
              </a:defRPr>
            </a:lvl4pPr>
            <a:lvl5pPr lvl="4" algn="r">
              <a:lnSpc>
                <a:spcPct val="90000"/>
              </a:lnSpc>
              <a:spcBef>
                <a:spcPts val="500"/>
              </a:spcBef>
              <a:spcAft>
                <a:spcPts val="0"/>
              </a:spcAft>
              <a:buClr>
                <a:srgbClr val="2F286F"/>
              </a:buClr>
              <a:buSzPts val="1800"/>
              <a:buNone/>
              <a:defRPr>
                <a:solidFill>
                  <a:srgbClr val="2F286F"/>
                </a:solidFill>
              </a:defRPr>
            </a:lvl5pPr>
            <a:lvl6pPr lvl="5" algn="r">
              <a:lnSpc>
                <a:spcPct val="90000"/>
              </a:lnSpc>
              <a:spcBef>
                <a:spcPts val="500"/>
              </a:spcBef>
              <a:spcAft>
                <a:spcPts val="0"/>
              </a:spcAft>
              <a:buClr>
                <a:srgbClr val="2F286F"/>
              </a:buClr>
              <a:buSzPts val="1800"/>
              <a:buNone/>
              <a:defRPr>
                <a:solidFill>
                  <a:srgbClr val="2F286F"/>
                </a:solidFill>
              </a:defRPr>
            </a:lvl6pPr>
            <a:lvl7pPr lvl="6" algn="r">
              <a:lnSpc>
                <a:spcPct val="90000"/>
              </a:lnSpc>
              <a:spcBef>
                <a:spcPts val="500"/>
              </a:spcBef>
              <a:spcAft>
                <a:spcPts val="0"/>
              </a:spcAft>
              <a:buClr>
                <a:srgbClr val="2F286F"/>
              </a:buClr>
              <a:buSzPts val="1800"/>
              <a:buNone/>
              <a:defRPr>
                <a:solidFill>
                  <a:srgbClr val="2F286F"/>
                </a:solidFill>
              </a:defRPr>
            </a:lvl7pPr>
            <a:lvl8pPr lvl="7" algn="r">
              <a:lnSpc>
                <a:spcPct val="90000"/>
              </a:lnSpc>
              <a:spcBef>
                <a:spcPts val="500"/>
              </a:spcBef>
              <a:spcAft>
                <a:spcPts val="0"/>
              </a:spcAft>
              <a:buClr>
                <a:srgbClr val="2F286F"/>
              </a:buClr>
              <a:buSzPts val="1800"/>
              <a:buNone/>
              <a:defRPr>
                <a:solidFill>
                  <a:srgbClr val="2F286F"/>
                </a:solidFill>
              </a:defRPr>
            </a:lvl8pPr>
            <a:lvl9pPr lvl="8" algn="r">
              <a:lnSpc>
                <a:spcPct val="90000"/>
              </a:lnSpc>
              <a:spcBef>
                <a:spcPts val="500"/>
              </a:spcBef>
              <a:spcAft>
                <a:spcPts val="0"/>
              </a:spcAft>
              <a:buClr>
                <a:srgbClr val="2F286F"/>
              </a:buClr>
              <a:buSzPts val="1800"/>
              <a:buNone/>
              <a:defRPr>
                <a:solidFill>
                  <a:srgbClr val="2F286F"/>
                </a:solidFill>
              </a:defRPr>
            </a:lvl9pPr>
          </a:lstStyle>
          <a:p>
            <a:endParaRPr/>
          </a:p>
        </p:txBody>
      </p:sp>
      <p:sp>
        <p:nvSpPr>
          <p:cNvPr id="443" name="Google Shape;443;g2c157a2fb06_0_825"/>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44" name="Google Shape;444;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45" name="Google Shape;445;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Read a Sentence</a:t>
            </a:r>
            <a:endParaRPr sz="3000" b="0" i="0" u="none" strike="noStrike" cap="none">
              <a:solidFill>
                <a:srgbClr val="8DC63F"/>
              </a:solidFill>
              <a:latin typeface="Poppins Medium"/>
              <a:ea typeface="Poppins Medium"/>
              <a:cs typeface="Poppins Medium"/>
              <a:sym typeface="Poppins Medium"/>
            </a:endParaRPr>
          </a:p>
        </p:txBody>
      </p:sp>
      <p:sp>
        <p:nvSpPr>
          <p:cNvPr id="446" name="Google Shape;446;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47" name="Google Shape;447;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48" name="Google Shape;448;g2c157a2fb06_0_825"/>
          <p:cNvGrpSpPr/>
          <p:nvPr/>
        </p:nvGrpSpPr>
        <p:grpSpPr>
          <a:xfrm>
            <a:off x="662575" y="6212475"/>
            <a:ext cx="586800" cy="571500"/>
            <a:chOff x="662575" y="6212475"/>
            <a:chExt cx="586800" cy="571500"/>
          </a:xfrm>
        </p:grpSpPr>
        <p:sp>
          <p:nvSpPr>
            <p:cNvPr id="449" name="Google Shape;449;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0" name="Google Shape;450;g2c157a2fb06_0_825">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1" name="Google Shape;451;g2c157a2fb06_0_825">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52" name="Google Shape;452;g2c157a2fb06_0_825"/>
          <p:cNvGrpSpPr/>
          <p:nvPr/>
        </p:nvGrpSpPr>
        <p:grpSpPr>
          <a:xfrm>
            <a:off x="7894350" y="6212475"/>
            <a:ext cx="586800" cy="571500"/>
            <a:chOff x="7894350" y="6212475"/>
            <a:chExt cx="586800" cy="571500"/>
          </a:xfrm>
        </p:grpSpPr>
        <p:sp>
          <p:nvSpPr>
            <p:cNvPr id="453" name="Google Shape;453;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4" name="Google Shape;454;g2c157a2fb06_0_825">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5" name="Google Shape;455;g2c157a2fb06_0_825">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56"/>
        <p:cNvGrpSpPr/>
        <p:nvPr/>
      </p:nvGrpSpPr>
      <p:grpSpPr>
        <a:xfrm>
          <a:off x="0" y="0"/>
          <a:ext cx="0" cy="0"/>
          <a:chOff x="0" y="0"/>
          <a:chExt cx="0" cy="0"/>
        </a:xfrm>
      </p:grpSpPr>
      <p:sp>
        <p:nvSpPr>
          <p:cNvPr id="457" name="Google Shape;457;g2c157a2fb06_0_700"/>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8" name="Google Shape;458;g2c157a2fb06_0_700"/>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59" name="Google Shape;459;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0" name="Google Shape;460;g2c157a2fb06_0_700"/>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1" name="Google Shape;461;g2c157a2fb06_0_700"/>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2" name="Google Shape;462;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3" name="Google Shape;463;g2c157a2fb06_0_70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464" name="Google Shape;464;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7" name="Google Shape;467;g2c157a2fb06_0_70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68" name="Google Shape;468;g2c157a2fb06_0_70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69" name="Google Shape;469;g2c157a2fb06_0_70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70" name="Google Shape;470;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Hands Up, Pair Up</a:t>
            </a:r>
            <a:endParaRPr sz="3000" b="0" i="0" u="none" strike="noStrike" cap="none">
              <a:solidFill>
                <a:srgbClr val="8DC63F"/>
              </a:solidFill>
              <a:latin typeface="Poppins Medium"/>
              <a:ea typeface="Poppins Medium"/>
              <a:cs typeface="Poppins Medium"/>
              <a:sym typeface="Poppins Medium"/>
            </a:endParaRPr>
          </a:p>
        </p:txBody>
      </p:sp>
      <p:sp>
        <p:nvSpPr>
          <p:cNvPr id="471" name="Google Shape;471;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72" name="Google Shape;472;g2c157a2fb06_0_700"/>
          <p:cNvSpPr txBox="1">
            <a:spLocks noGrp="1"/>
          </p:cNvSpPr>
          <p:nvPr>
            <p:ph type="subTitle" idx="4"/>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3" name="Google Shape;473;g2c157a2fb06_0_700"/>
          <p:cNvSpPr txBox="1">
            <a:spLocks noGrp="1"/>
          </p:cNvSpPr>
          <p:nvPr>
            <p:ph type="subTitle" idx="5"/>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4" name="Google Shape;474;g2c157a2fb06_0_700"/>
          <p:cNvSpPr txBox="1">
            <a:spLocks noGrp="1"/>
          </p:cNvSpPr>
          <p:nvPr>
            <p:ph type="subTitle" idx="6"/>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5" name="Google Shape;475;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6" name="Google Shape;476;g2c157a2fb06_0_700"/>
          <p:cNvSpPr txBox="1">
            <a:spLocks noGrp="1"/>
          </p:cNvSpPr>
          <p:nvPr>
            <p:ph type="subTitle" idx="7"/>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7" name="Google Shape;477;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700"/>
          <p:cNvSpPr txBox="1">
            <a:spLocks noGrp="1"/>
          </p:cNvSpPr>
          <p:nvPr>
            <p:ph type="subTitle" idx="8"/>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9" name="Google Shape;479;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0" name="Google Shape;480;g2c157a2fb06_0_700"/>
          <p:cNvSpPr txBox="1">
            <a:spLocks noGrp="1"/>
          </p:cNvSpPr>
          <p:nvPr>
            <p:ph type="subTitle" idx="9"/>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1" name="Google Shape;481;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2" name="Google Shape;482;g2c157a2fb06_0_700"/>
          <p:cNvSpPr txBox="1">
            <a:spLocks noGrp="1"/>
          </p:cNvSpPr>
          <p:nvPr>
            <p:ph type="subTitle" idx="13"/>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3" name="Google Shape;483;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4" name="Google Shape;484;g2c157a2fb06_0_700"/>
          <p:cNvSpPr txBox="1">
            <a:spLocks noGrp="1"/>
          </p:cNvSpPr>
          <p:nvPr>
            <p:ph type="subTitle" idx="14"/>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5" name="Google Shape;485;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86" name="Google Shape;486;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87" name="Google Shape;487;g2c157a2fb06_0_700"/>
          <p:cNvGrpSpPr/>
          <p:nvPr/>
        </p:nvGrpSpPr>
        <p:grpSpPr>
          <a:xfrm>
            <a:off x="662575" y="6212475"/>
            <a:ext cx="586800" cy="571500"/>
            <a:chOff x="662575" y="6212475"/>
            <a:chExt cx="586800" cy="571500"/>
          </a:xfrm>
        </p:grpSpPr>
        <p:sp>
          <p:nvSpPr>
            <p:cNvPr id="488" name="Google Shape;488;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9" name="Google Shape;489;g2c157a2fb06_0_700">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0" name="Google Shape;490;g2c157a2fb06_0_700">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91" name="Google Shape;491;g2c157a2fb06_0_700"/>
          <p:cNvGrpSpPr/>
          <p:nvPr/>
        </p:nvGrpSpPr>
        <p:grpSpPr>
          <a:xfrm>
            <a:off x="7894350" y="6212475"/>
            <a:ext cx="586800" cy="571500"/>
            <a:chOff x="7894350" y="6212475"/>
            <a:chExt cx="586800" cy="571500"/>
          </a:xfrm>
        </p:grpSpPr>
        <p:sp>
          <p:nvSpPr>
            <p:cNvPr id="492" name="Google Shape;492;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3" name="Google Shape;493;g2c157a2fb06_0_700">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4" name="Google Shape;494;g2c157a2fb06_0_700">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495"/>
        <p:cNvGrpSpPr/>
        <p:nvPr/>
      </p:nvGrpSpPr>
      <p:grpSpPr>
        <a:xfrm>
          <a:off x="0" y="0"/>
          <a:ext cx="0" cy="0"/>
          <a:chOff x="0" y="0"/>
          <a:chExt cx="0" cy="0"/>
        </a:xfrm>
      </p:grpSpPr>
      <p:sp>
        <p:nvSpPr>
          <p:cNvPr id="496" name="Google Shape;496;g2c157a2fb06_0_932"/>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7" name="Google Shape;497;g2c157a2fb06_0_932"/>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98" name="Google Shape;498;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99" name="Google Shape;499;g2c157a2fb06_0_932"/>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0" name="Google Shape;500;g2c157a2fb06_0_932"/>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2" name="Google Shape;502;g2c157a2fb06_0_9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503" name="Google Shape;503;g2c157a2fb06_0_9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04" name="Google Shape;504;g2c157a2fb06_0_9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05" name="Google Shape;505;g2c157a2fb06_0_9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06" name="Google Shape;506;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Bingo</a:t>
            </a:r>
            <a:endParaRPr sz="3000" b="0" i="0" u="none" strike="noStrike" cap="none">
              <a:solidFill>
                <a:srgbClr val="8DC63F"/>
              </a:solidFill>
              <a:latin typeface="Poppins Medium"/>
              <a:ea typeface="Poppins Medium"/>
              <a:cs typeface="Poppins Medium"/>
              <a:sym typeface="Poppins Medium"/>
            </a:endParaRPr>
          </a:p>
        </p:txBody>
      </p:sp>
      <p:cxnSp>
        <p:nvCxnSpPr>
          <p:cNvPr id="507" name="Google Shape;507;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08" name="Google Shape;508;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09" name="Google Shape;509;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10" name="Google Shape;510;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11" name="Google Shape;511;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2" name="Google Shape;512;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3" name="Google Shape;513;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4" name="Google Shape;514;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15" name="Google Shape;515;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16" name="Google Shape;516;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17" name="Google Shape;517;g2c157a2fb06_0_932"/>
          <p:cNvSpPr txBox="1">
            <a:spLocks noGrp="1"/>
          </p:cNvSpPr>
          <p:nvPr>
            <p:ph type="subTitle" idx="4"/>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18" name="Google Shape;518;g2c157a2fb06_0_932"/>
          <p:cNvSpPr txBox="1">
            <a:spLocks noGrp="1"/>
          </p:cNvSpPr>
          <p:nvPr>
            <p:ph type="subTitle" idx="5"/>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19" name="Google Shape;519;g2c157a2fb06_0_932"/>
          <p:cNvSpPr txBox="1">
            <a:spLocks noGrp="1"/>
          </p:cNvSpPr>
          <p:nvPr>
            <p:ph type="subTitle" idx="6"/>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0" name="Google Shape;520;g2c157a2fb06_0_932"/>
          <p:cNvSpPr txBox="1">
            <a:spLocks noGrp="1"/>
          </p:cNvSpPr>
          <p:nvPr>
            <p:ph type="subTitle" idx="7"/>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1" name="Google Shape;521;g2c157a2fb06_0_932"/>
          <p:cNvSpPr txBox="1">
            <a:spLocks noGrp="1"/>
          </p:cNvSpPr>
          <p:nvPr>
            <p:ph type="subTitle" idx="8"/>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2" name="Google Shape;522;g2c157a2fb06_0_932"/>
          <p:cNvSpPr txBox="1">
            <a:spLocks noGrp="1"/>
          </p:cNvSpPr>
          <p:nvPr>
            <p:ph type="subTitle" idx="9"/>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3" name="Google Shape;523;g2c157a2fb06_0_932"/>
          <p:cNvSpPr txBox="1">
            <a:spLocks noGrp="1"/>
          </p:cNvSpPr>
          <p:nvPr>
            <p:ph type="subTitle" idx="13"/>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4" name="Google Shape;524;g2c157a2fb06_0_932"/>
          <p:cNvSpPr txBox="1">
            <a:spLocks noGrp="1"/>
          </p:cNvSpPr>
          <p:nvPr>
            <p:ph type="subTitle" idx="14"/>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5" name="Google Shape;525;g2c157a2fb06_0_932"/>
          <p:cNvSpPr txBox="1">
            <a:spLocks noGrp="1"/>
          </p:cNvSpPr>
          <p:nvPr>
            <p:ph type="subTitle" idx="15"/>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grpSp>
        <p:nvGrpSpPr>
          <p:cNvPr id="526" name="Google Shape;526;g2c157a2fb06_0_932"/>
          <p:cNvGrpSpPr/>
          <p:nvPr/>
        </p:nvGrpSpPr>
        <p:grpSpPr>
          <a:xfrm>
            <a:off x="662575" y="6212475"/>
            <a:ext cx="586800" cy="571500"/>
            <a:chOff x="662575" y="6212475"/>
            <a:chExt cx="586800" cy="571500"/>
          </a:xfrm>
        </p:grpSpPr>
        <p:sp>
          <p:nvSpPr>
            <p:cNvPr id="527" name="Google Shape;527;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8" name="Google Shape;528;g2c157a2fb06_0_932">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9" name="Google Shape;529;g2c157a2fb06_0_932">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30" name="Google Shape;530;g2c157a2fb06_0_932"/>
          <p:cNvGrpSpPr/>
          <p:nvPr/>
        </p:nvGrpSpPr>
        <p:grpSpPr>
          <a:xfrm>
            <a:off x="7894350" y="6212475"/>
            <a:ext cx="586800" cy="571500"/>
            <a:chOff x="7894350" y="6212475"/>
            <a:chExt cx="586800" cy="571500"/>
          </a:xfrm>
        </p:grpSpPr>
        <p:sp>
          <p:nvSpPr>
            <p:cNvPr id="531" name="Google Shape;531;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2" name="Google Shape;532;g2c157a2fb06_0_932">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3" name="Google Shape;533;g2c157a2fb06_0_932">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34"/>
        <p:cNvGrpSpPr/>
        <p:nvPr/>
      </p:nvGrpSpPr>
      <p:grpSpPr>
        <a:xfrm>
          <a:off x="0" y="0"/>
          <a:ext cx="0" cy="0"/>
          <a:chOff x="0" y="0"/>
          <a:chExt cx="0" cy="0"/>
        </a:xfrm>
      </p:grpSpPr>
      <p:sp>
        <p:nvSpPr>
          <p:cNvPr id="535" name="Google Shape;535;g2c157a2fb06_0_1045"/>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6" name="Google Shape;536;g2c157a2fb06_0_1045"/>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37" name="Google Shape;537;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8" name="Google Shape;538;g2c157a2fb06_0_1045"/>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9" name="Google Shape;539;g2c157a2fb06_0_1045"/>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0" name="Google Shape;540;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1" name="Google Shape;541;g2c157a2fb06_0_104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cxnSp>
        <p:nvCxnSpPr>
          <p:cNvPr id="542" name="Google Shape;542;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43" name="Google Shape;543;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44" name="Google Shape;544;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5" name="Google Shape;545;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6" name="Google Shape;546;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7" name="Google Shape;547;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8" name="Google Shape;548;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9" name="Google Shape;549;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0" name="Google Shape;550;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1" name="Google Shape;551;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2" name="Google Shape;552;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3" name="Google Shape;553;g2c157a2fb06_0_1045"/>
          <p:cNvSpPr txBox="1">
            <a:spLocks noGrp="1"/>
          </p:cNvSpPr>
          <p:nvPr>
            <p:ph type="subTitle" idx="1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4" name="Google Shape;554;g2c157a2fb06_0_1045"/>
          <p:cNvSpPr txBox="1">
            <a:spLocks noGrp="1"/>
          </p:cNvSpPr>
          <p:nvPr>
            <p:ph type="subTitle" idx="1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55" name="Google Shape;555;g2c157a2fb06_0_1045"/>
          <p:cNvSpPr txBox="1">
            <a:spLocks noGrp="1"/>
          </p:cNvSpPr>
          <p:nvPr>
            <p:ph type="subTitle" idx="1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56" name="Google Shape;556;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57" name="Google Shape;557;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Lucky Dip</a:t>
            </a:r>
            <a:endParaRPr sz="3000" b="0" i="0" u="none" strike="noStrike" cap="none">
              <a:solidFill>
                <a:srgbClr val="8DC63F"/>
              </a:solidFill>
              <a:latin typeface="Poppins Medium"/>
              <a:ea typeface="Poppins Medium"/>
              <a:cs typeface="Poppins Medium"/>
              <a:sym typeface="Poppins Medium"/>
            </a:endParaRPr>
          </a:p>
        </p:txBody>
      </p:sp>
      <p:sp>
        <p:nvSpPr>
          <p:cNvPr id="558" name="Google Shape;558;g2c157a2fb06_0_1045"/>
          <p:cNvSpPr txBox="1">
            <a:spLocks noGrp="1"/>
          </p:cNvSpPr>
          <p:nvPr>
            <p:ph type="subTitle" idx="16"/>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9" name="Google Shape;559;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60" name="Google Shape;560;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61" name="Google Shape;561;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562" name="Google Shape;562;g2c157a2fb06_0_1045"/>
          <p:cNvGrpSpPr/>
          <p:nvPr/>
        </p:nvGrpSpPr>
        <p:grpSpPr>
          <a:xfrm>
            <a:off x="662575" y="6212475"/>
            <a:ext cx="586800" cy="571500"/>
            <a:chOff x="662575" y="6212475"/>
            <a:chExt cx="586800" cy="571500"/>
          </a:xfrm>
        </p:grpSpPr>
        <p:sp>
          <p:nvSpPr>
            <p:cNvPr id="563" name="Google Shape;563;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4" name="Google Shape;564;g2c157a2fb06_0_1045">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5" name="Google Shape;565;g2c157a2fb06_0_1045">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66" name="Google Shape;566;g2c157a2fb06_0_1045"/>
          <p:cNvGrpSpPr/>
          <p:nvPr/>
        </p:nvGrpSpPr>
        <p:grpSpPr>
          <a:xfrm>
            <a:off x="7894350" y="6212475"/>
            <a:ext cx="586800" cy="571500"/>
            <a:chOff x="7894350" y="6212475"/>
            <a:chExt cx="586800" cy="571500"/>
          </a:xfrm>
        </p:grpSpPr>
        <p:sp>
          <p:nvSpPr>
            <p:cNvPr id="567" name="Google Shape;567;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8" name="Google Shape;568;g2c157a2fb06_0_1045">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9" name="Google Shape;569;g2c157a2fb06_0_1045">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70"/>
        <p:cNvGrpSpPr/>
        <p:nvPr/>
      </p:nvGrpSpPr>
      <p:grpSpPr>
        <a:xfrm>
          <a:off x="0" y="0"/>
          <a:ext cx="0" cy="0"/>
          <a:chOff x="0" y="0"/>
          <a:chExt cx="0" cy="0"/>
        </a:xfrm>
      </p:grpSpPr>
      <p:sp>
        <p:nvSpPr>
          <p:cNvPr id="571" name="Google Shape;571;g2c157a2fb06_0_1110"/>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2" name="Google Shape;572;g2c157a2fb06_0_1110"/>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73" name="Google Shape;573;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4" name="Google Shape;574;g2c157a2fb06_0_1110"/>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5" name="Google Shape;575;g2c157a2fb06_0_1110"/>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6" name="Google Shape;576;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7" name="Google Shape;577;g2c157a2fb06_0_111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578" name="Google Shape;578;g2c157a2fb06_0_111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9" name="Google Shape;579;g2c157a2fb06_0_111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80" name="Google Shape;580;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81" name="Google Shape;581;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Countdown</a:t>
            </a:r>
            <a:endParaRPr sz="3000" b="0" i="0" u="none" strike="noStrike" cap="none">
              <a:solidFill>
                <a:srgbClr val="8DC63F"/>
              </a:solidFill>
              <a:latin typeface="Poppins Medium"/>
              <a:ea typeface="Poppins Medium"/>
              <a:cs typeface="Poppins Medium"/>
              <a:sym typeface="Poppins Medium"/>
            </a:endParaRPr>
          </a:p>
        </p:txBody>
      </p:sp>
      <p:sp>
        <p:nvSpPr>
          <p:cNvPr id="582" name="Google Shape;582;g2c157a2fb06_0_1110"/>
          <p:cNvSpPr txBox="1">
            <a:spLocks noGrp="1"/>
          </p:cNvSpPr>
          <p:nvPr>
            <p:ph type="subTitle" idx="3"/>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3" name="Google Shape;583;g2c157a2fb06_0_1110"/>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84" name="Google Shape;584;g2c157a2fb06_0_1110"/>
          <p:cNvSpPr txBox="1">
            <a:spLocks noGrp="1"/>
          </p:cNvSpPr>
          <p:nvPr>
            <p:ph type="subTitle" idx="5"/>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5" name="Google Shape;585;g2c157a2fb06_0_1110"/>
          <p:cNvSpPr txBox="1">
            <a:spLocks noGrp="1"/>
          </p:cNvSpPr>
          <p:nvPr>
            <p:ph type="subTitle" idx="6"/>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6" name="Google Shape;586;g2c157a2fb06_0_1110"/>
          <p:cNvSpPr txBox="1">
            <a:spLocks noGrp="1"/>
          </p:cNvSpPr>
          <p:nvPr>
            <p:ph type="subTitle" idx="7"/>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587" name="Google Shape;587;g2c157a2fb06_0_1110"/>
          <p:cNvGrpSpPr/>
          <p:nvPr/>
        </p:nvGrpSpPr>
        <p:grpSpPr>
          <a:xfrm>
            <a:off x="5806200" y="1807463"/>
            <a:ext cx="756300" cy="146700"/>
            <a:chOff x="5806200" y="1807463"/>
            <a:chExt cx="756300" cy="146700"/>
          </a:xfrm>
        </p:grpSpPr>
        <p:sp>
          <p:nvSpPr>
            <p:cNvPr id="588" name="Google Shape;588;g2c157a2fb06_0_1110"/>
            <p:cNvSpPr/>
            <p:nvPr/>
          </p:nvSpPr>
          <p:spPr>
            <a:xfrm>
              <a:off x="58062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9" name="Google Shape;589;g2c157a2fb06_0_1110"/>
            <p:cNvSpPr/>
            <p:nvPr/>
          </p:nvSpPr>
          <p:spPr>
            <a:xfrm>
              <a:off x="61110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0" name="Google Shape;590;g2c157a2fb06_0_1110"/>
            <p:cNvSpPr/>
            <p:nvPr/>
          </p:nvSpPr>
          <p:spPr>
            <a:xfrm>
              <a:off x="64158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91" name="Google Shape;591;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92" name="Google Shape;592;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93" name="Google Shape;593;g2c157a2fb06_0_1110"/>
          <p:cNvGrpSpPr/>
          <p:nvPr/>
        </p:nvGrpSpPr>
        <p:grpSpPr>
          <a:xfrm>
            <a:off x="5806200" y="2842438"/>
            <a:ext cx="756300" cy="146700"/>
            <a:chOff x="5806200" y="1807463"/>
            <a:chExt cx="756300" cy="146700"/>
          </a:xfrm>
        </p:grpSpPr>
        <p:sp>
          <p:nvSpPr>
            <p:cNvPr id="594" name="Google Shape;594;g2c157a2fb06_0_1110"/>
            <p:cNvSpPr/>
            <p:nvPr/>
          </p:nvSpPr>
          <p:spPr>
            <a:xfrm>
              <a:off x="58062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5" name="Google Shape;595;g2c157a2fb06_0_1110"/>
            <p:cNvSpPr/>
            <p:nvPr/>
          </p:nvSpPr>
          <p:spPr>
            <a:xfrm>
              <a:off x="61110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6" name="Google Shape;596;g2c157a2fb06_0_1110"/>
            <p:cNvSpPr/>
            <p:nvPr/>
          </p:nvSpPr>
          <p:spPr>
            <a:xfrm>
              <a:off x="64158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7" name="Google Shape;597;g2c157a2fb06_0_1110"/>
          <p:cNvGrpSpPr/>
          <p:nvPr/>
        </p:nvGrpSpPr>
        <p:grpSpPr>
          <a:xfrm>
            <a:off x="5806200" y="3877413"/>
            <a:ext cx="756300" cy="146700"/>
            <a:chOff x="5806200" y="1807463"/>
            <a:chExt cx="756300" cy="146700"/>
          </a:xfrm>
        </p:grpSpPr>
        <p:sp>
          <p:nvSpPr>
            <p:cNvPr id="598" name="Google Shape;598;g2c157a2fb06_0_1110"/>
            <p:cNvSpPr/>
            <p:nvPr/>
          </p:nvSpPr>
          <p:spPr>
            <a:xfrm>
              <a:off x="58062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9" name="Google Shape;599;g2c157a2fb06_0_1110"/>
            <p:cNvSpPr/>
            <p:nvPr/>
          </p:nvSpPr>
          <p:spPr>
            <a:xfrm>
              <a:off x="61110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0" name="Google Shape;600;g2c157a2fb06_0_1110"/>
            <p:cNvSpPr/>
            <p:nvPr/>
          </p:nvSpPr>
          <p:spPr>
            <a:xfrm>
              <a:off x="64158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01" name="Google Shape;601;g2c157a2fb06_0_1110"/>
          <p:cNvGrpSpPr/>
          <p:nvPr/>
        </p:nvGrpSpPr>
        <p:grpSpPr>
          <a:xfrm>
            <a:off x="662575" y="6212475"/>
            <a:ext cx="586800" cy="571500"/>
            <a:chOff x="662575" y="6212475"/>
            <a:chExt cx="586800" cy="571500"/>
          </a:xfrm>
        </p:grpSpPr>
        <p:sp>
          <p:nvSpPr>
            <p:cNvPr id="602" name="Google Shape;602;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3" name="Google Shape;603;g2c157a2fb06_0_1110">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4" name="Google Shape;604;g2c157a2fb06_0_1110">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05" name="Google Shape;605;g2c157a2fb06_0_1110"/>
          <p:cNvGrpSpPr/>
          <p:nvPr/>
        </p:nvGrpSpPr>
        <p:grpSpPr>
          <a:xfrm>
            <a:off x="7894350" y="6212475"/>
            <a:ext cx="586800" cy="571500"/>
            <a:chOff x="7894350" y="6212475"/>
            <a:chExt cx="586800" cy="571500"/>
          </a:xfrm>
        </p:grpSpPr>
        <p:sp>
          <p:nvSpPr>
            <p:cNvPr id="606" name="Google Shape;606;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7" name="Google Shape;607;g2c157a2fb06_0_1110">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8" name="Google Shape;608;g2c157a2fb06_0_1110">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22 - Magnetic Letters - 3x Rows">
  <p:cSld name="Alien Word of the Day_1_1_1_1_1_1_1_1_1_1_1_1_2_1">
    <p:spTree>
      <p:nvGrpSpPr>
        <p:cNvPr id="1" name="Shape 609"/>
        <p:cNvGrpSpPr/>
        <p:nvPr/>
      </p:nvGrpSpPr>
      <p:grpSpPr>
        <a:xfrm>
          <a:off x="0" y="0"/>
          <a:ext cx="0" cy="0"/>
          <a:chOff x="0" y="0"/>
          <a:chExt cx="0" cy="0"/>
        </a:xfrm>
      </p:grpSpPr>
      <p:sp>
        <p:nvSpPr>
          <p:cNvPr id="610" name="Google Shape;610;g2cf1f75ecdd_0_56"/>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1" name="Google Shape;611;g2cf1f75ecdd_0_56"/>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612" name="Google Shape;612;g2cf1f75ecdd_0_56"/>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13" name="Google Shape;613;g2cf1f75ecdd_0_56"/>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4" name="Google Shape;614;g2cf1f75ecdd_0_56"/>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5" name="Google Shape;615;g2cf1f75ecdd_0_56"/>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16" name="Google Shape;616;g2cf1f75ecdd_0_56"/>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617" name="Google Shape;617;g2cf1f75ecdd_0_56"/>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18" name="Google Shape;618;g2cf1f75ecdd_0_56"/>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19" name="Google Shape;619;g2cf1f75ecdd_0_56"/>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20" name="Google Shape;620;g2cf1f75ecdd_0_56"/>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21" name="Google Shape;621;g2cf1f75ecdd_0_56"/>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622" name="Google Shape;622;g2cf1f75ecdd_0_56"/>
          <p:cNvGrpSpPr/>
          <p:nvPr/>
        </p:nvGrpSpPr>
        <p:grpSpPr>
          <a:xfrm>
            <a:off x="662575" y="6212475"/>
            <a:ext cx="586800" cy="571500"/>
            <a:chOff x="662575" y="6212475"/>
            <a:chExt cx="586800" cy="571500"/>
          </a:xfrm>
        </p:grpSpPr>
        <p:sp>
          <p:nvSpPr>
            <p:cNvPr id="623" name="Google Shape;623;g2cf1f75ecdd_0_56">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4" name="Google Shape;624;g2cf1f75ecdd_0_56">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5" name="Google Shape;625;g2cf1f75ecdd_0_56">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26" name="Google Shape;626;g2cf1f75ecdd_0_56"/>
          <p:cNvGrpSpPr/>
          <p:nvPr/>
        </p:nvGrpSpPr>
        <p:grpSpPr>
          <a:xfrm>
            <a:off x="7894350" y="6212475"/>
            <a:ext cx="586800" cy="571500"/>
            <a:chOff x="7894350" y="6212475"/>
            <a:chExt cx="586800" cy="571500"/>
          </a:xfrm>
        </p:grpSpPr>
        <p:sp>
          <p:nvSpPr>
            <p:cNvPr id="627" name="Google Shape;627;g2cf1f75ecdd_0_56">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8" name="Google Shape;628;g2cf1f75ecdd_0_56">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9" name="Google Shape;629;g2cf1f75ecdd_0_56">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30" name="Google Shape;630;g2cf1f75ecdd_0_56"/>
          <p:cNvSpPr/>
          <p:nvPr/>
        </p:nvSpPr>
        <p:spPr>
          <a:xfrm>
            <a:off x="1521636" y="6212475"/>
            <a:ext cx="61005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100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800" b="0" i="0" u="none" strike="noStrike" cap="none">
              <a:solidFill>
                <a:srgbClr val="AEABAB"/>
              </a:solidFill>
              <a:latin typeface="Poppins Medium"/>
              <a:ea typeface="Poppins Medium"/>
              <a:cs typeface="Poppins Medium"/>
              <a:sym typeface="Poppins Medium"/>
            </a:endParaRPr>
          </a:p>
        </p:txBody>
      </p:sp>
      <p:sp>
        <p:nvSpPr>
          <p:cNvPr id="631" name="Google Shape;631;g2cf1f75ecdd_0_56"/>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chemeClr val="dk1"/>
              </a:buClr>
              <a:buSzPts val="3600"/>
              <a:buFont typeface="Arial"/>
              <a:buNone/>
            </a:pPr>
            <a:r>
              <a:rPr lang="en-US" sz="3200">
                <a:solidFill>
                  <a:srgbClr val="8DC63F"/>
                </a:solidFill>
                <a:latin typeface="Poppins Medium"/>
                <a:ea typeface="Poppins Medium"/>
                <a:cs typeface="Poppins Medium"/>
                <a:sym typeface="Poppins Medium"/>
              </a:rPr>
              <a:t>Practise</a:t>
            </a:r>
            <a:r>
              <a:rPr lang="en-US" sz="3200" b="0" i="0" u="none" strike="noStrike" cap="none">
                <a:solidFill>
                  <a:srgbClr val="8DC63F"/>
                </a:solidFill>
                <a:latin typeface="Poppins Medium"/>
                <a:ea typeface="Poppins Medium"/>
                <a:cs typeface="Poppins Medium"/>
                <a:sym typeface="Poppins Medium"/>
              </a:rPr>
              <a:t> Building Words</a:t>
            </a:r>
            <a:endParaRPr sz="3000" b="0" i="0" u="none" strike="noStrike" cap="none">
              <a:solidFill>
                <a:srgbClr val="8DC63F"/>
              </a:solidFill>
              <a:latin typeface="Poppins Medium"/>
              <a:ea typeface="Poppins Medium"/>
              <a:cs typeface="Poppins Medium"/>
              <a:sym typeface="Poppins Medium"/>
            </a:endParaRPr>
          </a:p>
        </p:txBody>
      </p:sp>
      <p:sp>
        <p:nvSpPr>
          <p:cNvPr id="632" name="Google Shape;632;g2cf1f75ecdd_0_56"/>
          <p:cNvSpPr txBox="1">
            <a:spLocks noGrp="1"/>
          </p:cNvSpPr>
          <p:nvPr>
            <p:ph type="subTitle" idx="4"/>
          </p:nvPr>
        </p:nvSpPr>
        <p:spPr>
          <a:xfrm>
            <a:off x="1193375" y="3806775"/>
            <a:ext cx="6781800" cy="293100"/>
          </a:xfrm>
          <a:prstGeom prst="rect">
            <a:avLst/>
          </a:prstGeom>
          <a:noFill/>
          <a:ln>
            <a:noFill/>
          </a:ln>
        </p:spPr>
        <p:txBody>
          <a:bodyPr spcFirstLastPara="1" wrap="square" lIns="91425" tIns="45700" rIns="91425" bIns="45700" anchor="ctr" anchorCtr="0">
            <a:noAutofit/>
          </a:bodyPr>
          <a:lstStyle>
            <a:lvl1pPr marR="0" lvl="0" algn="ctr">
              <a:lnSpc>
                <a:spcPct val="90000"/>
              </a:lnSpc>
              <a:spcBef>
                <a:spcPts val="1000"/>
              </a:spcBef>
              <a:spcAft>
                <a:spcPts val="0"/>
              </a:spcAft>
              <a:buSzPts val="2800"/>
              <a:buNone/>
              <a:defRPr sz="1800">
                <a:solidFill>
                  <a:srgbClr val="B7B7B7"/>
                </a:solidFill>
                <a:latin typeface="Jost"/>
                <a:ea typeface="Jost"/>
                <a:cs typeface="Jost"/>
                <a:sym typeface="Jost"/>
              </a:defRPr>
            </a:lvl1pPr>
            <a:lvl2pPr marR="0" lvl="1" algn="ctr">
              <a:lnSpc>
                <a:spcPct val="90000"/>
              </a:lnSpc>
              <a:spcBef>
                <a:spcPts val="1000"/>
              </a:spcBef>
              <a:spcAft>
                <a:spcPts val="0"/>
              </a:spcAft>
              <a:buSzPts val="2400"/>
              <a:buNone/>
              <a:defRPr sz="1800">
                <a:solidFill>
                  <a:srgbClr val="B7B7B7"/>
                </a:solidFill>
                <a:latin typeface="Jost"/>
                <a:ea typeface="Jost"/>
                <a:cs typeface="Jost"/>
                <a:sym typeface="Jost"/>
              </a:defRPr>
            </a:lvl2pPr>
            <a:lvl3pPr marR="0" lvl="2" algn="ctr">
              <a:lnSpc>
                <a:spcPct val="90000"/>
              </a:lnSpc>
              <a:spcBef>
                <a:spcPts val="1000"/>
              </a:spcBef>
              <a:spcAft>
                <a:spcPts val="0"/>
              </a:spcAft>
              <a:buSzPts val="2000"/>
              <a:buNone/>
              <a:defRPr sz="1800">
                <a:solidFill>
                  <a:srgbClr val="B7B7B7"/>
                </a:solidFill>
                <a:latin typeface="Jost"/>
                <a:ea typeface="Jost"/>
                <a:cs typeface="Jost"/>
                <a:sym typeface="Jost"/>
              </a:defRPr>
            </a:lvl3pPr>
            <a:lvl4pPr marR="0" lvl="3" algn="ctr">
              <a:lnSpc>
                <a:spcPct val="90000"/>
              </a:lnSpc>
              <a:spcBef>
                <a:spcPts val="1000"/>
              </a:spcBef>
              <a:spcAft>
                <a:spcPts val="0"/>
              </a:spcAft>
              <a:buSzPts val="1800"/>
              <a:buNone/>
              <a:defRPr sz="1800">
                <a:solidFill>
                  <a:srgbClr val="B7B7B7"/>
                </a:solidFill>
                <a:latin typeface="Jost"/>
                <a:ea typeface="Jost"/>
                <a:cs typeface="Jost"/>
                <a:sym typeface="Jost"/>
              </a:defRPr>
            </a:lvl4pPr>
            <a:lvl5pPr marR="0" lvl="4" algn="ctr">
              <a:lnSpc>
                <a:spcPct val="90000"/>
              </a:lnSpc>
              <a:spcBef>
                <a:spcPts val="1000"/>
              </a:spcBef>
              <a:spcAft>
                <a:spcPts val="0"/>
              </a:spcAft>
              <a:buSzPts val="1800"/>
              <a:buNone/>
              <a:defRPr sz="1800">
                <a:solidFill>
                  <a:srgbClr val="B7B7B7"/>
                </a:solidFill>
                <a:latin typeface="Jost"/>
                <a:ea typeface="Jost"/>
                <a:cs typeface="Jost"/>
                <a:sym typeface="Jost"/>
              </a:defRPr>
            </a:lvl5pPr>
            <a:lvl6pPr marR="0" lvl="5" algn="ctr">
              <a:lnSpc>
                <a:spcPct val="90000"/>
              </a:lnSpc>
              <a:spcBef>
                <a:spcPts val="1000"/>
              </a:spcBef>
              <a:spcAft>
                <a:spcPts val="0"/>
              </a:spcAft>
              <a:buSzPts val="1800"/>
              <a:buNone/>
              <a:defRPr sz="1800">
                <a:solidFill>
                  <a:srgbClr val="B7B7B7"/>
                </a:solidFill>
                <a:latin typeface="Jost"/>
                <a:ea typeface="Jost"/>
                <a:cs typeface="Jost"/>
                <a:sym typeface="Jost"/>
              </a:defRPr>
            </a:lvl6pPr>
            <a:lvl7pPr marR="0" lvl="6" algn="ctr">
              <a:lnSpc>
                <a:spcPct val="90000"/>
              </a:lnSpc>
              <a:spcBef>
                <a:spcPts val="1000"/>
              </a:spcBef>
              <a:spcAft>
                <a:spcPts val="0"/>
              </a:spcAft>
              <a:buSzPts val="1800"/>
              <a:buNone/>
              <a:defRPr sz="1800">
                <a:solidFill>
                  <a:srgbClr val="B7B7B7"/>
                </a:solidFill>
                <a:latin typeface="Jost"/>
                <a:ea typeface="Jost"/>
                <a:cs typeface="Jost"/>
                <a:sym typeface="Jost"/>
              </a:defRPr>
            </a:lvl7pPr>
            <a:lvl8pPr marR="0" lvl="7" algn="ctr">
              <a:lnSpc>
                <a:spcPct val="90000"/>
              </a:lnSpc>
              <a:spcBef>
                <a:spcPts val="1000"/>
              </a:spcBef>
              <a:spcAft>
                <a:spcPts val="0"/>
              </a:spcAft>
              <a:buSzPts val="1800"/>
              <a:buNone/>
              <a:defRPr sz="1800">
                <a:solidFill>
                  <a:srgbClr val="B7B7B7"/>
                </a:solidFill>
                <a:latin typeface="Jost"/>
                <a:ea typeface="Jost"/>
                <a:cs typeface="Jost"/>
                <a:sym typeface="Jost"/>
              </a:defRPr>
            </a:lvl8pPr>
            <a:lvl9pPr marR="0" lvl="8" algn="ctr">
              <a:lnSpc>
                <a:spcPct val="90000"/>
              </a:lnSpc>
              <a:spcBef>
                <a:spcPts val="1000"/>
              </a:spcBef>
              <a:spcAft>
                <a:spcPts val="0"/>
              </a:spcAft>
              <a:buSzPts val="1800"/>
              <a:buNone/>
              <a:defRPr sz="1800">
                <a:solidFill>
                  <a:srgbClr val="B7B7B7"/>
                </a:solidFill>
                <a:latin typeface="Jost"/>
                <a:ea typeface="Jost"/>
                <a:cs typeface="Jost"/>
                <a:sym typeface="Jost"/>
              </a:defRPr>
            </a:lvl9pPr>
          </a:lstStyle>
          <a:p>
            <a:endParaRPr/>
          </a:p>
        </p:txBody>
      </p:sp>
      <p:cxnSp>
        <p:nvCxnSpPr>
          <p:cNvPr id="633" name="Google Shape;633;g2cf1f75ecdd_0_56"/>
          <p:cNvCxnSpPr/>
          <p:nvPr/>
        </p:nvCxnSpPr>
        <p:spPr>
          <a:xfrm>
            <a:off x="1181100" y="42238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634" name="Google Shape;634;g2cf1f75ecdd_0_56"/>
          <p:cNvCxnSpPr/>
          <p:nvPr/>
        </p:nvCxnSpPr>
        <p:spPr>
          <a:xfrm>
            <a:off x="1181100" y="47780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635" name="Google Shape;635;g2cf1f75ecdd_0_56"/>
          <p:cNvCxnSpPr/>
          <p:nvPr/>
        </p:nvCxnSpPr>
        <p:spPr>
          <a:xfrm>
            <a:off x="1181100" y="45301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636" name="Google Shape;636;g2cf1f75ecdd_0_56"/>
          <p:cNvCxnSpPr/>
          <p:nvPr/>
        </p:nvCxnSpPr>
        <p:spPr>
          <a:xfrm>
            <a:off x="1181100" y="51529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637" name="Google Shape;637;g2cf1f75ecdd_0_56"/>
          <p:cNvCxnSpPr/>
          <p:nvPr/>
        </p:nvCxnSpPr>
        <p:spPr>
          <a:xfrm>
            <a:off x="1181100" y="53051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638" name="Google Shape;638;g2cf1f75ecdd_0_56"/>
          <p:cNvSpPr txBox="1"/>
          <p:nvPr/>
        </p:nvSpPr>
        <p:spPr>
          <a:xfrm>
            <a:off x="2333951"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39" name="Google Shape;639;g2cf1f75ecdd_0_56"/>
          <p:cNvSpPr txBox="1"/>
          <p:nvPr/>
        </p:nvSpPr>
        <p:spPr>
          <a:xfrm>
            <a:off x="5792506"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40" name="Google Shape;640;g2cf1f75ecdd_0_56"/>
          <p:cNvSpPr txBox="1"/>
          <p:nvPr/>
        </p:nvSpPr>
        <p:spPr>
          <a:xfrm>
            <a:off x="1181100"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41" name="Google Shape;641;g2cf1f75ecdd_0_56"/>
          <p:cNvSpPr txBox="1"/>
          <p:nvPr/>
        </p:nvSpPr>
        <p:spPr>
          <a:xfrm>
            <a:off x="3486803"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42" name="Google Shape;642;g2cf1f75ecdd_0_56"/>
          <p:cNvSpPr txBox="1"/>
          <p:nvPr/>
        </p:nvSpPr>
        <p:spPr>
          <a:xfrm>
            <a:off x="4639654"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cxnSp>
        <p:nvCxnSpPr>
          <p:cNvPr id="643" name="Google Shape;643;g2cf1f75ecdd_0_56"/>
          <p:cNvCxnSpPr/>
          <p:nvPr/>
        </p:nvCxnSpPr>
        <p:spPr>
          <a:xfrm>
            <a:off x="1181100" y="36828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644" name="Google Shape;644;g2cf1f75ecdd_0_56"/>
          <p:cNvSpPr txBox="1"/>
          <p:nvPr/>
        </p:nvSpPr>
        <p:spPr>
          <a:xfrm>
            <a:off x="6945355"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45" name="Google Shape;645;g2cf1f75ecdd_0_56"/>
          <p:cNvSpPr txBox="1"/>
          <p:nvPr/>
        </p:nvSpPr>
        <p:spPr>
          <a:xfrm>
            <a:off x="2333951"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46" name="Google Shape;646;g2cf1f75ecdd_0_56"/>
          <p:cNvSpPr txBox="1"/>
          <p:nvPr/>
        </p:nvSpPr>
        <p:spPr>
          <a:xfrm>
            <a:off x="5792506"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FFD403"/>
              </a:solidFill>
              <a:latin typeface="Jost"/>
              <a:ea typeface="Jost"/>
              <a:cs typeface="Jost"/>
              <a:sym typeface="Jost"/>
            </a:endParaRPr>
          </a:p>
        </p:txBody>
      </p:sp>
      <p:sp>
        <p:nvSpPr>
          <p:cNvPr id="647" name="Google Shape;647;g2cf1f75ecdd_0_56"/>
          <p:cNvSpPr txBox="1"/>
          <p:nvPr/>
        </p:nvSpPr>
        <p:spPr>
          <a:xfrm>
            <a:off x="1181100"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48" name="Google Shape;648;g2cf1f75ecdd_0_56"/>
          <p:cNvSpPr txBox="1"/>
          <p:nvPr/>
        </p:nvSpPr>
        <p:spPr>
          <a:xfrm>
            <a:off x="3486803"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49" name="Google Shape;649;g2cf1f75ecdd_0_56"/>
          <p:cNvSpPr txBox="1"/>
          <p:nvPr/>
        </p:nvSpPr>
        <p:spPr>
          <a:xfrm>
            <a:off x="4639654"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50" name="Google Shape;650;g2cf1f75ecdd_0_56"/>
          <p:cNvSpPr txBox="1"/>
          <p:nvPr/>
        </p:nvSpPr>
        <p:spPr>
          <a:xfrm>
            <a:off x="6945355"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00904D"/>
              </a:solidFill>
              <a:latin typeface="Jost"/>
              <a:ea typeface="Jost"/>
              <a:cs typeface="Jost"/>
              <a:sym typeface="Jost"/>
            </a:endParaRPr>
          </a:p>
        </p:txBody>
      </p:sp>
      <p:sp>
        <p:nvSpPr>
          <p:cNvPr id="651" name="Google Shape;651;g2cf1f75ecdd_0_56"/>
          <p:cNvSpPr txBox="1"/>
          <p:nvPr/>
        </p:nvSpPr>
        <p:spPr>
          <a:xfrm>
            <a:off x="2333951"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52" name="Google Shape;652;g2cf1f75ecdd_0_56"/>
          <p:cNvSpPr txBox="1"/>
          <p:nvPr/>
        </p:nvSpPr>
        <p:spPr>
          <a:xfrm>
            <a:off x="5792506"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FFD403"/>
              </a:solidFill>
              <a:latin typeface="Jost"/>
              <a:ea typeface="Jost"/>
              <a:cs typeface="Jost"/>
              <a:sym typeface="Jost"/>
            </a:endParaRPr>
          </a:p>
        </p:txBody>
      </p:sp>
      <p:sp>
        <p:nvSpPr>
          <p:cNvPr id="653" name="Google Shape;653;g2cf1f75ecdd_0_56"/>
          <p:cNvSpPr txBox="1"/>
          <p:nvPr/>
        </p:nvSpPr>
        <p:spPr>
          <a:xfrm>
            <a:off x="1181100"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54" name="Google Shape;654;g2cf1f75ecdd_0_56"/>
          <p:cNvSpPr txBox="1"/>
          <p:nvPr/>
        </p:nvSpPr>
        <p:spPr>
          <a:xfrm>
            <a:off x="3486803"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55" name="Google Shape;655;g2cf1f75ecdd_0_56"/>
          <p:cNvSpPr txBox="1"/>
          <p:nvPr/>
        </p:nvSpPr>
        <p:spPr>
          <a:xfrm>
            <a:off x="4639654"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56" name="Google Shape;656;g2cf1f75ecdd_0_56"/>
          <p:cNvSpPr txBox="1"/>
          <p:nvPr/>
        </p:nvSpPr>
        <p:spPr>
          <a:xfrm>
            <a:off x="6945355"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00904D"/>
              </a:solidFill>
              <a:latin typeface="Jost"/>
              <a:ea typeface="Jost"/>
              <a:cs typeface="Jost"/>
              <a:sym typeface="Jost"/>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57"/>
        <p:cNvGrpSpPr/>
        <p:nvPr/>
      </p:nvGrpSpPr>
      <p:grpSpPr>
        <a:xfrm>
          <a:off x="0" y="0"/>
          <a:ext cx="0" cy="0"/>
          <a:chOff x="0" y="0"/>
          <a:chExt cx="0" cy="0"/>
        </a:xfrm>
      </p:grpSpPr>
      <p:sp>
        <p:nvSpPr>
          <p:cNvPr id="658" name="Google Shape;658;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9" name="Google Shape;659;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0" name="Google Shape;660;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1" name="Google Shape;661;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62" name="Google Shape;662;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3" name="Google Shape;663;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4" name="Google Shape;664;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65" name="Google Shape;665;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66" name="Google Shape;666;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67" name="Google Shape;667;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68" name="Google Shape;668;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69" name="Google Shape;669;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70" name="Google Shape;670;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71" name="Google Shape;671;p30"/>
          <p:cNvGrpSpPr/>
          <p:nvPr/>
        </p:nvGrpSpPr>
        <p:grpSpPr>
          <a:xfrm>
            <a:off x="6022940" y="5341706"/>
            <a:ext cx="594501" cy="305904"/>
            <a:chOff x="5672081" y="1914352"/>
            <a:chExt cx="792668" cy="305904"/>
          </a:xfrm>
        </p:grpSpPr>
        <p:sp>
          <p:nvSpPr>
            <p:cNvPr id="672" name="Google Shape;672;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3" name="Google Shape;673;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74" name="Google Shape;674;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75" name="Google Shape;675;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6" name="Google Shape;676;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7" name="Google Shape;677;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8" name="Google Shape;678;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9" name="Google Shape;679;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0" name="Google Shape;680;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1" name="Google Shape;681;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2" name="Google Shape;682;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83" name="Google Shape;683;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84" name="Google Shape;684;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5" name="Google Shape;685;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6" name="Google Shape;686;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7" name="Google Shape;687;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8" name="Google Shape;688;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9" name="Google Shape;689;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90" name="Google Shape;690;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91" name="Google Shape;691;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92" name="Google Shape;692;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93" name="Google Shape;693;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94" name="Google Shape;694;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95" name="Google Shape;695;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96" name="Google Shape;696;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97" name="Google Shape;697;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98" name="Google Shape;698;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9" name="Google Shape;699;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00" name="Google Shape;700;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701" name="Google Shape;701;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702" name="Google Shape;702;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703"/>
        <p:cNvGrpSpPr/>
        <p:nvPr/>
      </p:nvGrpSpPr>
      <p:grpSpPr>
        <a:xfrm>
          <a:off x="0" y="0"/>
          <a:ext cx="0" cy="0"/>
          <a:chOff x="0" y="0"/>
          <a:chExt cx="0" cy="0"/>
        </a:xfrm>
      </p:grpSpPr>
      <p:sp>
        <p:nvSpPr>
          <p:cNvPr id="704" name="Google Shape;704;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705" name="Google Shape;705;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706" name="Google Shape;706;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707"/>
        <p:cNvGrpSpPr/>
        <p:nvPr/>
      </p:nvGrpSpPr>
      <p:grpSpPr>
        <a:xfrm>
          <a:off x="0" y="0"/>
          <a:ext cx="0" cy="0"/>
          <a:chOff x="0" y="0"/>
          <a:chExt cx="0" cy="0"/>
        </a:xfrm>
      </p:grpSpPr>
      <p:sp>
        <p:nvSpPr>
          <p:cNvPr id="708" name="Google Shape;708;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709" name="Google Shape;709;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710" name="Google Shape;710;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 id="2147483672" r:id="rId2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slide" Target="slide19.xml"/><Relationship Id="rId3" Type="http://schemas.openxmlformats.org/officeDocument/2006/relationships/image" Target="../media/image8.png"/><Relationship Id="rId7" Type="http://schemas.openxmlformats.org/officeDocument/2006/relationships/slide" Target="slide9.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10" Type="http://schemas.openxmlformats.org/officeDocument/2006/relationships/slide" Target="slide17.xml"/><Relationship Id="rId4" Type="http://schemas.openxmlformats.org/officeDocument/2006/relationships/image" Target="../media/image5.png"/><Relationship Id="rId9" Type="http://schemas.openxmlformats.org/officeDocument/2006/relationships/slide" Target="slide20.xml"/></Relationships>
</file>

<file path=ppt/slides/_rels/slide3.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png"/><Relationship Id="rId18" Type="http://schemas.openxmlformats.org/officeDocument/2006/relationships/image" Target="../media/image24.png"/><Relationship Id="rId3" Type="http://schemas.openxmlformats.org/officeDocument/2006/relationships/image" Target="../media/image9.png"/><Relationship Id="rId21" Type="http://schemas.openxmlformats.org/officeDocument/2006/relationships/image" Target="../media/image27.png"/><Relationship Id="rId7" Type="http://schemas.openxmlformats.org/officeDocument/2006/relationships/image" Target="../media/image13.png"/><Relationship Id="rId12" Type="http://schemas.openxmlformats.org/officeDocument/2006/relationships/image" Target="../media/image18.png"/><Relationship Id="rId17" Type="http://schemas.openxmlformats.org/officeDocument/2006/relationships/image" Target="../media/image23.png"/><Relationship Id="rId25" Type="http://schemas.openxmlformats.org/officeDocument/2006/relationships/image" Target="../media/image31.png"/><Relationship Id="rId2" Type="http://schemas.openxmlformats.org/officeDocument/2006/relationships/notesSlide" Target="../notesSlides/notesSlide3.xml"/><Relationship Id="rId16" Type="http://schemas.openxmlformats.org/officeDocument/2006/relationships/image" Target="../media/image22.png"/><Relationship Id="rId20" Type="http://schemas.openxmlformats.org/officeDocument/2006/relationships/image" Target="../media/image26.png"/><Relationship Id="rId1" Type="http://schemas.openxmlformats.org/officeDocument/2006/relationships/slideLayout" Target="../slideLayouts/slideLayout3.xml"/><Relationship Id="rId6" Type="http://schemas.openxmlformats.org/officeDocument/2006/relationships/image" Target="../media/image12.png"/><Relationship Id="rId11" Type="http://schemas.openxmlformats.org/officeDocument/2006/relationships/image" Target="../media/image17.png"/><Relationship Id="rId24" Type="http://schemas.openxmlformats.org/officeDocument/2006/relationships/image" Target="../media/image30.png"/><Relationship Id="rId5" Type="http://schemas.openxmlformats.org/officeDocument/2006/relationships/image" Target="../media/image11.png"/><Relationship Id="rId15" Type="http://schemas.openxmlformats.org/officeDocument/2006/relationships/image" Target="../media/image21.png"/><Relationship Id="rId23" Type="http://schemas.openxmlformats.org/officeDocument/2006/relationships/image" Target="../media/image29.png"/><Relationship Id="rId10" Type="http://schemas.openxmlformats.org/officeDocument/2006/relationships/image" Target="../media/image16.png"/><Relationship Id="rId19" Type="http://schemas.openxmlformats.org/officeDocument/2006/relationships/image" Target="../media/image25.png"/><Relationship Id="rId4" Type="http://schemas.openxmlformats.org/officeDocument/2006/relationships/image" Target="../media/image10.png"/><Relationship Id="rId9" Type="http://schemas.openxmlformats.org/officeDocument/2006/relationships/image" Target="../media/image15.png"/><Relationship Id="rId14" Type="http://schemas.openxmlformats.org/officeDocument/2006/relationships/image" Target="../media/image20.png"/><Relationship Id="rId22" Type="http://schemas.openxmlformats.org/officeDocument/2006/relationships/image" Target="../media/image28.png"/></Relationships>
</file>

<file path=ppt/slides/_rels/slide4.xml.rels><?xml version="1.0" encoding="UTF-8" standalone="yes"?>
<Relationships xmlns="http://schemas.openxmlformats.org/package/2006/relationships"><Relationship Id="rId8" Type="http://schemas.openxmlformats.org/officeDocument/2006/relationships/image" Target="../media/image37.png"/><Relationship Id="rId13" Type="http://schemas.openxmlformats.org/officeDocument/2006/relationships/image" Target="../media/image42.png"/><Relationship Id="rId18" Type="http://schemas.openxmlformats.org/officeDocument/2006/relationships/image" Target="../media/image47.png"/><Relationship Id="rId26" Type="http://schemas.openxmlformats.org/officeDocument/2006/relationships/image" Target="../media/image55.png"/><Relationship Id="rId3" Type="http://schemas.openxmlformats.org/officeDocument/2006/relationships/image" Target="../media/image32.png"/><Relationship Id="rId21" Type="http://schemas.openxmlformats.org/officeDocument/2006/relationships/image" Target="../media/image50.png"/><Relationship Id="rId7" Type="http://schemas.openxmlformats.org/officeDocument/2006/relationships/image" Target="../media/image36.png"/><Relationship Id="rId12" Type="http://schemas.openxmlformats.org/officeDocument/2006/relationships/image" Target="../media/image41.png"/><Relationship Id="rId17" Type="http://schemas.openxmlformats.org/officeDocument/2006/relationships/image" Target="../media/image46.png"/><Relationship Id="rId25" Type="http://schemas.openxmlformats.org/officeDocument/2006/relationships/image" Target="../media/image54.png"/><Relationship Id="rId2" Type="http://schemas.openxmlformats.org/officeDocument/2006/relationships/notesSlide" Target="../notesSlides/notesSlide4.xml"/><Relationship Id="rId16" Type="http://schemas.openxmlformats.org/officeDocument/2006/relationships/image" Target="../media/image45.png"/><Relationship Id="rId20" Type="http://schemas.openxmlformats.org/officeDocument/2006/relationships/image" Target="../media/image49.png"/><Relationship Id="rId29" Type="http://schemas.openxmlformats.org/officeDocument/2006/relationships/image" Target="../media/image58.png"/><Relationship Id="rId1" Type="http://schemas.openxmlformats.org/officeDocument/2006/relationships/slideLayout" Target="../slideLayouts/slideLayout3.xml"/><Relationship Id="rId6" Type="http://schemas.openxmlformats.org/officeDocument/2006/relationships/image" Target="../media/image35.png"/><Relationship Id="rId11" Type="http://schemas.openxmlformats.org/officeDocument/2006/relationships/image" Target="../media/image40.png"/><Relationship Id="rId24" Type="http://schemas.openxmlformats.org/officeDocument/2006/relationships/image" Target="../media/image53.png"/><Relationship Id="rId5" Type="http://schemas.openxmlformats.org/officeDocument/2006/relationships/image" Target="../media/image34.png"/><Relationship Id="rId15" Type="http://schemas.openxmlformats.org/officeDocument/2006/relationships/image" Target="../media/image44.png"/><Relationship Id="rId23" Type="http://schemas.openxmlformats.org/officeDocument/2006/relationships/image" Target="../media/image52.png"/><Relationship Id="rId28" Type="http://schemas.openxmlformats.org/officeDocument/2006/relationships/image" Target="../media/image57.png"/><Relationship Id="rId10" Type="http://schemas.openxmlformats.org/officeDocument/2006/relationships/image" Target="../media/image39.png"/><Relationship Id="rId19" Type="http://schemas.openxmlformats.org/officeDocument/2006/relationships/image" Target="../media/image48.png"/><Relationship Id="rId31" Type="http://schemas.openxmlformats.org/officeDocument/2006/relationships/image" Target="../media/image60.png"/><Relationship Id="rId4" Type="http://schemas.openxmlformats.org/officeDocument/2006/relationships/image" Target="../media/image33.png"/><Relationship Id="rId9" Type="http://schemas.openxmlformats.org/officeDocument/2006/relationships/image" Target="../media/image38.png"/><Relationship Id="rId14" Type="http://schemas.openxmlformats.org/officeDocument/2006/relationships/image" Target="../media/image43.png"/><Relationship Id="rId22" Type="http://schemas.openxmlformats.org/officeDocument/2006/relationships/image" Target="../media/image51.png"/><Relationship Id="rId27" Type="http://schemas.openxmlformats.org/officeDocument/2006/relationships/image" Target="../media/image56.png"/><Relationship Id="rId30" Type="http://schemas.openxmlformats.org/officeDocument/2006/relationships/image" Target="../media/image59.png"/></Relationships>
</file>

<file path=ppt/slides/_rels/slide5.xml.rels><?xml version="1.0" encoding="UTF-8" standalone="yes"?>
<Relationships xmlns="http://schemas.openxmlformats.org/package/2006/relationships"><Relationship Id="rId8" Type="http://schemas.openxmlformats.org/officeDocument/2006/relationships/image" Target="../media/image66.png"/><Relationship Id="rId13" Type="http://schemas.openxmlformats.org/officeDocument/2006/relationships/image" Target="../media/image71.png"/><Relationship Id="rId3" Type="http://schemas.openxmlformats.org/officeDocument/2006/relationships/image" Target="../media/image61.png"/><Relationship Id="rId7" Type="http://schemas.openxmlformats.org/officeDocument/2006/relationships/image" Target="../media/image65.png"/><Relationship Id="rId12" Type="http://schemas.openxmlformats.org/officeDocument/2006/relationships/image" Target="../media/image70.png"/><Relationship Id="rId2" Type="http://schemas.openxmlformats.org/officeDocument/2006/relationships/notesSlide" Target="../notesSlides/notesSlide5.xml"/><Relationship Id="rId16" Type="http://schemas.openxmlformats.org/officeDocument/2006/relationships/image" Target="../media/image74.png"/><Relationship Id="rId1" Type="http://schemas.openxmlformats.org/officeDocument/2006/relationships/slideLayout" Target="../slideLayouts/slideLayout3.xml"/><Relationship Id="rId6" Type="http://schemas.openxmlformats.org/officeDocument/2006/relationships/image" Target="../media/image64.png"/><Relationship Id="rId11" Type="http://schemas.openxmlformats.org/officeDocument/2006/relationships/image" Target="../media/image69.png"/><Relationship Id="rId5" Type="http://schemas.openxmlformats.org/officeDocument/2006/relationships/image" Target="../media/image63.png"/><Relationship Id="rId15" Type="http://schemas.openxmlformats.org/officeDocument/2006/relationships/image" Target="../media/image73.png"/><Relationship Id="rId10" Type="http://schemas.openxmlformats.org/officeDocument/2006/relationships/image" Target="../media/image68.png"/><Relationship Id="rId4" Type="http://schemas.openxmlformats.org/officeDocument/2006/relationships/image" Target="../media/image62.png"/><Relationship Id="rId9" Type="http://schemas.openxmlformats.org/officeDocument/2006/relationships/image" Target="../media/image67.png"/><Relationship Id="rId14" Type="http://schemas.openxmlformats.org/officeDocument/2006/relationships/image" Target="../media/image72.png"/></Relationships>
</file>

<file path=ppt/slides/_rels/slide6.xml.rels><?xml version="1.0" encoding="UTF-8" standalone="yes"?>
<Relationships xmlns="http://schemas.openxmlformats.org/package/2006/relationships"><Relationship Id="rId8" Type="http://schemas.openxmlformats.org/officeDocument/2006/relationships/image" Target="../media/image80.png"/><Relationship Id="rId13" Type="http://schemas.openxmlformats.org/officeDocument/2006/relationships/image" Target="../media/image85.png"/><Relationship Id="rId18" Type="http://schemas.openxmlformats.org/officeDocument/2006/relationships/image" Target="../media/image90.png"/><Relationship Id="rId26" Type="http://schemas.openxmlformats.org/officeDocument/2006/relationships/image" Target="../media/image98.png"/><Relationship Id="rId3" Type="http://schemas.openxmlformats.org/officeDocument/2006/relationships/image" Target="../media/image75.png"/><Relationship Id="rId21" Type="http://schemas.openxmlformats.org/officeDocument/2006/relationships/image" Target="../media/image93.png"/><Relationship Id="rId7" Type="http://schemas.openxmlformats.org/officeDocument/2006/relationships/image" Target="../media/image79.png"/><Relationship Id="rId12" Type="http://schemas.openxmlformats.org/officeDocument/2006/relationships/image" Target="../media/image84.png"/><Relationship Id="rId17" Type="http://schemas.openxmlformats.org/officeDocument/2006/relationships/image" Target="../media/image89.png"/><Relationship Id="rId25" Type="http://schemas.openxmlformats.org/officeDocument/2006/relationships/image" Target="../media/image97.png"/><Relationship Id="rId2" Type="http://schemas.openxmlformats.org/officeDocument/2006/relationships/notesSlide" Target="../notesSlides/notesSlide6.xml"/><Relationship Id="rId16" Type="http://schemas.openxmlformats.org/officeDocument/2006/relationships/image" Target="../media/image88.png"/><Relationship Id="rId20" Type="http://schemas.openxmlformats.org/officeDocument/2006/relationships/image" Target="../media/image92.png"/><Relationship Id="rId29" Type="http://schemas.openxmlformats.org/officeDocument/2006/relationships/image" Target="../media/image101.png"/><Relationship Id="rId1" Type="http://schemas.openxmlformats.org/officeDocument/2006/relationships/slideLayout" Target="../slideLayouts/slideLayout3.xml"/><Relationship Id="rId6" Type="http://schemas.openxmlformats.org/officeDocument/2006/relationships/image" Target="../media/image78.png"/><Relationship Id="rId11" Type="http://schemas.openxmlformats.org/officeDocument/2006/relationships/image" Target="../media/image83.png"/><Relationship Id="rId24" Type="http://schemas.openxmlformats.org/officeDocument/2006/relationships/image" Target="../media/image96.png"/><Relationship Id="rId5" Type="http://schemas.openxmlformats.org/officeDocument/2006/relationships/image" Target="../media/image77.png"/><Relationship Id="rId15" Type="http://schemas.openxmlformats.org/officeDocument/2006/relationships/image" Target="../media/image87.png"/><Relationship Id="rId23" Type="http://schemas.openxmlformats.org/officeDocument/2006/relationships/image" Target="../media/image95.png"/><Relationship Id="rId28" Type="http://schemas.openxmlformats.org/officeDocument/2006/relationships/image" Target="../media/image100.png"/><Relationship Id="rId10" Type="http://schemas.openxmlformats.org/officeDocument/2006/relationships/image" Target="../media/image82.png"/><Relationship Id="rId19" Type="http://schemas.openxmlformats.org/officeDocument/2006/relationships/image" Target="../media/image91.png"/><Relationship Id="rId4" Type="http://schemas.openxmlformats.org/officeDocument/2006/relationships/image" Target="../media/image76.png"/><Relationship Id="rId9" Type="http://schemas.openxmlformats.org/officeDocument/2006/relationships/image" Target="../media/image81.png"/><Relationship Id="rId14" Type="http://schemas.openxmlformats.org/officeDocument/2006/relationships/image" Target="../media/image86.png"/><Relationship Id="rId22" Type="http://schemas.openxmlformats.org/officeDocument/2006/relationships/image" Target="../media/image94.png"/><Relationship Id="rId27" Type="http://schemas.openxmlformats.org/officeDocument/2006/relationships/image" Target="../media/image99.png"/><Relationship Id="rId30" Type="http://schemas.openxmlformats.org/officeDocument/2006/relationships/image" Target="../media/image102.png"/></Relationships>
</file>

<file path=ppt/slides/_rels/slide7.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105.png"/><Relationship Id="rId5" Type="http://schemas.openxmlformats.org/officeDocument/2006/relationships/image" Target="../media/image6.png"/><Relationship Id="rId4" Type="http://schemas.openxmlformats.org/officeDocument/2006/relationships/image" Target="../media/image104.png"/></Relationships>
</file>

<file path=ppt/slides/_rels/slide8.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14"/>
        <p:cNvGrpSpPr/>
        <p:nvPr/>
      </p:nvGrpSpPr>
      <p:grpSpPr>
        <a:xfrm>
          <a:off x="0" y="0"/>
          <a:ext cx="0" cy="0"/>
          <a:chOff x="0" y="0"/>
          <a:chExt cx="0" cy="0"/>
        </a:xfrm>
      </p:grpSpPr>
      <p:sp>
        <p:nvSpPr>
          <p:cNvPr id="715" name="Google Shape;715;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0"/>
              </a:spcBef>
              <a:spcAft>
                <a:spcPts val="0"/>
              </a:spcAft>
              <a:buClr>
                <a:srgbClr val="262626"/>
              </a:buClr>
              <a:buSzPts val="3600"/>
              <a:buNone/>
            </a:pPr>
            <a:r>
              <a:rPr lang="en-US" sz="3000"/>
              <a:t>CCVC ('gr' 'dr' 'pr')</a:t>
            </a:r>
            <a:endParaRPr sz="3000"/>
          </a:p>
        </p:txBody>
      </p:sp>
      <p:sp>
        <p:nvSpPr>
          <p:cNvPr id="716" name="Google Shape;716;p1"/>
          <p:cNvSpPr txBox="1">
            <a:spLocks noGrp="1"/>
          </p:cNvSpPr>
          <p:nvPr>
            <p:ph type="subTitle" idx="2"/>
          </p:nvPr>
        </p:nvSpPr>
        <p:spPr>
          <a:xfrm>
            <a:off x="884092" y="3296905"/>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1000"/>
              </a:spcBef>
              <a:spcAft>
                <a:spcPts val="0"/>
              </a:spcAft>
              <a:buSzPts val="2200"/>
              <a:buNone/>
            </a:pPr>
            <a:r>
              <a:rPr lang="en-US"/>
              <a:t>Lesson 8</a:t>
            </a:r>
            <a:endParaRPr/>
          </a:p>
        </p:txBody>
      </p:sp>
      <p:grpSp>
        <p:nvGrpSpPr>
          <p:cNvPr id="717" name="Google Shape;717;p1"/>
          <p:cNvGrpSpPr/>
          <p:nvPr/>
        </p:nvGrpSpPr>
        <p:grpSpPr>
          <a:xfrm>
            <a:off x="4120711" y="4100642"/>
            <a:ext cx="4508444" cy="1632899"/>
            <a:chOff x="4120711" y="4100642"/>
            <a:chExt cx="4508444" cy="1632899"/>
          </a:xfrm>
        </p:grpSpPr>
        <p:pic>
          <p:nvPicPr>
            <p:cNvPr id="718" name="Google Shape;718;p1"/>
            <p:cNvPicPr preferRelativeResize="0"/>
            <p:nvPr/>
          </p:nvPicPr>
          <p:blipFill rotWithShape="1">
            <a:blip r:embed="rId3">
              <a:alphaModFix/>
            </a:blip>
            <a:srcRect t="59" b="59"/>
            <a:stretch/>
          </p:blipFill>
          <p:spPr>
            <a:xfrm rot="146938">
              <a:off x="4140891" y="4418174"/>
              <a:ext cx="2493519" cy="997851"/>
            </a:xfrm>
            <a:prstGeom prst="rect">
              <a:avLst/>
            </a:prstGeom>
            <a:noFill/>
            <a:ln>
              <a:noFill/>
            </a:ln>
            <a:effectLst>
              <a:outerShdw blurRad="71438" dist="38100" dir="5220000" algn="bl" rotWithShape="0">
                <a:srgbClr val="000000">
                  <a:alpha val="20392"/>
                </a:srgbClr>
              </a:outerShdw>
            </a:effectLst>
          </p:spPr>
        </p:pic>
        <p:pic>
          <p:nvPicPr>
            <p:cNvPr id="719" name="Google Shape;719;p1"/>
            <p:cNvPicPr preferRelativeResize="0"/>
            <p:nvPr/>
          </p:nvPicPr>
          <p:blipFill rotWithShape="1">
            <a:blip r:embed="rId4">
              <a:alphaModFix/>
            </a:blip>
            <a:srcRect l="139" r="149"/>
            <a:stretch/>
          </p:blipFill>
          <p:spPr>
            <a:xfrm rot="-221311">
              <a:off x="5906462" y="4272840"/>
              <a:ext cx="1800025" cy="1288523"/>
            </a:xfrm>
            <a:prstGeom prst="rect">
              <a:avLst/>
            </a:prstGeom>
            <a:noFill/>
            <a:ln>
              <a:noFill/>
            </a:ln>
            <a:effectLst>
              <a:outerShdw blurRad="57150" dist="38100" dir="5400000" algn="bl" rotWithShape="0">
                <a:srgbClr val="000000">
                  <a:alpha val="20000"/>
                </a:srgbClr>
              </a:outerShdw>
            </a:effectLst>
          </p:spPr>
        </p:pic>
        <p:pic>
          <p:nvPicPr>
            <p:cNvPr id="720" name="Google Shape;720;p1"/>
            <p:cNvPicPr preferRelativeResize="0"/>
            <p:nvPr/>
          </p:nvPicPr>
          <p:blipFill rotWithShape="1">
            <a:blip r:embed="rId5">
              <a:alphaModFix/>
            </a:blip>
            <a:srcRect/>
            <a:stretch/>
          </p:blipFill>
          <p:spPr>
            <a:xfrm rot="479435">
              <a:off x="7451381" y="4168364"/>
              <a:ext cx="1078930" cy="1497455"/>
            </a:xfrm>
            <a:prstGeom prst="rect">
              <a:avLst/>
            </a:prstGeom>
            <a:noFill/>
            <a:ln>
              <a:noFill/>
            </a:ln>
            <a:effectLst>
              <a:outerShdw blurRad="71438" dist="19050" dir="5220000" algn="bl" rotWithShape="0">
                <a:srgbClr val="000000">
                  <a:alpha val="17254"/>
                </a:srgbClr>
              </a:outerShdw>
            </a:effectLst>
          </p:spPr>
        </p:pic>
      </p:grpSp>
      <p:graphicFrame>
        <p:nvGraphicFramePr>
          <p:cNvPr id="721" name="Google Shape;721;p1"/>
          <p:cNvGraphicFramePr/>
          <p:nvPr/>
        </p:nvGraphicFramePr>
        <p:xfrm>
          <a:off x="4844200" y="1891197"/>
          <a:ext cx="3785000" cy="1678950"/>
        </p:xfrm>
        <a:graphic>
          <a:graphicData uri="http://schemas.openxmlformats.org/drawingml/2006/table">
            <a:tbl>
              <a:tblPr firstRow="1" bandRow="1">
                <a:noFill/>
                <a:tableStyleId>{B91BF561-B9BD-40EA-91A8-064A7DD858CF}</a:tableStyleId>
              </a:tblPr>
              <a:tblGrid>
                <a:gridCol w="473125">
                  <a:extLst>
                    <a:ext uri="{9D8B030D-6E8A-4147-A177-3AD203B41FA5}">
                      <a16:colId xmlns:a16="http://schemas.microsoft.com/office/drawing/2014/main" val="20000"/>
                    </a:ext>
                  </a:extLst>
                </a:gridCol>
                <a:gridCol w="473125">
                  <a:extLst>
                    <a:ext uri="{9D8B030D-6E8A-4147-A177-3AD203B41FA5}">
                      <a16:colId xmlns:a16="http://schemas.microsoft.com/office/drawing/2014/main" val="20001"/>
                    </a:ext>
                  </a:extLst>
                </a:gridCol>
                <a:gridCol w="473125">
                  <a:extLst>
                    <a:ext uri="{9D8B030D-6E8A-4147-A177-3AD203B41FA5}">
                      <a16:colId xmlns:a16="http://schemas.microsoft.com/office/drawing/2014/main" val="20002"/>
                    </a:ext>
                  </a:extLst>
                </a:gridCol>
                <a:gridCol w="473125">
                  <a:extLst>
                    <a:ext uri="{9D8B030D-6E8A-4147-A177-3AD203B41FA5}">
                      <a16:colId xmlns:a16="http://schemas.microsoft.com/office/drawing/2014/main" val="20003"/>
                    </a:ext>
                  </a:extLst>
                </a:gridCol>
                <a:gridCol w="473125">
                  <a:extLst>
                    <a:ext uri="{9D8B030D-6E8A-4147-A177-3AD203B41FA5}">
                      <a16:colId xmlns:a16="http://schemas.microsoft.com/office/drawing/2014/main" val="20004"/>
                    </a:ext>
                  </a:extLst>
                </a:gridCol>
                <a:gridCol w="473125">
                  <a:extLst>
                    <a:ext uri="{9D8B030D-6E8A-4147-A177-3AD203B41FA5}">
                      <a16:colId xmlns:a16="http://schemas.microsoft.com/office/drawing/2014/main" val="20005"/>
                    </a:ext>
                  </a:extLst>
                </a:gridCol>
                <a:gridCol w="473125">
                  <a:extLst>
                    <a:ext uri="{9D8B030D-6E8A-4147-A177-3AD203B41FA5}">
                      <a16:colId xmlns:a16="http://schemas.microsoft.com/office/drawing/2014/main" val="20006"/>
                    </a:ext>
                  </a:extLst>
                </a:gridCol>
                <a:gridCol w="473125">
                  <a:extLst>
                    <a:ext uri="{9D8B030D-6E8A-4147-A177-3AD203B41FA5}">
                      <a16:colId xmlns:a16="http://schemas.microsoft.com/office/drawing/2014/main" val="20007"/>
                    </a:ext>
                  </a:extLst>
                </a:gridCol>
              </a:tblGrid>
              <a:tr h="559650">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chemeClr val="dk1"/>
                          </a:solidFill>
                          <a:latin typeface="Jost"/>
                          <a:ea typeface="Jost"/>
                          <a:cs typeface="Jost"/>
                          <a:sym typeface="Jost"/>
                        </a:rPr>
                        <a:t>CVCC (nd mp nt, </a:t>
                      </a:r>
                      <a:br>
                        <a:rPr lang="en-US" sz="1400" u="none" strike="noStrike" cap="none">
                          <a:solidFill>
                            <a:schemeClr val="dk1"/>
                          </a:solidFill>
                          <a:latin typeface="Jost"/>
                          <a:ea typeface="Jost"/>
                          <a:cs typeface="Jost"/>
                          <a:sym typeface="Jost"/>
                        </a:rPr>
                      </a:br>
                      <a:r>
                        <a:rPr lang="en-US" sz="1400" u="none" strike="noStrike" cap="none">
                          <a:solidFill>
                            <a:schemeClr val="dk1"/>
                          </a:solidFill>
                          <a:latin typeface="Jost"/>
                          <a:ea typeface="Jost"/>
                          <a:cs typeface="Jost"/>
                          <a:sym typeface="Jost"/>
                        </a:rPr>
                        <a:t>nk ft st, lt lk sk)</a:t>
                      </a:r>
                      <a:endParaRPr sz="1400" u="none" strike="noStrike" cap="none">
                        <a:solidFill>
                          <a:schemeClr val="dk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chemeClr val="lt1"/>
                          </a:solidFill>
                          <a:latin typeface="Jost"/>
                          <a:ea typeface="Jost"/>
                          <a:cs typeface="Jost"/>
                          <a:sym typeface="Jost"/>
                        </a:rPr>
                        <a:t>CCVC (fr br, cr tr, </a:t>
                      </a:r>
                      <a:br>
                        <a:rPr lang="en-US" sz="1400" u="none" strike="noStrike" cap="none">
                          <a:solidFill>
                            <a:schemeClr val="lt1"/>
                          </a:solidFill>
                          <a:latin typeface="Jost"/>
                          <a:ea typeface="Jost"/>
                          <a:cs typeface="Jost"/>
                          <a:sym typeface="Jost"/>
                        </a:rPr>
                      </a:br>
                      <a:r>
                        <a:rPr lang="en-US" sz="1400" u="none" strike="noStrike" cap="none">
                          <a:solidFill>
                            <a:schemeClr val="lt1"/>
                          </a:solidFill>
                          <a:latin typeface="Jost"/>
                          <a:ea typeface="Jost"/>
                          <a:cs typeface="Jost"/>
                          <a:sym typeface="Jost"/>
                        </a:rPr>
                        <a:t>gr dr pr)</a:t>
                      </a:r>
                      <a:endParaRPr sz="1400" u="none" strike="noStrike" cap="none">
                        <a:solidFill>
                          <a:schemeClr val="lt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solidFill>
                      <a:schemeClr val="dk1"/>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59650">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rgbClr val="D9D9D9"/>
                          </a:solidFill>
                          <a:latin typeface="Jost"/>
                          <a:ea typeface="Jost"/>
                          <a:cs typeface="Jost"/>
                          <a:sym typeface="Jost"/>
                        </a:rPr>
                        <a:t>CCVC (pl bl gl, sl fl cl, </a:t>
                      </a:r>
                      <a:br>
                        <a:rPr lang="en-US" sz="1400" u="none" strike="noStrike" cap="none">
                          <a:solidFill>
                            <a:srgbClr val="D9D9D9"/>
                          </a:solidFill>
                          <a:latin typeface="Jost"/>
                          <a:ea typeface="Jost"/>
                          <a:cs typeface="Jost"/>
                          <a:sym typeface="Jost"/>
                        </a:rPr>
                      </a:br>
                      <a:r>
                        <a:rPr lang="en-US" sz="1400" u="none" strike="noStrike" cap="none">
                          <a:solidFill>
                            <a:srgbClr val="D9D9D9"/>
                          </a:solidFill>
                          <a:latin typeface="Jost"/>
                          <a:ea typeface="Jost"/>
                          <a:cs typeface="Jost"/>
                          <a:sym typeface="Jost"/>
                        </a:rPr>
                        <a:t>st sp sn, sm sw)</a:t>
                      </a:r>
                      <a:endParaRPr sz="1400" u="none" strike="noStrike" cap="none">
                        <a:solidFill>
                          <a:srgbClr val="D9D9D9"/>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rgbClr val="D9D9D9"/>
                          </a:solidFill>
                          <a:latin typeface="Jost"/>
                          <a:ea typeface="Jost"/>
                          <a:cs typeface="Jost"/>
                          <a:sym typeface="Jost"/>
                        </a:rPr>
                        <a:t>CCVCC (short vowel)</a:t>
                      </a:r>
                      <a:endParaRPr sz="14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559650">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rgbClr val="D9D9D9"/>
                          </a:solidFill>
                          <a:latin typeface="Jost"/>
                          <a:ea typeface="Jost"/>
                          <a:cs typeface="Jost"/>
                          <a:sym typeface="Jost"/>
                        </a:rPr>
                        <a:t>CVCC CCVC CCVCC </a:t>
                      </a:r>
                      <a:br>
                        <a:rPr lang="en-US" sz="1400" u="none" strike="noStrike" cap="none">
                          <a:solidFill>
                            <a:srgbClr val="D9D9D9"/>
                          </a:solidFill>
                          <a:latin typeface="Jost"/>
                          <a:ea typeface="Jost"/>
                          <a:cs typeface="Jost"/>
                          <a:sym typeface="Jost"/>
                        </a:rPr>
                      </a:br>
                      <a:r>
                        <a:rPr lang="en-US" sz="1400" u="none" strike="noStrike" cap="none">
                          <a:solidFill>
                            <a:srgbClr val="D9D9D9"/>
                          </a:solidFill>
                          <a:latin typeface="Jost"/>
                          <a:ea typeface="Jost"/>
                          <a:cs typeface="Jost"/>
                          <a:sym typeface="Jost"/>
                        </a:rPr>
                        <a:t>(long vowel)</a:t>
                      </a:r>
                      <a:endParaRPr sz="1400" u="none" strike="noStrike" cap="none">
                        <a:solidFill>
                          <a:srgbClr val="D9D9D9"/>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rgbClr val="D9D9D9"/>
                          </a:solidFill>
                          <a:latin typeface="Jost"/>
                          <a:ea typeface="Jost"/>
                          <a:cs typeface="Jost"/>
                          <a:sym typeface="Jost"/>
                        </a:rPr>
                        <a:t>CCCVC CVCCC</a:t>
                      </a:r>
                      <a:endParaRPr sz="14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2"/>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26"/>
        <p:cNvGrpSpPr/>
        <p:nvPr/>
      </p:nvGrpSpPr>
      <p:grpSpPr>
        <a:xfrm>
          <a:off x="0" y="0"/>
          <a:ext cx="0" cy="0"/>
          <a:chOff x="0" y="0"/>
          <a:chExt cx="0" cy="0"/>
        </a:xfrm>
      </p:grpSpPr>
      <p:pic>
        <p:nvPicPr>
          <p:cNvPr id="727" name="Google Shape;727;g2bee4f4af4b_0_204"/>
          <p:cNvPicPr preferRelativeResize="0"/>
          <p:nvPr/>
        </p:nvPicPr>
        <p:blipFill rotWithShape="1">
          <a:blip r:embed="rId3">
            <a:alphaModFix/>
          </a:blip>
          <a:srcRect l="159" r="149"/>
          <a:stretch/>
        </p:blipFill>
        <p:spPr>
          <a:xfrm>
            <a:off x="2719706" y="4169988"/>
            <a:ext cx="813600" cy="977433"/>
          </a:xfrm>
          <a:prstGeom prst="rect">
            <a:avLst/>
          </a:prstGeom>
          <a:noFill/>
          <a:ln>
            <a:noFill/>
          </a:ln>
          <a:effectLst>
            <a:outerShdw blurRad="71438" dist="19050" dir="5220000" algn="bl" rotWithShape="0">
              <a:srgbClr val="D8D8D8"/>
            </a:outerShdw>
          </a:effectLst>
        </p:spPr>
      </p:pic>
      <p:pic>
        <p:nvPicPr>
          <p:cNvPr id="728" name="Google Shape;728;g2bee4f4af4b_0_204"/>
          <p:cNvPicPr preferRelativeResize="0"/>
          <p:nvPr/>
        </p:nvPicPr>
        <p:blipFill rotWithShape="1">
          <a:blip r:embed="rId4">
            <a:alphaModFix/>
          </a:blip>
          <a:srcRect t="59" b="69"/>
          <a:stretch/>
        </p:blipFill>
        <p:spPr>
          <a:xfrm>
            <a:off x="946800" y="4384154"/>
            <a:ext cx="1372150" cy="549101"/>
          </a:xfrm>
          <a:prstGeom prst="rect">
            <a:avLst/>
          </a:prstGeom>
          <a:noFill/>
          <a:ln>
            <a:noFill/>
          </a:ln>
          <a:effectLst>
            <a:outerShdw blurRad="71438" dist="19050" dir="5220000" algn="bl" rotWithShape="0">
              <a:srgbClr val="D8D8D8"/>
            </a:outerShdw>
          </a:effectLst>
        </p:spPr>
      </p:pic>
      <p:pic>
        <p:nvPicPr>
          <p:cNvPr id="729" name="Google Shape;729;g2bee4f4af4b_0_204"/>
          <p:cNvPicPr preferRelativeResize="0"/>
          <p:nvPr/>
        </p:nvPicPr>
        <p:blipFill rotWithShape="1">
          <a:blip r:embed="rId5">
            <a:alphaModFix/>
          </a:blip>
          <a:srcRect/>
          <a:stretch/>
        </p:blipFill>
        <p:spPr>
          <a:xfrm>
            <a:off x="5035629" y="4326104"/>
            <a:ext cx="931974" cy="665200"/>
          </a:xfrm>
          <a:prstGeom prst="rect">
            <a:avLst/>
          </a:prstGeom>
          <a:noFill/>
          <a:ln>
            <a:noFill/>
          </a:ln>
          <a:effectLst>
            <a:outerShdw blurRad="71438" dist="19050" dir="5220000" algn="bl" rotWithShape="0">
              <a:srgbClr val="D8D8D8"/>
            </a:outerShdw>
          </a:effectLst>
        </p:spPr>
      </p:pic>
      <p:pic>
        <p:nvPicPr>
          <p:cNvPr id="730" name="Google Shape;730;g2bee4f4af4b_0_204"/>
          <p:cNvPicPr preferRelativeResize="0"/>
          <p:nvPr/>
        </p:nvPicPr>
        <p:blipFill rotWithShape="1">
          <a:blip r:embed="rId6">
            <a:alphaModFix/>
          </a:blip>
          <a:srcRect/>
          <a:stretch/>
        </p:blipFill>
        <p:spPr>
          <a:xfrm>
            <a:off x="4006799" y="4232253"/>
            <a:ext cx="614525" cy="852902"/>
          </a:xfrm>
          <a:prstGeom prst="rect">
            <a:avLst/>
          </a:prstGeom>
          <a:noFill/>
          <a:ln>
            <a:noFill/>
          </a:ln>
          <a:effectLst>
            <a:outerShdw blurRad="71438" dist="19050" dir="5220000" algn="bl" rotWithShape="0">
              <a:srgbClr val="D8D8D8"/>
            </a:outerShdw>
          </a:effectLst>
        </p:spPr>
      </p:pic>
      <p:sp>
        <p:nvSpPr>
          <p:cNvPr id="731" name="Google Shape;731;g2bee4f4af4b_0_204"/>
          <p:cNvSpPr txBox="1">
            <a:spLocks noGrp="1"/>
          </p:cNvSpPr>
          <p:nvPr>
            <p:ph type="body" idx="1"/>
          </p:nvPr>
        </p:nvSpPr>
        <p:spPr>
          <a:xfrm>
            <a:off x="3298550" y="1032250"/>
            <a:ext cx="50790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Learn and practise CCVC words containing </a:t>
            </a:r>
            <a:r>
              <a:rPr lang="en-US">
                <a:solidFill>
                  <a:srgbClr val="8DC63F"/>
                </a:solidFill>
              </a:rPr>
              <a:t>gr dr pr</a:t>
            </a:r>
            <a:r>
              <a:rPr lang="en-US"/>
              <a:t>.</a:t>
            </a:r>
            <a:endParaRPr/>
          </a:p>
        </p:txBody>
      </p:sp>
      <p:sp>
        <p:nvSpPr>
          <p:cNvPr id="732" name="Google Shape;732;g2bee4f4af4b_0_204"/>
          <p:cNvSpPr txBox="1">
            <a:spLocks noGrp="1"/>
          </p:cNvSpPr>
          <p:nvPr>
            <p:ph type="body" idx="2"/>
          </p:nvPr>
        </p:nvSpPr>
        <p:spPr>
          <a:xfrm>
            <a:off x="3298550" y="1941150"/>
            <a:ext cx="4850100" cy="13542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all GPCs learned so far using flashcards.</a:t>
            </a:r>
            <a:endParaRPr/>
          </a:p>
          <a:p>
            <a:pPr marL="457200" lvl="0" indent="-330200" algn="l" rtl="0">
              <a:lnSpc>
                <a:spcPct val="100000"/>
              </a:lnSpc>
              <a:spcBef>
                <a:spcPts val="1000"/>
              </a:spcBef>
              <a:spcAft>
                <a:spcPts val="0"/>
              </a:spcAft>
              <a:buSzPts val="1600"/>
              <a:buChar char="•"/>
            </a:pPr>
            <a:r>
              <a:rPr lang="en-US"/>
              <a:t>Review vowel song.</a:t>
            </a:r>
            <a:endParaRPr/>
          </a:p>
        </p:txBody>
      </p:sp>
      <p:sp>
        <p:nvSpPr>
          <p:cNvPr id="733" name="Google Shape;733;g2bee4f4af4b_0_204"/>
          <p:cNvSpPr txBox="1"/>
          <p:nvPr/>
        </p:nvSpPr>
        <p:spPr>
          <a:xfrm>
            <a:off x="27197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JN689</a:t>
            </a:r>
            <a:endParaRPr sz="1000" b="0" i="0" u="none" strike="noStrike" cap="none" dirty="0">
              <a:solidFill>
                <a:srgbClr val="000000"/>
              </a:solidFill>
              <a:latin typeface="Poppins"/>
              <a:ea typeface="Poppins"/>
              <a:cs typeface="Poppins"/>
              <a:sym typeface="Poppins"/>
            </a:endParaRPr>
          </a:p>
        </p:txBody>
      </p:sp>
      <p:sp>
        <p:nvSpPr>
          <p:cNvPr id="734" name="Google Shape;734;g2bee4f4af4b_0_204"/>
          <p:cNvSpPr txBox="1"/>
          <p:nvPr/>
        </p:nvSpPr>
        <p:spPr>
          <a:xfrm>
            <a:off x="25124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sp>
        <p:nvSpPr>
          <p:cNvPr id="735" name="Google Shape;735;g2bee4f4af4b_0_204"/>
          <p:cNvSpPr txBox="1"/>
          <p:nvPr/>
        </p:nvSpPr>
        <p:spPr>
          <a:xfrm>
            <a:off x="122607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JN691</a:t>
            </a:r>
            <a:endParaRPr sz="1000" b="0" i="0" u="none" strike="noStrike" cap="none" dirty="0">
              <a:solidFill>
                <a:srgbClr val="000000"/>
              </a:solidFill>
              <a:latin typeface="Poppins"/>
              <a:ea typeface="Poppins"/>
              <a:cs typeface="Poppins"/>
              <a:sym typeface="Poppins"/>
            </a:endParaRPr>
          </a:p>
        </p:txBody>
      </p:sp>
      <p:sp>
        <p:nvSpPr>
          <p:cNvPr id="736" name="Google Shape;736;g2bee4f4af4b_0_204"/>
          <p:cNvSpPr txBox="1"/>
          <p:nvPr/>
        </p:nvSpPr>
        <p:spPr>
          <a:xfrm>
            <a:off x="894576" y="5256524"/>
            <a:ext cx="14766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Phonemic Awareness Cards</a:t>
            </a:r>
            <a:endParaRPr sz="1400" b="0" i="0" u="none" strike="noStrike" cap="none">
              <a:solidFill>
                <a:srgbClr val="000000"/>
              </a:solidFill>
              <a:latin typeface="Poppins Medium"/>
              <a:ea typeface="Poppins Medium"/>
              <a:cs typeface="Poppins Medium"/>
              <a:sym typeface="Poppins Medium"/>
            </a:endParaRPr>
          </a:p>
        </p:txBody>
      </p:sp>
      <p:sp>
        <p:nvSpPr>
          <p:cNvPr id="737" name="Google Shape;737;g2bee4f4af4b_0_204"/>
          <p:cNvSpPr txBox="1"/>
          <p:nvPr/>
        </p:nvSpPr>
        <p:spPr>
          <a:xfrm>
            <a:off x="509481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JN687</a:t>
            </a:r>
            <a:endParaRPr sz="1000" b="0" i="0" u="none" strike="noStrike" cap="none" dirty="0">
              <a:solidFill>
                <a:srgbClr val="000000"/>
              </a:solidFill>
              <a:latin typeface="Poppins"/>
              <a:ea typeface="Poppins"/>
              <a:cs typeface="Poppins"/>
              <a:sym typeface="Poppins"/>
            </a:endParaRPr>
          </a:p>
        </p:txBody>
      </p:sp>
      <p:sp>
        <p:nvSpPr>
          <p:cNvPr id="738" name="Google Shape;738;g2bee4f4af4b_0_204"/>
          <p:cNvSpPr txBox="1"/>
          <p:nvPr/>
        </p:nvSpPr>
        <p:spPr>
          <a:xfrm>
            <a:off x="4720499" y="5256525"/>
            <a:ext cx="15621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 Cards</a:t>
            </a:r>
            <a:endParaRPr sz="1400" b="0" i="0" u="none" strike="noStrike" cap="none">
              <a:solidFill>
                <a:srgbClr val="000000"/>
              </a:solidFill>
              <a:latin typeface="Poppins Medium"/>
              <a:ea typeface="Poppins Medium"/>
              <a:cs typeface="Poppins Medium"/>
              <a:sym typeface="Poppins Medium"/>
            </a:endParaRPr>
          </a:p>
        </p:txBody>
      </p:sp>
      <p:sp>
        <p:nvSpPr>
          <p:cNvPr id="739" name="Google Shape;739;g2bee4f4af4b_0_204"/>
          <p:cNvSpPr txBox="1"/>
          <p:nvPr/>
        </p:nvSpPr>
        <p:spPr>
          <a:xfrm>
            <a:off x="390726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JN692</a:t>
            </a:r>
            <a:endParaRPr sz="1000" b="0" i="0" u="none" strike="noStrike" cap="none" dirty="0">
              <a:solidFill>
                <a:srgbClr val="000000"/>
              </a:solidFill>
              <a:latin typeface="Poppins"/>
              <a:ea typeface="Poppins"/>
              <a:cs typeface="Poppins"/>
              <a:sym typeface="Poppins"/>
            </a:endParaRPr>
          </a:p>
        </p:txBody>
      </p:sp>
      <p:sp>
        <p:nvSpPr>
          <p:cNvPr id="740" name="Google Shape;740;g2bee4f4af4b_0_204"/>
          <p:cNvSpPr txBox="1"/>
          <p:nvPr/>
        </p:nvSpPr>
        <p:spPr>
          <a:xfrm>
            <a:off x="3792661"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sp>
        <p:nvSpPr>
          <p:cNvPr id="741" name="Google Shape;741;g2bee4f4af4b_0_204">
            <a:hlinkClick r:id="rId7" action="ppaction://hlinksldjump"/>
          </p:cNvPr>
          <p:cNvSpPr/>
          <p:nvPr/>
        </p:nvSpPr>
        <p:spPr>
          <a:xfrm>
            <a:off x="946800" y="3955424"/>
            <a:ext cx="1378500" cy="1670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2" name="Google Shape;742;g2bee4f4af4b_0_204">
            <a:hlinkClick r:id="rId8" action="ppaction://hlinksldjump"/>
          </p:cNvPr>
          <p:cNvSpPr/>
          <p:nvPr/>
        </p:nvSpPr>
        <p:spPr>
          <a:xfrm>
            <a:off x="3816992" y="3765941"/>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3" name="Google Shape;743;g2bee4f4af4b_0_204">
            <a:hlinkClick r:id="rId9" action="ppaction://hlinksldjump"/>
          </p:cNvPr>
          <p:cNvSpPr/>
          <p:nvPr/>
        </p:nvSpPr>
        <p:spPr>
          <a:xfrm>
            <a:off x="4911847" y="3765941"/>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4" name="Google Shape;744;g2bee4f4af4b_0_204">
            <a:hlinkClick r:id="rId10" action="ppaction://hlinksldjump"/>
          </p:cNvPr>
          <p:cNvSpPr/>
          <p:nvPr/>
        </p:nvSpPr>
        <p:spPr>
          <a:xfrm>
            <a:off x="2524438" y="3754504"/>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49"/>
        <p:cNvGrpSpPr/>
        <p:nvPr/>
      </p:nvGrpSpPr>
      <p:grpSpPr>
        <a:xfrm>
          <a:off x="0" y="0"/>
          <a:ext cx="0" cy="0"/>
          <a:chOff x="0" y="0"/>
          <a:chExt cx="0" cy="0"/>
        </a:xfrm>
      </p:grpSpPr>
      <p:sp>
        <p:nvSpPr>
          <p:cNvPr id="750" name="Google Shape;750;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751" name="Google Shape;751;g26b641b03cd_0_165"/>
          <p:cNvGrpSpPr/>
          <p:nvPr/>
        </p:nvGrpSpPr>
        <p:grpSpPr>
          <a:xfrm>
            <a:off x="930400" y="2129444"/>
            <a:ext cx="7283200" cy="3724851"/>
            <a:chOff x="930400" y="2129444"/>
            <a:chExt cx="7283200" cy="3724851"/>
          </a:xfrm>
        </p:grpSpPr>
        <p:pic>
          <p:nvPicPr>
            <p:cNvPr id="752" name="Google Shape;752;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753" name="Google Shape;753;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754" name="Google Shape;754;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755" name="Google Shape;755;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756" name="Google Shape;756;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757" name="Google Shape;757;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758" name="Google Shape;758;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759" name="Google Shape;759;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760" name="Google Shape;760;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761" name="Google Shape;761;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762" name="Google Shape;762;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763" name="Google Shape;763;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764" name="Google Shape;764;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765" name="Google Shape;765;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766" name="Google Shape;766;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767" name="Google Shape;767;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768" name="Google Shape;768;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769" name="Google Shape;769;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70" name="Google Shape;770;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71" name="Google Shape;771;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72" name="Google Shape;772;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73" name="Google Shape;773;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74" name="Google Shape;774;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79"/>
        <p:cNvGrpSpPr/>
        <p:nvPr/>
      </p:nvGrpSpPr>
      <p:grpSpPr>
        <a:xfrm>
          <a:off x="0" y="0"/>
          <a:ext cx="0" cy="0"/>
          <a:chOff x="0" y="0"/>
          <a:chExt cx="0" cy="0"/>
        </a:xfrm>
      </p:grpSpPr>
      <p:sp>
        <p:nvSpPr>
          <p:cNvPr id="780" name="Google Shape;780;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781" name="Google Shape;781;g26b7edf6e71_0_26"/>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5290"/>
              </a:srgbClr>
            </a:outerShdw>
          </a:effectLst>
        </p:spPr>
      </p:pic>
      <p:pic>
        <p:nvPicPr>
          <p:cNvPr id="782" name="Google Shape;782;g26b7edf6e71_0_26"/>
          <p:cNvPicPr preferRelativeResize="0"/>
          <p:nvPr/>
        </p:nvPicPr>
        <p:blipFill rotWithShape="1">
          <a:blip r:embed="rId4">
            <a:alphaModFix/>
          </a:blip>
          <a:srcRect l="19" r="29"/>
          <a:stretch/>
        </p:blipFill>
        <p:spPr>
          <a:xfrm>
            <a:off x="6084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83" name="Google Shape;783;g26b7edf6e71_0_26"/>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784" name="Google Shape;784;g26b7edf6e71_0_26"/>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85" name="Google Shape;785;g26b7edf6e71_0_26"/>
          <p:cNvPicPr preferRelativeResize="0"/>
          <p:nvPr/>
        </p:nvPicPr>
        <p:blipFill rotWithShape="1">
          <a:blip r:embed="rId7">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86" name="Google Shape;786;g26b7edf6e71_0_26"/>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87" name="Google Shape;787;g26b7edf6e71_0_26"/>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88" name="Google Shape;788;g26b7edf6e71_0_26"/>
          <p:cNvPicPr preferRelativeResize="0"/>
          <p:nvPr/>
        </p:nvPicPr>
        <p:blipFill rotWithShape="1">
          <a:blip r:embed="rId10">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89" name="Google Shape;789;g26b7edf6e71_0_26"/>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90" name="Google Shape;790;g26b7edf6e71_0_26"/>
          <p:cNvPicPr preferRelativeResize="0"/>
          <p:nvPr/>
        </p:nvPicPr>
        <p:blipFill rotWithShape="1">
          <a:blip r:embed="rId12">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91" name="Google Shape;791;g26b7edf6e71_0_26"/>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92" name="Google Shape;792;g26b7edf6e71_0_26"/>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93" name="Google Shape;793;g26b7edf6e71_0_26"/>
          <p:cNvPicPr preferRelativeResize="0"/>
          <p:nvPr/>
        </p:nvPicPr>
        <p:blipFill rotWithShape="1">
          <a:blip r:embed="rId15">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94" name="Google Shape;794;g26b7edf6e71_0_26"/>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95" name="Google Shape;795;g26b7edf6e71_0_26"/>
          <p:cNvPicPr preferRelativeResize="0"/>
          <p:nvPr/>
        </p:nvPicPr>
        <p:blipFill rotWithShape="1">
          <a:blip r:embed="rId17">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96" name="Google Shape;796;g26b7edf6e71_0_26"/>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97" name="Google Shape;797;g26b7edf6e71_0_26"/>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98" name="Google Shape;798;g26b7edf6e71_0_26"/>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99" name="Google Shape;799;g26b7edf6e71_0_26"/>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800" name="Google Shape;800;g26b7edf6e71_0_26"/>
          <p:cNvPicPr preferRelativeResize="0"/>
          <p:nvPr/>
        </p:nvPicPr>
        <p:blipFill rotWithShape="1">
          <a:blip r:embed="rId22">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801" name="Google Shape;801;g26b7edf6e71_0_26"/>
          <p:cNvPicPr preferRelativeResize="0"/>
          <p:nvPr/>
        </p:nvPicPr>
        <p:blipFill rotWithShape="1">
          <a:blip r:embed="rId23">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802" name="Google Shape;802;g26b7edf6e71_0_26"/>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803" name="Google Shape;803;g26b7edf6e71_0_26"/>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804" name="Google Shape;804;g26b7edf6e71_0_26"/>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805" name="Google Shape;805;g26b7edf6e71_0_26"/>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806" name="Google Shape;806;g26b7edf6e71_0_26"/>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807" name="Google Shape;807;g26b7edf6e71_0_26"/>
          <p:cNvPicPr preferRelativeResize="0"/>
          <p:nvPr/>
        </p:nvPicPr>
        <p:blipFill rotWithShape="1">
          <a:blip r:embed="rId29">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808" name="Google Shape;808;g26b7edf6e71_0_26"/>
          <p:cNvPicPr preferRelativeResize="0"/>
          <p:nvPr/>
        </p:nvPicPr>
        <p:blipFill rotWithShape="1">
          <a:blip r:embed="rId30">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809" name="Google Shape;809;g26b7edf6e71_0_26"/>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14"/>
        <p:cNvGrpSpPr/>
        <p:nvPr/>
      </p:nvGrpSpPr>
      <p:grpSpPr>
        <a:xfrm>
          <a:off x="0" y="0"/>
          <a:ext cx="0" cy="0"/>
          <a:chOff x="0" y="0"/>
          <a:chExt cx="0" cy="0"/>
        </a:xfrm>
      </p:grpSpPr>
      <p:sp>
        <p:nvSpPr>
          <p:cNvPr id="815" name="Google Shape;815;g26b7edf6e71_0_109"/>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endParaRPr/>
          </a:p>
        </p:txBody>
      </p:sp>
      <p:grpSp>
        <p:nvGrpSpPr>
          <p:cNvPr id="816" name="Google Shape;816;g26b7edf6e71_0_109"/>
          <p:cNvGrpSpPr/>
          <p:nvPr/>
        </p:nvGrpSpPr>
        <p:grpSpPr>
          <a:xfrm>
            <a:off x="867357" y="2129450"/>
            <a:ext cx="7282807" cy="2686611"/>
            <a:chOff x="867357" y="2129450"/>
            <a:chExt cx="7282807" cy="2686611"/>
          </a:xfrm>
        </p:grpSpPr>
        <p:pic>
          <p:nvPicPr>
            <p:cNvPr id="817" name="Google Shape;817;g26b7edf6e71_0_109"/>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18" name="Google Shape;818;g26b7edf6e71_0_109"/>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19" name="Google Shape;819;g26b7edf6e71_0_109"/>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20" name="Google Shape;820;g26b7edf6e71_0_109"/>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821" name="Google Shape;821;g26b7edf6e71_0_109"/>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822" name="Google Shape;822;g26b7edf6e71_0_109"/>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23" name="Google Shape;823;g26b7edf6e71_0_109"/>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24" name="Google Shape;824;g26b7edf6e71_0_109"/>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825" name="Google Shape;825;g26b7edf6e71_0_109"/>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26" name="Google Shape;826;g26b7edf6e71_0_109"/>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27" name="Google Shape;827;g26b7edf6e71_0_109"/>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828" name="Google Shape;828;g26b7edf6e71_0_109"/>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829" name="Google Shape;829;g26b7edf6e71_0_109"/>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830" name="Google Shape;830;g26b7edf6e71_0_109"/>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35"/>
        <p:cNvGrpSpPr/>
        <p:nvPr/>
      </p:nvGrpSpPr>
      <p:grpSpPr>
        <a:xfrm>
          <a:off x="0" y="0"/>
          <a:ext cx="0" cy="0"/>
          <a:chOff x="0" y="0"/>
          <a:chExt cx="0" cy="0"/>
        </a:xfrm>
      </p:grpSpPr>
      <p:sp>
        <p:nvSpPr>
          <p:cNvPr id="836" name="Google Shape;836;g2c298d33e0c_0_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3 Common Exception Words </a:t>
            </a:r>
            <a:r>
              <a:rPr lang="en-US">
                <a:solidFill>
                  <a:srgbClr val="2356AF"/>
                </a:solidFill>
              </a:rPr>
              <a:t>push they me we be he she my by looked you are there here were all sure.</a:t>
            </a:r>
            <a:endParaRPr/>
          </a:p>
        </p:txBody>
      </p:sp>
      <p:grpSp>
        <p:nvGrpSpPr>
          <p:cNvPr id="837" name="Google Shape;837;g2c298d33e0c_0_6"/>
          <p:cNvGrpSpPr/>
          <p:nvPr/>
        </p:nvGrpSpPr>
        <p:grpSpPr>
          <a:xfrm>
            <a:off x="868300" y="2129450"/>
            <a:ext cx="7281864" cy="2684601"/>
            <a:chOff x="868300" y="2129450"/>
            <a:chExt cx="7281864" cy="2684601"/>
          </a:xfrm>
        </p:grpSpPr>
        <p:pic>
          <p:nvPicPr>
            <p:cNvPr id="838" name="Google Shape;838;g2c298d33e0c_0_6"/>
            <p:cNvPicPr preferRelativeResize="0"/>
            <p:nvPr/>
          </p:nvPicPr>
          <p:blipFill rotWithShape="1">
            <a:blip r:embed="rId3">
              <a:alphaModFix/>
            </a:blip>
            <a:srcRect l="99" r="99"/>
            <a:stretch/>
          </p:blipFill>
          <p:spPr>
            <a:xfrm>
              <a:off x="4547639" y="3991095"/>
              <a:ext cx="1148707" cy="822955"/>
            </a:xfrm>
            <a:prstGeom prst="rect">
              <a:avLst/>
            </a:prstGeom>
            <a:noFill/>
            <a:ln>
              <a:noFill/>
            </a:ln>
            <a:effectLst>
              <a:outerShdw blurRad="71438" dist="19050" dir="5400000" algn="bl" rotWithShape="0">
                <a:srgbClr val="000000">
                  <a:alpha val="18430"/>
                </a:srgbClr>
              </a:outerShdw>
            </a:effectLst>
          </p:spPr>
        </p:pic>
        <p:pic>
          <p:nvPicPr>
            <p:cNvPr id="839" name="Google Shape;839;g2c298d33e0c_0_6"/>
            <p:cNvPicPr preferRelativeResize="0"/>
            <p:nvPr/>
          </p:nvPicPr>
          <p:blipFill rotWithShape="1">
            <a:blip r:embed="rId4">
              <a:alphaModFix/>
            </a:blip>
            <a:srcRect l="189" r="179"/>
            <a:stretch/>
          </p:blipFill>
          <p:spPr>
            <a:xfrm>
              <a:off x="3320730" y="3991095"/>
              <a:ext cx="1148707" cy="822956"/>
            </a:xfrm>
            <a:prstGeom prst="rect">
              <a:avLst/>
            </a:prstGeom>
            <a:noFill/>
            <a:ln>
              <a:noFill/>
            </a:ln>
            <a:effectLst>
              <a:outerShdw blurRad="71438" dist="19050" dir="5400000" algn="bl" rotWithShape="0">
                <a:srgbClr val="000000">
                  <a:alpha val="18430"/>
                </a:srgbClr>
              </a:outerShdw>
            </a:effectLst>
          </p:spPr>
        </p:pic>
        <p:pic>
          <p:nvPicPr>
            <p:cNvPr id="840" name="Google Shape;840;g2c298d33e0c_0_6"/>
            <p:cNvPicPr preferRelativeResize="0"/>
            <p:nvPr/>
          </p:nvPicPr>
          <p:blipFill rotWithShape="1">
            <a:blip r:embed="rId5">
              <a:alphaModFix/>
            </a:blip>
            <a:srcRect l="19" r="9"/>
            <a:stretch/>
          </p:blipFill>
          <p:spPr>
            <a:xfrm>
              <a:off x="2093821" y="3991095"/>
              <a:ext cx="1148707" cy="821566"/>
            </a:xfrm>
            <a:prstGeom prst="rect">
              <a:avLst/>
            </a:prstGeom>
            <a:noFill/>
            <a:ln>
              <a:noFill/>
            </a:ln>
            <a:effectLst>
              <a:outerShdw blurRad="71438" dist="19050" dir="5400000" algn="bl" rotWithShape="0">
                <a:srgbClr val="000000">
                  <a:alpha val="18430"/>
                </a:srgbClr>
              </a:outerShdw>
            </a:effectLst>
          </p:spPr>
        </p:pic>
        <p:pic>
          <p:nvPicPr>
            <p:cNvPr id="841" name="Google Shape;841;g2c298d33e0c_0_6"/>
            <p:cNvPicPr preferRelativeResize="0"/>
            <p:nvPr/>
          </p:nvPicPr>
          <p:blipFill rotWithShape="1">
            <a:blip r:embed="rId6">
              <a:alphaModFix/>
            </a:blip>
            <a:srcRect l="159" r="159"/>
            <a:stretch/>
          </p:blipFill>
          <p:spPr>
            <a:xfrm>
              <a:off x="868300" y="3991095"/>
              <a:ext cx="1147320" cy="822955"/>
            </a:xfrm>
            <a:prstGeom prst="rect">
              <a:avLst/>
            </a:prstGeom>
            <a:noFill/>
            <a:ln>
              <a:noFill/>
            </a:ln>
            <a:effectLst>
              <a:outerShdw blurRad="71438" dist="19050" dir="5400000" algn="bl" rotWithShape="0">
                <a:srgbClr val="000000">
                  <a:alpha val="18820"/>
                </a:srgbClr>
              </a:outerShdw>
            </a:effectLst>
          </p:spPr>
        </p:pic>
        <p:pic>
          <p:nvPicPr>
            <p:cNvPr id="842" name="Google Shape;842;g2c298d33e0c_0_6"/>
            <p:cNvPicPr preferRelativeResize="0"/>
            <p:nvPr/>
          </p:nvPicPr>
          <p:blipFill rotWithShape="1">
            <a:blip r:embed="rId7">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8430"/>
                </a:srgbClr>
              </a:outerShdw>
            </a:effectLst>
          </p:spPr>
        </p:pic>
        <p:pic>
          <p:nvPicPr>
            <p:cNvPr id="843" name="Google Shape;843;g2c298d33e0c_0_6"/>
            <p:cNvPicPr preferRelativeResize="0"/>
            <p:nvPr/>
          </p:nvPicPr>
          <p:blipFill rotWithShape="1">
            <a:blip r:embed="rId8">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44" name="Google Shape;844;g2c298d33e0c_0_6"/>
            <p:cNvPicPr preferRelativeResize="0"/>
            <p:nvPr/>
          </p:nvPicPr>
          <p:blipFill rotWithShape="1">
            <a:blip r:embed="rId9">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45" name="Google Shape;845;g2c298d33e0c_0_6"/>
            <p:cNvPicPr preferRelativeResize="0"/>
            <p:nvPr/>
          </p:nvPicPr>
          <p:blipFill rotWithShape="1">
            <a:blip r:embed="rId10">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46" name="Google Shape;846;g2c298d33e0c_0_6"/>
            <p:cNvPicPr preferRelativeResize="0"/>
            <p:nvPr/>
          </p:nvPicPr>
          <p:blipFill rotWithShape="1">
            <a:blip r:embed="rId11">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47" name="Google Shape;847;g2c298d33e0c_0_6"/>
            <p:cNvPicPr preferRelativeResize="0"/>
            <p:nvPr/>
          </p:nvPicPr>
          <p:blipFill rotWithShape="1">
            <a:blip r:embed="rId12">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48" name="Google Shape;848;g2c298d33e0c_0_6"/>
            <p:cNvPicPr preferRelativeResize="0"/>
            <p:nvPr/>
          </p:nvPicPr>
          <p:blipFill rotWithShape="1">
            <a:blip r:embed="rId13">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49" name="Google Shape;849;g2c298d33e0c_0_6"/>
            <p:cNvPicPr preferRelativeResize="0"/>
            <p:nvPr/>
          </p:nvPicPr>
          <p:blipFill rotWithShape="1">
            <a:blip r:embed="rId14">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50" name="Google Shape;850;g2c298d33e0c_0_6"/>
            <p:cNvPicPr preferRelativeResize="0"/>
            <p:nvPr/>
          </p:nvPicPr>
          <p:blipFill rotWithShape="1">
            <a:blip r:embed="rId15">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51" name="Google Shape;851;g2c298d33e0c_0_6"/>
            <p:cNvPicPr preferRelativeResize="0"/>
            <p:nvPr/>
          </p:nvPicPr>
          <p:blipFill rotWithShape="1">
            <a:blip r:embed="rId16">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52" name="Google Shape;852;g2c298d33e0c_0_6"/>
            <p:cNvPicPr preferRelativeResize="0"/>
            <p:nvPr/>
          </p:nvPicPr>
          <p:blipFill rotWithShape="1">
            <a:blip r:embed="rId17">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53" name="Google Shape;853;g2c298d33e0c_0_6"/>
            <p:cNvPicPr preferRelativeResize="0"/>
            <p:nvPr/>
          </p:nvPicPr>
          <p:blipFill rotWithShape="1">
            <a:blip r:embed="rId18">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54" name="Google Shape;854;g2c298d33e0c_0_6"/>
            <p:cNvPicPr preferRelativeResize="0"/>
            <p:nvPr/>
          </p:nvPicPr>
          <p:blipFill rotWithShape="1">
            <a:blip r:embed="rId19">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55" name="Google Shape;855;g2c298d33e0c_0_6"/>
            <p:cNvPicPr preferRelativeResize="0"/>
            <p:nvPr/>
          </p:nvPicPr>
          <p:blipFill rotWithShape="1">
            <a:blip r:embed="rId20">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56" name="Google Shape;856;g2c298d33e0c_0_6"/>
            <p:cNvPicPr preferRelativeResize="0"/>
            <p:nvPr/>
          </p:nvPicPr>
          <p:blipFill rotWithShape="1">
            <a:blip r:embed="rId21">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57" name="Google Shape;857;g2c298d33e0c_0_6"/>
            <p:cNvPicPr preferRelativeResize="0"/>
            <p:nvPr/>
          </p:nvPicPr>
          <p:blipFill rotWithShape="1">
            <a:blip r:embed="rId22">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58" name="Google Shape;858;g2c298d33e0c_0_6"/>
            <p:cNvPicPr preferRelativeResize="0"/>
            <p:nvPr/>
          </p:nvPicPr>
          <p:blipFill rotWithShape="1">
            <a:blip r:embed="rId23">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59" name="Google Shape;859;g2c298d33e0c_0_6"/>
            <p:cNvPicPr preferRelativeResize="0"/>
            <p:nvPr/>
          </p:nvPicPr>
          <p:blipFill rotWithShape="1">
            <a:blip r:embed="rId24">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60" name="Google Shape;860;g2c298d33e0c_0_6"/>
            <p:cNvPicPr preferRelativeResize="0"/>
            <p:nvPr/>
          </p:nvPicPr>
          <p:blipFill rotWithShape="1">
            <a:blip r:embed="rId25">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61" name="Google Shape;861;g2c298d33e0c_0_6"/>
            <p:cNvPicPr preferRelativeResize="0"/>
            <p:nvPr/>
          </p:nvPicPr>
          <p:blipFill rotWithShape="1">
            <a:blip r:embed="rId26">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62" name="Google Shape;862;g2c298d33e0c_0_6"/>
            <p:cNvPicPr preferRelativeResize="0"/>
            <p:nvPr/>
          </p:nvPicPr>
          <p:blipFill rotWithShape="1">
            <a:blip r:embed="rId27">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63" name="Google Shape;863;g2c298d33e0c_0_6"/>
            <p:cNvPicPr preferRelativeResize="0"/>
            <p:nvPr/>
          </p:nvPicPr>
          <p:blipFill rotWithShape="1">
            <a:blip r:embed="rId28">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64" name="Google Shape;864;g2c298d33e0c_0_6"/>
            <p:cNvPicPr preferRelativeResize="0"/>
            <p:nvPr/>
          </p:nvPicPr>
          <p:blipFill rotWithShape="1">
            <a:blip r:embed="rId29">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65" name="Google Shape;865;g2c298d33e0c_0_6"/>
            <p:cNvPicPr preferRelativeResize="0"/>
            <p:nvPr/>
          </p:nvPicPr>
          <p:blipFill rotWithShape="1">
            <a:blip r:embed="rId30">
              <a:alphaModFix/>
            </a:blip>
            <a:srcRect l="99" r="99"/>
            <a:stretch/>
          </p:blipFill>
          <p:spPr>
            <a:xfrm>
              <a:off x="5774548" y="3991095"/>
              <a:ext cx="1148707" cy="82295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70"/>
        <p:cNvGrpSpPr/>
        <p:nvPr/>
      </p:nvGrpSpPr>
      <p:grpSpPr>
        <a:xfrm>
          <a:off x="0" y="0"/>
          <a:ext cx="0" cy="0"/>
          <a:chOff x="0" y="0"/>
          <a:chExt cx="0" cy="0"/>
        </a:xfrm>
      </p:grpSpPr>
      <p:sp>
        <p:nvSpPr>
          <p:cNvPr id="871" name="Google Shape;871;g26b94af6077_0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Review Phase 4 Common Exception Words </a:t>
            </a:r>
            <a:r>
              <a:rPr lang="en-US">
                <a:solidFill>
                  <a:srgbClr val="2356AF"/>
                </a:solidFill>
              </a:rPr>
              <a:t>said like out have</a:t>
            </a:r>
            <a:r>
              <a:rPr lang="en-US">
                <a:solidFill>
                  <a:schemeClr val="dk1"/>
                </a:solidFill>
              </a:rPr>
              <a:t>.</a:t>
            </a:r>
            <a:endParaRPr/>
          </a:p>
        </p:txBody>
      </p:sp>
      <p:pic>
        <p:nvPicPr>
          <p:cNvPr id="872" name="Google Shape;872;g26b94af6077_0_0"/>
          <p:cNvPicPr preferRelativeResize="0"/>
          <p:nvPr/>
        </p:nvPicPr>
        <p:blipFill rotWithShape="1">
          <a:blip r:embed="rId3">
            <a:alphaModFix/>
          </a:blip>
          <a:srcRect l="59" r="59"/>
          <a:stretch/>
        </p:blipFill>
        <p:spPr>
          <a:xfrm>
            <a:off x="868300" y="2129450"/>
            <a:ext cx="1731251" cy="1237205"/>
          </a:xfrm>
          <a:prstGeom prst="rect">
            <a:avLst/>
          </a:prstGeom>
          <a:noFill/>
          <a:ln>
            <a:noFill/>
          </a:ln>
          <a:effectLst>
            <a:outerShdw blurRad="71438" dist="19050" dir="5400000" algn="bl" rotWithShape="0">
              <a:srgbClr val="000000">
                <a:alpha val="18040"/>
              </a:srgbClr>
            </a:outerShdw>
          </a:effectLst>
        </p:spPr>
      </p:pic>
      <p:pic>
        <p:nvPicPr>
          <p:cNvPr id="873" name="Google Shape;873;g26b94af6077_0_0"/>
          <p:cNvPicPr preferRelativeResize="0"/>
          <p:nvPr/>
        </p:nvPicPr>
        <p:blipFill rotWithShape="1">
          <a:blip r:embed="rId4">
            <a:alphaModFix/>
          </a:blip>
          <a:srcRect l="159" r="159"/>
          <a:stretch/>
        </p:blipFill>
        <p:spPr>
          <a:xfrm>
            <a:off x="2719435" y="2129450"/>
            <a:ext cx="1732017" cy="1242350"/>
          </a:xfrm>
          <a:prstGeom prst="rect">
            <a:avLst/>
          </a:prstGeom>
          <a:noFill/>
          <a:ln>
            <a:noFill/>
          </a:ln>
          <a:effectLst>
            <a:outerShdw blurRad="71438" dist="19050" dir="5400000" algn="bl" rotWithShape="0">
              <a:srgbClr val="000000">
                <a:alpha val="18040"/>
              </a:srgbClr>
            </a:outerShdw>
          </a:effectLst>
        </p:spPr>
      </p:pic>
      <p:pic>
        <p:nvPicPr>
          <p:cNvPr id="874" name="Google Shape;874;g26b94af6077_0_0"/>
          <p:cNvPicPr preferRelativeResize="0"/>
          <p:nvPr/>
        </p:nvPicPr>
        <p:blipFill rotWithShape="1">
          <a:blip r:embed="rId5">
            <a:alphaModFix/>
          </a:blip>
          <a:srcRect l="159" r="159"/>
          <a:stretch/>
        </p:blipFill>
        <p:spPr>
          <a:xfrm>
            <a:off x="4571335" y="2129450"/>
            <a:ext cx="1732017" cy="1240252"/>
          </a:xfrm>
          <a:prstGeom prst="rect">
            <a:avLst/>
          </a:prstGeom>
          <a:noFill/>
          <a:ln>
            <a:noFill/>
          </a:ln>
          <a:effectLst>
            <a:outerShdw blurRad="71438" dist="19050" dir="5400000" algn="bl" rotWithShape="0">
              <a:srgbClr val="000000">
                <a:alpha val="18040"/>
              </a:srgbClr>
            </a:outerShdw>
          </a:effectLst>
        </p:spPr>
      </p:pic>
      <p:pic>
        <p:nvPicPr>
          <p:cNvPr id="875" name="Google Shape;875;g26b94af6077_0_0"/>
          <p:cNvPicPr preferRelativeResize="0"/>
          <p:nvPr/>
        </p:nvPicPr>
        <p:blipFill rotWithShape="1">
          <a:blip r:embed="rId6">
            <a:alphaModFix/>
          </a:blip>
          <a:srcRect l="79" r="69"/>
          <a:stretch/>
        </p:blipFill>
        <p:spPr>
          <a:xfrm>
            <a:off x="6423233" y="2129450"/>
            <a:ext cx="1732017" cy="1240252"/>
          </a:xfrm>
          <a:prstGeom prst="rect">
            <a:avLst/>
          </a:prstGeom>
          <a:noFill/>
          <a:ln>
            <a:noFill/>
          </a:ln>
          <a:effectLst>
            <a:outerShdw blurRad="71438" dist="19050" dir="5400000" algn="bl" rotWithShape="0">
              <a:srgbClr val="000000">
                <a:alpha val="18040"/>
              </a:srgbClr>
            </a:outerShdw>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80"/>
        <p:cNvGrpSpPr/>
        <p:nvPr/>
      </p:nvGrpSpPr>
      <p:grpSpPr>
        <a:xfrm>
          <a:off x="0" y="0"/>
          <a:ext cx="0" cy="0"/>
          <a:chOff x="0" y="0"/>
          <a:chExt cx="0" cy="0"/>
        </a:xfrm>
      </p:grpSpPr>
      <p:sp>
        <p:nvSpPr>
          <p:cNvPr id="881" name="Google Shape;881;g2cf1f75ecdd_0_158"/>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1100"/>
              <a:buNone/>
            </a:pPr>
            <a:r>
              <a:rPr lang="en-US">
                <a:solidFill>
                  <a:schemeClr val="dk1"/>
                </a:solidFill>
              </a:rPr>
              <a:t>Review the Vowel Hand Song</a:t>
            </a:r>
            <a:endParaRPr>
              <a:solidFill>
                <a:schemeClr val="dk1"/>
              </a:solidFill>
            </a:endParaRPr>
          </a:p>
        </p:txBody>
      </p:sp>
      <p:sp>
        <p:nvSpPr>
          <p:cNvPr id="882" name="Google Shape;882;g2cf1f75ecdd_0_158"/>
          <p:cNvSpPr txBox="1"/>
          <p:nvPr/>
        </p:nvSpPr>
        <p:spPr>
          <a:xfrm>
            <a:off x="876925" y="2094075"/>
            <a:ext cx="4263900" cy="3587400"/>
          </a:xfrm>
          <a:prstGeom prst="rect">
            <a:avLst/>
          </a:prstGeom>
          <a:noFill/>
          <a:ln>
            <a:noFill/>
          </a:ln>
        </p:spPr>
        <p:txBody>
          <a:bodyPr spcFirstLastPara="1" wrap="square" lIns="91425" tIns="91425" rIns="91425" bIns="91425" anchor="t" anchorCtr="0">
            <a:noAutofit/>
          </a:bodyPr>
          <a:lstStyle/>
          <a:p>
            <a:pPr marL="0" marR="0" lvl="0" indent="0" algn="l" rtl="0">
              <a:lnSpc>
                <a:spcPct val="150000"/>
              </a:lnSpc>
              <a:spcBef>
                <a:spcPts val="0"/>
              </a:spcBef>
              <a:spcAft>
                <a:spcPts val="0"/>
              </a:spcAft>
              <a:buClr>
                <a:srgbClr val="000000"/>
              </a:buClr>
              <a:buSzPts val="2000"/>
              <a:buFont typeface="Arial"/>
              <a:buNone/>
            </a:pPr>
            <a:r>
              <a:rPr lang="en-US" sz="2000" b="0" i="0" u="none" strike="noStrike" cap="none">
                <a:solidFill>
                  <a:srgbClr val="000000"/>
                </a:solidFill>
                <a:latin typeface="Poppins"/>
                <a:ea typeface="Poppins"/>
                <a:cs typeface="Poppins"/>
                <a:sym typeface="Poppins"/>
              </a:rPr>
              <a:t>a, e, i, o, u   a, e, i, o, u   a, e, i, o, u </a:t>
            </a:r>
            <a:r>
              <a:rPr lang="en-US" sz="2000" b="0" i="0" u="none" strike="noStrike" cap="none">
                <a:solidFill>
                  <a:srgbClr val="D9D9D9"/>
                </a:solidFill>
                <a:latin typeface="Poppins"/>
                <a:ea typeface="Poppins"/>
                <a:cs typeface="Poppins"/>
                <a:sym typeface="Poppins"/>
              </a:rPr>
              <a:t>(short sounds only)</a:t>
            </a:r>
            <a:endParaRPr sz="2000" b="0" i="0" u="none" strike="noStrike" cap="none">
              <a:solidFill>
                <a:srgbClr val="D9D9D9"/>
              </a:solidFill>
              <a:latin typeface="Poppins"/>
              <a:ea typeface="Poppins"/>
              <a:cs typeface="Poppins"/>
              <a:sym typeface="Poppins"/>
            </a:endParaRPr>
          </a:p>
          <a:p>
            <a:pPr marL="0" marR="0" lvl="0" indent="0" algn="l" rtl="0">
              <a:lnSpc>
                <a:spcPct val="150000"/>
              </a:lnSpc>
              <a:spcBef>
                <a:spcPts val="0"/>
              </a:spcBef>
              <a:spcAft>
                <a:spcPts val="0"/>
              </a:spcAft>
              <a:buClr>
                <a:srgbClr val="000000"/>
              </a:buClr>
              <a:buSzPts val="2000"/>
              <a:buFont typeface="Arial"/>
              <a:buNone/>
            </a:pPr>
            <a:r>
              <a:rPr lang="en-US" sz="2000" b="0" i="0" u="none" strike="noStrike" cap="none">
                <a:solidFill>
                  <a:srgbClr val="000000"/>
                </a:solidFill>
                <a:latin typeface="Poppins"/>
                <a:ea typeface="Poppins"/>
                <a:cs typeface="Poppins"/>
                <a:sym typeface="Poppins"/>
              </a:rPr>
              <a:t>are short vowels that we use</a:t>
            </a:r>
            <a:endParaRPr sz="2000" b="0" i="0" u="none" strike="noStrike" cap="none">
              <a:solidFill>
                <a:srgbClr val="000000"/>
              </a:solidFill>
              <a:latin typeface="Poppins"/>
              <a:ea typeface="Poppins"/>
              <a:cs typeface="Poppins"/>
              <a:sym typeface="Poppins"/>
            </a:endParaRPr>
          </a:p>
          <a:p>
            <a:pPr marL="0" marR="0" lvl="0" indent="0" algn="l" rtl="0">
              <a:lnSpc>
                <a:spcPct val="150000"/>
              </a:lnSpc>
              <a:spcBef>
                <a:spcPts val="0"/>
              </a:spcBef>
              <a:spcAft>
                <a:spcPts val="0"/>
              </a:spcAft>
              <a:buClr>
                <a:srgbClr val="000000"/>
              </a:buClr>
              <a:buSzPts val="2000"/>
              <a:buFont typeface="Arial"/>
              <a:buNone/>
            </a:pPr>
            <a:r>
              <a:rPr lang="en-US" sz="2000" b="0" i="0" u="none" strike="noStrike" cap="none">
                <a:solidFill>
                  <a:srgbClr val="000000"/>
                </a:solidFill>
                <a:latin typeface="Poppins"/>
                <a:ea typeface="Poppins"/>
                <a:cs typeface="Poppins"/>
                <a:sym typeface="Poppins"/>
              </a:rPr>
              <a:t>a vowel is in every word, </a:t>
            </a:r>
            <a:br>
              <a:rPr lang="en-US" sz="2000" b="0" i="0" u="none" strike="noStrike" cap="none">
                <a:solidFill>
                  <a:srgbClr val="000000"/>
                </a:solidFill>
                <a:latin typeface="Poppins"/>
                <a:ea typeface="Poppins"/>
                <a:cs typeface="Poppins"/>
                <a:sym typeface="Poppins"/>
              </a:rPr>
            </a:br>
            <a:r>
              <a:rPr lang="en-US" sz="2000" b="0" i="0" u="none" strike="noStrike" cap="none">
                <a:solidFill>
                  <a:srgbClr val="000000"/>
                </a:solidFill>
                <a:latin typeface="Poppins"/>
                <a:ea typeface="Poppins"/>
                <a:cs typeface="Poppins"/>
                <a:sym typeface="Poppins"/>
              </a:rPr>
              <a:t>a vowel is in every word,</a:t>
            </a:r>
            <a:endParaRPr sz="2000" b="0" i="0" u="none" strike="noStrike" cap="none">
              <a:solidFill>
                <a:srgbClr val="000000"/>
              </a:solidFill>
              <a:latin typeface="Poppins"/>
              <a:ea typeface="Poppins"/>
              <a:cs typeface="Poppins"/>
              <a:sym typeface="Poppins"/>
            </a:endParaRPr>
          </a:p>
          <a:p>
            <a:pPr marL="0" marR="0" lvl="0" indent="0" algn="l" rtl="0">
              <a:lnSpc>
                <a:spcPct val="150000"/>
              </a:lnSpc>
              <a:spcBef>
                <a:spcPts val="0"/>
              </a:spcBef>
              <a:spcAft>
                <a:spcPts val="0"/>
              </a:spcAft>
              <a:buClr>
                <a:srgbClr val="000000"/>
              </a:buClr>
              <a:buSzPts val="2000"/>
              <a:buFont typeface="Arial"/>
              <a:buNone/>
            </a:pPr>
            <a:r>
              <a:rPr lang="en-US" sz="2000" b="0" i="0" u="none" strike="noStrike" cap="none">
                <a:solidFill>
                  <a:srgbClr val="000000"/>
                </a:solidFill>
                <a:latin typeface="Poppins"/>
                <a:ea typeface="Poppins"/>
                <a:cs typeface="Poppins"/>
                <a:sym typeface="Poppins"/>
              </a:rPr>
              <a:t>a vowel is in every word </a:t>
            </a:r>
            <a:br>
              <a:rPr lang="en-US" sz="2000" b="0" i="0" u="none" strike="noStrike" cap="none">
                <a:solidFill>
                  <a:srgbClr val="000000"/>
                </a:solidFill>
                <a:latin typeface="Poppins"/>
                <a:ea typeface="Poppins"/>
                <a:cs typeface="Poppins"/>
                <a:sym typeface="Poppins"/>
              </a:rPr>
            </a:br>
            <a:r>
              <a:rPr lang="en-US" sz="2000" b="0" i="0" u="none" strike="noStrike" cap="none">
                <a:solidFill>
                  <a:srgbClr val="000000"/>
                </a:solidFill>
                <a:latin typeface="Poppins"/>
                <a:ea typeface="Poppins"/>
                <a:cs typeface="Poppins"/>
                <a:sym typeface="Poppins"/>
              </a:rPr>
              <a:t>that we read or write.</a:t>
            </a:r>
            <a:endParaRPr sz="2000" b="0" i="0" u="none" strike="noStrike" cap="none">
              <a:solidFill>
                <a:srgbClr val="000000"/>
              </a:solidFill>
              <a:latin typeface="Poppins"/>
              <a:ea typeface="Poppins"/>
              <a:cs typeface="Poppins"/>
              <a:sym typeface="Poppins"/>
            </a:endParaRPr>
          </a:p>
        </p:txBody>
      </p:sp>
      <p:pic>
        <p:nvPicPr>
          <p:cNvPr id="883" name="Google Shape;883;g2cf1f75ecdd_0_158"/>
          <p:cNvPicPr preferRelativeResize="0"/>
          <p:nvPr/>
        </p:nvPicPr>
        <p:blipFill rotWithShape="1">
          <a:blip r:embed="rId3">
            <a:alphaModFix/>
          </a:blip>
          <a:srcRect t="7523" r="7062" b="17832"/>
          <a:stretch/>
        </p:blipFill>
        <p:spPr>
          <a:xfrm>
            <a:off x="4509700" y="2118750"/>
            <a:ext cx="3638549" cy="4133023"/>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88"/>
        <p:cNvGrpSpPr/>
        <p:nvPr/>
      </p:nvGrpSpPr>
      <p:grpSpPr>
        <a:xfrm>
          <a:off x="0" y="0"/>
          <a:ext cx="0" cy="0"/>
          <a:chOff x="0" y="0"/>
          <a:chExt cx="0" cy="0"/>
        </a:xfrm>
      </p:grpSpPr>
      <p:sp>
        <p:nvSpPr>
          <p:cNvPr id="889" name="Google Shape;889;g2c186218c5a_0_1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JN691</a:t>
            </a:r>
            <a:endParaRPr dirty="0"/>
          </a:p>
        </p:txBody>
      </p:sp>
      <p:sp>
        <p:nvSpPr>
          <p:cNvPr id="890" name="Google Shape;890;g2c186218c5a_0_1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891" name="Google Shape;891;g2c186218c5a_0_17"/>
          <p:cNvPicPr preferRelativeResize="0"/>
          <p:nvPr/>
        </p:nvPicPr>
        <p:blipFill rotWithShape="1">
          <a:blip r:embed="rId3">
            <a:alphaModFix/>
          </a:blip>
          <a:srcRect t="109" b="99"/>
          <a:stretch/>
        </p:blipFill>
        <p:spPr>
          <a:xfrm>
            <a:off x="1123196" y="1835625"/>
            <a:ext cx="6897609" cy="2757875"/>
          </a:xfrm>
          <a:prstGeom prst="rect">
            <a:avLst/>
          </a:prstGeom>
          <a:noFill/>
          <a:ln>
            <a:noFill/>
          </a:ln>
          <a:effectLst>
            <a:outerShdw blurRad="71438" dist="19050" dir="5400000" algn="bl" rotWithShape="0">
              <a:srgbClr val="000000">
                <a:alpha val="20000"/>
              </a:srgbClr>
            </a:outerShdw>
          </a:effectLst>
        </p:spPr>
      </p:pic>
      <p:sp>
        <p:nvSpPr>
          <p:cNvPr id="892" name="Google Shape;892;g2c186218c5a_0_17"/>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97"/>
        <p:cNvGrpSpPr/>
        <p:nvPr/>
      </p:nvGrpSpPr>
      <p:grpSpPr>
        <a:xfrm>
          <a:off x="0" y="0"/>
          <a:ext cx="0" cy="0"/>
          <a:chOff x="0" y="0"/>
          <a:chExt cx="0" cy="0"/>
        </a:xfrm>
      </p:grpSpPr>
      <p:sp>
        <p:nvSpPr>
          <p:cNvPr id="898" name="Google Shape;898;g26b641b03cd_0_18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JN691</a:t>
            </a:r>
            <a:endParaRPr dirty="0"/>
          </a:p>
        </p:txBody>
      </p:sp>
      <p:sp>
        <p:nvSpPr>
          <p:cNvPr id="899" name="Google Shape;899;g26b641b03cd_0_18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900" name="Google Shape;900;g26b641b03cd_0_185"/>
          <p:cNvPicPr preferRelativeResize="0"/>
          <p:nvPr/>
        </p:nvPicPr>
        <p:blipFill rotWithShape="1">
          <a:blip r:embed="rId3">
            <a:alphaModFix/>
          </a:blip>
          <a:srcRect t="149" b="149"/>
          <a:stretch/>
        </p:blipFill>
        <p:spPr>
          <a:xfrm>
            <a:off x="1123196" y="1835625"/>
            <a:ext cx="6897608" cy="2757875"/>
          </a:xfrm>
          <a:prstGeom prst="rect">
            <a:avLst/>
          </a:prstGeom>
          <a:noFill/>
          <a:ln>
            <a:noFill/>
          </a:ln>
          <a:effectLst>
            <a:outerShdw blurRad="71438" dist="19050" dir="5400000" algn="bl" rotWithShape="0">
              <a:srgbClr val="000000">
                <a:alpha val="20000"/>
              </a:srgbClr>
            </a:outerShdw>
          </a:effectLst>
        </p:spPr>
      </p:pic>
      <p:sp>
        <p:nvSpPr>
          <p:cNvPr id="901" name="Google Shape;901;g26b641b03cd_0_18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06"/>
        <p:cNvGrpSpPr/>
        <p:nvPr/>
      </p:nvGrpSpPr>
      <p:grpSpPr>
        <a:xfrm>
          <a:off x="0" y="0"/>
          <a:ext cx="0" cy="0"/>
          <a:chOff x="0" y="0"/>
          <a:chExt cx="0" cy="0"/>
        </a:xfrm>
      </p:grpSpPr>
      <p:sp>
        <p:nvSpPr>
          <p:cNvPr id="907" name="Google Shape;907;g2c186218c5a_0_4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 </a:t>
            </a:r>
            <a:endParaRPr/>
          </a:p>
        </p:txBody>
      </p:sp>
      <p:sp>
        <p:nvSpPr>
          <p:cNvPr id="908" name="Google Shape;908;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909" name="Google Shape;909;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14"/>
        <p:cNvGrpSpPr/>
        <p:nvPr/>
      </p:nvGrpSpPr>
      <p:grpSpPr>
        <a:xfrm>
          <a:off x="0" y="0"/>
          <a:ext cx="0" cy="0"/>
          <a:chOff x="0" y="0"/>
          <a:chExt cx="0" cy="0"/>
        </a:xfrm>
      </p:grpSpPr>
      <p:sp>
        <p:nvSpPr>
          <p:cNvPr id="915" name="Google Shape;915;g2d05ae9120e_0_4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16" name="Google Shape;916;g2d05ae9120e_0_4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17" name="Google Shape;917;g2d05ae9120e_0_43"/>
          <p:cNvSpPr/>
          <p:nvPr/>
        </p:nvSpPr>
        <p:spPr>
          <a:xfrm>
            <a:off x="38207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18" name="Google Shape;918;g2d05ae9120e_0_43"/>
          <p:cNvSpPr/>
          <p:nvPr/>
        </p:nvSpPr>
        <p:spPr>
          <a:xfrm>
            <a:off x="4757975"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19" name="Google Shape;919;g2d05ae9120e_0_43"/>
          <p:cNvSpPr/>
          <p:nvPr/>
        </p:nvSpPr>
        <p:spPr>
          <a:xfrm>
            <a:off x="584762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20" name="Google Shape;920;g2d05ae9120e_0_43"/>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21" name="Google Shape;921;g2d05ae9120e_0_43"/>
          <p:cNvSpPr txBox="1">
            <a:spLocks noGrp="1"/>
          </p:cNvSpPr>
          <p:nvPr>
            <p:ph type="subTitle" idx="4294967295"/>
          </p:nvPr>
        </p:nvSpPr>
        <p:spPr>
          <a:xfrm>
            <a:off x="52779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b</a:t>
            </a:r>
            <a:endParaRPr sz="15000" b="0" i="0" u="none" strike="noStrike" cap="none">
              <a:solidFill>
                <a:srgbClr val="2356AF"/>
              </a:solidFill>
              <a:latin typeface="Jost"/>
              <a:ea typeface="Jost"/>
              <a:cs typeface="Jost"/>
              <a:sym typeface="Jost"/>
            </a:endParaRPr>
          </a:p>
        </p:txBody>
      </p:sp>
      <p:sp>
        <p:nvSpPr>
          <p:cNvPr id="922" name="Google Shape;922;g2d05ae9120e_0_43"/>
          <p:cNvSpPr txBox="1">
            <a:spLocks noGrp="1"/>
          </p:cNvSpPr>
          <p:nvPr>
            <p:ph type="subTitle" idx="4294967295"/>
          </p:nvPr>
        </p:nvSpPr>
        <p:spPr>
          <a:xfrm>
            <a:off x="32510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r</a:t>
            </a:r>
            <a:endParaRPr sz="15000" b="0" i="0" u="none" strike="noStrike" cap="none">
              <a:solidFill>
                <a:srgbClr val="2356AF"/>
              </a:solidFill>
              <a:latin typeface="Jost"/>
              <a:ea typeface="Jost"/>
              <a:cs typeface="Jost"/>
              <a:sym typeface="Jost"/>
            </a:endParaRPr>
          </a:p>
        </p:txBody>
      </p:sp>
      <p:sp>
        <p:nvSpPr>
          <p:cNvPr id="923" name="Google Shape;923;g2d05ae9120e_0_43"/>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4" name="Google Shape;924;g2d05ae9120e_0_43"/>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5" name="Google Shape;925;g2d05ae9120e_0_43"/>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6" name="Google Shape;926;g2d05ae9120e_0_43"/>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7" name="Google Shape;927;g2d05ae9120e_0_43"/>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8" name="Google Shape;928;g2d05ae9120e_0_43"/>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29" name="Google Shape;929;g2d05ae9120e_0_43"/>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30" name="Google Shape;930;g2d05ae9120e_0_43"/>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31" name="Google Shape;931;g2d05ae9120e_0_43"/>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32" name="Google Shape;932;g2d05ae9120e_0_43"/>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33" name="Google Shape;933;g2d05ae9120e_0_43"/>
          <p:cNvSpPr txBox="1"/>
          <p:nvPr/>
        </p:nvSpPr>
        <p:spPr>
          <a:xfrm>
            <a:off x="57070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34" name="Google Shape;934;g2d05ae9120e_0_43"/>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35" name="Google Shape;935;g2d05ae9120e_0_43"/>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36" name="Google Shape;936;g2d05ae9120e_0_43"/>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37" name="Google Shape;937;g2d05ae9120e_0_43"/>
          <p:cNvSpPr/>
          <p:nvPr/>
        </p:nvSpPr>
        <p:spPr>
          <a:xfrm>
            <a:off x="23502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38" name="Google Shape;938;g2d05ae9120e_0_43"/>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39" name="Google Shape;939;g2d05ae9120e_0_43"/>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sp>
        <p:nvSpPr>
          <p:cNvPr id="940" name="Google Shape;940;g2d05ae9120e_0_43"/>
          <p:cNvSpPr/>
          <p:nvPr/>
        </p:nvSpPr>
        <p:spPr>
          <a:xfrm>
            <a:off x="29063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41" name="Google Shape;941;g2d05ae9120e_0_43"/>
          <p:cNvSpPr txBox="1">
            <a:spLocks noGrp="1"/>
          </p:cNvSpPr>
          <p:nvPr>
            <p:ph type="subTitle" idx="4294967295"/>
          </p:nvPr>
        </p:nvSpPr>
        <p:spPr>
          <a:xfrm>
            <a:off x="23366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g</a:t>
            </a:r>
            <a:endParaRPr sz="15000" b="0" i="0" u="none" strike="noStrike" cap="none">
              <a:solidFill>
                <a:srgbClr val="2356AF"/>
              </a:solidFill>
              <a:latin typeface="Jost"/>
              <a:ea typeface="Jost"/>
              <a:cs typeface="Jost"/>
              <a:sym typeface="Jost"/>
            </a:endParaRPr>
          </a:p>
        </p:txBody>
      </p:sp>
      <p:sp>
        <p:nvSpPr>
          <p:cNvPr id="942" name="Google Shape;942;g2d05ae9120e_0_43"/>
          <p:cNvSpPr txBox="1"/>
          <p:nvPr/>
        </p:nvSpPr>
        <p:spPr>
          <a:xfrm>
            <a:off x="4027200" y="1391216"/>
            <a:ext cx="1775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3000"/>
              <a:buFont typeface="Arial"/>
              <a:buNone/>
            </a:pPr>
            <a:r>
              <a:rPr lang="en-US" sz="13000" b="0" i="0" u="none" strike="noStrike" cap="none">
                <a:solidFill>
                  <a:srgbClr val="ED1C24"/>
                </a:solidFill>
                <a:latin typeface="Poppins"/>
                <a:ea typeface="Poppins"/>
                <a:cs typeface="Poppins"/>
                <a:sym typeface="Poppins"/>
              </a:rPr>
              <a:t>a</a:t>
            </a:r>
            <a:endParaRPr sz="14000" b="0" i="0" u="none" strike="noStrike" cap="none">
              <a:solidFill>
                <a:srgbClr val="ED1C24"/>
              </a:solidFill>
              <a:latin typeface="Jost"/>
              <a:ea typeface="Jost"/>
              <a:cs typeface="Jost"/>
              <a:sym typeface="Jos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47"/>
        <p:cNvGrpSpPr/>
        <p:nvPr/>
      </p:nvGrpSpPr>
      <p:grpSpPr>
        <a:xfrm>
          <a:off x="0" y="0"/>
          <a:ext cx="0" cy="0"/>
          <a:chOff x="0" y="0"/>
          <a:chExt cx="0" cy="0"/>
        </a:xfrm>
      </p:grpSpPr>
      <p:sp>
        <p:nvSpPr>
          <p:cNvPr id="948" name="Google Shape;948;g2c4feb0fda9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49" name="Google Shape;949;g2c4feb0fda9_1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50" name="Google Shape;950;g2c4feb0fda9_1_0"/>
          <p:cNvSpPr/>
          <p:nvPr/>
        </p:nvSpPr>
        <p:spPr>
          <a:xfrm>
            <a:off x="38207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1" name="Google Shape;951;g2c4feb0fda9_1_0"/>
          <p:cNvSpPr/>
          <p:nvPr/>
        </p:nvSpPr>
        <p:spPr>
          <a:xfrm>
            <a:off x="4681775"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2" name="Google Shape;952;g2c4feb0fda9_1_0"/>
          <p:cNvSpPr/>
          <p:nvPr/>
        </p:nvSpPr>
        <p:spPr>
          <a:xfrm>
            <a:off x="584762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53" name="Google Shape;953;g2c4feb0fda9_1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54" name="Google Shape;954;g2c4feb0fda9_1_0"/>
          <p:cNvSpPr txBox="1">
            <a:spLocks noGrp="1"/>
          </p:cNvSpPr>
          <p:nvPr>
            <p:ph type="subTitle" idx="4294967295"/>
          </p:nvPr>
        </p:nvSpPr>
        <p:spPr>
          <a:xfrm>
            <a:off x="52779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m</a:t>
            </a:r>
            <a:endParaRPr sz="15000" b="0" i="0" u="none" strike="noStrike" cap="none">
              <a:solidFill>
                <a:srgbClr val="2356AF"/>
              </a:solidFill>
              <a:latin typeface="Jost"/>
              <a:ea typeface="Jost"/>
              <a:cs typeface="Jost"/>
              <a:sym typeface="Jost"/>
            </a:endParaRPr>
          </a:p>
        </p:txBody>
      </p:sp>
      <p:sp>
        <p:nvSpPr>
          <p:cNvPr id="955" name="Google Shape;955;g2c4feb0fda9_1_0"/>
          <p:cNvSpPr txBox="1">
            <a:spLocks noGrp="1"/>
          </p:cNvSpPr>
          <p:nvPr>
            <p:ph type="subTitle" idx="4294967295"/>
          </p:nvPr>
        </p:nvSpPr>
        <p:spPr>
          <a:xfrm>
            <a:off x="32510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r</a:t>
            </a:r>
            <a:endParaRPr sz="15000" b="0" i="0" u="none" strike="noStrike" cap="none">
              <a:solidFill>
                <a:srgbClr val="2356AF"/>
              </a:solidFill>
              <a:latin typeface="Jost"/>
              <a:ea typeface="Jost"/>
              <a:cs typeface="Jost"/>
              <a:sym typeface="Jost"/>
            </a:endParaRPr>
          </a:p>
        </p:txBody>
      </p:sp>
      <p:sp>
        <p:nvSpPr>
          <p:cNvPr id="956" name="Google Shape;956;g2c4feb0fda9_1_0"/>
          <p:cNvSpPr txBox="1">
            <a:spLocks noGrp="1"/>
          </p:cNvSpPr>
          <p:nvPr>
            <p:ph type="subTitle" idx="4294967295"/>
          </p:nvPr>
        </p:nvSpPr>
        <p:spPr>
          <a:xfrm>
            <a:off x="411210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ED1C24"/>
                </a:solidFill>
                <a:latin typeface="Jost"/>
                <a:ea typeface="Jost"/>
                <a:cs typeface="Jost"/>
                <a:sym typeface="Jost"/>
              </a:rPr>
              <a:t>u</a:t>
            </a:r>
            <a:endParaRPr sz="15000" b="0" i="0" u="none" strike="noStrike" cap="none">
              <a:solidFill>
                <a:srgbClr val="ED1C24"/>
              </a:solidFill>
              <a:latin typeface="Jost"/>
              <a:ea typeface="Jost"/>
              <a:cs typeface="Jost"/>
              <a:sym typeface="Jost"/>
            </a:endParaRPr>
          </a:p>
        </p:txBody>
      </p:sp>
      <p:sp>
        <p:nvSpPr>
          <p:cNvPr id="957" name="Google Shape;957;g2c4feb0fda9_1_0"/>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8" name="Google Shape;958;g2c4feb0fda9_1_0"/>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9" name="Google Shape;959;g2c4feb0fda9_1_0"/>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60" name="Google Shape;960;g2c4feb0fda9_1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61" name="Google Shape;961;g2c4feb0fda9_1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62" name="Google Shape;962;g2c4feb0fda9_1_0"/>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63" name="Google Shape;963;g2c4feb0fda9_1_0"/>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64" name="Google Shape;964;g2c4feb0fda9_1_0"/>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65" name="Google Shape;965;g2c4feb0fda9_1_0"/>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66" name="Google Shape;966;g2c4feb0fda9_1_0"/>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67" name="Google Shape;967;g2c4feb0fda9_1_0"/>
          <p:cNvSpPr txBox="1"/>
          <p:nvPr/>
        </p:nvSpPr>
        <p:spPr>
          <a:xfrm>
            <a:off x="57070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68" name="Google Shape;968;g2c4feb0fda9_1_0"/>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69" name="Google Shape;969;g2c4feb0fda9_1_0"/>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70" name="Google Shape;970;g2c4feb0fda9_1_0"/>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1" name="Google Shape;971;g2c4feb0fda9_1_0"/>
          <p:cNvSpPr/>
          <p:nvPr/>
        </p:nvSpPr>
        <p:spPr>
          <a:xfrm>
            <a:off x="23502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2" name="Google Shape;972;g2c4feb0fda9_1_0"/>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3" name="Google Shape;973;g2c4feb0fda9_1_0"/>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sp>
        <p:nvSpPr>
          <p:cNvPr id="974" name="Google Shape;974;g2c4feb0fda9_1_0"/>
          <p:cNvSpPr/>
          <p:nvPr/>
        </p:nvSpPr>
        <p:spPr>
          <a:xfrm>
            <a:off x="29063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5" name="Google Shape;975;g2c4feb0fda9_1_0"/>
          <p:cNvSpPr txBox="1">
            <a:spLocks noGrp="1"/>
          </p:cNvSpPr>
          <p:nvPr>
            <p:ph type="subTitle" idx="4294967295"/>
          </p:nvPr>
        </p:nvSpPr>
        <p:spPr>
          <a:xfrm>
            <a:off x="23366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d</a:t>
            </a:r>
            <a:endParaRPr sz="15000" b="0" i="0" u="none" strike="noStrike" cap="none">
              <a:solidFill>
                <a:srgbClr val="2356AF"/>
              </a:solidFill>
              <a:latin typeface="Jost"/>
              <a:ea typeface="Jost"/>
              <a:cs typeface="Jost"/>
              <a:sym typeface="Jos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80"/>
        <p:cNvGrpSpPr/>
        <p:nvPr/>
      </p:nvGrpSpPr>
      <p:grpSpPr>
        <a:xfrm>
          <a:off x="0" y="0"/>
          <a:ext cx="0" cy="0"/>
          <a:chOff x="0" y="0"/>
          <a:chExt cx="0" cy="0"/>
        </a:xfrm>
      </p:grpSpPr>
      <p:sp>
        <p:nvSpPr>
          <p:cNvPr id="981" name="Google Shape;981;g2d05ae9120e_0_1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82" name="Google Shape;982;g2d05ae9120e_0_11"/>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83" name="Google Shape;983;g2d05ae9120e_0_11"/>
          <p:cNvSpPr/>
          <p:nvPr/>
        </p:nvSpPr>
        <p:spPr>
          <a:xfrm>
            <a:off x="37826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4" name="Google Shape;984;g2d05ae9120e_0_11"/>
          <p:cNvSpPr/>
          <p:nvPr/>
        </p:nvSpPr>
        <p:spPr>
          <a:xfrm>
            <a:off x="4643675"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5" name="Google Shape;985;g2d05ae9120e_0_11"/>
          <p:cNvSpPr/>
          <p:nvPr/>
        </p:nvSpPr>
        <p:spPr>
          <a:xfrm>
            <a:off x="580952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86" name="Google Shape;986;g2d05ae9120e_0_11"/>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87" name="Google Shape;987;g2d05ae9120e_0_11"/>
          <p:cNvSpPr txBox="1">
            <a:spLocks noGrp="1"/>
          </p:cNvSpPr>
          <p:nvPr>
            <p:ph type="subTitle" idx="4294967295"/>
          </p:nvPr>
        </p:nvSpPr>
        <p:spPr>
          <a:xfrm>
            <a:off x="52398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m</a:t>
            </a:r>
            <a:endParaRPr sz="15000" b="0" i="0" u="none" strike="noStrike" cap="none">
              <a:solidFill>
                <a:srgbClr val="2356AF"/>
              </a:solidFill>
              <a:latin typeface="Jost"/>
              <a:ea typeface="Jost"/>
              <a:cs typeface="Jost"/>
              <a:sym typeface="Jost"/>
            </a:endParaRPr>
          </a:p>
        </p:txBody>
      </p:sp>
      <p:sp>
        <p:nvSpPr>
          <p:cNvPr id="988" name="Google Shape;988;g2d05ae9120e_0_11"/>
          <p:cNvSpPr txBox="1">
            <a:spLocks noGrp="1"/>
          </p:cNvSpPr>
          <p:nvPr>
            <p:ph type="subTitle" idx="4294967295"/>
          </p:nvPr>
        </p:nvSpPr>
        <p:spPr>
          <a:xfrm>
            <a:off x="32129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r</a:t>
            </a:r>
            <a:endParaRPr sz="15000" b="0" i="0" u="none" strike="noStrike" cap="none">
              <a:solidFill>
                <a:srgbClr val="2356AF"/>
              </a:solidFill>
              <a:latin typeface="Jost"/>
              <a:ea typeface="Jost"/>
              <a:cs typeface="Jost"/>
              <a:sym typeface="Jost"/>
            </a:endParaRPr>
          </a:p>
        </p:txBody>
      </p:sp>
      <p:sp>
        <p:nvSpPr>
          <p:cNvPr id="989" name="Google Shape;989;g2d05ae9120e_0_11"/>
          <p:cNvSpPr txBox="1">
            <a:spLocks noGrp="1"/>
          </p:cNvSpPr>
          <p:nvPr>
            <p:ph type="subTitle" idx="4294967295"/>
          </p:nvPr>
        </p:nvSpPr>
        <p:spPr>
          <a:xfrm>
            <a:off x="407400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ED1C24"/>
                </a:solidFill>
                <a:latin typeface="Jost"/>
                <a:ea typeface="Jost"/>
                <a:cs typeface="Jost"/>
                <a:sym typeface="Jost"/>
              </a:rPr>
              <a:t>o</a:t>
            </a:r>
            <a:endParaRPr sz="15000" b="0" i="0" u="none" strike="noStrike" cap="none">
              <a:solidFill>
                <a:srgbClr val="ED1C24"/>
              </a:solidFill>
              <a:latin typeface="Jost"/>
              <a:ea typeface="Jost"/>
              <a:cs typeface="Jost"/>
              <a:sym typeface="Jost"/>
            </a:endParaRPr>
          </a:p>
        </p:txBody>
      </p:sp>
      <p:sp>
        <p:nvSpPr>
          <p:cNvPr id="990" name="Google Shape;990;g2d05ae9120e_0_11"/>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1" name="Google Shape;991;g2d05ae9120e_0_11"/>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2" name="Google Shape;992;g2d05ae9120e_0_11"/>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3" name="Google Shape;993;g2d05ae9120e_0_11"/>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4" name="Google Shape;994;g2d05ae9120e_0_11"/>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5" name="Google Shape;995;g2d05ae9120e_0_11"/>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96" name="Google Shape;996;g2d05ae9120e_0_11"/>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97" name="Google Shape;997;g2d05ae9120e_0_11"/>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98" name="Google Shape;998;g2d05ae9120e_0_11"/>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99" name="Google Shape;999;g2d05ae9120e_0_11"/>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1000" name="Google Shape;1000;g2d05ae9120e_0_11"/>
          <p:cNvSpPr txBox="1"/>
          <p:nvPr/>
        </p:nvSpPr>
        <p:spPr>
          <a:xfrm>
            <a:off x="57070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1001" name="Google Shape;1001;g2d05ae9120e_0_11"/>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1002" name="Google Shape;1002;g2d05ae9120e_0_11"/>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1003" name="Google Shape;1003;g2d05ae9120e_0_11"/>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4" name="Google Shape;1004;g2d05ae9120e_0_11"/>
          <p:cNvSpPr/>
          <p:nvPr/>
        </p:nvSpPr>
        <p:spPr>
          <a:xfrm>
            <a:off x="23502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5" name="Google Shape;1005;g2d05ae9120e_0_11"/>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06" name="Google Shape;1006;g2d05ae9120e_0_11"/>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sp>
        <p:nvSpPr>
          <p:cNvPr id="1007" name="Google Shape;1007;g2d05ae9120e_0_11"/>
          <p:cNvSpPr/>
          <p:nvPr/>
        </p:nvSpPr>
        <p:spPr>
          <a:xfrm>
            <a:off x="29444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8" name="Google Shape;1008;g2d05ae9120e_0_11"/>
          <p:cNvSpPr txBox="1">
            <a:spLocks noGrp="1"/>
          </p:cNvSpPr>
          <p:nvPr>
            <p:ph type="subTitle" idx="4294967295"/>
          </p:nvPr>
        </p:nvSpPr>
        <p:spPr>
          <a:xfrm>
            <a:off x="23747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p</a:t>
            </a:r>
            <a:endParaRPr sz="15000" b="0" i="0" u="none" strike="noStrike" cap="none">
              <a:solidFill>
                <a:srgbClr val="2356AF"/>
              </a:solidFill>
              <a:latin typeface="Jost"/>
              <a:ea typeface="Jost"/>
              <a:cs typeface="Jost"/>
              <a:sym typeface="Jost"/>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13"/>
        <p:cNvGrpSpPr/>
        <p:nvPr/>
      </p:nvGrpSpPr>
      <p:grpSpPr>
        <a:xfrm>
          <a:off x="0" y="0"/>
          <a:ext cx="0" cy="0"/>
          <a:chOff x="0" y="0"/>
          <a:chExt cx="0" cy="0"/>
        </a:xfrm>
      </p:grpSpPr>
      <p:sp>
        <p:nvSpPr>
          <p:cNvPr id="1014" name="Google Shape;1014;g2c186218c5a_0_4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 </a:t>
            </a:r>
            <a:endParaRPr/>
          </a:p>
        </p:txBody>
      </p:sp>
      <p:sp>
        <p:nvSpPr>
          <p:cNvPr id="1015" name="Google Shape;1015;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1016" name="Google Shape;1016;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21"/>
        <p:cNvGrpSpPr/>
        <p:nvPr/>
      </p:nvGrpSpPr>
      <p:grpSpPr>
        <a:xfrm>
          <a:off x="0" y="0"/>
          <a:ext cx="0" cy="0"/>
          <a:chOff x="0" y="0"/>
          <a:chExt cx="0" cy="0"/>
        </a:xfrm>
      </p:grpSpPr>
      <p:sp>
        <p:nvSpPr>
          <p:cNvPr id="1022" name="Google Shape;1022;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23" name="Google Shape;1023;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024" name="Google Shape;1024;g26b641b03cd_0_204"/>
          <p:cNvPicPr preferRelativeResize="0"/>
          <p:nvPr/>
        </p:nvPicPr>
        <p:blipFill rotWithShape="1">
          <a:blip r:embed="rId3">
            <a:alphaModFix/>
          </a:blip>
          <a:srcRect l="69" r="69"/>
          <a:stretch/>
        </p:blipFill>
        <p:spPr>
          <a:xfrm>
            <a:off x="2859278" y="1109924"/>
            <a:ext cx="3425169" cy="4114800"/>
          </a:xfrm>
          <a:prstGeom prst="rect">
            <a:avLst/>
          </a:prstGeom>
          <a:noFill/>
          <a:ln>
            <a:noFill/>
          </a:ln>
          <a:effectLst>
            <a:outerShdw blurRad="114300" dist="19050" dir="5400000" algn="bl" rotWithShape="0">
              <a:srgbClr val="000000">
                <a:alpha val="20000"/>
              </a:srgbClr>
            </a:outerShdw>
          </a:effectLst>
        </p:spPr>
      </p:pic>
      <p:sp>
        <p:nvSpPr>
          <p:cNvPr id="1025" name="Google Shape;1025;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30"/>
        <p:cNvGrpSpPr/>
        <p:nvPr/>
      </p:nvGrpSpPr>
      <p:grpSpPr>
        <a:xfrm>
          <a:off x="0" y="0"/>
          <a:ext cx="0" cy="0"/>
          <a:chOff x="0" y="0"/>
          <a:chExt cx="0" cy="0"/>
        </a:xfrm>
      </p:grpSpPr>
      <p:sp>
        <p:nvSpPr>
          <p:cNvPr id="1031" name="Google Shape;1031;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32" name="Google Shape;1032;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033" name="Google Shape;1033;g2c186218c5a_0_48"/>
          <p:cNvPicPr preferRelativeResize="0"/>
          <p:nvPr/>
        </p:nvPicPr>
        <p:blipFill rotWithShape="1">
          <a:blip r:embed="rId3">
            <a:alphaModFix/>
          </a:blip>
          <a:srcRect l="149" r="159"/>
          <a:stretch/>
        </p:blipFill>
        <p:spPr>
          <a:xfrm>
            <a:off x="2859278" y="1109924"/>
            <a:ext cx="3425168" cy="4114800"/>
          </a:xfrm>
          <a:prstGeom prst="rect">
            <a:avLst/>
          </a:prstGeom>
          <a:noFill/>
          <a:ln>
            <a:noFill/>
          </a:ln>
          <a:effectLst>
            <a:outerShdw blurRad="114300" dist="19050" dir="5400000" algn="bl" rotWithShape="0">
              <a:srgbClr val="000000">
                <a:alpha val="20000"/>
              </a:srgbClr>
            </a:outerShdw>
          </a:effectLst>
        </p:spPr>
      </p:pic>
      <p:sp>
        <p:nvSpPr>
          <p:cNvPr id="1034" name="Google Shape;1034;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39"/>
        <p:cNvGrpSpPr/>
        <p:nvPr/>
      </p:nvGrpSpPr>
      <p:grpSpPr>
        <a:xfrm>
          <a:off x="0" y="0"/>
          <a:ext cx="0" cy="0"/>
          <a:chOff x="0" y="0"/>
          <a:chExt cx="0" cy="0"/>
        </a:xfrm>
      </p:grpSpPr>
      <p:sp>
        <p:nvSpPr>
          <p:cNvPr id="1040" name="Google Shape;1040;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041" name="Google Shape;1041;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042" name="Google Shape;1042;g26b641b03cd_0_213"/>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1043" name="Google Shape;1043;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48"/>
        <p:cNvGrpSpPr/>
        <p:nvPr/>
      </p:nvGrpSpPr>
      <p:grpSpPr>
        <a:xfrm>
          <a:off x="0" y="0"/>
          <a:ext cx="0" cy="0"/>
          <a:chOff x="0" y="0"/>
          <a:chExt cx="0" cy="0"/>
        </a:xfrm>
      </p:grpSpPr>
      <p:sp>
        <p:nvSpPr>
          <p:cNvPr id="1049" name="Google Shape;1049;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050" name="Google Shape;1050;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051" name="Google Shape;1051;g2c186218c5a_0_149"/>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1052" name="Google Shape;1052;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57"/>
        <p:cNvGrpSpPr/>
        <p:nvPr/>
      </p:nvGrpSpPr>
      <p:grpSpPr>
        <a:xfrm>
          <a:off x="0" y="0"/>
          <a:ext cx="0" cy="0"/>
          <a:chOff x="0" y="0"/>
          <a:chExt cx="0" cy="0"/>
        </a:xfrm>
      </p:grpSpPr>
      <p:sp>
        <p:nvSpPr>
          <p:cNvPr id="1058" name="Google Shape;1058;g26b641b03cd_0_301"/>
          <p:cNvSpPr txBox="1">
            <a:spLocks noGrp="1"/>
          </p:cNvSpPr>
          <p:nvPr>
            <p:ph type="title"/>
          </p:nvPr>
        </p:nvSpPr>
        <p:spPr>
          <a:xfrm>
            <a:off x="973800" y="5568500"/>
            <a:ext cx="71964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1059" name="Google Shape;1059;g26b641b03cd_0_30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pic>
        <p:nvPicPr>
          <p:cNvPr id="1060" name="Google Shape;1060;g26b641b03cd_0_301"/>
          <p:cNvPicPr preferRelativeResize="0"/>
          <p:nvPr/>
        </p:nvPicPr>
        <p:blipFill rotWithShape="1">
          <a:blip r:embed="rId3">
            <a:alphaModFix/>
          </a:blip>
          <a:srcRect l="59" r="5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1061" name="Google Shape;1061;g26b641b03cd_0_301"/>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66"/>
        <p:cNvGrpSpPr/>
        <p:nvPr/>
      </p:nvGrpSpPr>
      <p:grpSpPr>
        <a:xfrm>
          <a:off x="0" y="0"/>
          <a:ext cx="0" cy="0"/>
          <a:chOff x="0" y="0"/>
          <a:chExt cx="0" cy="0"/>
        </a:xfrm>
      </p:grpSpPr>
      <p:sp>
        <p:nvSpPr>
          <p:cNvPr id="1067" name="Google Shape;1067;g2d05ae9120e_0_83"/>
          <p:cNvSpPr txBox="1">
            <a:spLocks noGrp="1"/>
          </p:cNvSpPr>
          <p:nvPr>
            <p:ph type="title"/>
          </p:nvPr>
        </p:nvSpPr>
        <p:spPr>
          <a:xfrm>
            <a:off x="960875" y="5568500"/>
            <a:ext cx="72222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1068" name="Google Shape;1068;g2d05ae9120e_0_8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pic>
        <p:nvPicPr>
          <p:cNvPr id="1069" name="Google Shape;1069;g2d05ae9120e_0_83"/>
          <p:cNvPicPr preferRelativeResize="0"/>
          <p:nvPr/>
        </p:nvPicPr>
        <p:blipFill rotWithShape="1">
          <a:blip r:embed="rId3">
            <a:alphaModFix/>
          </a:blip>
          <a:srcRect l="59" r="5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1070" name="Google Shape;1070;g2d05ae9120e_0_8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75"/>
        <p:cNvGrpSpPr/>
        <p:nvPr/>
      </p:nvGrpSpPr>
      <p:grpSpPr>
        <a:xfrm>
          <a:off x="0" y="0"/>
          <a:ext cx="0" cy="0"/>
          <a:chOff x="0" y="0"/>
          <a:chExt cx="0" cy="0"/>
        </a:xfrm>
      </p:grpSpPr>
      <p:sp>
        <p:nvSpPr>
          <p:cNvPr id="1076" name="Google Shape;1076;g2d05ae9120e_0_75"/>
          <p:cNvSpPr txBox="1">
            <a:spLocks noGrp="1"/>
          </p:cNvSpPr>
          <p:nvPr>
            <p:ph type="title"/>
          </p:nvPr>
        </p:nvSpPr>
        <p:spPr>
          <a:xfrm>
            <a:off x="986725" y="5568500"/>
            <a:ext cx="71706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1077" name="Google Shape;1077;g2d05ae9120e_0_7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pic>
        <p:nvPicPr>
          <p:cNvPr id="1078" name="Google Shape;1078;g2d05ae9120e_0_75"/>
          <p:cNvPicPr preferRelativeResize="0"/>
          <p:nvPr/>
        </p:nvPicPr>
        <p:blipFill rotWithShape="1">
          <a:blip r:embed="rId3">
            <a:alphaModFix/>
          </a:blip>
          <a:srcRect t="19" b="2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1079" name="Google Shape;1079;g2d05ae9120e_0_7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084"/>
        <p:cNvGrpSpPr/>
        <p:nvPr/>
      </p:nvGrpSpPr>
      <p:grpSpPr>
        <a:xfrm>
          <a:off x="0" y="0"/>
          <a:ext cx="0" cy="0"/>
          <a:chOff x="0" y="0"/>
          <a:chExt cx="0" cy="0"/>
        </a:xfrm>
      </p:grpSpPr>
      <p:sp>
        <p:nvSpPr>
          <p:cNvPr id="1085" name="Google Shape;1085;g26b641b03cd_0_308"/>
          <p:cNvSpPr txBox="1">
            <a:spLocks noGrp="1"/>
          </p:cNvSpPr>
          <p:nvPr>
            <p:ph type="title"/>
          </p:nvPr>
        </p:nvSpPr>
        <p:spPr>
          <a:xfrm>
            <a:off x="973800" y="5568500"/>
            <a:ext cx="71964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1086" name="Google Shape;1086;g26b641b03cd_0_30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pic>
        <p:nvPicPr>
          <p:cNvPr id="1087" name="Google Shape;1087;g26b641b03cd_0_308"/>
          <p:cNvPicPr preferRelativeResize="0"/>
          <p:nvPr/>
        </p:nvPicPr>
        <p:blipFill rotWithShape="1">
          <a:blip r:embed="rId3">
            <a:alphaModFix/>
          </a:blip>
          <a:srcRect t="19" b="2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1088" name="Google Shape;1088;g26b641b03cd_0_30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093"/>
        <p:cNvGrpSpPr/>
        <p:nvPr/>
      </p:nvGrpSpPr>
      <p:grpSpPr>
        <a:xfrm>
          <a:off x="0" y="0"/>
          <a:ext cx="0" cy="0"/>
          <a:chOff x="0" y="0"/>
          <a:chExt cx="0" cy="0"/>
        </a:xfrm>
      </p:grpSpPr>
      <p:sp>
        <p:nvSpPr>
          <p:cNvPr id="1094" name="Google Shape;1094;g1f3daf8a844_0_6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095" name="Google Shape;1095;g1f3daf8a844_0_6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096" name="Google Shape;1096;g1f3daf8a844_0_64"/>
          <p:cNvGrpSpPr/>
          <p:nvPr/>
        </p:nvGrpSpPr>
        <p:grpSpPr>
          <a:xfrm>
            <a:off x="3024000" y="209875"/>
            <a:ext cx="3096000" cy="454800"/>
            <a:chOff x="3024000" y="209875"/>
            <a:chExt cx="3096000" cy="454800"/>
          </a:xfrm>
        </p:grpSpPr>
        <p:sp>
          <p:nvSpPr>
            <p:cNvPr id="1097" name="Google Shape;1097;g1f3daf8a844_0_6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8" name="Google Shape;1098;g1f3daf8a844_0_6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099" name="Google Shape;1099;g1f3daf8a844_0_64"/>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100" name="Google Shape;1100;g1f3daf8a844_0_64"/>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01" name="Google Shape;1101;g1f3daf8a844_0_64"/>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02" name="Google Shape;1102;g1f3daf8a844_0_64"/>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103" name="Google Shape;1103;g1f3daf8a844_0_64"/>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104" name="Google Shape;1104;g1f3daf8a844_0_64"/>
          <p:cNvSpPr txBox="1"/>
          <p:nvPr/>
        </p:nvSpPr>
        <p:spPr>
          <a:xfrm>
            <a:off x="2333951"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
        <p:nvSpPr>
          <p:cNvPr id="1105" name="Google Shape;1105;g1f3daf8a844_0_64"/>
          <p:cNvSpPr txBox="1"/>
          <p:nvPr/>
        </p:nvSpPr>
        <p:spPr>
          <a:xfrm>
            <a:off x="579250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b</a:t>
            </a:r>
            <a:endParaRPr sz="5500" b="0" i="0" u="none" strike="noStrike" cap="none">
              <a:solidFill>
                <a:srgbClr val="2356AF"/>
              </a:solidFill>
              <a:latin typeface="Jost"/>
              <a:ea typeface="Jost"/>
              <a:cs typeface="Jost"/>
              <a:sym typeface="Jost"/>
            </a:endParaRPr>
          </a:p>
        </p:txBody>
      </p:sp>
      <p:sp>
        <p:nvSpPr>
          <p:cNvPr id="1106" name="Google Shape;1106;g1f3daf8a844_0_64"/>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g</a:t>
            </a:r>
            <a:endParaRPr sz="5500" b="0" i="0" u="none" strike="noStrike" cap="none">
              <a:solidFill>
                <a:srgbClr val="2356AF"/>
              </a:solidFill>
              <a:latin typeface="Jost"/>
              <a:ea typeface="Jost"/>
              <a:cs typeface="Jost"/>
              <a:sym typeface="Jost"/>
            </a:endParaRPr>
          </a:p>
        </p:txBody>
      </p:sp>
      <p:sp>
        <p:nvSpPr>
          <p:cNvPr id="1107" name="Google Shape;1107;g1f3daf8a844_0_64"/>
          <p:cNvSpPr txBox="1"/>
          <p:nvPr/>
        </p:nvSpPr>
        <p:spPr>
          <a:xfrm>
            <a:off x="348680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000" b="0" i="0" u="none" strike="noStrike" cap="none">
                <a:solidFill>
                  <a:srgbClr val="ED1C24"/>
                </a:solidFill>
                <a:latin typeface="Poppins"/>
                <a:ea typeface="Poppins"/>
                <a:cs typeface="Poppins"/>
                <a:sym typeface="Poppins"/>
              </a:rPr>
              <a:t>a</a:t>
            </a:r>
            <a:endParaRPr sz="5500" b="0" i="0" u="none" strike="noStrike" cap="none">
              <a:solidFill>
                <a:srgbClr val="ED1C24"/>
              </a:solidFill>
              <a:latin typeface="Jost"/>
              <a:ea typeface="Jost"/>
              <a:cs typeface="Jost"/>
              <a:sym typeface="Jost"/>
            </a:endParaRPr>
          </a:p>
        </p:txBody>
      </p:sp>
      <p:sp>
        <p:nvSpPr>
          <p:cNvPr id="1108" name="Google Shape;1108;g1f3daf8a844_0_64"/>
          <p:cNvSpPr txBox="1"/>
          <p:nvPr/>
        </p:nvSpPr>
        <p:spPr>
          <a:xfrm>
            <a:off x="463965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m</a:t>
            </a:r>
            <a:endParaRPr sz="5500" b="0" i="0" u="none" strike="noStrike" cap="none">
              <a:solidFill>
                <a:srgbClr val="2356AF"/>
              </a:solidFill>
              <a:latin typeface="Jost"/>
              <a:ea typeface="Jost"/>
              <a:cs typeface="Jost"/>
              <a:sym typeface="Jost"/>
            </a:endParaRPr>
          </a:p>
        </p:txBody>
      </p:sp>
      <p:sp>
        <p:nvSpPr>
          <p:cNvPr id="1109" name="Google Shape;1109;g1f3daf8a844_0_64"/>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ED1C24"/>
              </a:solidFill>
              <a:latin typeface="Jost"/>
              <a:ea typeface="Jost"/>
              <a:cs typeface="Jost"/>
              <a:sym typeface="Jost"/>
            </a:endParaRPr>
          </a:p>
        </p:txBody>
      </p:sp>
      <p:sp>
        <p:nvSpPr>
          <p:cNvPr id="1110" name="Google Shape;1110;g1f3daf8a844_0_64"/>
          <p:cNvSpPr txBox="1"/>
          <p:nvPr/>
        </p:nvSpPr>
        <p:spPr>
          <a:xfrm>
            <a:off x="3486774"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1111" name="Google Shape;1111;g1f3daf8a844_0_64"/>
          <p:cNvSpPr txBox="1"/>
          <p:nvPr/>
        </p:nvSpPr>
        <p:spPr>
          <a:xfrm>
            <a:off x="2333923"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1112" name="Google Shape;1112;g1f3daf8a844_0_64"/>
          <p:cNvSpPr txBox="1"/>
          <p:nvPr/>
        </p:nvSpPr>
        <p:spPr>
          <a:xfrm>
            <a:off x="4639626"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o</a:t>
            </a:r>
            <a:endParaRPr sz="5500" b="0" i="0" u="none" strike="noStrike" cap="none">
              <a:solidFill>
                <a:srgbClr val="ED1C24"/>
              </a:solidFill>
              <a:latin typeface="Jost"/>
              <a:ea typeface="Jost"/>
              <a:cs typeface="Jost"/>
              <a:sym typeface="Jost"/>
            </a:endParaRPr>
          </a:p>
        </p:txBody>
      </p:sp>
      <p:sp>
        <p:nvSpPr>
          <p:cNvPr id="1113" name="Google Shape;1113;g1f3daf8a844_0_64"/>
          <p:cNvSpPr txBox="1"/>
          <p:nvPr/>
        </p:nvSpPr>
        <p:spPr>
          <a:xfrm>
            <a:off x="5792477"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ng</a:t>
            </a:r>
            <a:endParaRPr sz="5500" b="0" i="0" u="none" strike="noStrike" cap="none">
              <a:solidFill>
                <a:srgbClr val="FFD400"/>
              </a:solidFill>
              <a:latin typeface="Jost"/>
              <a:ea typeface="Jost"/>
              <a:cs typeface="Jost"/>
              <a:sym typeface="Jost"/>
            </a:endParaRPr>
          </a:p>
        </p:txBody>
      </p:sp>
      <p:cxnSp>
        <p:nvCxnSpPr>
          <p:cNvPr id="1114" name="Google Shape;1114;g1f3daf8a844_0_64"/>
          <p:cNvCxnSpPr/>
          <p:nvPr/>
        </p:nvCxnSpPr>
        <p:spPr>
          <a:xfrm>
            <a:off x="1181100" y="3648525"/>
            <a:ext cx="6781800" cy="0"/>
          </a:xfrm>
          <a:prstGeom prst="straightConnector1">
            <a:avLst/>
          </a:prstGeom>
          <a:noFill/>
          <a:ln w="19050" cap="flat" cmpd="sng">
            <a:solidFill>
              <a:srgbClr val="CFD9EF"/>
            </a:solidFill>
            <a:prstDash val="solid"/>
            <a:miter lim="800000"/>
            <a:headEnd type="none" w="sm" len="sm"/>
            <a:tailEnd type="none" w="sm" len="sm"/>
          </a:ln>
        </p:spPr>
      </p:cxn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119"/>
        <p:cNvGrpSpPr/>
        <p:nvPr/>
      </p:nvGrpSpPr>
      <p:grpSpPr>
        <a:xfrm>
          <a:off x="0" y="0"/>
          <a:ext cx="0" cy="0"/>
          <a:chOff x="0" y="0"/>
          <a:chExt cx="0" cy="0"/>
        </a:xfrm>
      </p:grpSpPr>
      <p:sp>
        <p:nvSpPr>
          <p:cNvPr id="1120" name="Google Shape;1120;g2d05ae9120e_0_9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121" name="Google Shape;1121;g2d05ae9120e_0_9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122" name="Google Shape;1122;g2d05ae9120e_0_92"/>
          <p:cNvGrpSpPr/>
          <p:nvPr/>
        </p:nvGrpSpPr>
        <p:grpSpPr>
          <a:xfrm>
            <a:off x="3024000" y="209875"/>
            <a:ext cx="3096000" cy="454800"/>
            <a:chOff x="3024000" y="209875"/>
            <a:chExt cx="3096000" cy="454800"/>
          </a:xfrm>
        </p:grpSpPr>
        <p:sp>
          <p:nvSpPr>
            <p:cNvPr id="1123" name="Google Shape;1123;g2d05ae9120e_0_92"/>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24" name="Google Shape;1124;g2d05ae9120e_0_92"/>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125" name="Google Shape;1125;g2d05ae9120e_0_92"/>
            <p:cNvPicPr preferRelativeResize="0"/>
            <p:nvPr/>
          </p:nvPicPr>
          <p:blipFill rotWithShape="1">
            <a:blip r:embed="rId3">
              <a:alphaModFix/>
            </a:blip>
            <a:srcRect/>
            <a:stretch/>
          </p:blipFill>
          <p:spPr>
            <a:xfrm>
              <a:off x="3278989" y="302008"/>
              <a:ext cx="214317" cy="246300"/>
            </a:xfrm>
            <a:prstGeom prst="rect">
              <a:avLst/>
            </a:prstGeom>
            <a:noFill/>
            <a:ln>
              <a:noFill/>
            </a:ln>
          </p:spPr>
        </p:pic>
      </p:grpSp>
      <p:sp>
        <p:nvSpPr>
          <p:cNvPr id="1126" name="Google Shape;1126;g2d05ae9120e_0_92"/>
          <p:cNvSpPr txBox="1">
            <a:spLocks noGrp="1"/>
          </p:cNvSpPr>
          <p:nvPr>
            <p:ph type="subTitle" idx="4294967295"/>
          </p:nvPr>
        </p:nvSpPr>
        <p:spPr>
          <a:xfrm>
            <a:off x="1193375" y="35019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800" b="0" i="0" u="none" strike="noStrike" cap="none">
                <a:solidFill>
                  <a:srgbClr val="B7B7B7"/>
                </a:solidFill>
                <a:latin typeface="Jost"/>
                <a:ea typeface="Jost"/>
                <a:cs typeface="Jost"/>
                <a:sym typeface="Jost"/>
              </a:rPr>
              <a:t>gr</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m gr</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b grip drip drop pr</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m prom prong</a:t>
            </a:r>
            <a:endParaRPr sz="1800" b="0" i="0" u="none" strike="noStrike" cap="none">
              <a:solidFill>
                <a:srgbClr val="B7B7B7"/>
              </a:solidFill>
              <a:latin typeface="Jost"/>
              <a:ea typeface="Jost"/>
              <a:cs typeface="Jost"/>
              <a:sym typeface="Jost"/>
            </a:endParaRPr>
          </a:p>
        </p:txBody>
      </p:sp>
      <p:cxnSp>
        <p:nvCxnSpPr>
          <p:cNvPr id="1127" name="Google Shape;1127;g2d05ae9120e_0_92"/>
          <p:cNvCxnSpPr/>
          <p:nvPr/>
        </p:nvCxnSpPr>
        <p:spPr>
          <a:xfrm>
            <a:off x="1181100" y="39190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1128" name="Google Shape;1128;g2d05ae9120e_0_92"/>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29" name="Google Shape;1129;g2d05ae9120e_0_92"/>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30" name="Google Shape;1130;g2d05ae9120e_0_92"/>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131" name="Google Shape;1131;g2d05ae9120e_0_92"/>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132" name="Google Shape;1132;g2d05ae9120e_0_92"/>
          <p:cNvSpPr txBox="1"/>
          <p:nvPr/>
        </p:nvSpPr>
        <p:spPr>
          <a:xfrm>
            <a:off x="2333951"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
        <p:nvSpPr>
          <p:cNvPr id="1133" name="Google Shape;1133;g2d05ae9120e_0_92"/>
          <p:cNvSpPr txBox="1"/>
          <p:nvPr/>
        </p:nvSpPr>
        <p:spPr>
          <a:xfrm>
            <a:off x="579250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b</a:t>
            </a:r>
            <a:endParaRPr sz="5500" b="0" i="0" u="none" strike="noStrike" cap="none">
              <a:solidFill>
                <a:srgbClr val="2356AF"/>
              </a:solidFill>
              <a:latin typeface="Jost"/>
              <a:ea typeface="Jost"/>
              <a:cs typeface="Jost"/>
              <a:sym typeface="Jost"/>
            </a:endParaRPr>
          </a:p>
        </p:txBody>
      </p:sp>
      <p:sp>
        <p:nvSpPr>
          <p:cNvPr id="1134" name="Google Shape;1134;g2d05ae9120e_0_92"/>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g</a:t>
            </a:r>
            <a:endParaRPr sz="5500" b="0" i="0" u="none" strike="noStrike" cap="none">
              <a:solidFill>
                <a:srgbClr val="2356AF"/>
              </a:solidFill>
              <a:latin typeface="Jost"/>
              <a:ea typeface="Jost"/>
              <a:cs typeface="Jost"/>
              <a:sym typeface="Jost"/>
            </a:endParaRPr>
          </a:p>
        </p:txBody>
      </p:sp>
      <p:sp>
        <p:nvSpPr>
          <p:cNvPr id="1135" name="Google Shape;1135;g2d05ae9120e_0_92"/>
          <p:cNvSpPr txBox="1"/>
          <p:nvPr/>
        </p:nvSpPr>
        <p:spPr>
          <a:xfrm>
            <a:off x="463965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m</a:t>
            </a:r>
            <a:endParaRPr sz="5500" b="0" i="0" u="none" strike="noStrike" cap="none">
              <a:solidFill>
                <a:srgbClr val="2356AF"/>
              </a:solidFill>
              <a:latin typeface="Jost"/>
              <a:ea typeface="Jost"/>
              <a:cs typeface="Jost"/>
              <a:sym typeface="Jost"/>
            </a:endParaRPr>
          </a:p>
        </p:txBody>
      </p:sp>
      <p:cxnSp>
        <p:nvCxnSpPr>
          <p:cNvPr id="1136" name="Google Shape;1136;g2d05ae9120e_0_92"/>
          <p:cNvCxnSpPr/>
          <p:nvPr/>
        </p:nvCxnSpPr>
        <p:spPr>
          <a:xfrm>
            <a:off x="1181100" y="33780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137" name="Google Shape;1137;g2d05ae9120e_0_92"/>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ED1C24"/>
              </a:solidFill>
              <a:latin typeface="Jost"/>
              <a:ea typeface="Jost"/>
              <a:cs typeface="Jost"/>
              <a:sym typeface="Jost"/>
            </a:endParaRPr>
          </a:p>
        </p:txBody>
      </p:sp>
      <p:sp>
        <p:nvSpPr>
          <p:cNvPr id="1138" name="Google Shape;1138;g2d05ae9120e_0_92"/>
          <p:cNvSpPr txBox="1"/>
          <p:nvPr/>
        </p:nvSpPr>
        <p:spPr>
          <a:xfrm>
            <a:off x="3486774"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1139" name="Google Shape;1139;g2d05ae9120e_0_92"/>
          <p:cNvSpPr txBox="1"/>
          <p:nvPr/>
        </p:nvSpPr>
        <p:spPr>
          <a:xfrm>
            <a:off x="2333923"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1140" name="Google Shape;1140;g2d05ae9120e_0_92"/>
          <p:cNvSpPr txBox="1"/>
          <p:nvPr/>
        </p:nvSpPr>
        <p:spPr>
          <a:xfrm>
            <a:off x="4639626"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o</a:t>
            </a:r>
            <a:endParaRPr sz="5500" b="0" i="0" u="none" strike="noStrike" cap="none">
              <a:solidFill>
                <a:srgbClr val="ED1C24"/>
              </a:solidFill>
              <a:latin typeface="Jost"/>
              <a:ea typeface="Jost"/>
              <a:cs typeface="Jost"/>
              <a:sym typeface="Jost"/>
            </a:endParaRPr>
          </a:p>
        </p:txBody>
      </p:sp>
      <p:sp>
        <p:nvSpPr>
          <p:cNvPr id="1141" name="Google Shape;1141;g2d05ae9120e_0_92"/>
          <p:cNvSpPr txBox="1"/>
          <p:nvPr/>
        </p:nvSpPr>
        <p:spPr>
          <a:xfrm>
            <a:off x="5792477"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ng</a:t>
            </a:r>
            <a:endParaRPr sz="5500" b="0" i="0" u="none" strike="noStrike" cap="none">
              <a:solidFill>
                <a:srgbClr val="FFD400"/>
              </a:solidFill>
              <a:latin typeface="Jost"/>
              <a:ea typeface="Jost"/>
              <a:cs typeface="Jost"/>
              <a:sym typeface="Jost"/>
            </a:endParaRPr>
          </a:p>
        </p:txBody>
      </p:sp>
      <p:sp>
        <p:nvSpPr>
          <p:cNvPr id="1142" name="Google Shape;1142;g2d05ae9120e_0_92"/>
          <p:cNvSpPr txBox="1"/>
          <p:nvPr/>
        </p:nvSpPr>
        <p:spPr>
          <a:xfrm>
            <a:off x="348680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000" b="0" i="0" u="none" strike="noStrike" cap="none">
                <a:solidFill>
                  <a:srgbClr val="ED1C24"/>
                </a:solidFill>
                <a:latin typeface="Poppins"/>
                <a:ea typeface="Poppins"/>
                <a:cs typeface="Poppins"/>
                <a:sym typeface="Poppins"/>
              </a:rPr>
              <a:t>a</a:t>
            </a:r>
            <a:endParaRPr sz="5500" b="0" i="0" u="none" strike="noStrike" cap="none">
              <a:solidFill>
                <a:srgbClr val="ED1C24"/>
              </a:solidFill>
              <a:latin typeface="Jost"/>
              <a:ea typeface="Jost"/>
              <a:cs typeface="Jost"/>
              <a:sym typeface="Jost"/>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492</Words>
  <Application>Microsoft Office PowerPoint</Application>
  <PresentationFormat>On-screen Show (4:3)</PresentationFormat>
  <Paragraphs>159</Paragraphs>
  <Slides>25</Slides>
  <Notes>25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25</vt:i4>
      </vt:variant>
    </vt:vector>
  </HeadingPairs>
  <TitlesOfParts>
    <vt:vector size="33" baseType="lpstr">
      <vt:lpstr>Jost</vt:lpstr>
      <vt:lpstr>Calibri</vt:lpstr>
      <vt:lpstr>Poppins</vt:lpstr>
      <vt:lpstr>Nunito Black</vt:lpstr>
      <vt:lpstr>Poppins SemiBold</vt:lpstr>
      <vt:lpstr>Arial</vt:lpstr>
      <vt:lpstr>Poppins Medium</vt:lpstr>
      <vt:lpstr>Office Theme</vt:lpstr>
      <vt:lpstr>PowerPoint Presentation</vt:lpstr>
      <vt:lpstr>PowerPoint Presentation</vt:lpstr>
      <vt:lpstr>Recall all GPCs learned so far using flashcards.</vt:lpstr>
      <vt:lpstr>Recall all GPCs learned so far using flashcards.</vt:lpstr>
      <vt:lpstr>Review Phase 2 Common Exception Words  as I is no go to into the put his has of pull full.</vt:lpstr>
      <vt:lpstr>Review Phase 3 Common Exception Words push they me we be he she my by looked you are there here were all sure.</vt:lpstr>
      <vt:lpstr>Review Phase 4 Common Exception Words said like out have.</vt:lpstr>
      <vt:lpstr>Review the Vowel Hand Song</vt:lpstr>
      <vt:lpstr>Hear Phonemes</vt:lpstr>
      <vt:lpstr>Hear Phonemes</vt:lpstr>
      <vt:lpstr>Explain Decoding</vt:lpstr>
      <vt:lpstr>Model Blending Phonemes</vt:lpstr>
      <vt:lpstr>Model Blending Phonemes</vt:lpstr>
      <vt:lpstr>Model Blending Phonemes</vt:lpstr>
      <vt:lpstr>Explain Encoding</vt:lpstr>
      <vt:lpstr>Build a Decodable Word</vt:lpstr>
      <vt:lpstr>Build a Decodable Word</vt:lpstr>
      <vt:lpstr>Practise with Alien Words</vt:lpstr>
      <vt:lpstr>Practise with Alien Words</vt:lpstr>
      <vt:lpstr>Practise Common Exception Words</vt:lpstr>
      <vt:lpstr>Practise Common Exception Words</vt:lpstr>
      <vt:lpstr>Practise Common Exception Words</vt:lpstr>
      <vt:lpstr>Practise Common Exception Words</vt:lpstr>
      <vt:lpstr>Practise Building Words</vt:lpstr>
      <vt:lpstr>Practise Building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2026-05-14T02:38:42Z</dcterms:modified>
</cp:coreProperties>
</file>