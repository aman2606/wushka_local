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6858000" type="screen4x3"/>
  <p:notesSz cx="6858000" cy="9144000"/>
  <p:embeddedFontLst>
    <p:embeddedFont>
      <p:font typeface="Jost" panose="020B0604020202020204" charset="0"/>
      <p:regular r:id="rId34"/>
      <p:bold r:id="rId35"/>
      <p:italic r:id="rId36"/>
      <p:boldItalic r:id="rId37"/>
    </p:embeddedFont>
    <p:embeddedFont>
      <p:font typeface="Nunito Black" pitchFamily="2" charset="0"/>
      <p:bold r:id="rId38"/>
      <p:boldItalic r:id="rId39"/>
    </p:embeddedFont>
    <p:embeddedFont>
      <p:font typeface="Poppins" panose="00000500000000000000" pitchFamily="2" charset="0"/>
      <p:regular r:id="rId40"/>
      <p:bold r:id="rId41"/>
      <p:italic r:id="rId42"/>
      <p:boldItalic r:id="rId43"/>
    </p:embeddedFont>
    <p:embeddedFont>
      <p:font typeface="Poppins Medium" panose="00000600000000000000" pitchFamily="2" charset="0"/>
      <p:regular r:id="rId44"/>
      <p:bold r:id="rId45"/>
      <p:italic r:id="rId46"/>
      <p:boldItalic r:id="rId47"/>
    </p:embeddedFont>
    <p:embeddedFont>
      <p:font typeface="Poppins SemiBold" panose="00000700000000000000" pitchFamily="2"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8" roundtripDataSignature="AMtx7mhW5cyQF7hi9XMCJ5xGT4BwGdvW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B262344-57C9-4EF0-B25C-98C9ED7B9173}">
  <a:tblStyle styleId="{BB262344-57C9-4EF0-B25C-98C9ED7B917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font" Target="fonts/font1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8" Type="http://customschemas.google.com/relationships/presentationmetadata" Target="metadata"/><Relationship Id="rId5" Type="http://schemas.openxmlformats.org/officeDocument/2006/relationships/slide" Target="slides/slide4.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font" Target="fonts/font1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8.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8" name="Google Shape;68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9" name="Google Shape;68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6" name="Google Shape;716;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7" name="Google Shape;717;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6" name="Google Shape;746;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7" name="Google Shape;747;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2" name="Google Shape;782;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3" name="Google Shape;783;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3" name="Google Shape;873;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4" name="Google Shape;874;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9" name="Google Shape;949;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0" name="Google Shape;950;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31d111e6b28_1_90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g31d111e6b28_1_9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1" name="Google Shape;971;g31d111e6b28_1_9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cdbdd193bb_0_3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g2cdbdd193bb_0_3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1" name="Google Shape;1001;g2cdbdd193bb_0_3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g31dbdd3d3c5_0_7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g31dbdd3d3c5_0_7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5" name="Google Shape;1025;g31dbdd3d3c5_0_7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2" name="Google Shape;1032;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3" name="Google Shape;1033;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31dbdd3d3c5_0_145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5" name="Google Shape;1045;g31dbdd3d3c5_0_14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6" name="Google Shape;1046;g31dbdd3d3c5_0_14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31dbdd3d3c5_0_146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8" name="Google Shape;1058;g31dbdd3d3c5_0_14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9" name="Google Shape;1059;g31dbdd3d3c5_0_14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1" name="Google Shape;1071;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2" name="Google Shape;1072;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8"/>
        <p:cNvGrpSpPr/>
        <p:nvPr/>
      </p:nvGrpSpPr>
      <p:grpSpPr>
        <a:xfrm>
          <a:off x="0" y="0"/>
          <a:ext cx="0" cy="0"/>
          <a:chOff x="0" y="0"/>
          <a:chExt cx="0" cy="0"/>
        </a:xfrm>
      </p:grpSpPr>
      <p:sp>
        <p:nvSpPr>
          <p:cNvPr id="1079" name="Google Shape;1079;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0" name="Google Shape;1080;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1" name="Google Shape;1081;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g31dbdd3d3c5_0_148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1" name="Google Shape;1111;g31dbdd3d3c5_0_14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2" name="Google Shape;1112;g31dbdd3d3c5_0_14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2"/>
        <p:cNvGrpSpPr/>
        <p:nvPr/>
      </p:nvGrpSpPr>
      <p:grpSpPr>
        <a:xfrm>
          <a:off x="0" y="0"/>
          <a:ext cx="0" cy="0"/>
          <a:chOff x="0" y="0"/>
          <a:chExt cx="0" cy="0"/>
        </a:xfrm>
      </p:grpSpPr>
      <p:sp>
        <p:nvSpPr>
          <p:cNvPr id="1143" name="Google Shape;114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4" name="Google Shape;114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5" name="Google Shape;114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3" name="Google Shape;1153;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4" name="Google Shape;1154;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2" name="Google Shape;1162;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3" name="Google Shape;1163;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9"/>
        <p:cNvGrpSpPr/>
        <p:nvPr/>
      </p:nvGrpSpPr>
      <p:grpSpPr>
        <a:xfrm>
          <a:off x="0" y="0"/>
          <a:ext cx="0" cy="0"/>
          <a:chOff x="0" y="0"/>
          <a:chExt cx="0" cy="0"/>
        </a:xfrm>
      </p:grpSpPr>
      <p:sp>
        <p:nvSpPr>
          <p:cNvPr id="1170" name="Google Shape;1170;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1" name="Google Shape;1171;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2" name="Google Shape;1172;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8"/>
        <p:cNvGrpSpPr/>
        <p:nvPr/>
      </p:nvGrpSpPr>
      <p:grpSpPr>
        <a:xfrm>
          <a:off x="0" y="0"/>
          <a:ext cx="0" cy="0"/>
          <a:chOff x="0" y="0"/>
          <a:chExt cx="0" cy="0"/>
        </a:xfrm>
      </p:grpSpPr>
      <p:sp>
        <p:nvSpPr>
          <p:cNvPr id="1179" name="Google Shape;1179;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0" name="Google Shape;1180;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1" name="Google Shape;1181;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7"/>
        <p:cNvGrpSpPr/>
        <p:nvPr/>
      </p:nvGrpSpPr>
      <p:grpSpPr>
        <a:xfrm>
          <a:off x="0" y="0"/>
          <a:ext cx="0" cy="0"/>
          <a:chOff x="0" y="0"/>
          <a:chExt cx="0" cy="0"/>
        </a:xfrm>
      </p:grpSpPr>
      <p:sp>
        <p:nvSpPr>
          <p:cNvPr id="1188" name="Google Shape;1188;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9" name="Google Shape;1189;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0" name="Google Shape;1190;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6"/>
        <p:cNvGrpSpPr/>
        <p:nvPr/>
      </p:nvGrpSpPr>
      <p:grpSpPr>
        <a:xfrm>
          <a:off x="0" y="0"/>
          <a:ext cx="0" cy="0"/>
          <a:chOff x="0" y="0"/>
          <a:chExt cx="0" cy="0"/>
        </a:xfrm>
      </p:grpSpPr>
      <p:sp>
        <p:nvSpPr>
          <p:cNvPr id="1197" name="Google Shape;1197;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8" name="Google Shape;1198;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9" name="Google Shape;1199;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5"/>
        <p:cNvGrpSpPr/>
        <p:nvPr/>
      </p:nvGrpSpPr>
      <p:grpSpPr>
        <a:xfrm>
          <a:off x="0" y="0"/>
          <a:ext cx="0" cy="0"/>
          <a:chOff x="0" y="0"/>
          <a:chExt cx="0" cy="0"/>
        </a:xfrm>
      </p:grpSpPr>
      <p:sp>
        <p:nvSpPr>
          <p:cNvPr id="1206" name="Google Shape;1206;g31dbdd3d3c5_0_158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7" name="Google Shape;1207;g31dbdd3d3c5_0_15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8" name="Google Shape;1208;g31dbdd3d3c5_0_158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p:cNvGrpSpPr/>
        <p:nvPr/>
      </p:nvGrpSpPr>
      <p:grpSpPr>
        <a:xfrm>
          <a:off x="0" y="0"/>
          <a:ext cx="0" cy="0"/>
          <a:chOff x="0" y="0"/>
          <a:chExt cx="0" cy="0"/>
        </a:xfrm>
      </p:grpSpPr>
      <p:sp>
        <p:nvSpPr>
          <p:cNvPr id="1218" name="Google Shape;1218;g31dbdd3d3c5_0_158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9" name="Google Shape;1219;g31dbdd3d3c5_0_15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0" name="Google Shape;1220;g31dbdd3d3c5_0_158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9"/>
        <p:cNvGrpSpPr/>
        <p:nvPr/>
      </p:nvGrpSpPr>
      <p:grpSpPr>
        <a:xfrm>
          <a:off x="0" y="0"/>
          <a:ext cx="0" cy="0"/>
          <a:chOff x="0" y="0"/>
          <a:chExt cx="0" cy="0"/>
        </a:xfrm>
      </p:grpSpPr>
      <p:sp>
        <p:nvSpPr>
          <p:cNvPr id="1230" name="Google Shape;1230;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1" name="Google Shape;1231;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2" name="Google Shape;1232;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8"/>
        <p:cNvGrpSpPr/>
        <p:nvPr/>
      </p:nvGrpSpPr>
      <p:grpSpPr>
        <a:xfrm>
          <a:off x="0" y="0"/>
          <a:ext cx="0" cy="0"/>
          <a:chOff x="0" y="0"/>
          <a:chExt cx="0" cy="0"/>
        </a:xfrm>
      </p:grpSpPr>
      <p:sp>
        <p:nvSpPr>
          <p:cNvPr id="1259" name="Google Shape;1259;g31dbdd3d3c5_0_16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0" name="Google Shape;1260;g31dbdd3d3c5_0_16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1" name="Google Shape;1261;g31dbdd3d3c5_0_16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9"/>
        <p:cNvGrpSpPr/>
        <p:nvPr/>
      </p:nvGrpSpPr>
      <p:grpSpPr>
        <a:xfrm>
          <a:off x="0" y="0"/>
          <a:ext cx="0" cy="0"/>
          <a:chOff x="0" y="0"/>
          <a:chExt cx="0" cy="0"/>
        </a:xfrm>
      </p:grpSpPr>
      <p:sp>
        <p:nvSpPr>
          <p:cNvPr id="1290" name="Google Shape;1290;g31dbdd3d3c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1" name="Google Shape;1291;g31dbdd3d3c5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2" name="Google Shape;1292;g31dbdd3d3c5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8795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0834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0482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FFFFFF"/>
                </a:solidFill>
                <a:latin typeface="Poppins SemiBold"/>
                <a:ea typeface="Poppins SemiBold"/>
                <a:cs typeface="Poppins SemiBold"/>
                <a:sym typeface="Poppins SemiBold"/>
              </a:rPr>
              <a:t>Sound Family /or/ - ore oor</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9614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Week 15 - Friday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75</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1"/>
        <p:cNvGrpSpPr/>
        <p:nvPr/>
      </p:nvGrpSpPr>
      <p:grpSpPr>
        <a:xfrm>
          <a:off x="0" y="0"/>
          <a:ext cx="0" cy="0"/>
          <a:chOff x="0" y="0"/>
          <a:chExt cx="0" cy="0"/>
        </a:xfrm>
      </p:grpSpPr>
      <p:sp>
        <p:nvSpPr>
          <p:cNvPr id="162" name="Google Shape;162;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3" name="Google Shape;163;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4" name="Google Shape;164;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5" name="Google Shape;165;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8" name="Google Shape;168;g26b641b03cd_0_260"/>
          <p:cNvGrpSpPr/>
          <p:nvPr/>
        </p:nvGrpSpPr>
        <p:grpSpPr>
          <a:xfrm>
            <a:off x="8199150" y="5983875"/>
            <a:ext cx="586800" cy="571500"/>
            <a:chOff x="7894350" y="6212475"/>
            <a:chExt cx="586800" cy="571500"/>
          </a:xfrm>
        </p:grpSpPr>
        <p:sp>
          <p:nvSpPr>
            <p:cNvPr id="169" name="Google Shape;169;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1" name="Google Shape;171;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2" name="Google Shape;172;g26b641b03cd_0_260"/>
          <p:cNvGrpSpPr/>
          <p:nvPr/>
        </p:nvGrpSpPr>
        <p:grpSpPr>
          <a:xfrm>
            <a:off x="-36800" y="-52000"/>
            <a:ext cx="9236100" cy="543600"/>
            <a:chOff x="-36800" y="-52000"/>
            <a:chExt cx="9236100" cy="543600"/>
          </a:xfrm>
        </p:grpSpPr>
        <p:sp>
          <p:nvSpPr>
            <p:cNvPr id="173" name="Google Shape;173;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4" name="Google Shape;174;g26b641b03cd_0_260"/>
            <p:cNvGrpSpPr/>
            <p:nvPr/>
          </p:nvGrpSpPr>
          <p:grpSpPr>
            <a:xfrm>
              <a:off x="5905920" y="88100"/>
              <a:ext cx="1337400" cy="403500"/>
              <a:chOff x="565600" y="88250"/>
              <a:chExt cx="1337400" cy="403500"/>
            </a:xfrm>
          </p:grpSpPr>
          <p:sp>
            <p:nvSpPr>
              <p:cNvPr id="175" name="Google Shape;175;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6" name="Google Shape;176;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7" name="Google Shape;177;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7" name="Google Shape;187;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8"/>
        <p:cNvGrpSpPr/>
        <p:nvPr/>
      </p:nvGrpSpPr>
      <p:grpSpPr>
        <a:xfrm>
          <a:off x="0" y="0"/>
          <a:ext cx="0" cy="0"/>
          <a:chOff x="0" y="0"/>
          <a:chExt cx="0" cy="0"/>
        </a:xfrm>
      </p:grpSpPr>
      <p:sp>
        <p:nvSpPr>
          <p:cNvPr id="189" name="Google Shape;189;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0" name="Google Shape;19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1" name="Google Shape;19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Practise Building Words</a:t>
            </a:r>
            <a:endParaRPr sz="3000" b="0" i="0" u="none" strike="noStrike" cap="none">
              <a:solidFill>
                <a:srgbClr val="CB3D85"/>
              </a:solidFill>
              <a:latin typeface="Poppins Medium"/>
              <a:ea typeface="Poppins Medium"/>
              <a:cs typeface="Poppins Medium"/>
              <a:sym typeface="Poppins Medium"/>
            </a:endParaRPr>
          </a:p>
        </p:txBody>
      </p:sp>
      <p:sp>
        <p:nvSpPr>
          <p:cNvPr id="192" name="Google Shape;192;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3" name="Google Shape;19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4" name="Google Shape;19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95" name="Google Shape;19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6" name="Google Shape;19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8" name="Google Shape;19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9" name="Google Shape;19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0" name="Google Shape;200;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1" name="Google Shape;201;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3" name="Google Shape;203;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4" name="Google Shape;204;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7" name="Google Shape;207;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8" name="Google Shape;208;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10" name="Google Shape;210;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1" name="Google Shape;22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Practise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2" name="Google Shape;22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3" name="Google Shape;22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224" name="Google Shape;22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5" name="Google Shape;22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7" name="Google Shape;22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8" name="Google Shape;22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9" name="Google Shape;229;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0" name="Google Shape;230;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2" name="Google Shape;232;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6" name="Google Shape;236;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7" name="Google Shape;237;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9" name="Google Shape;239;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40" name="Google Shape;240;g1f3daf8a844_0_32"/>
          <p:cNvGrpSpPr/>
          <p:nvPr/>
        </p:nvGrpSpPr>
        <p:grpSpPr>
          <a:xfrm>
            <a:off x="662575" y="6212475"/>
            <a:ext cx="586800" cy="571500"/>
            <a:chOff x="662575" y="6212475"/>
            <a:chExt cx="586800" cy="571500"/>
          </a:xfrm>
        </p:grpSpPr>
        <p:sp>
          <p:nvSpPr>
            <p:cNvPr id="241" name="Google Shape;24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4" name="Google Shape;244;g1f3daf8a844_0_32"/>
          <p:cNvGrpSpPr/>
          <p:nvPr/>
        </p:nvGrpSpPr>
        <p:grpSpPr>
          <a:xfrm>
            <a:off x="7894350" y="6212475"/>
            <a:ext cx="586800" cy="571500"/>
            <a:chOff x="7894350" y="6212475"/>
            <a:chExt cx="586800" cy="571500"/>
          </a:xfrm>
        </p:grpSpPr>
        <p:sp>
          <p:nvSpPr>
            <p:cNvPr id="245" name="Google Shape;24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7" name="Google Shape;247;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8"/>
        <p:cNvGrpSpPr/>
        <p:nvPr/>
      </p:nvGrpSpPr>
      <p:grpSpPr>
        <a:xfrm>
          <a:off x="0" y="0"/>
          <a:ext cx="0" cy="0"/>
          <a:chOff x="0" y="0"/>
          <a:chExt cx="0" cy="0"/>
        </a:xfrm>
      </p:grpSpPr>
      <p:sp>
        <p:nvSpPr>
          <p:cNvPr id="249" name="Google Shape;249;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0" name="Google Shape;250;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1" name="Google Shape;251;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4" name="Google Shape;254;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5" name="Google Shape;25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6" name="Google Shape;25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7" name="Google Shape;25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8" name="Google Shape;258;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0" name="Google Shape;260;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1" name="Google Shape;261;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4" name="Google Shape;264;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5" name="Google Shape;265;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7" name="Google Shape;267;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8" name="Google Shape;268;g2c157a2fb06_0_53"/>
          <p:cNvGrpSpPr/>
          <p:nvPr/>
        </p:nvGrpSpPr>
        <p:grpSpPr>
          <a:xfrm>
            <a:off x="662575" y="6212475"/>
            <a:ext cx="586800" cy="571500"/>
            <a:chOff x="662575" y="6212475"/>
            <a:chExt cx="586800" cy="571500"/>
          </a:xfrm>
        </p:grpSpPr>
        <p:sp>
          <p:nvSpPr>
            <p:cNvPr id="269" name="Google Shape;26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2" name="Google Shape;272;g2c157a2fb06_0_53"/>
          <p:cNvGrpSpPr/>
          <p:nvPr/>
        </p:nvGrpSpPr>
        <p:grpSpPr>
          <a:xfrm>
            <a:off x="7894350" y="6212475"/>
            <a:ext cx="586800" cy="571500"/>
            <a:chOff x="7894350" y="6212475"/>
            <a:chExt cx="586800" cy="571500"/>
          </a:xfrm>
        </p:grpSpPr>
        <p:sp>
          <p:nvSpPr>
            <p:cNvPr id="273" name="Google Shape;27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5" name="Google Shape;275;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6"/>
        <p:cNvGrpSpPr/>
        <p:nvPr/>
      </p:nvGrpSpPr>
      <p:grpSpPr>
        <a:xfrm>
          <a:off x="0" y="0"/>
          <a:ext cx="0" cy="0"/>
          <a:chOff x="0" y="0"/>
          <a:chExt cx="0" cy="0"/>
        </a:xfrm>
      </p:grpSpPr>
      <p:pic>
        <p:nvPicPr>
          <p:cNvPr id="277" name="Google Shape;27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8" name="Google Shape;27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9" name="Google Shape;27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80" name="Google Shape;280;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4" name="Google Shape;28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5" name="Google Shape;28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6" name="Google Shape;286;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8" name="Google Shape;288;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9" name="Google Shape;289;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2" name="Google Shape;292;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3" name="Google Shape;293;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5" name="Google Shape;295;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6" name="Google Shape;296;g2c157a2fb06_0_158"/>
          <p:cNvGrpSpPr/>
          <p:nvPr/>
        </p:nvGrpSpPr>
        <p:grpSpPr>
          <a:xfrm>
            <a:off x="662575" y="6212475"/>
            <a:ext cx="586800" cy="571500"/>
            <a:chOff x="662575" y="6212475"/>
            <a:chExt cx="586800" cy="571500"/>
          </a:xfrm>
        </p:grpSpPr>
        <p:sp>
          <p:nvSpPr>
            <p:cNvPr id="297" name="Google Shape;29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00" name="Google Shape;300;g2c157a2fb06_0_158"/>
          <p:cNvGrpSpPr/>
          <p:nvPr/>
        </p:nvGrpSpPr>
        <p:grpSpPr>
          <a:xfrm>
            <a:off x="7894350" y="6212475"/>
            <a:ext cx="586800" cy="571500"/>
            <a:chOff x="7894350" y="6212475"/>
            <a:chExt cx="586800" cy="571500"/>
          </a:xfrm>
        </p:grpSpPr>
        <p:sp>
          <p:nvSpPr>
            <p:cNvPr id="301" name="Google Shape;30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4"/>
        <p:cNvGrpSpPr/>
        <p:nvPr/>
      </p:nvGrpSpPr>
      <p:grpSpPr>
        <a:xfrm>
          <a:off x="0" y="0"/>
          <a:ext cx="0" cy="0"/>
          <a:chOff x="0" y="0"/>
          <a:chExt cx="0" cy="0"/>
        </a:xfrm>
      </p:grpSpPr>
      <p:sp>
        <p:nvSpPr>
          <p:cNvPr id="305" name="Google Shape;30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6" name="Google Shape;30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7" name="Google Shape;30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1" name="Google Shape;311;g2c157a2fb06_0_263"/>
          <p:cNvSpPr>
            <a:spLocks noGrp="1"/>
          </p:cNvSpPr>
          <p:nvPr>
            <p:ph type="pic" idx="5"/>
          </p:nvPr>
        </p:nvSpPr>
        <p:spPr>
          <a:xfrm>
            <a:off x="5086375" y="4412425"/>
            <a:ext cx="2668800" cy="1291500"/>
          </a:xfrm>
          <a:prstGeom prst="rect">
            <a:avLst/>
          </a:prstGeom>
          <a:noFill/>
          <a:ln>
            <a:noFill/>
          </a:ln>
        </p:spPr>
      </p:sp>
      <p:sp>
        <p:nvSpPr>
          <p:cNvPr id="312" name="Google Shape;312;g2c157a2fb06_0_263"/>
          <p:cNvSpPr>
            <a:spLocks noGrp="1"/>
          </p:cNvSpPr>
          <p:nvPr>
            <p:ph type="pic" idx="6"/>
          </p:nvPr>
        </p:nvSpPr>
        <p:spPr>
          <a:xfrm>
            <a:off x="5086375" y="797675"/>
            <a:ext cx="2668800" cy="1291500"/>
          </a:xfrm>
          <a:prstGeom prst="rect">
            <a:avLst/>
          </a:prstGeom>
          <a:noFill/>
          <a:ln>
            <a:noFill/>
          </a:ln>
        </p:spPr>
      </p:sp>
      <p:sp>
        <p:nvSpPr>
          <p:cNvPr id="313" name="Google Shape;313;g2c157a2fb06_0_263"/>
          <p:cNvSpPr>
            <a:spLocks noGrp="1"/>
          </p:cNvSpPr>
          <p:nvPr>
            <p:ph type="pic" idx="7"/>
          </p:nvPr>
        </p:nvSpPr>
        <p:spPr>
          <a:xfrm>
            <a:off x="5086375" y="2002592"/>
            <a:ext cx="2668800" cy="1291500"/>
          </a:xfrm>
          <a:prstGeom prst="rect">
            <a:avLst/>
          </a:prstGeom>
          <a:noFill/>
          <a:ln>
            <a:noFill/>
          </a:ln>
        </p:spPr>
      </p:sp>
      <p:sp>
        <p:nvSpPr>
          <p:cNvPr id="314" name="Google Shape;314;g2c157a2fb06_0_263"/>
          <p:cNvSpPr>
            <a:spLocks noGrp="1"/>
          </p:cNvSpPr>
          <p:nvPr>
            <p:ph type="pic" idx="8"/>
          </p:nvPr>
        </p:nvSpPr>
        <p:spPr>
          <a:xfrm>
            <a:off x="5086375" y="3207508"/>
            <a:ext cx="2668800" cy="1291500"/>
          </a:xfrm>
          <a:prstGeom prst="rect">
            <a:avLst/>
          </a:prstGeom>
          <a:noFill/>
          <a:ln>
            <a:noFill/>
          </a:ln>
        </p:spPr>
      </p:sp>
      <p:sp>
        <p:nvSpPr>
          <p:cNvPr id="315" name="Google Shape;31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7" name="Google Shape;317;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9" name="Google Shape;319;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0" name="Google Shape;320;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4" name="Google Shape;324;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6" name="Google Shape;326;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7" name="Google Shape;327;g2c157a2fb06_0_263"/>
          <p:cNvGrpSpPr/>
          <p:nvPr/>
        </p:nvGrpSpPr>
        <p:grpSpPr>
          <a:xfrm>
            <a:off x="662575" y="6212475"/>
            <a:ext cx="586800" cy="571500"/>
            <a:chOff x="662575" y="6212475"/>
            <a:chExt cx="586800" cy="571500"/>
          </a:xfrm>
        </p:grpSpPr>
        <p:sp>
          <p:nvSpPr>
            <p:cNvPr id="328" name="Google Shape;32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1" name="Google Shape;331;g2c157a2fb06_0_263"/>
          <p:cNvGrpSpPr/>
          <p:nvPr/>
        </p:nvGrpSpPr>
        <p:grpSpPr>
          <a:xfrm>
            <a:off x="7894350" y="6212475"/>
            <a:ext cx="586800" cy="571500"/>
            <a:chOff x="7894350" y="6212475"/>
            <a:chExt cx="586800" cy="571500"/>
          </a:xfrm>
        </p:grpSpPr>
        <p:sp>
          <p:nvSpPr>
            <p:cNvPr id="332" name="Google Shape;33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5"/>
        <p:cNvGrpSpPr/>
        <p:nvPr/>
      </p:nvGrpSpPr>
      <p:grpSpPr>
        <a:xfrm>
          <a:off x="0" y="0"/>
          <a:ext cx="0" cy="0"/>
          <a:chOff x="0" y="0"/>
          <a:chExt cx="0" cy="0"/>
        </a:xfrm>
      </p:grpSpPr>
      <p:cxnSp>
        <p:nvCxnSpPr>
          <p:cNvPr id="336" name="Google Shape;33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7" name="Google Shape;33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8" name="Google Shape;33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9" name="Google Shape;33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40" name="Google Shape;34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1" name="Google Shape;34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467"/>
          <p:cNvGrpSpPr/>
          <p:nvPr/>
        </p:nvGrpSpPr>
        <p:grpSpPr>
          <a:xfrm>
            <a:off x="662575" y="6212475"/>
            <a:ext cx="586800" cy="571500"/>
            <a:chOff x="662575" y="6212475"/>
            <a:chExt cx="586800" cy="571500"/>
          </a:xfrm>
        </p:grpSpPr>
        <p:sp>
          <p:nvSpPr>
            <p:cNvPr id="354" name="Google Shape;35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467"/>
          <p:cNvGrpSpPr/>
          <p:nvPr/>
        </p:nvGrpSpPr>
        <p:grpSpPr>
          <a:xfrm>
            <a:off x="7894350" y="6212475"/>
            <a:ext cx="586800" cy="571500"/>
            <a:chOff x="7894350" y="6212475"/>
            <a:chExt cx="586800" cy="571500"/>
          </a:xfrm>
        </p:grpSpPr>
        <p:sp>
          <p:nvSpPr>
            <p:cNvPr id="358" name="Google Shape;35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1"/>
        <p:cNvGrpSpPr/>
        <p:nvPr/>
      </p:nvGrpSpPr>
      <p:grpSpPr>
        <a:xfrm>
          <a:off x="0" y="0"/>
          <a:ext cx="0" cy="0"/>
          <a:chOff x="0" y="0"/>
          <a:chExt cx="0" cy="0"/>
        </a:xfrm>
      </p:grpSpPr>
      <p:cxnSp>
        <p:nvCxnSpPr>
          <p:cNvPr id="362" name="Google Shape;36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6" name="Google Shape;366;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7" name="Google Shape;367;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629"/>
          <p:cNvGrpSpPr/>
          <p:nvPr/>
        </p:nvGrpSpPr>
        <p:grpSpPr>
          <a:xfrm>
            <a:off x="662575" y="6212475"/>
            <a:ext cx="586800" cy="571500"/>
            <a:chOff x="662575" y="6212475"/>
            <a:chExt cx="586800" cy="571500"/>
          </a:xfrm>
        </p:grpSpPr>
        <p:sp>
          <p:nvSpPr>
            <p:cNvPr id="380" name="Google Shape;380;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629"/>
          <p:cNvGrpSpPr/>
          <p:nvPr/>
        </p:nvGrpSpPr>
        <p:grpSpPr>
          <a:xfrm>
            <a:off x="7894350" y="6212475"/>
            <a:ext cx="586800" cy="571500"/>
            <a:chOff x="7894350" y="6212475"/>
            <a:chExt cx="586800" cy="571500"/>
          </a:xfrm>
        </p:grpSpPr>
        <p:sp>
          <p:nvSpPr>
            <p:cNvPr id="384" name="Google Shape;384;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7"/>
        <p:cNvGrpSpPr/>
        <p:nvPr/>
      </p:nvGrpSpPr>
      <p:grpSpPr>
        <a:xfrm>
          <a:off x="0" y="0"/>
          <a:ext cx="0" cy="0"/>
          <a:chOff x="0" y="0"/>
          <a:chExt cx="0" cy="0"/>
        </a:xfrm>
      </p:grpSpPr>
      <p:cxnSp>
        <p:nvCxnSpPr>
          <p:cNvPr id="388" name="Google Shape;38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9" name="Google Shape;38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0" name="Google Shape;39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2" name="Google Shape;392;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4" name="Google Shape;394;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6" name="Google Shape;396;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8" name="Google Shape;398;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9" name="Google Shape;399;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2" name="Google Shape;402;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3" name="Google Shape;403;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5" name="Google Shape;405;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6" name="Google Shape;406;g2c157a2fb06_0_798"/>
          <p:cNvGrpSpPr/>
          <p:nvPr/>
        </p:nvGrpSpPr>
        <p:grpSpPr>
          <a:xfrm>
            <a:off x="662575" y="6212475"/>
            <a:ext cx="586800" cy="571500"/>
            <a:chOff x="662575" y="6212475"/>
            <a:chExt cx="586800" cy="571500"/>
          </a:xfrm>
        </p:grpSpPr>
        <p:sp>
          <p:nvSpPr>
            <p:cNvPr id="407" name="Google Shape;407;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10" name="Google Shape;410;g2c157a2fb06_0_798"/>
          <p:cNvGrpSpPr/>
          <p:nvPr/>
        </p:nvGrpSpPr>
        <p:grpSpPr>
          <a:xfrm>
            <a:off x="7894350" y="6212475"/>
            <a:ext cx="586800" cy="571500"/>
            <a:chOff x="7894350" y="6212475"/>
            <a:chExt cx="586800" cy="571500"/>
          </a:xfrm>
        </p:grpSpPr>
        <p:sp>
          <p:nvSpPr>
            <p:cNvPr id="411" name="Google Shape;411;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4"/>
        <p:cNvGrpSpPr/>
        <p:nvPr/>
      </p:nvGrpSpPr>
      <p:grpSpPr>
        <a:xfrm>
          <a:off x="0" y="0"/>
          <a:ext cx="0" cy="0"/>
          <a:chOff x="0" y="0"/>
          <a:chExt cx="0" cy="0"/>
        </a:xfrm>
      </p:grpSpPr>
      <p:cxnSp>
        <p:nvCxnSpPr>
          <p:cNvPr id="415" name="Google Shape;41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0" name="Google Shape;420;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1" name="Google Shape;421;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2" name="Google Shape;422;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3" name="Google Shape;423;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5" name="Google Shape;425;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6" name="Google Shape;426;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9" name="Google Shape;429;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0" name="Google Shape;430;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2" name="Google Shape;432;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3" name="Google Shape;433;g2c157a2fb06_0_825"/>
          <p:cNvGrpSpPr/>
          <p:nvPr/>
        </p:nvGrpSpPr>
        <p:grpSpPr>
          <a:xfrm>
            <a:off x="662575" y="6212475"/>
            <a:ext cx="586800" cy="571500"/>
            <a:chOff x="662575" y="6212475"/>
            <a:chExt cx="586800" cy="571500"/>
          </a:xfrm>
        </p:grpSpPr>
        <p:sp>
          <p:nvSpPr>
            <p:cNvPr id="434" name="Google Shape;43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7" name="Google Shape;437;g2c157a2fb06_0_825"/>
          <p:cNvGrpSpPr/>
          <p:nvPr/>
        </p:nvGrpSpPr>
        <p:grpSpPr>
          <a:xfrm>
            <a:off x="7894350" y="6212475"/>
            <a:ext cx="586800" cy="571500"/>
            <a:chOff x="7894350" y="6212475"/>
            <a:chExt cx="586800" cy="571500"/>
          </a:xfrm>
        </p:grpSpPr>
        <p:sp>
          <p:nvSpPr>
            <p:cNvPr id="438" name="Google Shape;43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0" name="Google Shape;440;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1"/>
        <p:cNvGrpSpPr/>
        <p:nvPr/>
      </p:nvGrpSpPr>
      <p:grpSpPr>
        <a:xfrm>
          <a:off x="0" y="0"/>
          <a:ext cx="0" cy="0"/>
          <a:chOff x="0" y="0"/>
          <a:chExt cx="0" cy="0"/>
        </a:xfrm>
      </p:grpSpPr>
      <p:sp>
        <p:nvSpPr>
          <p:cNvPr id="442" name="Google Shape;44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6" name="Google Shape;446;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7" name="Google Shape;447;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0" name="Google Shape;450;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2" name="Google Shape;452;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4" name="Google Shape;454;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6" name="Google Shape;456;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8" name="Google Shape;458;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0" name="Google Shape;460;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1" name="Google Shape;461;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2" name="Google Shape;462;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4" name="Google Shape;464;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5" name="Google Shape;465;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8" name="Google Shape;468;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9" name="Google Shape;469;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1" name="Google Shape;471;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2" name="Google Shape;472;g2c157a2fb06_0_700"/>
          <p:cNvGrpSpPr/>
          <p:nvPr/>
        </p:nvGrpSpPr>
        <p:grpSpPr>
          <a:xfrm>
            <a:off x="662575" y="6212475"/>
            <a:ext cx="586800" cy="571500"/>
            <a:chOff x="662575" y="6212475"/>
            <a:chExt cx="586800" cy="571500"/>
          </a:xfrm>
        </p:grpSpPr>
        <p:sp>
          <p:nvSpPr>
            <p:cNvPr id="473" name="Google Shape;473;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6" name="Google Shape;476;g2c157a2fb06_0_700"/>
          <p:cNvGrpSpPr/>
          <p:nvPr/>
        </p:nvGrpSpPr>
        <p:grpSpPr>
          <a:xfrm>
            <a:off x="7894350" y="6212475"/>
            <a:ext cx="586800" cy="571500"/>
            <a:chOff x="7894350" y="6212475"/>
            <a:chExt cx="586800" cy="571500"/>
          </a:xfrm>
        </p:grpSpPr>
        <p:sp>
          <p:nvSpPr>
            <p:cNvPr id="477" name="Google Shape;477;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80"/>
        <p:cNvGrpSpPr/>
        <p:nvPr/>
      </p:nvGrpSpPr>
      <p:grpSpPr>
        <a:xfrm>
          <a:off x="0" y="0"/>
          <a:ext cx="0" cy="0"/>
          <a:chOff x="0" y="0"/>
          <a:chExt cx="0" cy="0"/>
        </a:xfrm>
      </p:grpSpPr>
      <p:sp>
        <p:nvSpPr>
          <p:cNvPr id="481" name="Google Shape;481;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2" name="Google Shape;482;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9" name="Google Shape;489;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90" name="Google Shape;490;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1" name="Google Shape;491;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2" name="Google Shape;492;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1" name="Google Shape;501;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3" name="Google Shape;503;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7" name="Google Shape;507;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8" name="Google Shape;508;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10" name="Google Shape;510;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1" name="Google Shape;511;g2c157a2fb06_0_932"/>
          <p:cNvGrpSpPr/>
          <p:nvPr/>
        </p:nvGrpSpPr>
        <p:grpSpPr>
          <a:xfrm>
            <a:off x="662575" y="6212475"/>
            <a:ext cx="586800" cy="571500"/>
            <a:chOff x="662575" y="6212475"/>
            <a:chExt cx="586800" cy="571500"/>
          </a:xfrm>
        </p:grpSpPr>
        <p:sp>
          <p:nvSpPr>
            <p:cNvPr id="512" name="Google Shape;512;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5" name="Google Shape;515;g2c157a2fb06_0_932"/>
          <p:cNvGrpSpPr/>
          <p:nvPr/>
        </p:nvGrpSpPr>
        <p:grpSpPr>
          <a:xfrm>
            <a:off x="7894350" y="6212475"/>
            <a:ext cx="586800" cy="571500"/>
            <a:chOff x="7894350" y="6212475"/>
            <a:chExt cx="586800" cy="571500"/>
          </a:xfrm>
        </p:grpSpPr>
        <p:sp>
          <p:nvSpPr>
            <p:cNvPr id="516" name="Google Shape;516;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9"/>
        <p:cNvGrpSpPr/>
        <p:nvPr/>
      </p:nvGrpSpPr>
      <p:grpSpPr>
        <a:xfrm>
          <a:off x="0" y="0"/>
          <a:ext cx="0" cy="0"/>
          <a:chOff x="0" y="0"/>
          <a:chExt cx="0" cy="0"/>
        </a:xfrm>
      </p:grpSpPr>
      <p:cxnSp>
        <p:nvCxnSpPr>
          <p:cNvPr id="520" name="Google Shape;52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1" name="Google Shape;52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2" name="Google Shape;52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1" name="Google Shape;53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2" name="Google Shape;53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3" name="Google Shape;533;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4" name="Google Shape;53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5" name="Google Shape;53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6" name="Google Shape;53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7" name="Google Shape;537;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9" name="Google Shape;539;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0" name="Google Shape;540;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4" name="Google Shape;544;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6" name="Google Shape;546;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7" name="Google Shape;547;g2c157a2fb06_0_1045"/>
          <p:cNvGrpSpPr/>
          <p:nvPr/>
        </p:nvGrpSpPr>
        <p:grpSpPr>
          <a:xfrm>
            <a:off x="662575" y="6212475"/>
            <a:ext cx="586800" cy="571500"/>
            <a:chOff x="662575" y="6212475"/>
            <a:chExt cx="586800" cy="571500"/>
          </a:xfrm>
        </p:grpSpPr>
        <p:sp>
          <p:nvSpPr>
            <p:cNvPr id="548" name="Google Shape;54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1" name="Google Shape;551;g2c157a2fb06_0_1045"/>
          <p:cNvGrpSpPr/>
          <p:nvPr/>
        </p:nvGrpSpPr>
        <p:grpSpPr>
          <a:xfrm>
            <a:off x="7894350" y="6212475"/>
            <a:ext cx="586800" cy="571500"/>
            <a:chOff x="7894350" y="6212475"/>
            <a:chExt cx="586800" cy="571500"/>
          </a:xfrm>
        </p:grpSpPr>
        <p:sp>
          <p:nvSpPr>
            <p:cNvPr id="552" name="Google Shape;55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5"/>
        <p:cNvGrpSpPr/>
        <p:nvPr/>
      </p:nvGrpSpPr>
      <p:grpSpPr>
        <a:xfrm>
          <a:off x="0" y="0"/>
          <a:ext cx="0" cy="0"/>
          <a:chOff x="0" y="0"/>
          <a:chExt cx="0" cy="0"/>
        </a:xfrm>
      </p:grpSpPr>
      <p:sp>
        <p:nvSpPr>
          <p:cNvPr id="556" name="Google Shape;55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7" name="Google Shape;55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8" name="Google Shape;558;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1" name="Google Shape;561;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2" name="Google Shape;562;g2c157a2fb06_0_1110"/>
          <p:cNvGrpSpPr/>
          <p:nvPr/>
        </p:nvGrpSpPr>
        <p:grpSpPr>
          <a:xfrm>
            <a:off x="5806200" y="1807463"/>
            <a:ext cx="756300" cy="146700"/>
            <a:chOff x="5806200" y="1807463"/>
            <a:chExt cx="756300" cy="146700"/>
          </a:xfrm>
        </p:grpSpPr>
        <p:sp>
          <p:nvSpPr>
            <p:cNvPr id="563" name="Google Shape;563;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6" name="Google Shape;56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7" name="Google Shape;56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8" name="Google Shape;568;g2c157a2fb06_0_1110"/>
          <p:cNvGrpSpPr/>
          <p:nvPr/>
        </p:nvGrpSpPr>
        <p:grpSpPr>
          <a:xfrm>
            <a:off x="5806200" y="2842438"/>
            <a:ext cx="756300" cy="146700"/>
            <a:chOff x="5806200" y="1807463"/>
            <a:chExt cx="756300" cy="146700"/>
          </a:xfrm>
        </p:grpSpPr>
        <p:sp>
          <p:nvSpPr>
            <p:cNvPr id="569" name="Google Shape;56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110"/>
          <p:cNvGrpSpPr/>
          <p:nvPr/>
        </p:nvGrpSpPr>
        <p:grpSpPr>
          <a:xfrm>
            <a:off x="5806200" y="3877413"/>
            <a:ext cx="756300" cy="146700"/>
            <a:chOff x="5806200" y="1807463"/>
            <a:chExt cx="756300" cy="146700"/>
          </a:xfrm>
        </p:grpSpPr>
        <p:sp>
          <p:nvSpPr>
            <p:cNvPr id="573" name="Google Shape;573;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6" name="Google Shape;576;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8" name="Google Shape;578;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3" name="Google Shape;583;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5" name="Google Shape;585;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6" name="Google Shape;586;g2c157a2fb06_0_1110"/>
          <p:cNvGrpSpPr/>
          <p:nvPr/>
        </p:nvGrpSpPr>
        <p:grpSpPr>
          <a:xfrm>
            <a:off x="662575" y="6212475"/>
            <a:ext cx="586800" cy="571500"/>
            <a:chOff x="662575" y="6212475"/>
            <a:chExt cx="586800" cy="571500"/>
          </a:xfrm>
        </p:grpSpPr>
        <p:sp>
          <p:nvSpPr>
            <p:cNvPr id="587" name="Google Shape;58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0" name="Google Shape;590;g2c157a2fb06_0_1110"/>
          <p:cNvGrpSpPr/>
          <p:nvPr/>
        </p:nvGrpSpPr>
        <p:grpSpPr>
          <a:xfrm>
            <a:off x="7894350" y="6212475"/>
            <a:ext cx="586800" cy="571500"/>
            <a:chOff x="7894350" y="6212475"/>
            <a:chExt cx="586800" cy="571500"/>
          </a:xfrm>
        </p:grpSpPr>
        <p:sp>
          <p:nvSpPr>
            <p:cNvPr id="591" name="Google Shape;59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4"/>
        <p:cNvGrpSpPr/>
        <p:nvPr/>
      </p:nvGrpSpPr>
      <p:grpSpPr>
        <a:xfrm>
          <a:off x="0" y="0"/>
          <a:ext cx="0" cy="0"/>
          <a:chOff x="0" y="0"/>
          <a:chExt cx="0" cy="0"/>
        </a:xfrm>
      </p:grpSpPr>
      <p:sp>
        <p:nvSpPr>
          <p:cNvPr id="595" name="Google Shape;59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9" name="Google Shape;59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1" name="Google Shape;60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7" name="Google Shape;60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8" name="Google Shape;608;p30"/>
          <p:cNvGrpSpPr/>
          <p:nvPr/>
        </p:nvGrpSpPr>
        <p:grpSpPr>
          <a:xfrm>
            <a:off x="6022940" y="5341706"/>
            <a:ext cx="594501" cy="305904"/>
            <a:chOff x="5672081" y="1914352"/>
            <a:chExt cx="792668" cy="305904"/>
          </a:xfrm>
        </p:grpSpPr>
        <p:sp>
          <p:nvSpPr>
            <p:cNvPr id="609" name="Google Shape;60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0" name="Google Shape;61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1" name="Google Shape;61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2" name="Google Shape;61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9" name="Google Shape;61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20" name="Google Shape;62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1" name="Google Shape;62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4" name="Google Shape;63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8" name="Google Shape;63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9" name="Google Shape;63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40"/>
        <p:cNvGrpSpPr/>
        <p:nvPr/>
      </p:nvGrpSpPr>
      <p:grpSpPr>
        <a:xfrm>
          <a:off x="0" y="0"/>
          <a:ext cx="0" cy="0"/>
          <a:chOff x="0" y="0"/>
          <a:chExt cx="0" cy="0"/>
        </a:xfrm>
      </p:grpSpPr>
      <p:sp>
        <p:nvSpPr>
          <p:cNvPr id="641" name="Google Shape;64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2" name="Google Shape;64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3" name="Google Shape;64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4"/>
        <p:cNvGrpSpPr/>
        <p:nvPr/>
      </p:nvGrpSpPr>
      <p:grpSpPr>
        <a:xfrm>
          <a:off x="0" y="0"/>
          <a:ext cx="0" cy="0"/>
          <a:chOff x="0" y="0"/>
          <a:chExt cx="0" cy="0"/>
        </a:xfrm>
      </p:grpSpPr>
      <p:sp>
        <p:nvSpPr>
          <p:cNvPr id="645" name="Google Shape;64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6" name="Google Shape;64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7" name="Google Shape;64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648"/>
        <p:cNvGrpSpPr/>
        <p:nvPr/>
      </p:nvGrpSpPr>
      <p:grpSpPr>
        <a:xfrm>
          <a:off x="0" y="0"/>
          <a:ext cx="0" cy="0"/>
          <a:chOff x="0" y="0"/>
          <a:chExt cx="0" cy="0"/>
        </a:xfrm>
      </p:grpSpPr>
      <p:sp>
        <p:nvSpPr>
          <p:cNvPr id="649" name="Google Shape;649;g31dbdd3d3c5_0_673"/>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Independent Reading</a:t>
            </a:r>
            <a:endParaRPr sz="3200" b="0" i="0" u="none" strike="noStrike" cap="none">
              <a:solidFill>
                <a:srgbClr val="CB3D85"/>
              </a:solidFill>
              <a:latin typeface="Poppins Medium"/>
              <a:ea typeface="Poppins Medium"/>
              <a:cs typeface="Poppins Medium"/>
              <a:sym typeface="Poppins Medium"/>
            </a:endParaRPr>
          </a:p>
        </p:txBody>
      </p:sp>
      <p:cxnSp>
        <p:nvCxnSpPr>
          <p:cNvPr id="650" name="Google Shape;650;g31dbdd3d3c5_0_673"/>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651" name="Google Shape;651;g31dbdd3d3c5_0_673"/>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2" name="Google Shape;652;g31dbdd3d3c5_0_673"/>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653" name="Google Shape;653;g31dbdd3d3c5_0_673"/>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Decodable Readers</a:t>
            </a:r>
            <a:endParaRPr sz="1100" b="0" i="0" u="none" strike="noStrike" cap="none">
              <a:solidFill>
                <a:srgbClr val="CB3D85"/>
              </a:solidFill>
              <a:latin typeface="Poppins Medium"/>
              <a:ea typeface="Poppins Medium"/>
              <a:cs typeface="Poppins Medium"/>
              <a:sym typeface="Poppins Medium"/>
            </a:endParaRPr>
          </a:p>
        </p:txBody>
      </p:sp>
      <p:grpSp>
        <p:nvGrpSpPr>
          <p:cNvPr id="655" name="Google Shape;655;g31dbdd3d3c5_0_673"/>
          <p:cNvGrpSpPr/>
          <p:nvPr/>
        </p:nvGrpSpPr>
        <p:grpSpPr>
          <a:xfrm>
            <a:off x="8199150" y="5983875"/>
            <a:ext cx="586800" cy="571500"/>
            <a:chOff x="7894350" y="6212475"/>
            <a:chExt cx="586800" cy="571500"/>
          </a:xfrm>
        </p:grpSpPr>
        <p:sp>
          <p:nvSpPr>
            <p:cNvPr id="656" name="Google Shape;656;g31dbdd3d3c5_0_67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7" name="Google Shape;657;g31dbdd3d3c5_0_67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8" name="Google Shape;658;g31dbdd3d3c5_0_67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59" name="Google Shape;659;g31dbdd3d3c5_0_673"/>
          <p:cNvSpPr txBox="1"/>
          <p:nvPr/>
        </p:nvSpPr>
        <p:spPr>
          <a:xfrm>
            <a:off x="5031994" y="2438500"/>
            <a:ext cx="30354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Sound Family Chart</a:t>
            </a:r>
            <a:endParaRPr sz="1100" b="0" i="1" u="none" strike="noStrike" cap="none">
              <a:solidFill>
                <a:srgbClr val="CB3D85"/>
              </a:solidFill>
              <a:latin typeface="Poppins Medium"/>
              <a:ea typeface="Poppins Medium"/>
              <a:cs typeface="Poppins Medium"/>
              <a:sym typeface="Poppins Medium"/>
            </a:endParaRPr>
          </a:p>
        </p:txBody>
      </p:sp>
      <p:grpSp>
        <p:nvGrpSpPr>
          <p:cNvPr id="660" name="Google Shape;660;g31dbdd3d3c5_0_673"/>
          <p:cNvGrpSpPr/>
          <p:nvPr/>
        </p:nvGrpSpPr>
        <p:grpSpPr>
          <a:xfrm>
            <a:off x="-36800" y="-52000"/>
            <a:ext cx="9236100" cy="543600"/>
            <a:chOff x="-36800" y="-52000"/>
            <a:chExt cx="9236100" cy="543600"/>
          </a:xfrm>
        </p:grpSpPr>
        <p:sp>
          <p:nvSpPr>
            <p:cNvPr id="661" name="Google Shape;661;g31dbdd3d3c5_0_673"/>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62" name="Google Shape;662;g31dbdd3d3c5_0_673"/>
            <p:cNvGrpSpPr/>
            <p:nvPr/>
          </p:nvGrpSpPr>
          <p:grpSpPr>
            <a:xfrm>
              <a:off x="5905920" y="88100"/>
              <a:ext cx="1337400" cy="403500"/>
              <a:chOff x="565600" y="88250"/>
              <a:chExt cx="1337400" cy="403500"/>
            </a:xfrm>
          </p:grpSpPr>
          <p:sp>
            <p:nvSpPr>
              <p:cNvPr id="663" name="Google Shape;663;g31dbdd3d3c5_0_673"/>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64" name="Google Shape;664;g31dbdd3d3c5_0_673"/>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65" name="Google Shape;665;g31dbdd3d3c5_0_673"/>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66" name="Google Shape;666;g31dbdd3d3c5_0_673"/>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7" name="Google Shape;667;g31dbdd3d3c5_0_673"/>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8" name="Google Shape;668;g31dbdd3d3c5_0_673"/>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69" name="Google Shape;669;g31dbdd3d3c5_0_673"/>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g31dbdd3d3c5_0_673"/>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71" name="Google Shape;671;g31dbdd3d3c5_0_673"/>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2" name="Google Shape;672;g31dbdd3d3c5_0_673"/>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673" name="Google Shape;673;g31dbdd3d3c5_0_673"/>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74" name="Google Shape;674;g31dbdd3d3c5_0_673"/>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5" name="Google Shape;675;g31dbdd3d3c5_0_673"/>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slide" Target="slide2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slide" Target="slide24.xml"/><Relationship Id="rId5" Type="http://schemas.openxmlformats.org/officeDocument/2006/relationships/image" Target="../media/image9.png"/><Relationship Id="rId10" Type="http://schemas.openxmlformats.org/officeDocument/2006/relationships/slide" Target="slide22.xml"/><Relationship Id="rId4" Type="http://schemas.openxmlformats.org/officeDocument/2006/relationships/image" Target="../media/image8.png"/><Relationship Id="rId9" Type="http://schemas.openxmlformats.org/officeDocument/2006/relationships/slide" Target="slide14.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26" Type="http://schemas.openxmlformats.org/officeDocument/2006/relationships/image" Target="../media/image57.png"/><Relationship Id="rId3" Type="http://schemas.openxmlformats.org/officeDocument/2006/relationships/image" Target="../media/image35.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6.png"/><Relationship Id="rId2" Type="http://schemas.openxmlformats.org/officeDocument/2006/relationships/notesSlide" Target="../notesSlides/notesSlide4.xml"/><Relationship Id="rId16" Type="http://schemas.openxmlformats.org/officeDocument/2006/relationships/image" Target="../media/image47.png"/><Relationship Id="rId20" Type="http://schemas.openxmlformats.org/officeDocument/2006/relationships/image" Target="../media/image51.png"/><Relationship Id="rId29" Type="http://schemas.openxmlformats.org/officeDocument/2006/relationships/image" Target="../media/image60.png"/><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5.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28" Type="http://schemas.openxmlformats.org/officeDocument/2006/relationships/image" Target="../media/image59.png"/><Relationship Id="rId10" Type="http://schemas.openxmlformats.org/officeDocument/2006/relationships/image" Target="../media/image41.png"/><Relationship Id="rId19" Type="http://schemas.openxmlformats.org/officeDocument/2006/relationships/image" Target="../media/image50.png"/><Relationship Id="rId31" Type="http://schemas.openxmlformats.org/officeDocument/2006/relationships/image" Target="../media/image62.png"/><Relationship Id="rId4" Type="http://schemas.openxmlformats.org/officeDocument/2006/relationships/image" Target="../media/image7.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 Id="rId27" Type="http://schemas.openxmlformats.org/officeDocument/2006/relationships/image" Target="../media/image58.png"/><Relationship Id="rId30" Type="http://schemas.openxmlformats.org/officeDocument/2006/relationships/image" Target="../media/image61.png"/></Relationships>
</file>

<file path=ppt/slides/_rels/slide5.xml.rels><?xml version="1.0" encoding="UTF-8" standalone="yes"?>
<Relationships xmlns="http://schemas.openxmlformats.org/package/2006/relationships"><Relationship Id="rId13" Type="http://schemas.openxmlformats.org/officeDocument/2006/relationships/image" Target="../media/image73.png"/><Relationship Id="rId18" Type="http://schemas.openxmlformats.org/officeDocument/2006/relationships/image" Target="../media/image78.png"/><Relationship Id="rId26" Type="http://schemas.openxmlformats.org/officeDocument/2006/relationships/image" Target="../media/image86.png"/><Relationship Id="rId39" Type="http://schemas.openxmlformats.org/officeDocument/2006/relationships/image" Target="../media/image99.png"/><Relationship Id="rId21" Type="http://schemas.openxmlformats.org/officeDocument/2006/relationships/image" Target="../media/image81.png"/><Relationship Id="rId34" Type="http://schemas.openxmlformats.org/officeDocument/2006/relationships/image" Target="../media/image94.png"/><Relationship Id="rId42" Type="http://schemas.openxmlformats.org/officeDocument/2006/relationships/image" Target="../media/image102.png"/><Relationship Id="rId7" Type="http://schemas.openxmlformats.org/officeDocument/2006/relationships/image" Target="../media/image67.png"/><Relationship Id="rId2" Type="http://schemas.openxmlformats.org/officeDocument/2006/relationships/notesSlide" Target="../notesSlides/notesSlide5.xml"/><Relationship Id="rId16" Type="http://schemas.openxmlformats.org/officeDocument/2006/relationships/image" Target="../media/image76.png"/><Relationship Id="rId20" Type="http://schemas.openxmlformats.org/officeDocument/2006/relationships/image" Target="../media/image80.png"/><Relationship Id="rId29" Type="http://schemas.openxmlformats.org/officeDocument/2006/relationships/image" Target="../media/image89.png"/><Relationship Id="rId41" Type="http://schemas.openxmlformats.org/officeDocument/2006/relationships/image" Target="../media/image101.png"/><Relationship Id="rId1" Type="http://schemas.openxmlformats.org/officeDocument/2006/relationships/slideLayout" Target="../slideLayouts/slideLayout3.xml"/><Relationship Id="rId6" Type="http://schemas.openxmlformats.org/officeDocument/2006/relationships/image" Target="../media/image66.png"/><Relationship Id="rId11" Type="http://schemas.openxmlformats.org/officeDocument/2006/relationships/image" Target="../media/image71.png"/><Relationship Id="rId24" Type="http://schemas.openxmlformats.org/officeDocument/2006/relationships/image" Target="../media/image84.png"/><Relationship Id="rId32" Type="http://schemas.openxmlformats.org/officeDocument/2006/relationships/image" Target="../media/image92.png"/><Relationship Id="rId37" Type="http://schemas.openxmlformats.org/officeDocument/2006/relationships/image" Target="../media/image97.png"/><Relationship Id="rId40" Type="http://schemas.openxmlformats.org/officeDocument/2006/relationships/image" Target="../media/image100.png"/><Relationship Id="rId5" Type="http://schemas.openxmlformats.org/officeDocument/2006/relationships/image" Target="../media/image65.png"/><Relationship Id="rId15" Type="http://schemas.openxmlformats.org/officeDocument/2006/relationships/image" Target="../media/image75.png"/><Relationship Id="rId23" Type="http://schemas.openxmlformats.org/officeDocument/2006/relationships/image" Target="../media/image83.png"/><Relationship Id="rId28" Type="http://schemas.openxmlformats.org/officeDocument/2006/relationships/image" Target="../media/image88.png"/><Relationship Id="rId36" Type="http://schemas.openxmlformats.org/officeDocument/2006/relationships/image" Target="../media/image96.png"/><Relationship Id="rId10" Type="http://schemas.openxmlformats.org/officeDocument/2006/relationships/image" Target="../media/image70.png"/><Relationship Id="rId19" Type="http://schemas.openxmlformats.org/officeDocument/2006/relationships/image" Target="../media/image79.png"/><Relationship Id="rId31" Type="http://schemas.openxmlformats.org/officeDocument/2006/relationships/image" Target="../media/image91.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 Id="rId22" Type="http://schemas.openxmlformats.org/officeDocument/2006/relationships/image" Target="../media/image82.png"/><Relationship Id="rId27" Type="http://schemas.openxmlformats.org/officeDocument/2006/relationships/image" Target="../media/image87.png"/><Relationship Id="rId30" Type="http://schemas.openxmlformats.org/officeDocument/2006/relationships/image" Target="../media/image90.png"/><Relationship Id="rId35" Type="http://schemas.openxmlformats.org/officeDocument/2006/relationships/image" Target="../media/image95.png"/><Relationship Id="rId43" Type="http://schemas.openxmlformats.org/officeDocument/2006/relationships/image" Target="../media/image103.png"/><Relationship Id="rId8" Type="http://schemas.openxmlformats.org/officeDocument/2006/relationships/image" Target="../media/image68.png"/><Relationship Id="rId3" Type="http://schemas.openxmlformats.org/officeDocument/2006/relationships/image" Target="../media/image63.png"/><Relationship Id="rId12" Type="http://schemas.openxmlformats.org/officeDocument/2006/relationships/image" Target="../media/image72.png"/><Relationship Id="rId17" Type="http://schemas.openxmlformats.org/officeDocument/2006/relationships/image" Target="../media/image77.png"/><Relationship Id="rId25" Type="http://schemas.openxmlformats.org/officeDocument/2006/relationships/image" Target="../media/image85.png"/><Relationship Id="rId33" Type="http://schemas.openxmlformats.org/officeDocument/2006/relationships/image" Target="../media/image93.png"/><Relationship Id="rId38" Type="http://schemas.openxmlformats.org/officeDocument/2006/relationships/image" Target="../media/image98.png"/></Relationships>
</file>

<file path=ppt/slides/_rels/slide6.xml.rels><?xml version="1.0" encoding="UTF-8" standalone="yes"?>
<Relationships xmlns="http://schemas.openxmlformats.org/package/2006/relationships"><Relationship Id="rId13" Type="http://schemas.openxmlformats.org/officeDocument/2006/relationships/image" Target="../media/image114.png"/><Relationship Id="rId18" Type="http://schemas.openxmlformats.org/officeDocument/2006/relationships/image" Target="../media/image119.png"/><Relationship Id="rId26" Type="http://schemas.openxmlformats.org/officeDocument/2006/relationships/image" Target="../media/image127.png"/><Relationship Id="rId39" Type="http://schemas.openxmlformats.org/officeDocument/2006/relationships/image" Target="../media/image140.png"/><Relationship Id="rId21" Type="http://schemas.openxmlformats.org/officeDocument/2006/relationships/image" Target="../media/image122.png"/><Relationship Id="rId34" Type="http://schemas.openxmlformats.org/officeDocument/2006/relationships/image" Target="../media/image135.png"/><Relationship Id="rId7" Type="http://schemas.openxmlformats.org/officeDocument/2006/relationships/image" Target="../media/image108.png"/><Relationship Id="rId12" Type="http://schemas.openxmlformats.org/officeDocument/2006/relationships/image" Target="../media/image113.png"/><Relationship Id="rId17" Type="http://schemas.openxmlformats.org/officeDocument/2006/relationships/image" Target="../media/image118.png"/><Relationship Id="rId25" Type="http://schemas.openxmlformats.org/officeDocument/2006/relationships/image" Target="../media/image126.png"/><Relationship Id="rId33" Type="http://schemas.openxmlformats.org/officeDocument/2006/relationships/image" Target="../media/image134.png"/><Relationship Id="rId38" Type="http://schemas.openxmlformats.org/officeDocument/2006/relationships/image" Target="../media/image139.png"/><Relationship Id="rId2" Type="http://schemas.openxmlformats.org/officeDocument/2006/relationships/notesSlide" Target="../notesSlides/notesSlide6.xml"/><Relationship Id="rId16" Type="http://schemas.openxmlformats.org/officeDocument/2006/relationships/image" Target="../media/image117.png"/><Relationship Id="rId20" Type="http://schemas.openxmlformats.org/officeDocument/2006/relationships/image" Target="../media/image121.png"/><Relationship Id="rId29" Type="http://schemas.openxmlformats.org/officeDocument/2006/relationships/image" Target="../media/image130.png"/><Relationship Id="rId1" Type="http://schemas.openxmlformats.org/officeDocument/2006/relationships/slideLayout" Target="../slideLayouts/slideLayout3.xml"/><Relationship Id="rId6" Type="http://schemas.openxmlformats.org/officeDocument/2006/relationships/image" Target="../media/image107.png"/><Relationship Id="rId11" Type="http://schemas.openxmlformats.org/officeDocument/2006/relationships/image" Target="../media/image112.png"/><Relationship Id="rId24" Type="http://schemas.openxmlformats.org/officeDocument/2006/relationships/image" Target="../media/image125.png"/><Relationship Id="rId32" Type="http://schemas.openxmlformats.org/officeDocument/2006/relationships/image" Target="../media/image133.png"/><Relationship Id="rId37" Type="http://schemas.openxmlformats.org/officeDocument/2006/relationships/image" Target="../media/image138.png"/><Relationship Id="rId5" Type="http://schemas.openxmlformats.org/officeDocument/2006/relationships/image" Target="../media/image106.png"/><Relationship Id="rId15" Type="http://schemas.openxmlformats.org/officeDocument/2006/relationships/image" Target="../media/image116.png"/><Relationship Id="rId23" Type="http://schemas.openxmlformats.org/officeDocument/2006/relationships/image" Target="../media/image124.png"/><Relationship Id="rId28" Type="http://schemas.openxmlformats.org/officeDocument/2006/relationships/image" Target="../media/image129.png"/><Relationship Id="rId36" Type="http://schemas.openxmlformats.org/officeDocument/2006/relationships/image" Target="../media/image137.png"/><Relationship Id="rId10" Type="http://schemas.openxmlformats.org/officeDocument/2006/relationships/image" Target="../media/image111.png"/><Relationship Id="rId19" Type="http://schemas.openxmlformats.org/officeDocument/2006/relationships/image" Target="../media/image120.png"/><Relationship Id="rId31" Type="http://schemas.openxmlformats.org/officeDocument/2006/relationships/image" Target="../media/image132.png"/><Relationship Id="rId4" Type="http://schemas.openxmlformats.org/officeDocument/2006/relationships/image" Target="../media/image105.png"/><Relationship Id="rId9" Type="http://schemas.openxmlformats.org/officeDocument/2006/relationships/image" Target="../media/image110.png"/><Relationship Id="rId14" Type="http://schemas.openxmlformats.org/officeDocument/2006/relationships/image" Target="../media/image115.png"/><Relationship Id="rId22" Type="http://schemas.openxmlformats.org/officeDocument/2006/relationships/image" Target="../media/image123.png"/><Relationship Id="rId27" Type="http://schemas.openxmlformats.org/officeDocument/2006/relationships/image" Target="../media/image128.png"/><Relationship Id="rId30" Type="http://schemas.openxmlformats.org/officeDocument/2006/relationships/image" Target="../media/image131.png"/><Relationship Id="rId35" Type="http://schemas.openxmlformats.org/officeDocument/2006/relationships/image" Target="../media/image136.png"/><Relationship Id="rId8" Type="http://schemas.openxmlformats.org/officeDocument/2006/relationships/image" Target="../media/image109.png"/><Relationship Id="rId3" Type="http://schemas.openxmlformats.org/officeDocument/2006/relationships/image" Target="../media/image104.png"/></Relationships>
</file>

<file path=ppt/slides/_rels/slide7.xml.rels><?xml version="1.0" encoding="UTF-8" standalone="yes"?>
<Relationships xmlns="http://schemas.openxmlformats.org/package/2006/relationships"><Relationship Id="rId8" Type="http://schemas.openxmlformats.org/officeDocument/2006/relationships/image" Target="../media/image146.png"/><Relationship Id="rId13" Type="http://schemas.openxmlformats.org/officeDocument/2006/relationships/image" Target="../media/image151.png"/><Relationship Id="rId3" Type="http://schemas.openxmlformats.org/officeDocument/2006/relationships/image" Target="../media/image141.png"/><Relationship Id="rId7" Type="http://schemas.openxmlformats.org/officeDocument/2006/relationships/image" Target="../media/image145.png"/><Relationship Id="rId12" Type="http://schemas.openxmlformats.org/officeDocument/2006/relationships/image" Target="../media/image150.png"/><Relationship Id="rId2" Type="http://schemas.openxmlformats.org/officeDocument/2006/relationships/notesSlide" Target="../notesSlides/notesSlide7.xml"/><Relationship Id="rId16" Type="http://schemas.openxmlformats.org/officeDocument/2006/relationships/image" Target="../media/image154.png"/><Relationship Id="rId1" Type="http://schemas.openxmlformats.org/officeDocument/2006/relationships/slideLayout" Target="../slideLayouts/slideLayout3.xml"/><Relationship Id="rId6" Type="http://schemas.openxmlformats.org/officeDocument/2006/relationships/image" Target="../media/image144.png"/><Relationship Id="rId11" Type="http://schemas.openxmlformats.org/officeDocument/2006/relationships/image" Target="../media/image149.png"/><Relationship Id="rId5" Type="http://schemas.openxmlformats.org/officeDocument/2006/relationships/image" Target="../media/image143.png"/><Relationship Id="rId15" Type="http://schemas.openxmlformats.org/officeDocument/2006/relationships/image" Target="../media/image153.png"/><Relationship Id="rId10" Type="http://schemas.openxmlformats.org/officeDocument/2006/relationships/image" Target="../media/image148.png"/><Relationship Id="rId4" Type="http://schemas.openxmlformats.org/officeDocument/2006/relationships/image" Target="../media/image142.png"/><Relationship Id="rId9" Type="http://schemas.openxmlformats.org/officeDocument/2006/relationships/image" Target="../media/image147.png"/><Relationship Id="rId14" Type="http://schemas.openxmlformats.org/officeDocument/2006/relationships/image" Target="../media/image152.png"/></Relationships>
</file>

<file path=ppt/slides/_rels/slide8.xml.rels><?xml version="1.0" encoding="UTF-8" standalone="yes"?>
<Relationships xmlns="http://schemas.openxmlformats.org/package/2006/relationships"><Relationship Id="rId8" Type="http://schemas.openxmlformats.org/officeDocument/2006/relationships/image" Target="../media/image160.png"/><Relationship Id="rId13" Type="http://schemas.openxmlformats.org/officeDocument/2006/relationships/image" Target="../media/image165.png"/><Relationship Id="rId18" Type="http://schemas.openxmlformats.org/officeDocument/2006/relationships/image" Target="../media/image170.png"/><Relationship Id="rId26" Type="http://schemas.openxmlformats.org/officeDocument/2006/relationships/image" Target="../media/image178.png"/><Relationship Id="rId3" Type="http://schemas.openxmlformats.org/officeDocument/2006/relationships/image" Target="../media/image155.png"/><Relationship Id="rId21" Type="http://schemas.openxmlformats.org/officeDocument/2006/relationships/image" Target="../media/image173.png"/><Relationship Id="rId7" Type="http://schemas.openxmlformats.org/officeDocument/2006/relationships/image" Target="../media/image159.png"/><Relationship Id="rId12" Type="http://schemas.openxmlformats.org/officeDocument/2006/relationships/image" Target="../media/image164.png"/><Relationship Id="rId17" Type="http://schemas.openxmlformats.org/officeDocument/2006/relationships/image" Target="../media/image169.png"/><Relationship Id="rId25" Type="http://schemas.openxmlformats.org/officeDocument/2006/relationships/image" Target="../media/image177.png"/><Relationship Id="rId2" Type="http://schemas.openxmlformats.org/officeDocument/2006/relationships/notesSlide" Target="../notesSlides/notesSlide8.xml"/><Relationship Id="rId16" Type="http://schemas.openxmlformats.org/officeDocument/2006/relationships/image" Target="../media/image168.png"/><Relationship Id="rId20" Type="http://schemas.openxmlformats.org/officeDocument/2006/relationships/image" Target="../media/image172.png"/><Relationship Id="rId29" Type="http://schemas.openxmlformats.org/officeDocument/2006/relationships/image" Target="../media/image181.png"/><Relationship Id="rId1" Type="http://schemas.openxmlformats.org/officeDocument/2006/relationships/slideLayout" Target="../slideLayouts/slideLayout3.xml"/><Relationship Id="rId6" Type="http://schemas.openxmlformats.org/officeDocument/2006/relationships/image" Target="../media/image158.png"/><Relationship Id="rId11" Type="http://schemas.openxmlformats.org/officeDocument/2006/relationships/image" Target="../media/image163.png"/><Relationship Id="rId24" Type="http://schemas.openxmlformats.org/officeDocument/2006/relationships/image" Target="../media/image176.png"/><Relationship Id="rId5" Type="http://schemas.openxmlformats.org/officeDocument/2006/relationships/image" Target="../media/image157.png"/><Relationship Id="rId15" Type="http://schemas.openxmlformats.org/officeDocument/2006/relationships/image" Target="../media/image167.png"/><Relationship Id="rId23" Type="http://schemas.openxmlformats.org/officeDocument/2006/relationships/image" Target="../media/image175.png"/><Relationship Id="rId28" Type="http://schemas.openxmlformats.org/officeDocument/2006/relationships/image" Target="../media/image180.png"/><Relationship Id="rId10" Type="http://schemas.openxmlformats.org/officeDocument/2006/relationships/image" Target="../media/image162.png"/><Relationship Id="rId19" Type="http://schemas.openxmlformats.org/officeDocument/2006/relationships/image" Target="../media/image171.png"/><Relationship Id="rId4" Type="http://schemas.openxmlformats.org/officeDocument/2006/relationships/image" Target="../media/image156.png"/><Relationship Id="rId9" Type="http://schemas.openxmlformats.org/officeDocument/2006/relationships/image" Target="../media/image161.png"/><Relationship Id="rId14" Type="http://schemas.openxmlformats.org/officeDocument/2006/relationships/image" Target="../media/image166.png"/><Relationship Id="rId22" Type="http://schemas.openxmlformats.org/officeDocument/2006/relationships/image" Target="../media/image174.png"/><Relationship Id="rId27" Type="http://schemas.openxmlformats.org/officeDocument/2006/relationships/image" Target="../media/image179.png"/><Relationship Id="rId30"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image" Target="../media/image187.png"/><Relationship Id="rId13" Type="http://schemas.openxmlformats.org/officeDocument/2006/relationships/image" Target="../media/image192.png"/><Relationship Id="rId3" Type="http://schemas.openxmlformats.org/officeDocument/2006/relationships/image" Target="../media/image182.png"/><Relationship Id="rId7" Type="http://schemas.openxmlformats.org/officeDocument/2006/relationships/image" Target="../media/image186.png"/><Relationship Id="rId12" Type="http://schemas.openxmlformats.org/officeDocument/2006/relationships/image" Target="../media/image19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85.png"/><Relationship Id="rId11" Type="http://schemas.openxmlformats.org/officeDocument/2006/relationships/image" Target="../media/image190.png"/><Relationship Id="rId5" Type="http://schemas.openxmlformats.org/officeDocument/2006/relationships/image" Target="../media/image184.png"/><Relationship Id="rId15" Type="http://schemas.openxmlformats.org/officeDocument/2006/relationships/image" Target="../media/image194.png"/><Relationship Id="rId10" Type="http://schemas.openxmlformats.org/officeDocument/2006/relationships/image" Target="../media/image189.png"/><Relationship Id="rId4" Type="http://schemas.openxmlformats.org/officeDocument/2006/relationships/image" Target="../media/image183.png"/><Relationship Id="rId9" Type="http://schemas.openxmlformats.org/officeDocument/2006/relationships/image" Target="../media/image188.png"/><Relationship Id="rId14" Type="http://schemas.openxmlformats.org/officeDocument/2006/relationships/image" Target="../media/image193.png"/></Relationships>
</file>

<file path=ppt/slides/_rels/slide10.xml.rels><?xml version="1.0" encoding="UTF-8" standalone="yes"?>
<Relationships xmlns="http://schemas.openxmlformats.org/package/2006/relationships"><Relationship Id="rId8" Type="http://schemas.openxmlformats.org/officeDocument/2006/relationships/image" Target="../media/image200.png"/><Relationship Id="rId13" Type="http://schemas.openxmlformats.org/officeDocument/2006/relationships/image" Target="../media/image205.png"/><Relationship Id="rId3" Type="http://schemas.openxmlformats.org/officeDocument/2006/relationships/image" Target="../media/image195.png"/><Relationship Id="rId7" Type="http://schemas.openxmlformats.org/officeDocument/2006/relationships/image" Target="../media/image199.png"/><Relationship Id="rId12" Type="http://schemas.openxmlformats.org/officeDocument/2006/relationships/image" Target="../media/image204.png"/><Relationship Id="rId17" Type="http://schemas.openxmlformats.org/officeDocument/2006/relationships/image" Target="../media/image209.png"/><Relationship Id="rId2" Type="http://schemas.openxmlformats.org/officeDocument/2006/relationships/notesSlide" Target="../notesSlides/notesSlide10.xml"/><Relationship Id="rId16" Type="http://schemas.openxmlformats.org/officeDocument/2006/relationships/image" Target="../media/image208.png"/><Relationship Id="rId1" Type="http://schemas.openxmlformats.org/officeDocument/2006/relationships/slideLayout" Target="../slideLayouts/slideLayout3.xml"/><Relationship Id="rId6" Type="http://schemas.openxmlformats.org/officeDocument/2006/relationships/image" Target="../media/image198.png"/><Relationship Id="rId11" Type="http://schemas.openxmlformats.org/officeDocument/2006/relationships/image" Target="../media/image203.png"/><Relationship Id="rId5" Type="http://schemas.openxmlformats.org/officeDocument/2006/relationships/image" Target="../media/image197.png"/><Relationship Id="rId15" Type="http://schemas.openxmlformats.org/officeDocument/2006/relationships/image" Target="../media/image207.png"/><Relationship Id="rId10" Type="http://schemas.openxmlformats.org/officeDocument/2006/relationships/image" Target="../media/image202.png"/><Relationship Id="rId4" Type="http://schemas.openxmlformats.org/officeDocument/2006/relationships/image" Target="../media/image196.png"/><Relationship Id="rId9" Type="http://schemas.openxmlformats.org/officeDocument/2006/relationships/image" Target="../media/image201.png"/><Relationship Id="rId14" Type="http://schemas.openxmlformats.org/officeDocument/2006/relationships/image" Target="../media/image206.png"/></Relationships>
</file>

<file path=ppt/slides/_rels/slide11.xml.rels><?xml version="1.0" encoding="UTF-8" standalone="yes"?>
<Relationships xmlns="http://schemas.openxmlformats.org/package/2006/relationships"><Relationship Id="rId8" Type="http://schemas.openxmlformats.org/officeDocument/2006/relationships/image" Target="../media/image215.png"/><Relationship Id="rId13" Type="http://schemas.openxmlformats.org/officeDocument/2006/relationships/image" Target="../media/image220.png"/><Relationship Id="rId18" Type="http://schemas.openxmlformats.org/officeDocument/2006/relationships/image" Target="../media/image225.png"/><Relationship Id="rId26" Type="http://schemas.openxmlformats.org/officeDocument/2006/relationships/image" Target="../media/image233.png"/><Relationship Id="rId3" Type="http://schemas.openxmlformats.org/officeDocument/2006/relationships/image" Target="../media/image210.png"/><Relationship Id="rId21" Type="http://schemas.openxmlformats.org/officeDocument/2006/relationships/image" Target="../media/image228.png"/><Relationship Id="rId7" Type="http://schemas.openxmlformats.org/officeDocument/2006/relationships/image" Target="../media/image214.png"/><Relationship Id="rId12" Type="http://schemas.openxmlformats.org/officeDocument/2006/relationships/image" Target="../media/image219.png"/><Relationship Id="rId17" Type="http://schemas.openxmlformats.org/officeDocument/2006/relationships/image" Target="../media/image224.png"/><Relationship Id="rId25" Type="http://schemas.openxmlformats.org/officeDocument/2006/relationships/image" Target="../media/image232.png"/><Relationship Id="rId2" Type="http://schemas.openxmlformats.org/officeDocument/2006/relationships/notesSlide" Target="../notesSlides/notesSlide11.xml"/><Relationship Id="rId16" Type="http://schemas.openxmlformats.org/officeDocument/2006/relationships/image" Target="../media/image223.png"/><Relationship Id="rId20" Type="http://schemas.openxmlformats.org/officeDocument/2006/relationships/image" Target="../media/image227.png"/><Relationship Id="rId1" Type="http://schemas.openxmlformats.org/officeDocument/2006/relationships/slideLayout" Target="../slideLayouts/slideLayout3.xml"/><Relationship Id="rId6" Type="http://schemas.openxmlformats.org/officeDocument/2006/relationships/image" Target="../media/image213.png"/><Relationship Id="rId11" Type="http://schemas.openxmlformats.org/officeDocument/2006/relationships/image" Target="../media/image218.png"/><Relationship Id="rId24" Type="http://schemas.openxmlformats.org/officeDocument/2006/relationships/image" Target="../media/image231.png"/><Relationship Id="rId5" Type="http://schemas.openxmlformats.org/officeDocument/2006/relationships/image" Target="../media/image212.png"/><Relationship Id="rId15" Type="http://schemas.openxmlformats.org/officeDocument/2006/relationships/image" Target="../media/image222.png"/><Relationship Id="rId23" Type="http://schemas.openxmlformats.org/officeDocument/2006/relationships/image" Target="../media/image230.png"/><Relationship Id="rId10" Type="http://schemas.openxmlformats.org/officeDocument/2006/relationships/image" Target="../media/image217.png"/><Relationship Id="rId19" Type="http://schemas.openxmlformats.org/officeDocument/2006/relationships/image" Target="../media/image226.png"/><Relationship Id="rId4" Type="http://schemas.openxmlformats.org/officeDocument/2006/relationships/image" Target="../media/image211.png"/><Relationship Id="rId9" Type="http://schemas.openxmlformats.org/officeDocument/2006/relationships/image" Target="../media/image216.png"/><Relationship Id="rId14" Type="http://schemas.openxmlformats.org/officeDocument/2006/relationships/image" Target="../media/image221.png"/><Relationship Id="rId22" Type="http://schemas.openxmlformats.org/officeDocument/2006/relationships/image" Target="../media/image229.png"/></Relationships>
</file>

<file path=ppt/slides/_rels/slide12.xml.rels><?xml version="1.0" encoding="UTF-8" standalone="yes"?>
<Relationships xmlns="http://schemas.openxmlformats.org/package/2006/relationships"><Relationship Id="rId8" Type="http://schemas.openxmlformats.org/officeDocument/2006/relationships/image" Target="../media/image239.png"/><Relationship Id="rId13" Type="http://schemas.openxmlformats.org/officeDocument/2006/relationships/image" Target="../media/image244.png"/><Relationship Id="rId18" Type="http://schemas.openxmlformats.org/officeDocument/2006/relationships/image" Target="../media/image249.png"/><Relationship Id="rId3" Type="http://schemas.openxmlformats.org/officeDocument/2006/relationships/image" Target="../media/image234.png"/><Relationship Id="rId7" Type="http://schemas.openxmlformats.org/officeDocument/2006/relationships/image" Target="../media/image238.png"/><Relationship Id="rId12" Type="http://schemas.openxmlformats.org/officeDocument/2006/relationships/image" Target="../media/image243.png"/><Relationship Id="rId17" Type="http://schemas.openxmlformats.org/officeDocument/2006/relationships/image" Target="../media/image248.png"/><Relationship Id="rId2" Type="http://schemas.openxmlformats.org/officeDocument/2006/relationships/notesSlide" Target="../notesSlides/notesSlide12.xml"/><Relationship Id="rId16" Type="http://schemas.openxmlformats.org/officeDocument/2006/relationships/image" Target="../media/image247.png"/><Relationship Id="rId20" Type="http://schemas.openxmlformats.org/officeDocument/2006/relationships/image" Target="../media/image251.png"/><Relationship Id="rId1" Type="http://schemas.openxmlformats.org/officeDocument/2006/relationships/slideLayout" Target="../slideLayouts/slideLayout3.xml"/><Relationship Id="rId6" Type="http://schemas.openxmlformats.org/officeDocument/2006/relationships/image" Target="../media/image237.png"/><Relationship Id="rId11" Type="http://schemas.openxmlformats.org/officeDocument/2006/relationships/image" Target="../media/image242.png"/><Relationship Id="rId5" Type="http://schemas.openxmlformats.org/officeDocument/2006/relationships/image" Target="../media/image236.png"/><Relationship Id="rId15" Type="http://schemas.openxmlformats.org/officeDocument/2006/relationships/image" Target="../media/image246.png"/><Relationship Id="rId10" Type="http://schemas.openxmlformats.org/officeDocument/2006/relationships/image" Target="../media/image241.png"/><Relationship Id="rId19" Type="http://schemas.openxmlformats.org/officeDocument/2006/relationships/image" Target="../media/image250.png"/><Relationship Id="rId4" Type="http://schemas.openxmlformats.org/officeDocument/2006/relationships/image" Target="../media/image235.png"/><Relationship Id="rId9" Type="http://schemas.openxmlformats.org/officeDocument/2006/relationships/image" Target="../media/image240.png"/><Relationship Id="rId14" Type="http://schemas.openxmlformats.org/officeDocument/2006/relationships/image" Target="../media/image245.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5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54.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55.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56.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57.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58.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261.png"/><Relationship Id="rId5" Type="http://schemas.openxmlformats.org/officeDocument/2006/relationships/image" Target="../media/image260.png"/><Relationship Id="rId4" Type="http://schemas.openxmlformats.org/officeDocument/2006/relationships/image" Target="../media/image259.png"/></Relationships>
</file>

<file path=ppt/slides/_rels/slide28.xml.rels><?xml version="1.0" encoding="UTF-8" standalone="yes"?>
<Relationships xmlns="http://schemas.openxmlformats.org/package/2006/relationships"><Relationship Id="rId3" Type="http://schemas.openxmlformats.org/officeDocument/2006/relationships/image" Target="../media/image262.png"/><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265.png"/><Relationship Id="rId5" Type="http://schemas.openxmlformats.org/officeDocument/2006/relationships/image" Target="../media/image264.png"/><Relationship Id="rId4" Type="http://schemas.openxmlformats.org/officeDocument/2006/relationships/image" Target="../media/image263.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66.png"/><Relationship Id="rId2" Type="http://schemas.openxmlformats.org/officeDocument/2006/relationships/notesSlide" Target="../notesSlides/notesSlide31.xml"/><Relationship Id="rId1" Type="http://schemas.openxmlformats.org/officeDocument/2006/relationships/slideLayout" Target="../slideLayouts/slideLayout22.xml"/><Relationship Id="rId4" Type="http://schemas.openxmlformats.org/officeDocument/2006/relationships/image" Target="../media/image26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/or/; ore oor</a:t>
            </a:r>
            <a:endParaRPr sz="3000"/>
          </a:p>
        </p:txBody>
      </p:sp>
      <p:sp>
        <p:nvSpPr>
          <p:cNvPr id="681" name="Google Shape;681;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75</a:t>
            </a:r>
            <a:endParaRPr/>
          </a:p>
        </p:txBody>
      </p:sp>
      <p:pic>
        <p:nvPicPr>
          <p:cNvPr id="682" name="Google Shape;682;p1"/>
          <p:cNvPicPr preferRelativeResize="0"/>
          <p:nvPr/>
        </p:nvPicPr>
        <p:blipFill rotWithShape="1">
          <a:blip r:embed="rId3">
            <a:alphaModFix/>
          </a:blip>
          <a:srcRect l="79" r="69"/>
          <a:stretch/>
        </p:blipFill>
        <p:spPr>
          <a:xfrm rot="540305">
            <a:off x="7224100" y="3984578"/>
            <a:ext cx="1208040" cy="1709827"/>
          </a:xfrm>
          <a:prstGeom prst="rect">
            <a:avLst/>
          </a:prstGeom>
          <a:noFill/>
          <a:ln>
            <a:noFill/>
          </a:ln>
          <a:effectLst>
            <a:outerShdw blurRad="71438" dist="38100" dir="5220000" algn="bl" rotWithShape="0">
              <a:srgbClr val="000000">
                <a:alpha val="20000"/>
              </a:srgbClr>
            </a:outerShdw>
          </a:effectLst>
        </p:spPr>
      </p:pic>
      <p:pic>
        <p:nvPicPr>
          <p:cNvPr id="683" name="Google Shape;683;p1"/>
          <p:cNvPicPr preferRelativeResize="0"/>
          <p:nvPr/>
        </p:nvPicPr>
        <p:blipFill rotWithShape="1">
          <a:blip r:embed="rId4">
            <a:alphaModFix/>
          </a:blip>
          <a:srcRect l="19" r="19"/>
          <a:stretch/>
        </p:blipFill>
        <p:spPr>
          <a:xfrm rot="-4">
            <a:off x="6175535" y="3831827"/>
            <a:ext cx="1208038" cy="1709829"/>
          </a:xfrm>
          <a:prstGeom prst="rect">
            <a:avLst/>
          </a:prstGeom>
          <a:noFill/>
          <a:ln>
            <a:noFill/>
          </a:ln>
          <a:effectLst>
            <a:outerShdw blurRad="71438" dist="38100" dir="5220000" algn="bl" rotWithShape="0">
              <a:srgbClr val="000000">
                <a:alpha val="20000"/>
              </a:srgbClr>
            </a:outerShdw>
          </a:effectLst>
        </p:spPr>
      </p:pic>
      <p:pic>
        <p:nvPicPr>
          <p:cNvPr id="684" name="Google Shape;684;p1"/>
          <p:cNvPicPr preferRelativeResize="0"/>
          <p:nvPr/>
        </p:nvPicPr>
        <p:blipFill rotWithShape="1">
          <a:blip r:embed="rId5">
            <a:alphaModFix/>
          </a:blip>
          <a:srcRect l="19" r="19"/>
          <a:stretch/>
        </p:blipFill>
        <p:spPr>
          <a:xfrm rot="-437250">
            <a:off x="5073574" y="3994383"/>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85" name="Google Shape;685;p1"/>
          <p:cNvGraphicFramePr/>
          <p:nvPr/>
        </p:nvGraphicFramePr>
        <p:xfrm>
          <a:off x="4844200" y="1646527"/>
          <a:ext cx="3784875" cy="2032200"/>
        </p:xfrm>
        <a:graphic>
          <a:graphicData uri="http://schemas.openxmlformats.org/drawingml/2006/table">
            <a:tbl>
              <a:tblPr firstRow="1" bandRow="1">
                <a:noFill/>
                <a:tableStyleId>{BB262344-57C9-4EF0-B25C-98C9ED7B9173}</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/zh/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/z/</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r/</a:t>
                      </a:r>
                      <a:endParaRPr sz="1600">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/or/</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Revise and practise</a:t>
            </a:r>
            <a:r>
              <a:rPr lang="en-US">
                <a:solidFill>
                  <a:srgbClr val="8DC63F"/>
                </a:solidFill>
              </a:rPr>
              <a:t> /or/</a:t>
            </a:r>
            <a:r>
              <a:rPr lang="en-US"/>
              <a:t> sound family spelling patterns.</a:t>
            </a:r>
            <a:endParaRPr/>
          </a:p>
        </p:txBody>
      </p:sp>
      <p:sp>
        <p:nvSpPr>
          <p:cNvPr id="692" name="Google Shape;692;g2bee4f4af4b_0_204"/>
          <p:cNvSpPr txBox="1">
            <a:spLocks noGrp="1"/>
          </p:cNvSpPr>
          <p:nvPr>
            <p:ph type="body" idx="2"/>
          </p:nvPr>
        </p:nvSpPr>
        <p:spPr>
          <a:xfrm>
            <a:off x="3298550" y="2083450"/>
            <a:ext cx="45852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spcBef>
                <a:spcPts val="0"/>
              </a:spcBef>
              <a:spcAft>
                <a:spcPts val="0"/>
              </a:spcAft>
              <a:buSzPts val="1600"/>
              <a:buChar char="•"/>
            </a:pPr>
            <a:r>
              <a:rPr lang="en-US"/>
              <a:t>Practise Homophones within </a:t>
            </a:r>
            <a:r>
              <a:rPr lang="en-US">
                <a:solidFill>
                  <a:srgbClr val="8DC63F"/>
                </a:solidFill>
              </a:rPr>
              <a:t>/or/</a:t>
            </a:r>
            <a:r>
              <a:rPr lang="en-US"/>
              <a:t> family</a:t>
            </a:r>
            <a:r>
              <a:rPr lang="en-US">
                <a:solidFill>
                  <a:srgbClr val="2356AF"/>
                </a:solidFill>
              </a:rPr>
              <a:t> for / four, bored / board</a:t>
            </a:r>
            <a:r>
              <a:rPr lang="en-US"/>
              <a:t>.</a:t>
            </a:r>
            <a:endParaRPr/>
          </a:p>
        </p:txBody>
      </p:sp>
      <p:sp>
        <p:nvSpPr>
          <p:cNvPr id="693" name="Google Shape;693;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pic>
        <p:nvPicPr>
          <p:cNvPr id="694" name="Google Shape;694;g2bee4f4af4b_0_204"/>
          <p:cNvPicPr preferRelativeResize="0"/>
          <p:nvPr/>
        </p:nvPicPr>
        <p:blipFill rotWithShape="1">
          <a:blip r:embed="rId3">
            <a:alphaModFix/>
          </a:blip>
          <a:srcRect l="19" r="19"/>
          <a:stretch/>
        </p:blipFill>
        <p:spPr>
          <a:xfrm>
            <a:off x="2367226" y="4101860"/>
            <a:ext cx="786850" cy="1113688"/>
          </a:xfrm>
          <a:prstGeom prst="rect">
            <a:avLst/>
          </a:prstGeom>
          <a:noFill/>
          <a:ln>
            <a:noFill/>
          </a:ln>
          <a:effectLst>
            <a:outerShdw blurRad="71438" dist="19050" dir="5220000" algn="bl" rotWithShape="0">
              <a:srgbClr val="D8D8D8"/>
            </a:outerShdw>
          </a:effectLst>
        </p:spPr>
      </p:pic>
      <p:pic>
        <p:nvPicPr>
          <p:cNvPr id="695" name="Google Shape;695;g2bee4f4af4b_0_204"/>
          <p:cNvPicPr preferRelativeResize="0"/>
          <p:nvPr/>
        </p:nvPicPr>
        <p:blipFill rotWithShape="1">
          <a:blip r:embed="rId4">
            <a:alphaModFix/>
          </a:blip>
          <a:srcRect/>
          <a:stretch/>
        </p:blipFill>
        <p:spPr>
          <a:xfrm>
            <a:off x="3634106" y="4169988"/>
            <a:ext cx="813600" cy="977432"/>
          </a:xfrm>
          <a:prstGeom prst="rect">
            <a:avLst/>
          </a:prstGeom>
          <a:noFill/>
          <a:ln>
            <a:noFill/>
          </a:ln>
          <a:effectLst>
            <a:outerShdw blurRad="71438" dist="19050" dir="5220000" algn="bl" rotWithShape="0">
              <a:srgbClr val="D8D8D8"/>
            </a:outerShdw>
          </a:effectLst>
        </p:spPr>
      </p:pic>
      <p:pic>
        <p:nvPicPr>
          <p:cNvPr id="696" name="Google Shape;696;g2bee4f4af4b_0_204"/>
          <p:cNvPicPr preferRelativeResize="0"/>
          <p:nvPr/>
        </p:nvPicPr>
        <p:blipFill rotWithShape="1">
          <a:blip r:embed="rId5">
            <a:alphaModFix/>
          </a:blip>
          <a:srcRect t="89" b="79"/>
          <a:stretch/>
        </p:blipFill>
        <p:spPr>
          <a:xfrm>
            <a:off x="5950029" y="4326104"/>
            <a:ext cx="931974" cy="665199"/>
          </a:xfrm>
          <a:prstGeom prst="rect">
            <a:avLst/>
          </a:prstGeom>
          <a:noFill/>
          <a:ln>
            <a:noFill/>
          </a:ln>
          <a:effectLst>
            <a:outerShdw blurRad="71438" dist="19050" dir="5220000" algn="bl" rotWithShape="0">
              <a:srgbClr val="D8D8D8"/>
            </a:outerShdw>
          </a:effectLst>
        </p:spPr>
      </p:pic>
      <p:pic>
        <p:nvPicPr>
          <p:cNvPr id="697" name="Google Shape;697;g2bee4f4af4b_0_204"/>
          <p:cNvPicPr preferRelativeResize="0"/>
          <p:nvPr/>
        </p:nvPicPr>
        <p:blipFill rotWithShape="1">
          <a:blip r:embed="rId6">
            <a:alphaModFix/>
          </a:blip>
          <a:srcRect/>
          <a:stretch/>
        </p:blipFill>
        <p:spPr>
          <a:xfrm>
            <a:off x="4921199" y="4232253"/>
            <a:ext cx="614525" cy="852902"/>
          </a:xfrm>
          <a:prstGeom prst="rect">
            <a:avLst/>
          </a:prstGeom>
          <a:noFill/>
          <a:ln>
            <a:noFill/>
          </a:ln>
          <a:effectLst>
            <a:outerShdw blurRad="71438" dist="19050" dir="5220000" algn="bl" rotWithShape="0">
              <a:srgbClr val="D8D8D8"/>
            </a:outerShdw>
          </a:effectLst>
        </p:spPr>
      </p:pic>
      <p:sp>
        <p:nvSpPr>
          <p:cNvPr id="698" name="Google Shape;698;g2bee4f4af4b_0_204"/>
          <p:cNvSpPr txBox="1"/>
          <p:nvPr/>
        </p:nvSpPr>
        <p:spPr>
          <a:xfrm>
            <a:off x="23538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99" name="Google Shape;699;g2bee4f4af4b_0_204"/>
          <p:cNvSpPr txBox="1"/>
          <p:nvPr/>
        </p:nvSpPr>
        <p:spPr>
          <a:xfrm>
            <a:off x="21465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sp>
        <p:nvSpPr>
          <p:cNvPr id="700" name="Google Shape;700;g2bee4f4af4b_0_204"/>
          <p:cNvSpPr txBox="1"/>
          <p:nvPr/>
        </p:nvSpPr>
        <p:spPr>
          <a:xfrm>
            <a:off x="36341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34268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sp>
        <p:nvSpPr>
          <p:cNvPr id="702" name="Google Shape;702;g2bee4f4af4b_0_204"/>
          <p:cNvSpPr txBox="1"/>
          <p:nvPr/>
        </p:nvSpPr>
        <p:spPr>
          <a:xfrm>
            <a:off x="600919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03" name="Google Shape;703;g2bee4f4af4b_0_204"/>
          <p:cNvSpPr txBox="1"/>
          <p:nvPr/>
        </p:nvSpPr>
        <p:spPr>
          <a:xfrm>
            <a:off x="5650699" y="5256525"/>
            <a:ext cx="1530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sp>
        <p:nvSpPr>
          <p:cNvPr id="704" name="Google Shape;704;g2bee4f4af4b_0_204"/>
          <p:cNvSpPr txBox="1"/>
          <p:nvPr/>
        </p:nvSpPr>
        <p:spPr>
          <a:xfrm>
            <a:off x="48216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05" name="Google Shape;705;g2bee4f4af4b_0_204"/>
          <p:cNvSpPr txBox="1"/>
          <p:nvPr/>
        </p:nvSpPr>
        <p:spPr>
          <a:xfrm>
            <a:off x="47070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sp>
        <p:nvSpPr>
          <p:cNvPr id="706" name="Google Shape;706;g2bee4f4af4b_0_204"/>
          <p:cNvSpPr txBox="1"/>
          <p:nvPr/>
        </p:nvSpPr>
        <p:spPr>
          <a:xfrm>
            <a:off x="1034404"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JN693</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827104"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Homophone</a:t>
            </a:r>
            <a:r>
              <a:rPr lang="en-US" sz="900">
                <a:solidFill>
                  <a:srgbClr val="757070"/>
                </a:solidFill>
                <a:latin typeface="Poppins Medium"/>
                <a:ea typeface="Poppins Medium"/>
                <a:cs typeface="Poppins Medium"/>
                <a:sym typeface="Poppins Medium"/>
              </a:rPr>
              <a:t>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7">
            <a:alphaModFix/>
          </a:blip>
          <a:srcRect l="-3716" r="-3706"/>
          <a:stretch/>
        </p:blipFill>
        <p:spPr>
          <a:xfrm>
            <a:off x="777575" y="4342650"/>
            <a:ext cx="1333626" cy="620700"/>
          </a:xfrm>
          <a:prstGeom prst="rect">
            <a:avLst/>
          </a:prstGeom>
          <a:noFill/>
          <a:ln>
            <a:noFill/>
          </a:ln>
          <a:effectLst>
            <a:outerShdw blurRad="57150" dist="19050" dir="5400000" algn="bl" rotWithShape="0">
              <a:srgbClr val="BFBFBF"/>
            </a:outerShdw>
          </a:effectLst>
        </p:spPr>
      </p:pic>
      <p:sp>
        <p:nvSpPr>
          <p:cNvPr id="709" name="Google Shape;709;g2bee4f4af4b_0_204">
            <a:hlinkClick r:id="rId8" action="ppaction://hlinksldjump"/>
          </p:cNvPr>
          <p:cNvSpPr/>
          <p:nvPr/>
        </p:nvSpPr>
        <p:spPr>
          <a:xfrm>
            <a:off x="1016575" y="374880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0" name="Google Shape;710;g2bee4f4af4b_0_204">
            <a:hlinkClick r:id="rId9" action="ppaction://hlinksldjump"/>
          </p:cNvPr>
          <p:cNvSpPr/>
          <p:nvPr/>
        </p:nvSpPr>
        <p:spPr>
          <a:xfrm>
            <a:off x="2409655" y="361781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1" name="Google Shape;711;g2bee4f4af4b_0_204">
            <a:hlinkClick r:id="rId10" action="ppaction://hlinksldjump"/>
          </p:cNvPr>
          <p:cNvSpPr/>
          <p:nvPr/>
        </p:nvSpPr>
        <p:spPr>
          <a:xfrm>
            <a:off x="3535578" y="374880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2" name="Google Shape;712;g2bee4f4af4b_0_204">
            <a:hlinkClick r:id="rId11" action="ppaction://hlinksldjump"/>
          </p:cNvPr>
          <p:cNvSpPr/>
          <p:nvPr/>
        </p:nvSpPr>
        <p:spPr>
          <a:xfrm>
            <a:off x="4760149" y="3739997"/>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3" name="Google Shape;713;g2bee4f4af4b_0_204">
            <a:hlinkClick r:id="rId12" action="ppaction://hlinksldjump"/>
          </p:cNvPr>
          <p:cNvSpPr/>
          <p:nvPr/>
        </p:nvSpPr>
        <p:spPr>
          <a:xfrm>
            <a:off x="5878024" y="3642386"/>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0" name="Google Shape;720;g26b641b03cd_0_165"/>
          <p:cNvGrpSpPr/>
          <p:nvPr/>
        </p:nvGrpSpPr>
        <p:grpSpPr>
          <a:xfrm>
            <a:off x="930400" y="2053244"/>
            <a:ext cx="7283200" cy="3724851"/>
            <a:chOff x="930400" y="2129444"/>
            <a:chExt cx="7283200" cy="3724851"/>
          </a:xfrm>
        </p:grpSpPr>
        <p:pic>
          <p:nvPicPr>
            <p:cNvPr id="721" name="Google Shape;721;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4901"/>
                </a:srgbClr>
              </a:outerShdw>
            </a:effectLst>
          </p:spPr>
        </p:pic>
        <p:pic>
          <p:nvPicPr>
            <p:cNvPr id="722" name="Google Shape;722;g26b641b03cd_0_165"/>
            <p:cNvPicPr preferRelativeResize="0"/>
            <p:nvPr/>
          </p:nvPicPr>
          <p:blipFill rotWithShape="1">
            <a:blip r:embed="rId4">
              <a:alphaModFix/>
            </a:blip>
            <a:srcRect l="19" r="28"/>
            <a:stretch/>
          </p:blipFill>
          <p:spPr>
            <a:xfrm>
              <a:off x="3699261" y="2129444"/>
              <a:ext cx="822525" cy="1164251"/>
            </a:xfrm>
            <a:prstGeom prst="rect">
              <a:avLst/>
            </a:prstGeom>
            <a:noFill/>
            <a:ln>
              <a:noFill/>
            </a:ln>
            <a:effectLst>
              <a:outerShdw blurRad="71438" dist="28575" dir="5400000" algn="bl" rotWithShape="0">
                <a:srgbClr val="000000">
                  <a:alpha val="14901"/>
                </a:srgbClr>
              </a:outerShdw>
            </a:effectLst>
          </p:spPr>
        </p:pic>
        <p:pic>
          <p:nvPicPr>
            <p:cNvPr id="723" name="Google Shape;723;g26b641b03cd_0_165"/>
            <p:cNvPicPr preferRelativeResize="0"/>
            <p:nvPr/>
          </p:nvPicPr>
          <p:blipFill rotWithShape="1">
            <a:blip r:embed="rId5">
              <a:alphaModFix/>
            </a:blip>
            <a:srcRect l="19" r="28"/>
            <a:stretch/>
          </p:blipFill>
          <p:spPr>
            <a:xfrm>
              <a:off x="1853354" y="2129444"/>
              <a:ext cx="822525" cy="1164251"/>
            </a:xfrm>
            <a:prstGeom prst="rect">
              <a:avLst/>
            </a:prstGeom>
            <a:noFill/>
            <a:ln>
              <a:noFill/>
            </a:ln>
            <a:effectLst>
              <a:outerShdw blurRad="71438" dist="28575" dir="5400000" algn="bl" rotWithShape="0">
                <a:srgbClr val="000000">
                  <a:alpha val="14901"/>
                </a:srgbClr>
              </a:outerShdw>
            </a:effectLst>
          </p:spPr>
        </p:pic>
        <p:pic>
          <p:nvPicPr>
            <p:cNvPr id="724" name="Google Shape;724;g26b641b03cd_0_165"/>
            <p:cNvPicPr preferRelativeResize="0"/>
            <p:nvPr/>
          </p:nvPicPr>
          <p:blipFill rotWithShape="1">
            <a:blip r:embed="rId6">
              <a:alphaModFix/>
            </a:blip>
            <a:srcRect l="19" r="28"/>
            <a:stretch/>
          </p:blipFill>
          <p:spPr>
            <a:xfrm>
              <a:off x="2776307" y="2129444"/>
              <a:ext cx="822525" cy="1164251"/>
            </a:xfrm>
            <a:prstGeom prst="rect">
              <a:avLst/>
            </a:prstGeom>
            <a:noFill/>
            <a:ln>
              <a:noFill/>
            </a:ln>
            <a:effectLst>
              <a:outerShdw blurRad="71438" dist="28575" dir="5400000" algn="bl" rotWithShape="0">
                <a:srgbClr val="000000">
                  <a:alpha val="14901"/>
                </a:srgbClr>
              </a:outerShdw>
            </a:effectLst>
          </p:spPr>
        </p:pic>
        <p:pic>
          <p:nvPicPr>
            <p:cNvPr id="725" name="Google Shape;725;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4901"/>
                </a:srgbClr>
              </a:outerShdw>
            </a:effectLst>
          </p:spPr>
        </p:pic>
        <p:pic>
          <p:nvPicPr>
            <p:cNvPr id="726" name="Google Shape;726;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4901"/>
                </a:srgbClr>
              </a:outerShdw>
            </a:effectLst>
          </p:spPr>
        </p:pic>
        <p:pic>
          <p:nvPicPr>
            <p:cNvPr id="727" name="Google Shape;727;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4901"/>
                </a:srgbClr>
              </a:outerShdw>
            </a:effectLst>
          </p:spPr>
        </p:pic>
        <p:pic>
          <p:nvPicPr>
            <p:cNvPr id="728" name="Google Shape;728;g26b641b03cd_0_165"/>
            <p:cNvPicPr preferRelativeResize="0"/>
            <p:nvPr/>
          </p:nvPicPr>
          <p:blipFill rotWithShape="1">
            <a:blip r:embed="rId10">
              <a:alphaModFix/>
            </a:blip>
            <a:srcRect l="19" r="28"/>
            <a:stretch/>
          </p:blipFill>
          <p:spPr>
            <a:xfrm>
              <a:off x="6468121" y="2129444"/>
              <a:ext cx="822525" cy="1164251"/>
            </a:xfrm>
            <a:prstGeom prst="rect">
              <a:avLst/>
            </a:prstGeom>
            <a:noFill/>
            <a:ln>
              <a:noFill/>
            </a:ln>
            <a:effectLst>
              <a:outerShdw blurRad="71438" dist="28575" dir="5400000" algn="bl" rotWithShape="0">
                <a:srgbClr val="000000">
                  <a:alpha val="14901"/>
                </a:srgbClr>
              </a:outerShdw>
            </a:effectLst>
          </p:spPr>
        </p:pic>
        <p:pic>
          <p:nvPicPr>
            <p:cNvPr id="729" name="Google Shape;729;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4901"/>
                </a:srgbClr>
              </a:outerShdw>
            </a:effectLst>
          </p:spPr>
        </p:pic>
        <p:pic>
          <p:nvPicPr>
            <p:cNvPr id="730" name="Google Shape;730;g26b641b03cd_0_165"/>
            <p:cNvPicPr preferRelativeResize="0"/>
            <p:nvPr/>
          </p:nvPicPr>
          <p:blipFill rotWithShape="1">
            <a:blip r:embed="rId12">
              <a:alphaModFix/>
            </a:blip>
            <a:srcRect l="19" r="28"/>
            <a:stretch/>
          </p:blipFill>
          <p:spPr>
            <a:xfrm>
              <a:off x="3699261" y="3409744"/>
              <a:ext cx="822525" cy="1164251"/>
            </a:xfrm>
            <a:prstGeom prst="rect">
              <a:avLst/>
            </a:prstGeom>
            <a:noFill/>
            <a:ln>
              <a:noFill/>
            </a:ln>
            <a:effectLst>
              <a:outerShdw blurRad="71438" dist="28575" dir="5400000" algn="bl" rotWithShape="0">
                <a:srgbClr val="000000">
                  <a:alpha val="14901"/>
                </a:srgbClr>
              </a:outerShdw>
            </a:effectLst>
          </p:spPr>
        </p:pic>
        <p:pic>
          <p:nvPicPr>
            <p:cNvPr id="731" name="Google Shape;731;g26b641b03cd_0_165"/>
            <p:cNvPicPr preferRelativeResize="0"/>
            <p:nvPr/>
          </p:nvPicPr>
          <p:blipFill rotWithShape="1">
            <a:blip r:embed="rId13">
              <a:alphaModFix/>
            </a:blip>
            <a:srcRect l="19" r="28"/>
            <a:stretch/>
          </p:blipFill>
          <p:spPr>
            <a:xfrm>
              <a:off x="1853354" y="3409744"/>
              <a:ext cx="822525" cy="1164251"/>
            </a:xfrm>
            <a:prstGeom prst="rect">
              <a:avLst/>
            </a:prstGeom>
            <a:noFill/>
            <a:ln>
              <a:noFill/>
            </a:ln>
            <a:effectLst>
              <a:outerShdw blurRad="71438" dist="28575" dir="5400000" algn="bl" rotWithShape="0">
                <a:srgbClr val="000000">
                  <a:alpha val="14901"/>
                </a:srgbClr>
              </a:outerShdw>
            </a:effectLst>
          </p:spPr>
        </p:pic>
        <p:pic>
          <p:nvPicPr>
            <p:cNvPr id="732" name="Google Shape;732;g26b641b03cd_0_165"/>
            <p:cNvPicPr preferRelativeResize="0"/>
            <p:nvPr/>
          </p:nvPicPr>
          <p:blipFill rotWithShape="1">
            <a:blip r:embed="rId14">
              <a:alphaModFix/>
            </a:blip>
            <a:srcRect l="19" r="28"/>
            <a:stretch/>
          </p:blipFill>
          <p:spPr>
            <a:xfrm>
              <a:off x="2776307" y="3409744"/>
              <a:ext cx="822525" cy="1164251"/>
            </a:xfrm>
            <a:prstGeom prst="rect">
              <a:avLst/>
            </a:prstGeom>
            <a:noFill/>
            <a:ln>
              <a:noFill/>
            </a:ln>
            <a:effectLst>
              <a:outerShdw blurRad="71438" dist="28575" dir="5400000" algn="bl" rotWithShape="0">
                <a:srgbClr val="000000">
                  <a:alpha val="14901"/>
                </a:srgbClr>
              </a:outerShdw>
            </a:effectLst>
          </p:spPr>
        </p:pic>
        <p:pic>
          <p:nvPicPr>
            <p:cNvPr id="733" name="Google Shape;733;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4901"/>
                </a:srgbClr>
              </a:outerShdw>
            </a:effectLst>
          </p:spPr>
        </p:pic>
        <p:pic>
          <p:nvPicPr>
            <p:cNvPr id="734" name="Google Shape;734;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4901"/>
                </a:srgbClr>
              </a:outerShdw>
            </a:effectLst>
          </p:spPr>
        </p:pic>
        <p:pic>
          <p:nvPicPr>
            <p:cNvPr id="735" name="Google Shape;735;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4901"/>
                </a:srgbClr>
              </a:outerShdw>
            </a:effectLst>
          </p:spPr>
        </p:pic>
        <p:pic>
          <p:nvPicPr>
            <p:cNvPr id="736" name="Google Shape;736;g26b641b03cd_0_165"/>
            <p:cNvPicPr preferRelativeResize="0"/>
            <p:nvPr/>
          </p:nvPicPr>
          <p:blipFill rotWithShape="1">
            <a:blip r:embed="rId18">
              <a:alphaModFix/>
            </a:blip>
            <a:srcRect l="19" r="28"/>
            <a:stretch/>
          </p:blipFill>
          <p:spPr>
            <a:xfrm>
              <a:off x="6468121" y="3409744"/>
              <a:ext cx="822525" cy="1164251"/>
            </a:xfrm>
            <a:prstGeom prst="rect">
              <a:avLst/>
            </a:prstGeom>
            <a:noFill/>
            <a:ln>
              <a:noFill/>
            </a:ln>
            <a:effectLst>
              <a:outerShdw blurRad="71438" dist="28575" dir="5400000" algn="bl" rotWithShape="0">
                <a:srgbClr val="000000">
                  <a:alpha val="14901"/>
                </a:srgbClr>
              </a:outerShdw>
            </a:effectLst>
          </p:spPr>
        </p:pic>
        <p:pic>
          <p:nvPicPr>
            <p:cNvPr id="737" name="Google Shape;737;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4901"/>
                </a:srgbClr>
              </a:outerShdw>
            </a:effectLst>
          </p:spPr>
        </p:pic>
        <p:pic>
          <p:nvPicPr>
            <p:cNvPr id="738" name="Google Shape;738;g26b641b03cd_0_165"/>
            <p:cNvPicPr preferRelativeResize="0"/>
            <p:nvPr/>
          </p:nvPicPr>
          <p:blipFill rotWithShape="1">
            <a:blip r:embed="rId20">
              <a:alphaModFix/>
            </a:blip>
            <a:srcRect l="19" r="28"/>
            <a:stretch/>
          </p:blipFill>
          <p:spPr>
            <a:xfrm>
              <a:off x="3699261" y="4690044"/>
              <a:ext cx="822525" cy="1164251"/>
            </a:xfrm>
            <a:prstGeom prst="rect">
              <a:avLst/>
            </a:prstGeom>
            <a:noFill/>
            <a:ln>
              <a:noFill/>
            </a:ln>
            <a:effectLst>
              <a:outerShdw blurRad="71438" dist="28575" dir="5400000" algn="bl" rotWithShape="0">
                <a:srgbClr val="000000">
                  <a:alpha val="14901"/>
                </a:srgbClr>
              </a:outerShdw>
            </a:effectLst>
          </p:spPr>
        </p:pic>
        <p:pic>
          <p:nvPicPr>
            <p:cNvPr id="739" name="Google Shape;739;g26b641b03cd_0_165"/>
            <p:cNvPicPr preferRelativeResize="0"/>
            <p:nvPr/>
          </p:nvPicPr>
          <p:blipFill rotWithShape="1">
            <a:blip r:embed="rId21">
              <a:alphaModFix/>
            </a:blip>
            <a:srcRect l="19" r="28"/>
            <a:stretch/>
          </p:blipFill>
          <p:spPr>
            <a:xfrm>
              <a:off x="1853354" y="4690044"/>
              <a:ext cx="822525" cy="1164251"/>
            </a:xfrm>
            <a:prstGeom prst="rect">
              <a:avLst/>
            </a:prstGeom>
            <a:noFill/>
            <a:ln>
              <a:noFill/>
            </a:ln>
            <a:effectLst>
              <a:outerShdw blurRad="71438" dist="28575" dir="5400000" algn="bl" rotWithShape="0">
                <a:srgbClr val="000000">
                  <a:alpha val="14901"/>
                </a:srgbClr>
              </a:outerShdw>
            </a:effectLst>
          </p:spPr>
        </p:pic>
        <p:pic>
          <p:nvPicPr>
            <p:cNvPr id="740" name="Google Shape;740;g26b641b03cd_0_165"/>
            <p:cNvPicPr preferRelativeResize="0"/>
            <p:nvPr/>
          </p:nvPicPr>
          <p:blipFill rotWithShape="1">
            <a:blip r:embed="rId22">
              <a:alphaModFix/>
            </a:blip>
            <a:srcRect l="19" r="28"/>
            <a:stretch/>
          </p:blipFill>
          <p:spPr>
            <a:xfrm>
              <a:off x="2776307" y="4690044"/>
              <a:ext cx="822525" cy="1164251"/>
            </a:xfrm>
            <a:prstGeom prst="rect">
              <a:avLst/>
            </a:prstGeom>
            <a:noFill/>
            <a:ln>
              <a:noFill/>
            </a:ln>
            <a:effectLst>
              <a:outerShdw blurRad="71438" dist="28575" dir="5400000" algn="bl" rotWithShape="0">
                <a:srgbClr val="000000">
                  <a:alpha val="14901"/>
                </a:srgbClr>
              </a:outerShdw>
            </a:effectLst>
          </p:spPr>
        </p:pic>
        <p:pic>
          <p:nvPicPr>
            <p:cNvPr id="741" name="Google Shape;741;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4901"/>
                </a:srgbClr>
              </a:outerShdw>
            </a:effectLst>
          </p:spPr>
        </p:pic>
        <p:pic>
          <p:nvPicPr>
            <p:cNvPr id="742" name="Google Shape;742;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4901"/>
                </a:srgbClr>
              </a:outerShdw>
            </a:effectLst>
          </p:spPr>
        </p:pic>
        <p:pic>
          <p:nvPicPr>
            <p:cNvPr id="743" name="Google Shape;743;g26b641b03cd_0_165"/>
            <p:cNvPicPr preferRelativeResize="0"/>
            <p:nvPr/>
          </p:nvPicPr>
          <p:blipFill rotWithShape="1">
            <a:blip r:embed="rId25">
              <a:alphaModFix/>
            </a:blip>
            <a:srcRect l="19" r="28"/>
            <a:stretch/>
          </p:blipFill>
          <p:spPr>
            <a:xfrm>
              <a:off x="6468121" y="4690044"/>
              <a:ext cx="822525" cy="1164251"/>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0" name="Google Shape;750;g26b7edf6e71_0_26"/>
          <p:cNvGrpSpPr/>
          <p:nvPr/>
        </p:nvGrpSpPr>
        <p:grpSpPr>
          <a:xfrm>
            <a:off x="930400" y="2053250"/>
            <a:ext cx="7283201" cy="2971674"/>
            <a:chOff x="930400" y="2129450"/>
            <a:chExt cx="7283201" cy="2971674"/>
          </a:xfrm>
        </p:grpSpPr>
        <p:pic>
          <p:nvPicPr>
            <p:cNvPr id="751" name="Google Shape;751;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4901"/>
                </a:srgbClr>
              </a:outerShdw>
            </a:effectLst>
          </p:spPr>
        </p:pic>
        <p:pic>
          <p:nvPicPr>
            <p:cNvPr id="752" name="Google Shape;752;g26b7edf6e71_0_26"/>
            <p:cNvPicPr preferRelativeResize="0"/>
            <p:nvPr/>
          </p:nvPicPr>
          <p:blipFill rotWithShape="1">
            <a:blip r:embed="rId4">
              <a:alphaModFix/>
            </a:blip>
            <a:srcRect l="19" r="28"/>
            <a:stretch/>
          </p:blipFill>
          <p:spPr>
            <a:xfrm>
              <a:off x="6084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53" name="Google Shape;753;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86"/>
                </a:srgbClr>
              </a:outerShdw>
            </a:effectLst>
          </p:spPr>
        </p:pic>
        <p:pic>
          <p:nvPicPr>
            <p:cNvPr id="754" name="Google Shape;754;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86"/>
                </a:srgbClr>
              </a:outerShdw>
            </a:effectLst>
          </p:spPr>
        </p:pic>
        <p:pic>
          <p:nvPicPr>
            <p:cNvPr id="755" name="Google Shape;755;g26b7edf6e71_0_26"/>
            <p:cNvPicPr preferRelativeResize="0"/>
            <p:nvPr/>
          </p:nvPicPr>
          <p:blipFill rotWithShape="1">
            <a:blip r:embed="rId7">
              <a:alphaModFix/>
            </a:blip>
            <a:srcRect l="19" r="28"/>
            <a:stretch/>
          </p:blipFill>
          <p:spPr>
            <a:xfrm>
              <a:off x="3875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56" name="Google Shape;756;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86"/>
                </a:srgbClr>
              </a:outerShdw>
            </a:effectLst>
          </p:spPr>
        </p:pic>
        <p:pic>
          <p:nvPicPr>
            <p:cNvPr id="757" name="Google Shape;757;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86"/>
                </a:srgbClr>
              </a:outerShdw>
            </a:effectLst>
          </p:spPr>
        </p:pic>
        <p:pic>
          <p:nvPicPr>
            <p:cNvPr id="758" name="Google Shape;758;g26b7edf6e71_0_26"/>
            <p:cNvPicPr preferRelativeResize="0"/>
            <p:nvPr/>
          </p:nvPicPr>
          <p:blipFill rotWithShape="1">
            <a:blip r:embed="rId10">
              <a:alphaModFix/>
            </a:blip>
            <a:srcRect l="19" r="28"/>
            <a:stretch/>
          </p:blipFill>
          <p:spPr>
            <a:xfrm>
              <a:off x="1666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59" name="Google Shape;759;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86"/>
                </a:srgbClr>
              </a:outerShdw>
            </a:effectLst>
          </p:spPr>
        </p:pic>
        <p:pic>
          <p:nvPicPr>
            <p:cNvPr id="760" name="Google Shape;760;g26b7edf6e71_0_26"/>
            <p:cNvPicPr preferRelativeResize="0"/>
            <p:nvPr/>
          </p:nvPicPr>
          <p:blipFill rotWithShape="1">
            <a:blip r:embed="rId12">
              <a:alphaModFix/>
            </a:blip>
            <a:srcRect l="19" r="28"/>
            <a:stretch/>
          </p:blipFill>
          <p:spPr>
            <a:xfrm>
              <a:off x="7557389" y="3150869"/>
              <a:ext cx="656212" cy="928836"/>
            </a:xfrm>
            <a:prstGeom prst="rect">
              <a:avLst/>
            </a:prstGeom>
            <a:noFill/>
            <a:ln>
              <a:noFill/>
            </a:ln>
            <a:effectLst>
              <a:outerShdw blurRad="71438" dist="28575" dir="5400000" algn="bl" rotWithShape="0">
                <a:srgbClr val="000000">
                  <a:alpha val="16078"/>
                </a:srgbClr>
              </a:outerShdw>
            </a:effectLst>
          </p:spPr>
        </p:pic>
        <p:pic>
          <p:nvPicPr>
            <p:cNvPr id="761" name="Google Shape;761;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86"/>
                </a:srgbClr>
              </a:outerShdw>
            </a:effectLst>
          </p:spPr>
        </p:pic>
        <p:pic>
          <p:nvPicPr>
            <p:cNvPr id="762" name="Google Shape;762;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86"/>
                </a:srgbClr>
              </a:outerShdw>
            </a:effectLst>
          </p:spPr>
        </p:pic>
        <p:pic>
          <p:nvPicPr>
            <p:cNvPr id="763" name="Google Shape;763;g26b7edf6e71_0_26"/>
            <p:cNvPicPr preferRelativeResize="0"/>
            <p:nvPr/>
          </p:nvPicPr>
          <p:blipFill rotWithShape="1">
            <a:blip r:embed="rId15">
              <a:alphaModFix/>
            </a:blip>
            <a:srcRect l="19" r="28"/>
            <a:stretch/>
          </p:blipFill>
          <p:spPr>
            <a:xfrm>
              <a:off x="5348400" y="3150869"/>
              <a:ext cx="656212" cy="928836"/>
            </a:xfrm>
            <a:prstGeom prst="rect">
              <a:avLst/>
            </a:prstGeom>
            <a:noFill/>
            <a:ln>
              <a:noFill/>
            </a:ln>
            <a:effectLst>
              <a:outerShdw blurRad="71438" dist="28575" dir="5400000" algn="bl" rotWithShape="0">
                <a:srgbClr val="000000">
                  <a:alpha val="15686"/>
                </a:srgbClr>
              </a:outerShdw>
            </a:effectLst>
          </p:spPr>
        </p:pic>
        <p:pic>
          <p:nvPicPr>
            <p:cNvPr id="764" name="Google Shape;764;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86"/>
                </a:srgbClr>
              </a:outerShdw>
            </a:effectLst>
          </p:spPr>
        </p:pic>
        <p:pic>
          <p:nvPicPr>
            <p:cNvPr id="765" name="Google Shape;765;g26b7edf6e71_0_26"/>
            <p:cNvPicPr preferRelativeResize="0"/>
            <p:nvPr/>
          </p:nvPicPr>
          <p:blipFill rotWithShape="1">
            <a:blip r:embed="rId17">
              <a:alphaModFix/>
            </a:blip>
            <a:srcRect l="19" r="28"/>
            <a:stretch/>
          </p:blipFill>
          <p:spPr>
            <a:xfrm>
              <a:off x="3139400" y="3150869"/>
              <a:ext cx="656212" cy="928836"/>
            </a:xfrm>
            <a:prstGeom prst="rect">
              <a:avLst/>
            </a:prstGeom>
            <a:noFill/>
            <a:ln>
              <a:noFill/>
            </a:ln>
            <a:effectLst>
              <a:outerShdw blurRad="71438" dist="28575" dir="5400000" algn="bl" rotWithShape="0">
                <a:srgbClr val="000000">
                  <a:alpha val="15686"/>
                </a:srgbClr>
              </a:outerShdw>
            </a:effectLst>
          </p:spPr>
        </p:pic>
        <p:pic>
          <p:nvPicPr>
            <p:cNvPr id="766" name="Google Shape;766;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86"/>
                </a:srgbClr>
              </a:outerShdw>
            </a:effectLst>
          </p:spPr>
        </p:pic>
        <p:pic>
          <p:nvPicPr>
            <p:cNvPr id="767" name="Google Shape;767;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68" name="Google Shape;768;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69" name="Google Shape;769;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4901"/>
                </a:srgbClr>
              </a:outerShdw>
            </a:effectLst>
          </p:spPr>
        </p:pic>
        <p:pic>
          <p:nvPicPr>
            <p:cNvPr id="770" name="Google Shape;770;g26b7edf6e71_0_26"/>
            <p:cNvPicPr preferRelativeResize="0"/>
            <p:nvPr/>
          </p:nvPicPr>
          <p:blipFill rotWithShape="1">
            <a:blip r:embed="rId22">
              <a:alphaModFix/>
            </a:blip>
            <a:srcRect l="19" r="28"/>
            <a:stretch/>
          </p:blipFill>
          <p:spPr>
            <a:xfrm>
              <a:off x="2403067" y="2129450"/>
              <a:ext cx="656212" cy="928836"/>
            </a:xfrm>
            <a:prstGeom prst="rect">
              <a:avLst/>
            </a:prstGeom>
            <a:noFill/>
            <a:ln>
              <a:noFill/>
            </a:ln>
            <a:effectLst>
              <a:outerShdw blurRad="71438" dist="28575" dir="5400000" algn="bl" rotWithShape="0">
                <a:srgbClr val="000000">
                  <a:alpha val="14901"/>
                </a:srgbClr>
              </a:outerShdw>
            </a:effectLst>
          </p:spPr>
        </p:pic>
        <p:pic>
          <p:nvPicPr>
            <p:cNvPr id="771" name="Google Shape;771;g26b7edf6e71_0_26"/>
            <p:cNvPicPr preferRelativeResize="0"/>
            <p:nvPr/>
          </p:nvPicPr>
          <p:blipFill rotWithShape="1">
            <a:blip r:embed="rId23">
              <a:alphaModFix/>
            </a:blip>
            <a:srcRect l="19" r="28"/>
            <a:stretch/>
          </p:blipFill>
          <p:spPr>
            <a:xfrm>
              <a:off x="3875733" y="2129450"/>
              <a:ext cx="656212" cy="928836"/>
            </a:xfrm>
            <a:prstGeom prst="rect">
              <a:avLst/>
            </a:prstGeom>
            <a:noFill/>
            <a:ln>
              <a:noFill/>
            </a:ln>
            <a:effectLst>
              <a:outerShdw blurRad="71438" dist="28575" dir="5400000" algn="bl" rotWithShape="0">
                <a:srgbClr val="000000">
                  <a:alpha val="14901"/>
                </a:srgbClr>
              </a:outerShdw>
            </a:effectLst>
          </p:spPr>
        </p:pic>
        <p:pic>
          <p:nvPicPr>
            <p:cNvPr id="772" name="Google Shape;772;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4901"/>
                </a:srgbClr>
              </a:outerShdw>
            </a:effectLst>
          </p:spPr>
        </p:pic>
        <p:pic>
          <p:nvPicPr>
            <p:cNvPr id="773" name="Google Shape;773;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4901"/>
                </a:srgbClr>
              </a:outerShdw>
            </a:effectLst>
          </p:spPr>
        </p:pic>
        <p:pic>
          <p:nvPicPr>
            <p:cNvPr id="774" name="Google Shape;774;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75" name="Google Shape;775;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4901"/>
                </a:srgbClr>
              </a:outerShdw>
            </a:effectLst>
          </p:spPr>
        </p:pic>
        <p:pic>
          <p:nvPicPr>
            <p:cNvPr id="776" name="Google Shape;776;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4901"/>
                </a:srgbClr>
              </a:outerShdw>
            </a:effectLst>
          </p:spPr>
        </p:pic>
        <p:pic>
          <p:nvPicPr>
            <p:cNvPr id="777" name="Google Shape;777;g26b7edf6e71_0_26"/>
            <p:cNvPicPr preferRelativeResize="0"/>
            <p:nvPr/>
          </p:nvPicPr>
          <p:blipFill rotWithShape="1">
            <a:blip r:embed="rId29">
              <a:alphaModFix/>
            </a:blip>
            <a:srcRect l="19" r="28"/>
            <a:stretch/>
          </p:blipFill>
          <p:spPr>
            <a:xfrm>
              <a:off x="1666733" y="3150869"/>
              <a:ext cx="656212" cy="928836"/>
            </a:xfrm>
            <a:prstGeom prst="rect">
              <a:avLst/>
            </a:prstGeom>
            <a:noFill/>
            <a:ln>
              <a:noFill/>
            </a:ln>
            <a:effectLst>
              <a:outerShdw blurRad="71438" dist="28575" dir="5400000" algn="bl" rotWithShape="0">
                <a:srgbClr val="000000">
                  <a:alpha val="14901"/>
                </a:srgbClr>
              </a:outerShdw>
            </a:effectLst>
          </p:spPr>
        </p:pic>
        <p:pic>
          <p:nvPicPr>
            <p:cNvPr id="778" name="Google Shape;778;g26b7edf6e71_0_26"/>
            <p:cNvPicPr preferRelativeResize="0"/>
            <p:nvPr/>
          </p:nvPicPr>
          <p:blipFill rotWithShape="1">
            <a:blip r:embed="rId30">
              <a:alphaModFix/>
            </a:blip>
            <a:srcRect l="19" r="28"/>
            <a:stretch/>
          </p:blipFill>
          <p:spPr>
            <a:xfrm>
              <a:off x="6821063" y="2129450"/>
              <a:ext cx="656212" cy="928836"/>
            </a:xfrm>
            <a:prstGeom prst="rect">
              <a:avLst/>
            </a:prstGeom>
            <a:noFill/>
            <a:ln>
              <a:noFill/>
            </a:ln>
            <a:effectLst>
              <a:outerShdw blurRad="71438" dist="28575" dir="5400000" algn="bl" rotWithShape="0">
                <a:srgbClr val="000000">
                  <a:alpha val="14901"/>
                </a:srgbClr>
              </a:outerShdw>
            </a:effectLst>
          </p:spPr>
        </p:pic>
        <p:pic>
          <p:nvPicPr>
            <p:cNvPr id="779" name="Google Shape;779;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6" name="Google Shape;786;g2c298da1f27_0_417"/>
          <p:cNvGrpSpPr/>
          <p:nvPr/>
        </p:nvGrpSpPr>
        <p:grpSpPr>
          <a:xfrm>
            <a:off x="930400" y="2053250"/>
            <a:ext cx="7283201" cy="2971674"/>
            <a:chOff x="930400" y="2053250"/>
            <a:chExt cx="7283201" cy="2971674"/>
          </a:xfrm>
        </p:grpSpPr>
        <p:pic>
          <p:nvPicPr>
            <p:cNvPr id="787" name="Google Shape;787;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09"/>
                </a:srgbClr>
              </a:outerShdw>
            </a:effectLst>
          </p:spPr>
        </p:pic>
        <p:pic>
          <p:nvPicPr>
            <p:cNvPr id="788" name="Google Shape;788;g2c298da1f27_0_417"/>
            <p:cNvPicPr preferRelativeResize="0"/>
            <p:nvPr/>
          </p:nvPicPr>
          <p:blipFill rotWithShape="1">
            <a:blip r:embed="rId4">
              <a:alphaModFix/>
            </a:blip>
            <a:srcRect l="19" r="28"/>
            <a:stretch/>
          </p:blipFill>
          <p:spPr>
            <a:xfrm>
              <a:off x="1666733" y="4096088"/>
              <a:ext cx="656212" cy="928836"/>
            </a:xfrm>
            <a:prstGeom prst="rect">
              <a:avLst/>
            </a:prstGeom>
            <a:noFill/>
            <a:ln>
              <a:noFill/>
            </a:ln>
            <a:effectLst>
              <a:outerShdw blurRad="71438" dist="28575" dir="5400000" algn="bl" rotWithShape="0">
                <a:srgbClr val="000000">
                  <a:alpha val="14901"/>
                </a:srgbClr>
              </a:outerShdw>
            </a:effectLst>
          </p:spPr>
        </p:pic>
        <p:pic>
          <p:nvPicPr>
            <p:cNvPr id="789" name="Google Shape;789;g2c298da1f27_0_417"/>
            <p:cNvPicPr preferRelativeResize="0"/>
            <p:nvPr/>
          </p:nvPicPr>
          <p:blipFill rotWithShape="1">
            <a:blip r:embed="rId5">
              <a:alphaModFix/>
            </a:blip>
            <a:srcRect l="19" r="28"/>
            <a:stretch/>
          </p:blipFill>
          <p:spPr>
            <a:xfrm>
              <a:off x="930400" y="4096088"/>
              <a:ext cx="656212" cy="928836"/>
            </a:xfrm>
            <a:prstGeom prst="rect">
              <a:avLst/>
            </a:prstGeom>
            <a:noFill/>
            <a:ln>
              <a:noFill/>
            </a:ln>
            <a:effectLst>
              <a:outerShdw blurRad="71438" dist="28575" dir="5400000" algn="bl" rotWithShape="0">
                <a:srgbClr val="000000">
                  <a:alpha val="14901"/>
                </a:srgbClr>
              </a:outerShdw>
            </a:effectLst>
          </p:spPr>
        </p:pic>
        <p:pic>
          <p:nvPicPr>
            <p:cNvPr id="790" name="Google Shape;790;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4901"/>
                </a:srgbClr>
              </a:outerShdw>
            </a:effectLst>
          </p:spPr>
        </p:pic>
        <p:pic>
          <p:nvPicPr>
            <p:cNvPr id="791" name="Google Shape;791;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509"/>
                </a:srgbClr>
              </a:outerShdw>
            </a:effectLst>
          </p:spPr>
        </p:pic>
        <p:pic>
          <p:nvPicPr>
            <p:cNvPr id="792" name="Google Shape;792;g2c298da1f27_0_417"/>
            <p:cNvPicPr preferRelativeResize="0"/>
            <p:nvPr/>
          </p:nvPicPr>
          <p:blipFill rotWithShape="1">
            <a:blip r:embed="rId8">
              <a:alphaModFix/>
            </a:blip>
            <a:srcRect l="19" r="28"/>
            <a:stretch/>
          </p:blipFill>
          <p:spPr>
            <a:xfrm>
              <a:off x="3139400" y="2053250"/>
              <a:ext cx="656212" cy="928836"/>
            </a:xfrm>
            <a:prstGeom prst="rect">
              <a:avLst/>
            </a:prstGeom>
            <a:noFill/>
            <a:ln>
              <a:noFill/>
            </a:ln>
            <a:effectLst>
              <a:outerShdw blurRad="71438" dist="28575" dir="5400000" algn="bl" rotWithShape="0">
                <a:srgbClr val="000000">
                  <a:alpha val="14509"/>
                </a:srgbClr>
              </a:outerShdw>
            </a:effectLst>
          </p:spPr>
        </p:pic>
        <p:pic>
          <p:nvPicPr>
            <p:cNvPr id="793" name="Google Shape;793;g2c298da1f27_0_417"/>
            <p:cNvPicPr preferRelativeResize="0"/>
            <p:nvPr/>
          </p:nvPicPr>
          <p:blipFill rotWithShape="1">
            <a:blip r:embed="rId9">
              <a:alphaModFix/>
            </a:blip>
            <a:srcRect l="19" r="28"/>
            <a:stretch/>
          </p:blipFill>
          <p:spPr>
            <a:xfrm>
              <a:off x="1666733" y="2053250"/>
              <a:ext cx="656212" cy="928836"/>
            </a:xfrm>
            <a:prstGeom prst="rect">
              <a:avLst/>
            </a:prstGeom>
            <a:noFill/>
            <a:ln>
              <a:noFill/>
            </a:ln>
            <a:effectLst>
              <a:outerShdw blurRad="71438" dist="28575" dir="5400000" algn="bl" rotWithShape="0">
                <a:srgbClr val="000000">
                  <a:alpha val="14509"/>
                </a:srgbClr>
              </a:outerShdw>
            </a:effectLst>
          </p:spPr>
        </p:pic>
        <p:pic>
          <p:nvPicPr>
            <p:cNvPr id="794" name="Google Shape;794;g2c298da1f27_0_417"/>
            <p:cNvPicPr preferRelativeResize="0"/>
            <p:nvPr/>
          </p:nvPicPr>
          <p:blipFill rotWithShape="1">
            <a:blip r:embed="rId10">
              <a:alphaModFix/>
            </a:blip>
            <a:srcRect l="19" r="28"/>
            <a:stretch/>
          </p:blipFill>
          <p:spPr>
            <a:xfrm>
              <a:off x="2403067" y="2053250"/>
              <a:ext cx="656212" cy="928836"/>
            </a:xfrm>
            <a:prstGeom prst="rect">
              <a:avLst/>
            </a:prstGeom>
            <a:noFill/>
            <a:ln>
              <a:noFill/>
            </a:ln>
            <a:effectLst>
              <a:outerShdw blurRad="71438" dist="28575" dir="5400000" algn="bl" rotWithShape="0">
                <a:srgbClr val="000000">
                  <a:alpha val="14509"/>
                </a:srgbClr>
              </a:outerShdw>
            </a:effectLst>
          </p:spPr>
        </p:pic>
        <p:pic>
          <p:nvPicPr>
            <p:cNvPr id="795" name="Google Shape;795;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509"/>
                </a:srgbClr>
              </a:outerShdw>
            </a:effectLst>
          </p:spPr>
        </p:pic>
        <p:pic>
          <p:nvPicPr>
            <p:cNvPr id="796" name="Google Shape;796;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509"/>
                </a:srgbClr>
              </a:outerShdw>
            </a:effectLst>
          </p:spPr>
        </p:pic>
        <p:pic>
          <p:nvPicPr>
            <p:cNvPr id="797" name="Google Shape;797;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509"/>
                </a:srgbClr>
              </a:outerShdw>
            </a:effectLst>
          </p:spPr>
        </p:pic>
        <p:pic>
          <p:nvPicPr>
            <p:cNvPr id="798" name="Google Shape;798;g2c298da1f27_0_417"/>
            <p:cNvPicPr preferRelativeResize="0"/>
            <p:nvPr/>
          </p:nvPicPr>
          <p:blipFill rotWithShape="1">
            <a:blip r:embed="rId14">
              <a:alphaModFix/>
            </a:blip>
            <a:srcRect l="19" r="28"/>
            <a:stretch/>
          </p:blipFill>
          <p:spPr>
            <a:xfrm>
              <a:off x="5348400" y="2053250"/>
              <a:ext cx="656212" cy="928836"/>
            </a:xfrm>
            <a:prstGeom prst="rect">
              <a:avLst/>
            </a:prstGeom>
            <a:noFill/>
            <a:ln>
              <a:noFill/>
            </a:ln>
            <a:effectLst>
              <a:outerShdw blurRad="71438" dist="28575" dir="5400000" algn="bl" rotWithShape="0">
                <a:srgbClr val="000000">
                  <a:alpha val="14509"/>
                </a:srgbClr>
              </a:outerShdw>
            </a:effectLst>
          </p:spPr>
        </p:pic>
        <p:pic>
          <p:nvPicPr>
            <p:cNvPr id="799" name="Google Shape;799;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509"/>
                </a:srgbClr>
              </a:outerShdw>
            </a:effectLst>
          </p:spPr>
        </p:pic>
        <p:pic>
          <p:nvPicPr>
            <p:cNvPr id="800" name="Google Shape;800;g2c298da1f27_0_417"/>
            <p:cNvPicPr preferRelativeResize="0"/>
            <p:nvPr/>
          </p:nvPicPr>
          <p:blipFill rotWithShape="1">
            <a:blip r:embed="rId16">
              <a:alphaModFix/>
            </a:blip>
            <a:srcRect l="19" r="28"/>
            <a:stretch/>
          </p:blipFill>
          <p:spPr>
            <a:xfrm>
              <a:off x="930400" y="3074669"/>
              <a:ext cx="656212" cy="928836"/>
            </a:xfrm>
            <a:prstGeom prst="rect">
              <a:avLst/>
            </a:prstGeom>
            <a:noFill/>
            <a:ln>
              <a:noFill/>
            </a:ln>
            <a:effectLst>
              <a:outerShdw blurRad="71438" dist="28575" dir="5400000" algn="bl" rotWithShape="0">
                <a:srgbClr val="000000">
                  <a:alpha val="14509"/>
                </a:srgbClr>
              </a:outerShdw>
            </a:effectLst>
          </p:spPr>
        </p:pic>
        <p:pic>
          <p:nvPicPr>
            <p:cNvPr id="801" name="Google Shape;801;g2c298da1f27_0_417"/>
            <p:cNvPicPr preferRelativeResize="0"/>
            <p:nvPr/>
          </p:nvPicPr>
          <p:blipFill rotWithShape="1">
            <a:blip r:embed="rId17">
              <a:alphaModFix/>
            </a:blip>
            <a:srcRect l="19" r="28"/>
            <a:stretch/>
          </p:blipFill>
          <p:spPr>
            <a:xfrm>
              <a:off x="1666733" y="3074669"/>
              <a:ext cx="656212" cy="928836"/>
            </a:xfrm>
            <a:prstGeom prst="rect">
              <a:avLst/>
            </a:prstGeom>
            <a:noFill/>
            <a:ln>
              <a:noFill/>
            </a:ln>
            <a:effectLst>
              <a:outerShdw blurRad="71438" dist="28575" dir="5400000" algn="bl" rotWithShape="0">
                <a:srgbClr val="000000">
                  <a:alpha val="14509"/>
                </a:srgbClr>
              </a:outerShdw>
            </a:effectLst>
          </p:spPr>
        </p:pic>
        <p:pic>
          <p:nvPicPr>
            <p:cNvPr id="802" name="Google Shape;802;g2c298da1f27_0_417"/>
            <p:cNvPicPr preferRelativeResize="0"/>
            <p:nvPr/>
          </p:nvPicPr>
          <p:blipFill rotWithShape="1">
            <a:blip r:embed="rId18">
              <a:alphaModFix/>
            </a:blip>
            <a:srcRect l="19" r="28"/>
            <a:stretch/>
          </p:blipFill>
          <p:spPr>
            <a:xfrm>
              <a:off x="3139400" y="3074669"/>
              <a:ext cx="656212" cy="928836"/>
            </a:xfrm>
            <a:prstGeom prst="rect">
              <a:avLst/>
            </a:prstGeom>
            <a:noFill/>
            <a:ln>
              <a:noFill/>
            </a:ln>
            <a:effectLst>
              <a:outerShdw blurRad="71438" dist="28575" dir="5400000" algn="bl" rotWithShape="0">
                <a:srgbClr val="000000">
                  <a:alpha val="14509"/>
                </a:srgbClr>
              </a:outerShdw>
            </a:effectLst>
          </p:spPr>
        </p:pic>
        <p:pic>
          <p:nvPicPr>
            <p:cNvPr id="803" name="Google Shape;803;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509"/>
                </a:srgbClr>
              </a:outerShdw>
            </a:effectLst>
          </p:spPr>
        </p:pic>
        <p:pic>
          <p:nvPicPr>
            <p:cNvPr id="804" name="Google Shape;804;g2c298da1f27_0_417"/>
            <p:cNvPicPr preferRelativeResize="0"/>
            <p:nvPr/>
          </p:nvPicPr>
          <p:blipFill rotWithShape="1">
            <a:blip r:embed="rId20">
              <a:alphaModFix/>
            </a:blip>
            <a:srcRect l="19" r="28"/>
            <a:stretch/>
          </p:blipFill>
          <p:spPr>
            <a:xfrm>
              <a:off x="3875733" y="3074669"/>
              <a:ext cx="656212" cy="928836"/>
            </a:xfrm>
            <a:prstGeom prst="rect">
              <a:avLst/>
            </a:prstGeom>
            <a:noFill/>
            <a:ln>
              <a:noFill/>
            </a:ln>
            <a:effectLst>
              <a:outerShdw blurRad="71438" dist="28575" dir="5400000" algn="bl" rotWithShape="0">
                <a:srgbClr val="000000">
                  <a:alpha val="14509"/>
                </a:srgbClr>
              </a:outerShdw>
            </a:effectLst>
          </p:spPr>
        </p:pic>
        <p:pic>
          <p:nvPicPr>
            <p:cNvPr id="805" name="Google Shape;805;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509"/>
                </a:srgbClr>
              </a:outerShdw>
            </a:effectLst>
          </p:spPr>
        </p:pic>
        <p:pic>
          <p:nvPicPr>
            <p:cNvPr id="806" name="Google Shape;806;g2c298da1f27_0_417"/>
            <p:cNvPicPr preferRelativeResize="0"/>
            <p:nvPr/>
          </p:nvPicPr>
          <p:blipFill rotWithShape="1">
            <a:blip r:embed="rId22">
              <a:alphaModFix/>
            </a:blip>
            <a:srcRect l="19" r="28"/>
            <a:stretch/>
          </p:blipFill>
          <p:spPr>
            <a:xfrm>
              <a:off x="6821063" y="3074669"/>
              <a:ext cx="656212" cy="928836"/>
            </a:xfrm>
            <a:prstGeom prst="rect">
              <a:avLst/>
            </a:prstGeom>
            <a:noFill/>
            <a:ln>
              <a:noFill/>
            </a:ln>
            <a:effectLst>
              <a:outerShdw blurRad="71438" dist="28575" dir="5400000" algn="bl" rotWithShape="0">
                <a:srgbClr val="000000">
                  <a:alpha val="14509"/>
                </a:srgbClr>
              </a:outerShdw>
            </a:effectLst>
          </p:spPr>
        </p:pic>
        <p:pic>
          <p:nvPicPr>
            <p:cNvPr id="807" name="Google Shape;807;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509"/>
                </a:srgbClr>
              </a:outerShdw>
            </a:effectLst>
          </p:spPr>
        </p:pic>
        <p:pic>
          <p:nvPicPr>
            <p:cNvPr id="808" name="Google Shape;808;g2c298da1f27_0_417"/>
            <p:cNvPicPr preferRelativeResize="0"/>
            <p:nvPr/>
          </p:nvPicPr>
          <p:blipFill rotWithShape="1">
            <a:blip r:embed="rId24">
              <a:alphaModFix/>
            </a:blip>
            <a:srcRect l="19" r="28"/>
            <a:stretch/>
          </p:blipFill>
          <p:spPr>
            <a:xfrm>
              <a:off x="6084733" y="3074669"/>
              <a:ext cx="656212" cy="928836"/>
            </a:xfrm>
            <a:prstGeom prst="rect">
              <a:avLst/>
            </a:prstGeom>
            <a:noFill/>
            <a:ln>
              <a:noFill/>
            </a:ln>
            <a:effectLst>
              <a:outerShdw blurRad="71438" dist="28575" dir="5400000" algn="bl" rotWithShape="0">
                <a:srgbClr val="000000">
                  <a:alpha val="14509"/>
                </a:srgbClr>
              </a:outerShdw>
            </a:effectLst>
          </p:spPr>
        </p:pic>
        <p:pic>
          <p:nvPicPr>
            <p:cNvPr id="809" name="Google Shape;809;g2c298da1f27_0_417"/>
            <p:cNvPicPr preferRelativeResize="0"/>
            <p:nvPr/>
          </p:nvPicPr>
          <p:blipFill rotWithShape="1">
            <a:blip r:embed="rId25">
              <a:alphaModFix/>
            </a:blip>
            <a:srcRect l="19" r="28"/>
            <a:stretch/>
          </p:blipFill>
          <p:spPr>
            <a:xfrm>
              <a:off x="7557389" y="2053250"/>
              <a:ext cx="656212" cy="928836"/>
            </a:xfrm>
            <a:prstGeom prst="rect">
              <a:avLst/>
            </a:prstGeom>
            <a:noFill/>
            <a:ln>
              <a:noFill/>
            </a:ln>
            <a:effectLst>
              <a:outerShdw blurRad="71438" dist="28575" dir="5400000" algn="bl" rotWithShape="0">
                <a:srgbClr val="000000">
                  <a:alpha val="14509"/>
                </a:srgbClr>
              </a:outerShdw>
            </a:effectLst>
          </p:spPr>
        </p:pic>
        <p:pic>
          <p:nvPicPr>
            <p:cNvPr id="810" name="Google Shape;810;g2c298da1f27_0_417"/>
            <p:cNvPicPr preferRelativeResize="0"/>
            <p:nvPr/>
          </p:nvPicPr>
          <p:blipFill rotWithShape="1">
            <a:blip r:embed="rId26">
              <a:alphaModFix/>
            </a:blip>
            <a:srcRect l="19" r="28"/>
            <a:stretch/>
          </p:blipFill>
          <p:spPr>
            <a:xfrm>
              <a:off x="6084733" y="3074669"/>
              <a:ext cx="656212" cy="928836"/>
            </a:xfrm>
            <a:prstGeom prst="rect">
              <a:avLst/>
            </a:prstGeom>
            <a:noFill/>
            <a:ln>
              <a:noFill/>
            </a:ln>
            <a:effectLst>
              <a:outerShdw blurRad="71438" dist="28575" dir="5400000" algn="bl" rotWithShape="0">
                <a:srgbClr val="000000">
                  <a:alpha val="14901"/>
                </a:srgbClr>
              </a:outerShdw>
            </a:effectLst>
          </p:spPr>
        </p:pic>
        <p:pic>
          <p:nvPicPr>
            <p:cNvPr id="811" name="Google Shape;811;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1"/>
                </a:srgbClr>
              </a:outerShdw>
            </a:effectLst>
          </p:spPr>
        </p:pic>
        <p:pic>
          <p:nvPicPr>
            <p:cNvPr id="812" name="Google Shape;812;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509"/>
                </a:srgbClr>
              </a:outerShdw>
            </a:effectLst>
          </p:spPr>
        </p:pic>
        <p:pic>
          <p:nvPicPr>
            <p:cNvPr id="813" name="Google Shape;813;g2c298da1f27_0_417"/>
            <p:cNvPicPr preferRelativeResize="0"/>
            <p:nvPr/>
          </p:nvPicPr>
          <p:blipFill rotWithShape="1">
            <a:blip r:embed="rId29">
              <a:alphaModFix/>
            </a:blip>
            <a:srcRect l="19" r="28"/>
            <a:stretch/>
          </p:blipFill>
          <p:spPr>
            <a:xfrm>
              <a:off x="3875733" y="3074669"/>
              <a:ext cx="656212" cy="928836"/>
            </a:xfrm>
            <a:prstGeom prst="rect">
              <a:avLst/>
            </a:prstGeom>
            <a:noFill/>
            <a:ln>
              <a:noFill/>
            </a:ln>
            <a:effectLst>
              <a:outerShdw blurRad="71438" dist="28575" dir="5400000" algn="bl" rotWithShape="0">
                <a:srgbClr val="000000">
                  <a:alpha val="14901"/>
                </a:srgbClr>
              </a:outerShdw>
            </a:effectLst>
          </p:spPr>
        </p:pic>
        <p:pic>
          <p:nvPicPr>
            <p:cNvPr id="814" name="Google Shape;814;g2c298da1f27_0_417"/>
            <p:cNvPicPr preferRelativeResize="0"/>
            <p:nvPr/>
          </p:nvPicPr>
          <p:blipFill rotWithShape="1">
            <a:blip r:embed="rId30">
              <a:alphaModFix/>
            </a:blip>
            <a:srcRect l="19" r="28"/>
            <a:stretch/>
          </p:blipFill>
          <p:spPr>
            <a:xfrm>
              <a:off x="3139400" y="3074669"/>
              <a:ext cx="656212" cy="928836"/>
            </a:xfrm>
            <a:prstGeom prst="rect">
              <a:avLst/>
            </a:prstGeom>
            <a:noFill/>
            <a:ln>
              <a:noFill/>
            </a:ln>
            <a:effectLst>
              <a:outerShdw blurRad="71438" dist="28575" dir="5400000" algn="bl" rotWithShape="0">
                <a:srgbClr val="000000">
                  <a:alpha val="14901"/>
                </a:srgbClr>
              </a:outerShdw>
            </a:effectLst>
          </p:spPr>
        </p:pic>
        <p:pic>
          <p:nvPicPr>
            <p:cNvPr id="815" name="Google Shape;815;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1"/>
                </a:srgbClr>
              </a:outerShdw>
            </a:effectLst>
          </p:spPr>
        </p:pic>
        <p:pic>
          <p:nvPicPr>
            <p:cNvPr id="816" name="Google Shape;816;g2c298da1f27_0_417"/>
            <p:cNvPicPr preferRelativeResize="0"/>
            <p:nvPr/>
          </p:nvPicPr>
          <p:blipFill rotWithShape="1">
            <a:blip r:embed="rId32">
              <a:alphaModFix/>
            </a:blip>
            <a:srcRect l="19" r="28"/>
            <a:stretch/>
          </p:blipFill>
          <p:spPr>
            <a:xfrm>
              <a:off x="930400" y="3074669"/>
              <a:ext cx="656212" cy="928836"/>
            </a:xfrm>
            <a:prstGeom prst="rect">
              <a:avLst/>
            </a:prstGeom>
            <a:noFill/>
            <a:ln>
              <a:noFill/>
            </a:ln>
            <a:effectLst>
              <a:outerShdw blurRad="71438" dist="28575" dir="5400000" algn="bl" rotWithShape="0">
                <a:srgbClr val="000000">
                  <a:alpha val="14509"/>
                </a:srgbClr>
              </a:outerShdw>
            </a:effectLst>
          </p:spPr>
        </p:pic>
        <p:pic>
          <p:nvPicPr>
            <p:cNvPr id="817" name="Google Shape;817;g2c298da1f27_0_417"/>
            <p:cNvPicPr preferRelativeResize="0"/>
            <p:nvPr/>
          </p:nvPicPr>
          <p:blipFill rotWithShape="1">
            <a:blip r:embed="rId33">
              <a:alphaModFix/>
            </a:blip>
            <a:srcRect l="19" r="28"/>
            <a:stretch/>
          </p:blipFill>
          <p:spPr>
            <a:xfrm>
              <a:off x="1666733" y="3074669"/>
              <a:ext cx="656212" cy="928836"/>
            </a:xfrm>
            <a:prstGeom prst="rect">
              <a:avLst/>
            </a:prstGeom>
            <a:noFill/>
            <a:ln>
              <a:noFill/>
            </a:ln>
            <a:effectLst>
              <a:outerShdw blurRad="71438" dist="28575" dir="5400000" algn="bl" rotWithShape="0">
                <a:srgbClr val="000000">
                  <a:alpha val="14509"/>
                </a:srgbClr>
              </a:outerShdw>
            </a:effectLst>
          </p:spPr>
        </p:pic>
        <p:pic>
          <p:nvPicPr>
            <p:cNvPr id="818" name="Google Shape;818;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1"/>
                </a:srgbClr>
              </a:outerShdw>
            </a:effectLst>
          </p:spPr>
        </p:pic>
        <p:pic>
          <p:nvPicPr>
            <p:cNvPr id="819" name="Google Shape;819;g2c298da1f27_0_417"/>
            <p:cNvPicPr preferRelativeResize="0"/>
            <p:nvPr/>
          </p:nvPicPr>
          <p:blipFill rotWithShape="1">
            <a:blip r:embed="rId35">
              <a:alphaModFix/>
            </a:blip>
            <a:srcRect l="19" r="28"/>
            <a:stretch/>
          </p:blipFill>
          <p:spPr>
            <a:xfrm>
              <a:off x="3139400" y="2053250"/>
              <a:ext cx="656212" cy="928836"/>
            </a:xfrm>
            <a:prstGeom prst="rect">
              <a:avLst/>
            </a:prstGeom>
            <a:noFill/>
            <a:ln>
              <a:noFill/>
            </a:ln>
            <a:effectLst>
              <a:outerShdw blurRad="71438" dist="28575" dir="5400000" algn="bl" rotWithShape="0">
                <a:srgbClr val="000000">
                  <a:alpha val="14901"/>
                </a:srgbClr>
              </a:outerShdw>
            </a:effectLst>
          </p:spPr>
        </p:pic>
        <p:pic>
          <p:nvPicPr>
            <p:cNvPr id="820" name="Google Shape;820;g2c298da1f27_0_417"/>
            <p:cNvPicPr preferRelativeResize="0"/>
            <p:nvPr/>
          </p:nvPicPr>
          <p:blipFill rotWithShape="1">
            <a:blip r:embed="rId36">
              <a:alphaModFix/>
            </a:blip>
            <a:srcRect l="19" r="28"/>
            <a:stretch/>
          </p:blipFill>
          <p:spPr>
            <a:xfrm>
              <a:off x="1666733" y="2053250"/>
              <a:ext cx="656212" cy="928836"/>
            </a:xfrm>
            <a:prstGeom prst="rect">
              <a:avLst/>
            </a:prstGeom>
            <a:noFill/>
            <a:ln>
              <a:noFill/>
            </a:ln>
            <a:effectLst>
              <a:outerShdw blurRad="71438" dist="28575" dir="5400000" algn="bl" rotWithShape="0">
                <a:srgbClr val="000000">
                  <a:alpha val="14901"/>
                </a:srgbClr>
              </a:outerShdw>
            </a:effectLst>
          </p:spPr>
        </p:pic>
        <p:pic>
          <p:nvPicPr>
            <p:cNvPr id="821" name="Google Shape;821;g2c298da1f27_0_417"/>
            <p:cNvPicPr preferRelativeResize="0"/>
            <p:nvPr/>
          </p:nvPicPr>
          <p:blipFill rotWithShape="1">
            <a:blip r:embed="rId37">
              <a:alphaModFix/>
            </a:blip>
            <a:srcRect l="19" r="28"/>
            <a:stretch/>
          </p:blipFill>
          <p:spPr>
            <a:xfrm>
              <a:off x="2403067" y="2053250"/>
              <a:ext cx="656212" cy="928836"/>
            </a:xfrm>
            <a:prstGeom prst="rect">
              <a:avLst/>
            </a:prstGeom>
            <a:noFill/>
            <a:ln>
              <a:noFill/>
            </a:ln>
            <a:effectLst>
              <a:outerShdw blurRad="71438" dist="28575" dir="5400000" algn="bl" rotWithShape="0">
                <a:srgbClr val="000000">
                  <a:alpha val="14901"/>
                </a:srgbClr>
              </a:outerShdw>
            </a:effectLst>
          </p:spPr>
        </p:pic>
        <p:pic>
          <p:nvPicPr>
            <p:cNvPr id="822" name="Google Shape;822;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1"/>
                </a:srgbClr>
              </a:outerShdw>
            </a:effectLst>
          </p:spPr>
        </p:pic>
        <p:pic>
          <p:nvPicPr>
            <p:cNvPr id="823" name="Google Shape;823;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1"/>
                </a:srgbClr>
              </a:outerShdw>
            </a:effectLst>
          </p:spPr>
        </p:pic>
        <p:pic>
          <p:nvPicPr>
            <p:cNvPr id="824" name="Google Shape;824;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1"/>
                </a:srgbClr>
              </a:outerShdw>
            </a:effectLst>
          </p:spPr>
        </p:pic>
        <p:pic>
          <p:nvPicPr>
            <p:cNvPr id="825" name="Google Shape;825;g2c298da1f27_0_417"/>
            <p:cNvPicPr preferRelativeResize="0"/>
            <p:nvPr/>
          </p:nvPicPr>
          <p:blipFill rotWithShape="1">
            <a:blip r:embed="rId41">
              <a:alphaModFix/>
            </a:blip>
            <a:srcRect l="19" r="28"/>
            <a:stretch/>
          </p:blipFill>
          <p:spPr>
            <a:xfrm>
              <a:off x="5348400" y="2053250"/>
              <a:ext cx="656212" cy="928836"/>
            </a:xfrm>
            <a:prstGeom prst="rect">
              <a:avLst/>
            </a:prstGeom>
            <a:noFill/>
            <a:ln>
              <a:noFill/>
            </a:ln>
            <a:effectLst>
              <a:outerShdw blurRad="71438" dist="28575" dir="5400000" algn="bl" rotWithShape="0">
                <a:srgbClr val="000000">
                  <a:alpha val="14901"/>
                </a:srgbClr>
              </a:outerShdw>
            </a:effectLst>
          </p:spPr>
        </p:pic>
        <p:pic>
          <p:nvPicPr>
            <p:cNvPr id="826" name="Google Shape;826;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1"/>
                </a:srgbClr>
              </a:outerShdw>
            </a:effectLst>
          </p:spPr>
        </p:pic>
        <p:pic>
          <p:nvPicPr>
            <p:cNvPr id="827" name="Google Shape;827;g2c298da1f27_0_417"/>
            <p:cNvPicPr preferRelativeResize="0"/>
            <p:nvPr/>
          </p:nvPicPr>
          <p:blipFill rotWithShape="1">
            <a:blip r:embed="rId43">
              <a:alphaModFix/>
            </a:blip>
            <a:srcRect l="19" r="28"/>
            <a:stretch/>
          </p:blipFill>
          <p:spPr>
            <a:xfrm>
              <a:off x="7557389" y="2053250"/>
              <a:ext cx="656212" cy="928836"/>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34" name="Google Shape;834;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835" name="Google Shape;835;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836" name="Google Shape;836;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837" name="Google Shape;837;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838" name="Google Shape;838;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839" name="Google Shape;839;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840" name="Google Shape;840;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841" name="Google Shape;841;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842" name="Google Shape;842;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843" name="Google Shape;843;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844" name="Google Shape;844;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845" name="Google Shape;845;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846" name="Google Shape;846;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847" name="Google Shape;847;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848" name="Google Shape;848;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849" name="Google Shape;849;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850" name="Google Shape;850;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51" name="Google Shape;851;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52" name="Google Shape;852;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53" name="Google Shape;853;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54" name="Google Shape;854;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55" name="Google Shape;855;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56" name="Google Shape;856;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57" name="Google Shape;857;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58" name="Google Shape;858;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59" name="Google Shape;859;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60" name="Google Shape;860;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61" name="Google Shape;861;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62" name="Google Shape;862;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63" name="Google Shape;863;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64" name="Google Shape;864;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65" name="Google Shape;865;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66" name="Google Shape;866;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67" name="Google Shape;867;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68" name="Google Shape;868;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69" name="Google Shape;869;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70" name="Google Shape;870;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grpSp>
        <p:nvGrpSpPr>
          <p:cNvPr id="876" name="Google Shape;876;g26b7edf6e71_0_109"/>
          <p:cNvGrpSpPr/>
          <p:nvPr/>
        </p:nvGrpSpPr>
        <p:grpSpPr>
          <a:xfrm>
            <a:off x="865957" y="2135925"/>
            <a:ext cx="7282807" cy="2686611"/>
            <a:chOff x="867357" y="2129450"/>
            <a:chExt cx="7282807" cy="2686611"/>
          </a:xfrm>
        </p:grpSpPr>
        <p:pic>
          <p:nvPicPr>
            <p:cNvPr id="877" name="Google Shape;877;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78" name="Google Shape;878;g26b7edf6e71_0_109"/>
            <p:cNvPicPr preferRelativeResize="0"/>
            <p:nvPr/>
          </p:nvPicPr>
          <p:blipFill rotWithShape="1">
            <a:blip r:embed="rId4">
              <a:alphaModFix/>
            </a:blip>
            <a:srcRect l="99" r="98"/>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79" name="Google Shape;879;g26b7edf6e71_0_109"/>
            <p:cNvPicPr preferRelativeResize="0"/>
            <p:nvPr/>
          </p:nvPicPr>
          <p:blipFill rotWithShape="1">
            <a:blip r:embed="rId5">
              <a:alphaModFix/>
            </a:blip>
            <a:srcRect l="99" r="98"/>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80" name="Google Shape;880;g26b7edf6e71_0_109"/>
            <p:cNvPicPr preferRelativeResize="0"/>
            <p:nvPr/>
          </p:nvPicPr>
          <p:blipFill rotWithShape="1">
            <a:blip r:embed="rId6">
              <a:alphaModFix/>
            </a:blip>
            <a:srcRect l="99" r="98"/>
            <a:stretch/>
          </p:blipFill>
          <p:spPr>
            <a:xfrm>
              <a:off x="4547991" y="2129450"/>
              <a:ext cx="1147320" cy="821565"/>
            </a:xfrm>
            <a:prstGeom prst="rect">
              <a:avLst/>
            </a:prstGeom>
            <a:noFill/>
            <a:ln>
              <a:noFill/>
            </a:ln>
            <a:effectLst>
              <a:outerShdw blurRad="71438" dist="19050" dir="5400000" algn="bl" rotWithShape="0">
                <a:srgbClr val="000000">
                  <a:alpha val="18039"/>
                </a:srgbClr>
              </a:outerShdw>
            </a:effectLst>
          </p:spPr>
        </p:pic>
        <p:pic>
          <p:nvPicPr>
            <p:cNvPr id="881" name="Google Shape;881;g26b7edf6e71_0_109"/>
            <p:cNvPicPr preferRelativeResize="0"/>
            <p:nvPr/>
          </p:nvPicPr>
          <p:blipFill rotWithShape="1">
            <a:blip r:embed="rId7">
              <a:alphaModFix/>
            </a:blip>
            <a:srcRect l="99" r="98"/>
            <a:stretch/>
          </p:blipFill>
          <p:spPr>
            <a:xfrm>
              <a:off x="5774724" y="2129450"/>
              <a:ext cx="1147320" cy="821565"/>
            </a:xfrm>
            <a:prstGeom prst="rect">
              <a:avLst/>
            </a:prstGeom>
            <a:noFill/>
            <a:ln>
              <a:noFill/>
            </a:ln>
            <a:effectLst>
              <a:outerShdw blurRad="71438" dist="19050" dir="5400000" algn="bl" rotWithShape="0">
                <a:srgbClr val="000000">
                  <a:alpha val="18039"/>
                </a:srgbClr>
              </a:outerShdw>
            </a:effectLst>
          </p:spPr>
        </p:pic>
        <p:pic>
          <p:nvPicPr>
            <p:cNvPr id="882" name="Google Shape;882;g26b7edf6e71_0_109"/>
            <p:cNvPicPr preferRelativeResize="0"/>
            <p:nvPr/>
          </p:nvPicPr>
          <p:blipFill rotWithShape="1">
            <a:blip r:embed="rId8">
              <a:alphaModFix/>
            </a:blip>
            <a:srcRect l="99" r="98"/>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83" name="Google Shape;883;g26b7edf6e71_0_109"/>
            <p:cNvPicPr preferRelativeResize="0"/>
            <p:nvPr/>
          </p:nvPicPr>
          <p:blipFill rotWithShape="1">
            <a:blip r:embed="rId9">
              <a:alphaModFix/>
            </a:blip>
            <a:srcRect l="99" r="98"/>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84" name="Google Shape;884;g26b7edf6e71_0_109"/>
            <p:cNvPicPr preferRelativeResize="0"/>
            <p:nvPr/>
          </p:nvPicPr>
          <p:blipFill rotWithShape="1">
            <a:blip r:embed="rId10">
              <a:alphaModFix/>
            </a:blip>
            <a:srcRect l="99" r="98"/>
            <a:stretch/>
          </p:blipFill>
          <p:spPr>
            <a:xfrm>
              <a:off x="2093821" y="3060270"/>
              <a:ext cx="1148707" cy="821565"/>
            </a:xfrm>
            <a:prstGeom prst="rect">
              <a:avLst/>
            </a:prstGeom>
            <a:noFill/>
            <a:ln>
              <a:noFill/>
            </a:ln>
            <a:effectLst>
              <a:outerShdw blurRad="71438" dist="19050" dir="5400000" algn="bl" rotWithShape="0">
                <a:srgbClr val="000000">
                  <a:alpha val="18039"/>
                </a:srgbClr>
              </a:outerShdw>
            </a:effectLst>
          </p:spPr>
        </p:pic>
        <p:pic>
          <p:nvPicPr>
            <p:cNvPr id="885" name="Google Shape;885;g26b7edf6e71_0_109"/>
            <p:cNvPicPr preferRelativeResize="0"/>
            <p:nvPr/>
          </p:nvPicPr>
          <p:blipFill rotWithShape="1">
            <a:blip r:embed="rId11">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86" name="Google Shape;886;g26b7edf6e71_0_109"/>
            <p:cNvPicPr preferRelativeResize="0"/>
            <p:nvPr/>
          </p:nvPicPr>
          <p:blipFill rotWithShape="1">
            <a:blip r:embed="rId12">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87" name="Google Shape;887;g26b7edf6e71_0_109"/>
            <p:cNvPicPr preferRelativeResize="0"/>
            <p:nvPr/>
          </p:nvPicPr>
          <p:blipFill rotWithShape="1">
            <a:blip r:embed="rId13">
              <a:alphaModFix/>
            </a:blip>
            <a:srcRect l="189" r="178"/>
            <a:stretch/>
          </p:blipFill>
          <p:spPr>
            <a:xfrm>
              <a:off x="5774548" y="3060270"/>
              <a:ext cx="1148707" cy="822956"/>
            </a:xfrm>
            <a:prstGeom prst="rect">
              <a:avLst/>
            </a:prstGeom>
            <a:noFill/>
            <a:ln>
              <a:noFill/>
            </a:ln>
            <a:effectLst>
              <a:outerShdw blurRad="71438" dist="19050" dir="5400000" algn="bl" rotWithShape="0">
                <a:srgbClr val="000000">
                  <a:alpha val="18039"/>
                </a:srgbClr>
              </a:outerShdw>
            </a:effectLst>
          </p:spPr>
        </p:pic>
        <p:pic>
          <p:nvPicPr>
            <p:cNvPr id="888" name="Google Shape;888;g26b7edf6e71_0_109"/>
            <p:cNvPicPr preferRelativeResize="0"/>
            <p:nvPr/>
          </p:nvPicPr>
          <p:blipFill rotWithShape="1">
            <a:blip r:embed="rId14">
              <a:alphaModFix/>
            </a:blip>
            <a:srcRect l="18" r="9"/>
            <a:stretch/>
          </p:blipFill>
          <p:spPr>
            <a:xfrm>
              <a:off x="867357" y="3994495"/>
              <a:ext cx="1148707" cy="821566"/>
            </a:xfrm>
            <a:prstGeom prst="rect">
              <a:avLst/>
            </a:prstGeom>
            <a:noFill/>
            <a:ln>
              <a:noFill/>
            </a:ln>
            <a:effectLst>
              <a:outerShdw blurRad="71438" dist="19050" dir="5400000" algn="bl" rotWithShape="0">
                <a:srgbClr val="000000">
                  <a:alpha val="18039"/>
                </a:srgbClr>
              </a:outerShdw>
            </a:effectLst>
          </p:spPr>
        </p:pic>
        <p:pic>
          <p:nvPicPr>
            <p:cNvPr id="889" name="Google Shape;889;g26b7edf6e71_0_109"/>
            <p:cNvPicPr preferRelativeResize="0"/>
            <p:nvPr/>
          </p:nvPicPr>
          <p:blipFill rotWithShape="1">
            <a:blip r:embed="rId15">
              <a:alphaModFix/>
            </a:blip>
            <a:srcRect l="18" r="9"/>
            <a:stretch/>
          </p:blipFill>
          <p:spPr>
            <a:xfrm>
              <a:off x="7001457" y="3060270"/>
              <a:ext cx="1148707" cy="821564"/>
            </a:xfrm>
            <a:prstGeom prst="rect">
              <a:avLst/>
            </a:prstGeom>
            <a:noFill/>
            <a:ln>
              <a:noFill/>
            </a:ln>
            <a:effectLst>
              <a:outerShdw blurRad="71438" dist="19050" dir="5400000" algn="bl" rotWithShape="0">
                <a:srgbClr val="000000">
                  <a:alpha val="18039"/>
                </a:srgbClr>
              </a:outerShdw>
            </a:effectLst>
          </p:spPr>
        </p:pic>
        <p:pic>
          <p:nvPicPr>
            <p:cNvPr id="890" name="Google Shape;890;g26b7edf6e71_0_109"/>
            <p:cNvPicPr preferRelativeResize="0"/>
            <p:nvPr/>
          </p:nvPicPr>
          <p:blipFill rotWithShape="1">
            <a:blip r:embed="rId16">
              <a:alphaModFix/>
            </a:blip>
            <a:srcRect l="99" r="98"/>
            <a:stretch/>
          </p:blipFill>
          <p:spPr>
            <a:xfrm>
              <a:off x="2093821" y="3994495"/>
              <a:ext cx="1148707" cy="821565"/>
            </a:xfrm>
            <a:prstGeom prst="rect">
              <a:avLst/>
            </a:prstGeom>
            <a:noFill/>
            <a:ln>
              <a:noFill/>
            </a:ln>
            <a:effectLst>
              <a:outerShdw blurRad="71438" dist="19050" dir="5400000" algn="bl" rotWithShape="0">
                <a:srgbClr val="000000">
                  <a:alpha val="18039"/>
                </a:srgbClr>
              </a:outerShdw>
            </a:effectLst>
          </p:spPr>
        </p:pic>
      </p:grpSp>
      <p:sp>
        <p:nvSpPr>
          <p:cNvPr id="891" name="Google Shape;891;g26b7edf6e71_0_109"/>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2 Common Exception Words </a:t>
            </a:r>
            <a:br>
              <a:rPr lang="en-US" sz="2400" b="0" i="0" u="none" strike="noStrike" cap="none">
                <a:solidFill>
                  <a:srgbClr val="000000"/>
                </a:solidFill>
                <a:latin typeface="Poppins"/>
                <a:ea typeface="Poppins"/>
                <a:cs typeface="Poppins"/>
                <a:sym typeface="Poppins"/>
              </a:rPr>
            </a:br>
            <a:r>
              <a:rPr lang="en-US" sz="2400" b="0" i="0" u="none" strike="noStrike" cap="none">
                <a:solidFill>
                  <a:srgbClr val="2356AF"/>
                </a:solidFill>
                <a:latin typeface="Poppins"/>
                <a:ea typeface="Poppins"/>
                <a:cs typeface="Poppins"/>
                <a:sym typeface="Poppins"/>
              </a:rPr>
              <a:t>as I is no go to into the put his has of pull full</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grpSp>
        <p:nvGrpSpPr>
          <p:cNvPr id="897" name="Google Shape;897;g2c298d33e0c_0_6"/>
          <p:cNvGrpSpPr/>
          <p:nvPr/>
        </p:nvGrpSpPr>
        <p:grpSpPr>
          <a:xfrm>
            <a:off x="866900" y="2155300"/>
            <a:ext cx="7281864" cy="2684601"/>
            <a:chOff x="868300" y="2129450"/>
            <a:chExt cx="7281864" cy="2684601"/>
          </a:xfrm>
        </p:grpSpPr>
        <p:pic>
          <p:nvPicPr>
            <p:cNvPr id="898" name="Google Shape;898;g2c298d33e0c_0_6"/>
            <p:cNvPicPr preferRelativeResize="0"/>
            <p:nvPr/>
          </p:nvPicPr>
          <p:blipFill rotWithShape="1">
            <a:blip r:embed="rId3">
              <a:alphaModFix/>
            </a:blip>
            <a:srcRect l="99" r="98"/>
            <a:stretch/>
          </p:blipFill>
          <p:spPr>
            <a:xfrm>
              <a:off x="4547639" y="3991095"/>
              <a:ext cx="1148707" cy="822955"/>
            </a:xfrm>
            <a:prstGeom prst="rect">
              <a:avLst/>
            </a:prstGeom>
            <a:noFill/>
            <a:ln>
              <a:noFill/>
            </a:ln>
            <a:effectLst>
              <a:outerShdw blurRad="71438" dist="19050" dir="5400000" algn="bl" rotWithShape="0">
                <a:srgbClr val="000000">
                  <a:alpha val="18039"/>
                </a:srgbClr>
              </a:outerShdw>
            </a:effectLst>
          </p:spPr>
        </p:pic>
        <p:pic>
          <p:nvPicPr>
            <p:cNvPr id="899" name="Google Shape;899;g2c298d33e0c_0_6"/>
            <p:cNvPicPr preferRelativeResize="0"/>
            <p:nvPr/>
          </p:nvPicPr>
          <p:blipFill rotWithShape="1">
            <a:blip r:embed="rId4">
              <a:alphaModFix/>
            </a:blip>
            <a:srcRect l="189" r="178"/>
            <a:stretch/>
          </p:blipFill>
          <p:spPr>
            <a:xfrm>
              <a:off x="3320730" y="3991095"/>
              <a:ext cx="1148707" cy="822956"/>
            </a:xfrm>
            <a:prstGeom prst="rect">
              <a:avLst/>
            </a:prstGeom>
            <a:noFill/>
            <a:ln>
              <a:noFill/>
            </a:ln>
            <a:effectLst>
              <a:outerShdw blurRad="71438" dist="19050" dir="5400000" algn="bl" rotWithShape="0">
                <a:srgbClr val="000000">
                  <a:alpha val="18039"/>
                </a:srgbClr>
              </a:outerShdw>
            </a:effectLst>
          </p:spPr>
        </p:pic>
        <p:pic>
          <p:nvPicPr>
            <p:cNvPr id="900" name="Google Shape;900;g2c298d33e0c_0_6"/>
            <p:cNvPicPr preferRelativeResize="0"/>
            <p:nvPr/>
          </p:nvPicPr>
          <p:blipFill rotWithShape="1">
            <a:blip r:embed="rId5">
              <a:alphaModFix/>
            </a:blip>
            <a:srcRect l="18" r="9"/>
            <a:stretch/>
          </p:blipFill>
          <p:spPr>
            <a:xfrm>
              <a:off x="2093821" y="3991095"/>
              <a:ext cx="1148707" cy="821566"/>
            </a:xfrm>
            <a:prstGeom prst="rect">
              <a:avLst/>
            </a:prstGeom>
            <a:noFill/>
            <a:ln>
              <a:noFill/>
            </a:ln>
            <a:effectLst>
              <a:outerShdw blurRad="71438" dist="19050" dir="5400000" algn="bl" rotWithShape="0">
                <a:srgbClr val="000000">
                  <a:alpha val="18039"/>
                </a:srgbClr>
              </a:outerShdw>
            </a:effectLst>
          </p:spPr>
        </p:pic>
        <p:pic>
          <p:nvPicPr>
            <p:cNvPr id="901" name="Google Shape;901;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431"/>
                </a:srgbClr>
              </a:outerShdw>
            </a:effectLst>
          </p:spPr>
        </p:pic>
        <p:pic>
          <p:nvPicPr>
            <p:cNvPr id="902" name="Google Shape;902;g2c298d33e0c_0_6"/>
            <p:cNvPicPr preferRelativeResize="0"/>
            <p:nvPr/>
          </p:nvPicPr>
          <p:blipFill rotWithShape="1">
            <a:blip r:embed="rId7">
              <a:alphaModFix/>
            </a:blip>
            <a:srcRect l="99" r="98"/>
            <a:stretch/>
          </p:blipFill>
          <p:spPr>
            <a:xfrm>
              <a:off x="7001457" y="3060270"/>
              <a:ext cx="1148707" cy="821565"/>
            </a:xfrm>
            <a:prstGeom prst="rect">
              <a:avLst/>
            </a:prstGeom>
            <a:noFill/>
            <a:ln>
              <a:noFill/>
            </a:ln>
            <a:effectLst>
              <a:outerShdw blurRad="71438" dist="19050" dir="5400000" algn="bl" rotWithShape="0">
                <a:srgbClr val="000000">
                  <a:alpha val="18039"/>
                </a:srgbClr>
              </a:outerShdw>
            </a:effectLst>
          </p:spPr>
        </p:pic>
        <p:pic>
          <p:nvPicPr>
            <p:cNvPr id="903" name="Google Shape;903;g2c298d33e0c_0_6"/>
            <p:cNvPicPr preferRelativeResize="0"/>
            <p:nvPr/>
          </p:nvPicPr>
          <p:blipFill rotWithShape="1">
            <a:blip r:embed="rId8">
              <a:alphaModFix/>
            </a:blip>
            <a:srcRect t="19" b="28"/>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904" name="Google Shape;904;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905" name="Google Shape;905;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906" name="Google Shape;906;g2c298d33e0c_0_6"/>
            <p:cNvPicPr preferRelativeResize="0"/>
            <p:nvPr/>
          </p:nvPicPr>
          <p:blipFill rotWithShape="1">
            <a:blip r:embed="rId11">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907" name="Google Shape;907;g2c298d33e0c_0_6"/>
            <p:cNvPicPr preferRelativeResize="0"/>
            <p:nvPr/>
          </p:nvPicPr>
          <p:blipFill rotWithShape="1">
            <a:blip r:embed="rId12">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908" name="Google Shape;908;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909" name="Google Shape;909;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910" name="Google Shape;910;g2c298d33e0c_0_6"/>
            <p:cNvPicPr preferRelativeResize="0"/>
            <p:nvPr/>
          </p:nvPicPr>
          <p:blipFill rotWithShape="1">
            <a:blip r:embed="rId15">
              <a:alphaModFix/>
            </a:blip>
            <a:srcRect l="18" r="9"/>
            <a:stretch/>
          </p:blipFill>
          <p:spPr>
            <a:xfrm>
              <a:off x="2093821" y="3060270"/>
              <a:ext cx="1148707" cy="821566"/>
            </a:xfrm>
            <a:prstGeom prst="rect">
              <a:avLst/>
            </a:prstGeom>
            <a:noFill/>
            <a:ln>
              <a:noFill/>
            </a:ln>
            <a:effectLst>
              <a:outerShdw blurRad="71438" dist="19050" dir="5400000" algn="bl" rotWithShape="0">
                <a:srgbClr val="000000">
                  <a:alpha val="18039"/>
                </a:srgbClr>
              </a:outerShdw>
            </a:effectLst>
          </p:spPr>
        </p:pic>
        <p:pic>
          <p:nvPicPr>
            <p:cNvPr id="911" name="Google Shape;911;g2c298d33e0c_0_6"/>
            <p:cNvPicPr preferRelativeResize="0"/>
            <p:nvPr/>
          </p:nvPicPr>
          <p:blipFill rotWithShape="1">
            <a:blip r:embed="rId16">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912" name="Google Shape;912;g2c298d33e0c_0_6"/>
            <p:cNvPicPr preferRelativeResize="0"/>
            <p:nvPr/>
          </p:nvPicPr>
          <p:blipFill rotWithShape="1">
            <a:blip r:embed="rId17">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913" name="Google Shape;913;g2c298d33e0c_0_6"/>
            <p:cNvPicPr preferRelativeResize="0"/>
            <p:nvPr/>
          </p:nvPicPr>
          <p:blipFill rotWithShape="1">
            <a:blip r:embed="rId18">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8039"/>
                </a:srgbClr>
              </a:outerShdw>
            </a:effectLst>
          </p:spPr>
        </p:pic>
        <p:pic>
          <p:nvPicPr>
            <p:cNvPr id="914" name="Google Shape;914;g2c298d33e0c_0_6"/>
            <p:cNvPicPr preferRelativeResize="0"/>
            <p:nvPr/>
          </p:nvPicPr>
          <p:blipFill rotWithShape="1">
            <a:blip r:embed="rId19">
              <a:alphaModFix/>
            </a:blip>
            <a:srcRect t="19" b="28"/>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915" name="Google Shape;915;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916" name="Google Shape;916;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917" name="Google Shape;917;g2c298d33e0c_0_6"/>
            <p:cNvPicPr preferRelativeResize="0"/>
            <p:nvPr/>
          </p:nvPicPr>
          <p:blipFill rotWithShape="1">
            <a:blip r:embed="rId22">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918" name="Google Shape;918;g2c298d33e0c_0_6"/>
            <p:cNvPicPr preferRelativeResize="0"/>
            <p:nvPr/>
          </p:nvPicPr>
          <p:blipFill rotWithShape="1">
            <a:blip r:embed="rId23">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919" name="Google Shape;919;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920" name="Google Shape;920;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921" name="Google Shape;921;g2c298d33e0c_0_6"/>
            <p:cNvPicPr preferRelativeResize="0"/>
            <p:nvPr/>
          </p:nvPicPr>
          <p:blipFill rotWithShape="1">
            <a:blip r:embed="rId26">
              <a:alphaModFix/>
            </a:blip>
            <a:srcRect l="18" r="9"/>
            <a:stretch/>
          </p:blipFill>
          <p:spPr>
            <a:xfrm>
              <a:off x="2093821" y="3060270"/>
              <a:ext cx="1148707" cy="821566"/>
            </a:xfrm>
            <a:prstGeom prst="rect">
              <a:avLst/>
            </a:prstGeom>
            <a:noFill/>
            <a:ln>
              <a:noFill/>
            </a:ln>
            <a:effectLst>
              <a:outerShdw blurRad="71438" dist="19050" dir="5400000" algn="bl" rotWithShape="0">
                <a:srgbClr val="000000">
                  <a:alpha val="18039"/>
                </a:srgbClr>
              </a:outerShdw>
            </a:effectLst>
          </p:spPr>
        </p:pic>
        <p:pic>
          <p:nvPicPr>
            <p:cNvPr id="922" name="Google Shape;922;g2c298d33e0c_0_6"/>
            <p:cNvPicPr preferRelativeResize="0"/>
            <p:nvPr/>
          </p:nvPicPr>
          <p:blipFill rotWithShape="1">
            <a:blip r:embed="rId27">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923" name="Google Shape;923;g2c298d33e0c_0_6"/>
            <p:cNvPicPr preferRelativeResize="0"/>
            <p:nvPr/>
          </p:nvPicPr>
          <p:blipFill rotWithShape="1">
            <a:blip r:embed="rId28">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924" name="Google Shape;924;g2c298d33e0c_0_6"/>
            <p:cNvPicPr preferRelativeResize="0"/>
            <p:nvPr/>
          </p:nvPicPr>
          <p:blipFill rotWithShape="1">
            <a:blip r:embed="rId29">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8039"/>
                </a:srgbClr>
              </a:outerShdw>
            </a:effectLst>
          </p:spPr>
        </p:pic>
        <p:pic>
          <p:nvPicPr>
            <p:cNvPr id="925" name="Google Shape;925;g2c298d33e0c_0_6"/>
            <p:cNvPicPr preferRelativeResize="0"/>
            <p:nvPr/>
          </p:nvPicPr>
          <p:blipFill rotWithShape="1">
            <a:blip r:embed="rId30">
              <a:alphaModFix/>
            </a:blip>
            <a:srcRect l="99" r="98"/>
            <a:stretch/>
          </p:blipFill>
          <p:spPr>
            <a:xfrm>
              <a:off x="5774548" y="3991095"/>
              <a:ext cx="1148707" cy="822955"/>
            </a:xfrm>
            <a:prstGeom prst="rect">
              <a:avLst/>
            </a:prstGeom>
            <a:noFill/>
            <a:ln>
              <a:noFill/>
            </a:ln>
            <a:effectLst>
              <a:outerShdw blurRad="71438" dist="19050" dir="5400000" algn="bl" rotWithShape="0">
                <a:srgbClr val="000000">
                  <a:alpha val="18039"/>
                </a:srgbClr>
              </a:outerShdw>
            </a:effectLst>
          </p:spPr>
        </p:pic>
      </p:grpSp>
      <p:sp>
        <p:nvSpPr>
          <p:cNvPr id="926" name="Google Shape;926;g2c298d33e0c_0_6"/>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3 Common Exception Words </a:t>
            </a:r>
            <a:r>
              <a:rPr lang="en-US" sz="2400" b="0" i="0" u="none" strike="noStrike" cap="none">
                <a:solidFill>
                  <a:srgbClr val="2356AF"/>
                </a:solidFill>
                <a:latin typeface="Poppins"/>
                <a:ea typeface="Poppins"/>
                <a:cs typeface="Poppins"/>
                <a:sym typeface="Poppins"/>
              </a:rPr>
              <a:t>push they me we be he she my by looked you are there here were all sure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2c298da1f27_0_455"/>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4 Common Exception Words </a:t>
            </a:r>
            <a:r>
              <a:rPr lang="en-US" sz="2400" b="0" i="0" u="none" strike="noStrike" cap="none">
                <a:solidFill>
                  <a:srgbClr val="2356AF"/>
                </a:solidFill>
                <a:latin typeface="Poppins"/>
                <a:ea typeface="Poppins"/>
                <a:cs typeface="Poppins"/>
                <a:sym typeface="Poppins"/>
              </a:rPr>
              <a:t>said like out have some come what was so old do little one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933" name="Google Shape;933;g2c298da1f27_0_455"/>
          <p:cNvGrpSpPr/>
          <p:nvPr/>
        </p:nvGrpSpPr>
        <p:grpSpPr>
          <a:xfrm>
            <a:off x="868300" y="2129450"/>
            <a:ext cx="7281864" cy="2684601"/>
            <a:chOff x="868300" y="2053250"/>
            <a:chExt cx="7281864" cy="2684601"/>
          </a:xfrm>
        </p:grpSpPr>
        <p:pic>
          <p:nvPicPr>
            <p:cNvPr id="934" name="Google Shape;934;g2c298da1f27_0_455"/>
            <p:cNvPicPr preferRelativeResize="0"/>
            <p:nvPr/>
          </p:nvPicPr>
          <p:blipFill rotWithShape="1">
            <a:blip r:embed="rId3">
              <a:alphaModFix/>
            </a:blip>
            <a:srcRect l="189" r="178"/>
            <a:stretch/>
          </p:blipFill>
          <p:spPr>
            <a:xfrm>
              <a:off x="868300" y="3914895"/>
              <a:ext cx="1147320" cy="822956"/>
            </a:xfrm>
            <a:prstGeom prst="rect">
              <a:avLst/>
            </a:prstGeom>
            <a:noFill/>
            <a:ln>
              <a:noFill/>
            </a:ln>
            <a:effectLst>
              <a:outerShdw blurRad="71438" dist="19050" dir="5400000" algn="bl" rotWithShape="0">
                <a:srgbClr val="000000">
                  <a:alpha val="17647"/>
                </a:srgbClr>
              </a:outerShdw>
            </a:effectLst>
          </p:spPr>
        </p:pic>
        <p:pic>
          <p:nvPicPr>
            <p:cNvPr id="935" name="Google Shape;935;g2c298da1f27_0_455"/>
            <p:cNvPicPr preferRelativeResize="0"/>
            <p:nvPr/>
          </p:nvPicPr>
          <p:blipFill rotWithShape="1">
            <a:blip r:embed="rId4">
              <a:alphaModFix/>
            </a:blip>
            <a:srcRect l="39" r="38"/>
            <a:stretch/>
          </p:blipFill>
          <p:spPr>
            <a:xfrm>
              <a:off x="5774548" y="2984070"/>
              <a:ext cx="1148707" cy="822955"/>
            </a:xfrm>
            <a:prstGeom prst="rect">
              <a:avLst/>
            </a:prstGeom>
            <a:noFill/>
            <a:ln>
              <a:noFill/>
            </a:ln>
            <a:effectLst>
              <a:outerShdw blurRad="71438" dist="19050" dir="5400000" algn="bl" rotWithShape="0">
                <a:srgbClr val="000000">
                  <a:alpha val="17647"/>
                </a:srgbClr>
              </a:outerShdw>
            </a:effectLst>
          </p:spPr>
        </p:pic>
        <p:pic>
          <p:nvPicPr>
            <p:cNvPr id="936" name="Google Shape;936;g2c298da1f27_0_455"/>
            <p:cNvPicPr preferRelativeResize="0"/>
            <p:nvPr/>
          </p:nvPicPr>
          <p:blipFill rotWithShape="1">
            <a:blip r:embed="rId5">
              <a:alphaModFix/>
            </a:blip>
            <a:srcRect l="39" r="38"/>
            <a:stretch/>
          </p:blipFill>
          <p:spPr>
            <a:xfrm>
              <a:off x="7001457" y="2984070"/>
              <a:ext cx="1148707" cy="821565"/>
            </a:xfrm>
            <a:prstGeom prst="rect">
              <a:avLst/>
            </a:prstGeom>
            <a:noFill/>
            <a:ln>
              <a:noFill/>
            </a:ln>
            <a:effectLst>
              <a:outerShdw blurRad="71438" dist="19050" dir="5400000" algn="bl" rotWithShape="0">
                <a:srgbClr val="000000">
                  <a:alpha val="17647"/>
                </a:srgbClr>
              </a:outerShdw>
            </a:effectLst>
          </p:spPr>
        </p:pic>
        <p:pic>
          <p:nvPicPr>
            <p:cNvPr id="937" name="Google Shape;937;g2c298da1f27_0_455"/>
            <p:cNvPicPr preferRelativeResize="0"/>
            <p:nvPr/>
          </p:nvPicPr>
          <p:blipFill rotWithShape="1">
            <a:blip r:embed="rId6">
              <a:alphaModFix/>
            </a:blip>
            <a:srcRect l="39" r="38"/>
            <a:stretch/>
          </p:blipFill>
          <p:spPr>
            <a:xfrm>
              <a:off x="3320730" y="2984070"/>
              <a:ext cx="1148707" cy="822955"/>
            </a:xfrm>
            <a:prstGeom prst="rect">
              <a:avLst/>
            </a:prstGeom>
            <a:noFill/>
            <a:ln>
              <a:noFill/>
            </a:ln>
            <a:effectLst>
              <a:outerShdw blurRad="71438" dist="19050" dir="5400000" algn="bl" rotWithShape="0">
                <a:srgbClr val="000000">
                  <a:alpha val="17647"/>
                </a:srgbClr>
              </a:outerShdw>
            </a:effectLst>
          </p:spPr>
        </p:pic>
        <p:pic>
          <p:nvPicPr>
            <p:cNvPr id="938" name="Google Shape;938;g2c298da1f27_0_455"/>
            <p:cNvPicPr preferRelativeResize="0"/>
            <p:nvPr/>
          </p:nvPicPr>
          <p:blipFill rotWithShape="1">
            <a:blip r:embed="rId7">
              <a:alphaModFix/>
            </a:blip>
            <a:srcRect l="39" r="38"/>
            <a:stretch/>
          </p:blipFill>
          <p:spPr>
            <a:xfrm>
              <a:off x="4547639" y="2984070"/>
              <a:ext cx="1148707" cy="822955"/>
            </a:xfrm>
            <a:prstGeom prst="rect">
              <a:avLst/>
            </a:prstGeom>
            <a:noFill/>
            <a:ln>
              <a:noFill/>
            </a:ln>
            <a:effectLst>
              <a:outerShdw blurRad="71438" dist="19050" dir="5400000" algn="bl" rotWithShape="0">
                <a:srgbClr val="000000">
                  <a:alpha val="17647"/>
                </a:srgbClr>
              </a:outerShdw>
            </a:effectLst>
          </p:spPr>
        </p:pic>
        <p:pic>
          <p:nvPicPr>
            <p:cNvPr id="939" name="Google Shape;939;g2c298da1f27_0_455"/>
            <p:cNvPicPr preferRelativeResize="0"/>
            <p:nvPr/>
          </p:nvPicPr>
          <p:blipFill rotWithShape="1">
            <a:blip r:embed="rId8">
              <a:alphaModFix/>
            </a:blip>
            <a:srcRect l="189" r="178"/>
            <a:stretch/>
          </p:blipFill>
          <p:spPr>
            <a:xfrm>
              <a:off x="868300" y="2984070"/>
              <a:ext cx="1147320" cy="822956"/>
            </a:xfrm>
            <a:prstGeom prst="rect">
              <a:avLst/>
            </a:prstGeom>
            <a:noFill/>
            <a:ln>
              <a:noFill/>
            </a:ln>
            <a:effectLst>
              <a:outerShdw blurRad="71438" dist="19050" dir="5400000" algn="bl" rotWithShape="0">
                <a:srgbClr val="000000">
                  <a:alpha val="17647"/>
                </a:srgbClr>
              </a:outerShdw>
            </a:effectLst>
          </p:spPr>
        </p:pic>
        <p:pic>
          <p:nvPicPr>
            <p:cNvPr id="940" name="Google Shape;940;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47"/>
                </a:srgbClr>
              </a:outerShdw>
            </a:effectLst>
          </p:spPr>
        </p:pic>
        <p:pic>
          <p:nvPicPr>
            <p:cNvPr id="941" name="Google Shape;941;g2c298da1f27_0_455"/>
            <p:cNvPicPr preferRelativeResize="0"/>
            <p:nvPr/>
          </p:nvPicPr>
          <p:blipFill rotWithShape="1">
            <a:blip r:embed="rId10">
              <a:alphaModFix/>
            </a:blip>
            <a:srcRect l="58" r="59"/>
            <a:stretch/>
          </p:blipFill>
          <p:spPr>
            <a:xfrm>
              <a:off x="868300" y="2053250"/>
              <a:ext cx="1146813" cy="819547"/>
            </a:xfrm>
            <a:prstGeom prst="rect">
              <a:avLst/>
            </a:prstGeom>
            <a:noFill/>
            <a:ln>
              <a:noFill/>
            </a:ln>
            <a:effectLst>
              <a:outerShdw blurRad="71438" dist="19050" dir="5400000" algn="bl" rotWithShape="0">
                <a:srgbClr val="000000">
                  <a:alpha val="18039"/>
                </a:srgbClr>
              </a:outerShdw>
            </a:effectLst>
          </p:spPr>
        </p:pic>
        <p:pic>
          <p:nvPicPr>
            <p:cNvPr id="942" name="Google Shape;942;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39"/>
                </a:srgbClr>
              </a:outerShdw>
            </a:effectLst>
          </p:spPr>
        </p:pic>
        <p:pic>
          <p:nvPicPr>
            <p:cNvPr id="943" name="Google Shape;943;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39"/>
                </a:srgbClr>
              </a:outerShdw>
            </a:effectLst>
          </p:spPr>
        </p:pic>
        <p:pic>
          <p:nvPicPr>
            <p:cNvPr id="944" name="Google Shape;944;g2c298da1f27_0_455"/>
            <p:cNvPicPr preferRelativeResize="0"/>
            <p:nvPr/>
          </p:nvPicPr>
          <p:blipFill rotWithShape="1">
            <a:blip r:embed="rId13">
              <a:alphaModFix/>
            </a:blip>
            <a:srcRect l="79" r="68"/>
            <a:stretch/>
          </p:blipFill>
          <p:spPr>
            <a:xfrm>
              <a:off x="4547991" y="2053250"/>
              <a:ext cx="1147320" cy="821566"/>
            </a:xfrm>
            <a:prstGeom prst="rect">
              <a:avLst/>
            </a:prstGeom>
            <a:noFill/>
            <a:ln>
              <a:noFill/>
            </a:ln>
            <a:effectLst>
              <a:outerShdw blurRad="71438" dist="19050" dir="5400000" algn="bl" rotWithShape="0">
                <a:srgbClr val="000000">
                  <a:alpha val="18039"/>
                </a:srgbClr>
              </a:outerShdw>
            </a:effectLst>
          </p:spPr>
        </p:pic>
        <p:pic>
          <p:nvPicPr>
            <p:cNvPr id="945" name="Google Shape;945;g2c298da1f27_0_455"/>
            <p:cNvPicPr preferRelativeResize="0"/>
            <p:nvPr/>
          </p:nvPicPr>
          <p:blipFill rotWithShape="1">
            <a:blip r:embed="rId14">
              <a:alphaModFix/>
            </a:blip>
            <a:srcRect l="79" r="68"/>
            <a:stretch/>
          </p:blipFill>
          <p:spPr>
            <a:xfrm>
              <a:off x="5774724" y="2053250"/>
              <a:ext cx="1147320" cy="821566"/>
            </a:xfrm>
            <a:prstGeom prst="rect">
              <a:avLst/>
            </a:prstGeom>
            <a:noFill/>
            <a:ln>
              <a:noFill/>
            </a:ln>
            <a:effectLst>
              <a:outerShdw blurRad="71438" dist="19050" dir="5400000" algn="bl" rotWithShape="0">
                <a:srgbClr val="000000">
                  <a:alpha val="18039"/>
                </a:srgbClr>
              </a:outerShdw>
            </a:effectLst>
          </p:spPr>
        </p:pic>
        <p:pic>
          <p:nvPicPr>
            <p:cNvPr id="946" name="Google Shape;946;g2c298da1f27_0_455"/>
            <p:cNvPicPr preferRelativeResize="0"/>
            <p:nvPr/>
          </p:nvPicPr>
          <p:blipFill rotWithShape="1">
            <a:blip r:embed="rId15">
              <a:alphaModFix/>
            </a:blip>
            <a:srcRect l="79" r="68"/>
            <a:stretch/>
          </p:blipFill>
          <p:spPr>
            <a:xfrm>
              <a:off x="7001457" y="2053250"/>
              <a:ext cx="1147320" cy="821566"/>
            </a:xfrm>
            <a:prstGeom prst="rect">
              <a:avLst/>
            </a:prstGeom>
            <a:noFill/>
            <a:ln>
              <a:noFill/>
            </a:ln>
            <a:effectLst>
              <a:outerShdw blurRad="71438" dist="19050" dir="5400000" algn="bl" rotWithShape="0">
                <a:srgbClr val="000000">
                  <a:alpha val="18039"/>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pic>
        <p:nvPicPr>
          <p:cNvPr id="952" name="Google Shape;952;g2c298da1f27_1_0"/>
          <p:cNvPicPr preferRelativeResize="0"/>
          <p:nvPr/>
        </p:nvPicPr>
        <p:blipFill rotWithShape="1">
          <a:blip r:embed="rId3">
            <a:alphaModFix/>
          </a:blip>
          <a:srcRect l="189" r="178"/>
          <a:stretch/>
        </p:blipFill>
        <p:spPr>
          <a:xfrm>
            <a:off x="3320730" y="3994495"/>
            <a:ext cx="1148707" cy="822956"/>
          </a:xfrm>
          <a:prstGeom prst="rect">
            <a:avLst/>
          </a:prstGeom>
          <a:noFill/>
          <a:ln>
            <a:noFill/>
          </a:ln>
          <a:effectLst>
            <a:outerShdw blurRad="71438" dist="19050" dir="5400000" algn="bl" rotWithShape="0">
              <a:srgbClr val="000000">
                <a:alpha val="17254"/>
              </a:srgbClr>
            </a:outerShdw>
          </a:effectLst>
        </p:spPr>
      </p:pic>
      <p:sp>
        <p:nvSpPr>
          <p:cNvPr id="953" name="Google Shape;953;g2c298da1f27_1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5 Common Exception Words </a:t>
            </a:r>
            <a:r>
              <a:rPr lang="en-US" sz="2400" b="0" i="0" u="none" strike="noStrike" cap="none">
                <a:solidFill>
                  <a:srgbClr val="2356AF"/>
                </a:solidFill>
                <a:latin typeface="Poppins"/>
                <a:ea typeface="Poppins"/>
                <a:cs typeface="Poppins"/>
                <a:sym typeface="Poppins"/>
              </a:rPr>
              <a:t>today house mouse hour because Mr Mrs Ms where should could would move use want</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pic>
        <p:nvPicPr>
          <p:cNvPr id="954" name="Google Shape;954;g2c298da1f27_1_0"/>
          <p:cNvPicPr preferRelativeResize="0"/>
          <p:nvPr/>
        </p:nvPicPr>
        <p:blipFill rotWithShape="1">
          <a:blip r:embed="rId4">
            <a:alphaModFix/>
          </a:blip>
          <a:srcRect l="247" r="238"/>
          <a:stretch/>
        </p:blipFill>
        <p:spPr>
          <a:xfrm>
            <a:off x="868300" y="3994495"/>
            <a:ext cx="1147320" cy="822956"/>
          </a:xfrm>
          <a:prstGeom prst="rect">
            <a:avLst/>
          </a:prstGeom>
          <a:noFill/>
          <a:ln>
            <a:noFill/>
          </a:ln>
          <a:effectLst>
            <a:outerShdw blurRad="71438" dist="19050" dir="5400000" algn="bl" rotWithShape="0">
              <a:srgbClr val="000000">
                <a:alpha val="17647"/>
              </a:srgbClr>
            </a:outerShdw>
          </a:effectLst>
        </p:spPr>
      </p:pic>
      <p:pic>
        <p:nvPicPr>
          <p:cNvPr id="955" name="Google Shape;955;g2c298da1f27_1_0"/>
          <p:cNvPicPr preferRelativeResize="0"/>
          <p:nvPr/>
        </p:nvPicPr>
        <p:blipFill rotWithShape="1">
          <a:blip r:embed="rId5">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7647"/>
              </a:srgbClr>
            </a:outerShdw>
          </a:effectLst>
        </p:spPr>
      </p:pic>
      <p:pic>
        <p:nvPicPr>
          <p:cNvPr id="956" name="Google Shape;956;g2c298da1f27_1_0"/>
          <p:cNvPicPr preferRelativeResize="0"/>
          <p:nvPr/>
        </p:nvPicPr>
        <p:blipFill rotWithShape="1">
          <a:blip r:embed="rId6">
            <a:alphaModFix/>
          </a:blip>
          <a:srcRect l="99" r="98"/>
          <a:stretch/>
        </p:blipFill>
        <p:spPr>
          <a:xfrm>
            <a:off x="7001457" y="3060270"/>
            <a:ext cx="1148707" cy="821565"/>
          </a:xfrm>
          <a:prstGeom prst="rect">
            <a:avLst/>
          </a:prstGeom>
          <a:noFill/>
          <a:ln>
            <a:noFill/>
          </a:ln>
          <a:effectLst>
            <a:outerShdw blurRad="71438" dist="19050" dir="5400000" algn="bl" rotWithShape="0">
              <a:srgbClr val="000000">
                <a:alpha val="17647"/>
              </a:srgbClr>
            </a:outerShdw>
          </a:effectLst>
        </p:spPr>
      </p:pic>
      <p:pic>
        <p:nvPicPr>
          <p:cNvPr id="957" name="Google Shape;957;g2c298da1f27_1_0"/>
          <p:cNvPicPr preferRelativeResize="0"/>
          <p:nvPr/>
        </p:nvPicPr>
        <p:blipFill rotWithShape="1">
          <a:blip r:embed="rId7">
            <a:alphaModFix/>
          </a:blip>
          <a:srcRect l="99" r="98"/>
          <a:stretch/>
        </p:blipFill>
        <p:spPr>
          <a:xfrm>
            <a:off x="3320730" y="3060270"/>
            <a:ext cx="1148707" cy="822955"/>
          </a:xfrm>
          <a:prstGeom prst="rect">
            <a:avLst/>
          </a:prstGeom>
          <a:noFill/>
          <a:ln>
            <a:noFill/>
          </a:ln>
          <a:effectLst>
            <a:outerShdw blurRad="71438" dist="19050" dir="5400000" algn="bl" rotWithShape="0">
              <a:srgbClr val="000000">
                <a:alpha val="17647"/>
              </a:srgbClr>
            </a:outerShdw>
          </a:effectLst>
        </p:spPr>
      </p:pic>
      <p:pic>
        <p:nvPicPr>
          <p:cNvPr id="958" name="Google Shape;958;g2c298da1f27_1_0"/>
          <p:cNvPicPr preferRelativeResize="0"/>
          <p:nvPr/>
        </p:nvPicPr>
        <p:blipFill rotWithShape="1">
          <a:blip r:embed="rId8">
            <a:alphaModFix/>
          </a:blip>
          <a:srcRect l="189" r="178"/>
          <a:stretch/>
        </p:blipFill>
        <p:spPr>
          <a:xfrm>
            <a:off x="4547639" y="3060270"/>
            <a:ext cx="1148707" cy="822956"/>
          </a:xfrm>
          <a:prstGeom prst="rect">
            <a:avLst/>
          </a:prstGeom>
          <a:noFill/>
          <a:ln>
            <a:noFill/>
          </a:ln>
          <a:effectLst>
            <a:outerShdw blurRad="71438" dist="19050" dir="5400000" algn="bl" rotWithShape="0">
              <a:srgbClr val="000000">
                <a:alpha val="17647"/>
              </a:srgbClr>
            </a:outerShdw>
          </a:effectLst>
        </p:spPr>
      </p:pic>
      <p:pic>
        <p:nvPicPr>
          <p:cNvPr id="959" name="Google Shape;959;g2c298da1f27_1_0"/>
          <p:cNvPicPr preferRelativeResize="0"/>
          <p:nvPr/>
        </p:nvPicPr>
        <p:blipFill rotWithShape="1">
          <a:blip r:embed="rId9">
            <a:alphaModFix/>
          </a:blip>
          <a:srcRect l="247" r="238"/>
          <a:stretch/>
        </p:blipFill>
        <p:spPr>
          <a:xfrm>
            <a:off x="868300" y="3060270"/>
            <a:ext cx="1147320" cy="822956"/>
          </a:xfrm>
          <a:prstGeom prst="rect">
            <a:avLst/>
          </a:prstGeom>
          <a:noFill/>
          <a:ln>
            <a:noFill/>
          </a:ln>
          <a:effectLst>
            <a:outerShdw blurRad="71438" dist="19050" dir="5400000" algn="bl" rotWithShape="0">
              <a:srgbClr val="000000">
                <a:alpha val="17647"/>
              </a:srgbClr>
            </a:outerShdw>
          </a:effectLst>
        </p:spPr>
      </p:pic>
      <p:pic>
        <p:nvPicPr>
          <p:cNvPr id="960" name="Google Shape;960;g2c298da1f27_1_0"/>
          <p:cNvPicPr preferRelativeResize="0"/>
          <p:nvPr/>
        </p:nvPicPr>
        <p:blipFill rotWithShape="1">
          <a:blip r:embed="rId10">
            <a:alphaModFix/>
          </a:blip>
          <a:srcRect l="99" r="98"/>
          <a:stretch/>
        </p:blipFill>
        <p:spPr>
          <a:xfrm>
            <a:off x="2093821" y="3060270"/>
            <a:ext cx="1148707" cy="821565"/>
          </a:xfrm>
          <a:prstGeom prst="rect">
            <a:avLst/>
          </a:prstGeom>
          <a:noFill/>
          <a:ln>
            <a:noFill/>
          </a:ln>
          <a:effectLst>
            <a:outerShdw blurRad="71438" dist="19050" dir="5400000" algn="bl" rotWithShape="0">
              <a:srgbClr val="000000">
                <a:alpha val="17647"/>
              </a:srgbClr>
            </a:outerShdw>
          </a:effectLst>
        </p:spPr>
      </p:pic>
      <p:pic>
        <p:nvPicPr>
          <p:cNvPr id="961" name="Google Shape;961;g2c298da1f27_1_0"/>
          <p:cNvPicPr preferRelativeResize="0"/>
          <p:nvPr/>
        </p:nvPicPr>
        <p:blipFill rotWithShape="1">
          <a:blip r:embed="rId11">
            <a:alphaModFix/>
          </a:blip>
          <a:srcRect l="58" r="59"/>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962" name="Google Shape;962;g2c298da1f27_1_0"/>
          <p:cNvPicPr preferRelativeResize="0"/>
          <p:nvPr/>
        </p:nvPicPr>
        <p:blipFill rotWithShape="1">
          <a:blip r:embed="rId12">
            <a:alphaModFix/>
          </a:blip>
          <a:srcRect l="247" r="238"/>
          <a:stretch/>
        </p:blipFill>
        <p:spPr>
          <a:xfrm>
            <a:off x="2094526" y="2129450"/>
            <a:ext cx="1147320" cy="822956"/>
          </a:xfrm>
          <a:prstGeom prst="rect">
            <a:avLst/>
          </a:prstGeom>
          <a:noFill/>
          <a:ln>
            <a:noFill/>
          </a:ln>
          <a:effectLst>
            <a:outerShdw blurRad="71438" dist="19050" dir="5400000" algn="bl" rotWithShape="0">
              <a:srgbClr val="000000">
                <a:alpha val="18039"/>
              </a:srgbClr>
            </a:outerShdw>
          </a:effectLst>
        </p:spPr>
      </p:pic>
      <p:pic>
        <p:nvPicPr>
          <p:cNvPr id="963" name="Google Shape;963;g2c298da1f27_1_0"/>
          <p:cNvPicPr preferRelativeResize="0"/>
          <p:nvPr/>
        </p:nvPicPr>
        <p:blipFill rotWithShape="1">
          <a:blip r:embed="rId13">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39"/>
              </a:srgbClr>
            </a:outerShdw>
          </a:effectLst>
        </p:spPr>
      </p:pic>
      <p:pic>
        <p:nvPicPr>
          <p:cNvPr id="964" name="Google Shape;964;g2c298da1f27_1_0"/>
          <p:cNvPicPr preferRelativeResize="0"/>
          <p:nvPr/>
        </p:nvPicPr>
        <p:blipFill rotWithShape="1">
          <a:blip r:embed="rId14">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965" name="Google Shape;965;g2c298da1f27_1_0"/>
          <p:cNvPicPr preferRelativeResize="0"/>
          <p:nvPr/>
        </p:nvPicPr>
        <p:blipFill rotWithShape="1">
          <a:blip r:embed="rId15">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966" name="Google Shape;966;g2c298da1f27_1_0"/>
          <p:cNvPicPr preferRelativeResize="0"/>
          <p:nvPr/>
        </p:nvPicPr>
        <p:blipFill rotWithShape="1">
          <a:blip r:embed="rId16">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967" name="Google Shape;967;g2c298da1f27_1_0"/>
          <p:cNvPicPr preferRelativeResize="0"/>
          <p:nvPr/>
        </p:nvPicPr>
        <p:blipFill rotWithShape="1">
          <a:blip r:embed="rId17">
            <a:alphaModFix/>
          </a:blip>
          <a:srcRect l="18" r="9"/>
          <a:stretch/>
        </p:blipFill>
        <p:spPr>
          <a:xfrm>
            <a:off x="2093821" y="3994495"/>
            <a:ext cx="1148707" cy="821566"/>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g31d111e6b28_1_905"/>
          <p:cNvSpPr txBox="1">
            <a:spLocks noGrp="1"/>
          </p:cNvSpPr>
          <p:nvPr>
            <p:ph type="title"/>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74" name="Google Shape;974;g31d111e6b28_1_905"/>
          <p:cNvPicPr preferRelativeResize="0"/>
          <p:nvPr/>
        </p:nvPicPr>
        <p:blipFill rotWithShape="1">
          <a:blip r:embed="rId3">
            <a:alphaModFix/>
          </a:blip>
          <a:srcRect/>
          <a:stretch/>
        </p:blipFill>
        <p:spPr>
          <a:xfrm>
            <a:off x="867797" y="2125686"/>
            <a:ext cx="1147324" cy="819918"/>
          </a:xfrm>
          <a:prstGeom prst="rect">
            <a:avLst/>
          </a:prstGeom>
          <a:noFill/>
          <a:ln>
            <a:noFill/>
          </a:ln>
          <a:effectLst>
            <a:outerShdw blurRad="71438" dist="19050" dir="5400000" algn="bl" rotWithShape="0">
              <a:srgbClr val="000000">
                <a:alpha val="17647"/>
              </a:srgbClr>
            </a:outerShdw>
          </a:effectLst>
        </p:spPr>
      </p:pic>
      <p:pic>
        <p:nvPicPr>
          <p:cNvPr id="975" name="Google Shape;975;g31d111e6b28_1_905"/>
          <p:cNvPicPr preferRelativeResize="0"/>
          <p:nvPr/>
        </p:nvPicPr>
        <p:blipFill rotWithShape="1">
          <a:blip r:embed="rId4">
            <a:alphaModFix/>
          </a:blip>
          <a:srcRect/>
          <a:stretch/>
        </p:blipFill>
        <p:spPr>
          <a:xfrm>
            <a:off x="2094526" y="2125686"/>
            <a:ext cx="1145440" cy="818569"/>
          </a:xfrm>
          <a:prstGeom prst="rect">
            <a:avLst/>
          </a:prstGeom>
          <a:noFill/>
          <a:ln>
            <a:noFill/>
          </a:ln>
          <a:effectLst>
            <a:outerShdw blurRad="71438" dist="19050" dir="5400000" algn="bl" rotWithShape="0">
              <a:srgbClr val="000000">
                <a:alpha val="17647"/>
              </a:srgbClr>
            </a:outerShdw>
          </a:effectLst>
        </p:spPr>
      </p:pic>
      <p:pic>
        <p:nvPicPr>
          <p:cNvPr id="976" name="Google Shape;976;g31d111e6b28_1_905"/>
          <p:cNvPicPr preferRelativeResize="0"/>
          <p:nvPr/>
        </p:nvPicPr>
        <p:blipFill rotWithShape="1">
          <a:blip r:embed="rId5">
            <a:alphaModFix/>
          </a:blip>
          <a:srcRect/>
          <a:stretch/>
        </p:blipFill>
        <p:spPr>
          <a:xfrm>
            <a:off x="3321259" y="2125686"/>
            <a:ext cx="1145440" cy="818569"/>
          </a:xfrm>
          <a:prstGeom prst="rect">
            <a:avLst/>
          </a:prstGeom>
          <a:noFill/>
          <a:ln>
            <a:noFill/>
          </a:ln>
          <a:effectLst>
            <a:outerShdw blurRad="71438" dist="19050" dir="5400000" algn="bl" rotWithShape="0">
              <a:srgbClr val="000000">
                <a:alpha val="17647"/>
              </a:srgbClr>
            </a:outerShdw>
          </a:effectLst>
        </p:spPr>
      </p:pic>
      <p:pic>
        <p:nvPicPr>
          <p:cNvPr id="977" name="Google Shape;977;g31d111e6b28_1_905"/>
          <p:cNvPicPr preferRelativeResize="0"/>
          <p:nvPr/>
        </p:nvPicPr>
        <p:blipFill rotWithShape="1">
          <a:blip r:embed="rId6">
            <a:alphaModFix/>
          </a:blip>
          <a:srcRect/>
          <a:stretch/>
        </p:blipFill>
        <p:spPr>
          <a:xfrm>
            <a:off x="4547991" y="2125686"/>
            <a:ext cx="1145440" cy="819954"/>
          </a:xfrm>
          <a:prstGeom prst="rect">
            <a:avLst/>
          </a:prstGeom>
          <a:noFill/>
          <a:ln>
            <a:noFill/>
          </a:ln>
          <a:effectLst>
            <a:outerShdw blurRad="71438" dist="19050" dir="5400000" algn="bl" rotWithShape="0">
              <a:srgbClr val="000000">
                <a:alpha val="17647"/>
              </a:srgbClr>
            </a:outerShdw>
          </a:effectLst>
        </p:spPr>
      </p:pic>
      <p:pic>
        <p:nvPicPr>
          <p:cNvPr id="978" name="Google Shape;978;g31d111e6b28_1_905"/>
          <p:cNvPicPr preferRelativeResize="0"/>
          <p:nvPr/>
        </p:nvPicPr>
        <p:blipFill rotWithShape="1">
          <a:blip r:embed="rId7">
            <a:alphaModFix/>
          </a:blip>
          <a:srcRect/>
          <a:stretch/>
        </p:blipFill>
        <p:spPr>
          <a:xfrm>
            <a:off x="5774724" y="2125686"/>
            <a:ext cx="1145440" cy="818569"/>
          </a:xfrm>
          <a:prstGeom prst="rect">
            <a:avLst/>
          </a:prstGeom>
          <a:noFill/>
          <a:ln>
            <a:noFill/>
          </a:ln>
          <a:effectLst>
            <a:outerShdw blurRad="71438" dist="19050" dir="5400000" algn="bl" rotWithShape="0">
              <a:srgbClr val="000000">
                <a:alpha val="17647"/>
              </a:srgbClr>
            </a:outerShdw>
          </a:effectLst>
        </p:spPr>
      </p:pic>
      <p:pic>
        <p:nvPicPr>
          <p:cNvPr id="979" name="Google Shape;979;g31d111e6b28_1_905"/>
          <p:cNvPicPr preferRelativeResize="0"/>
          <p:nvPr/>
        </p:nvPicPr>
        <p:blipFill rotWithShape="1">
          <a:blip r:embed="rId8">
            <a:alphaModFix/>
          </a:blip>
          <a:srcRect/>
          <a:stretch/>
        </p:blipFill>
        <p:spPr>
          <a:xfrm>
            <a:off x="7001468" y="2125686"/>
            <a:ext cx="1145440" cy="819954"/>
          </a:xfrm>
          <a:prstGeom prst="rect">
            <a:avLst/>
          </a:prstGeom>
          <a:noFill/>
          <a:ln>
            <a:noFill/>
          </a:ln>
          <a:effectLst>
            <a:outerShdw blurRad="71438" dist="19050" dir="5400000" algn="bl" rotWithShape="0">
              <a:srgbClr val="000000">
                <a:alpha val="17647"/>
              </a:srgbClr>
            </a:outerShdw>
          </a:effectLst>
        </p:spPr>
      </p:pic>
      <p:pic>
        <p:nvPicPr>
          <p:cNvPr id="980" name="Google Shape;980;g31d111e6b28_1_905"/>
          <p:cNvPicPr preferRelativeResize="0"/>
          <p:nvPr/>
        </p:nvPicPr>
        <p:blipFill rotWithShape="1">
          <a:blip r:embed="rId9">
            <a:alphaModFix/>
          </a:blip>
          <a:srcRect/>
          <a:stretch/>
        </p:blipFill>
        <p:spPr>
          <a:xfrm>
            <a:off x="868743" y="3060070"/>
            <a:ext cx="1145440" cy="819954"/>
          </a:xfrm>
          <a:prstGeom prst="rect">
            <a:avLst/>
          </a:prstGeom>
          <a:noFill/>
          <a:ln>
            <a:noFill/>
          </a:ln>
          <a:effectLst>
            <a:outerShdw blurRad="71438" dist="19050" dir="5400000" algn="bl" rotWithShape="0">
              <a:srgbClr val="000000">
                <a:alpha val="17647"/>
              </a:srgbClr>
            </a:outerShdw>
          </a:effectLst>
        </p:spPr>
      </p:pic>
      <p:pic>
        <p:nvPicPr>
          <p:cNvPr id="981" name="Google Shape;981;g31d111e6b28_1_905"/>
          <p:cNvPicPr preferRelativeResize="0"/>
          <p:nvPr/>
        </p:nvPicPr>
        <p:blipFill rotWithShape="1">
          <a:blip r:embed="rId10">
            <a:alphaModFix/>
          </a:blip>
          <a:srcRect/>
          <a:stretch/>
        </p:blipFill>
        <p:spPr>
          <a:xfrm>
            <a:off x="2094530" y="3060070"/>
            <a:ext cx="1145440" cy="819954"/>
          </a:xfrm>
          <a:prstGeom prst="rect">
            <a:avLst/>
          </a:prstGeom>
          <a:noFill/>
          <a:ln>
            <a:noFill/>
          </a:ln>
          <a:effectLst>
            <a:outerShdw blurRad="71438" dist="19050" dir="5400000" algn="bl" rotWithShape="0">
              <a:srgbClr val="000000">
                <a:alpha val="17647"/>
              </a:srgbClr>
            </a:outerShdw>
          </a:effectLst>
        </p:spPr>
      </p:pic>
      <p:pic>
        <p:nvPicPr>
          <p:cNvPr id="982" name="Google Shape;982;g31d111e6b28_1_905"/>
          <p:cNvPicPr preferRelativeResize="0"/>
          <p:nvPr/>
        </p:nvPicPr>
        <p:blipFill rotWithShape="1">
          <a:blip r:embed="rId11">
            <a:alphaModFix/>
          </a:blip>
          <a:srcRect/>
          <a:stretch/>
        </p:blipFill>
        <p:spPr>
          <a:xfrm>
            <a:off x="3320325" y="3060768"/>
            <a:ext cx="1146826" cy="818569"/>
          </a:xfrm>
          <a:prstGeom prst="rect">
            <a:avLst/>
          </a:prstGeom>
          <a:noFill/>
          <a:ln>
            <a:noFill/>
          </a:ln>
          <a:effectLst>
            <a:outerShdw blurRad="71438" dist="19050" dir="5400000" algn="bl" rotWithShape="0">
              <a:srgbClr val="000000">
                <a:alpha val="17647"/>
              </a:srgbClr>
            </a:outerShdw>
          </a:effectLst>
        </p:spPr>
      </p:pic>
      <p:pic>
        <p:nvPicPr>
          <p:cNvPr id="983" name="Google Shape;983;g31d111e6b28_1_905"/>
          <p:cNvPicPr preferRelativeResize="0"/>
          <p:nvPr/>
        </p:nvPicPr>
        <p:blipFill rotWithShape="1">
          <a:blip r:embed="rId12">
            <a:alphaModFix/>
          </a:blip>
          <a:srcRect/>
          <a:stretch/>
        </p:blipFill>
        <p:spPr>
          <a:xfrm>
            <a:off x="4547500" y="3060768"/>
            <a:ext cx="1146826" cy="818569"/>
          </a:xfrm>
          <a:prstGeom prst="rect">
            <a:avLst/>
          </a:prstGeom>
          <a:noFill/>
          <a:ln>
            <a:noFill/>
          </a:ln>
          <a:effectLst>
            <a:outerShdw blurRad="71438" dist="19050" dir="5400000" algn="bl" rotWithShape="0">
              <a:srgbClr val="000000">
                <a:alpha val="17647"/>
              </a:srgbClr>
            </a:outerShdw>
          </a:effectLst>
        </p:spPr>
      </p:pic>
      <p:pic>
        <p:nvPicPr>
          <p:cNvPr id="984" name="Google Shape;984;g31d111e6b28_1_905"/>
          <p:cNvPicPr preferRelativeResize="0"/>
          <p:nvPr/>
        </p:nvPicPr>
        <p:blipFill rotWithShape="1">
          <a:blip r:embed="rId13">
            <a:alphaModFix/>
          </a:blip>
          <a:srcRect/>
          <a:stretch/>
        </p:blipFill>
        <p:spPr>
          <a:xfrm>
            <a:off x="5774675" y="3060768"/>
            <a:ext cx="1146826" cy="818569"/>
          </a:xfrm>
          <a:prstGeom prst="rect">
            <a:avLst/>
          </a:prstGeom>
          <a:noFill/>
          <a:ln>
            <a:noFill/>
          </a:ln>
          <a:effectLst>
            <a:outerShdw blurRad="71438" dist="19050" dir="5400000" algn="bl" rotWithShape="0">
              <a:srgbClr val="000000">
                <a:alpha val="17647"/>
              </a:srgbClr>
            </a:outerShdw>
          </a:effectLst>
        </p:spPr>
      </p:pic>
      <p:pic>
        <p:nvPicPr>
          <p:cNvPr id="985" name="Google Shape;985;g31d111e6b28_1_905"/>
          <p:cNvPicPr preferRelativeResize="0"/>
          <p:nvPr/>
        </p:nvPicPr>
        <p:blipFill rotWithShape="1">
          <a:blip r:embed="rId14">
            <a:alphaModFix/>
          </a:blip>
          <a:srcRect/>
          <a:stretch/>
        </p:blipFill>
        <p:spPr>
          <a:xfrm>
            <a:off x="7001850" y="3060070"/>
            <a:ext cx="1146826" cy="819954"/>
          </a:xfrm>
          <a:prstGeom prst="rect">
            <a:avLst/>
          </a:prstGeom>
          <a:noFill/>
          <a:ln>
            <a:noFill/>
          </a:ln>
          <a:effectLst>
            <a:outerShdw blurRad="71438" dist="19050" dir="5400000" algn="bl" rotWithShape="0">
              <a:srgbClr val="000000">
                <a:alpha val="17647"/>
              </a:srgbClr>
            </a:outerShdw>
          </a:effectLst>
        </p:spPr>
      </p:pic>
      <p:pic>
        <p:nvPicPr>
          <p:cNvPr id="986" name="Google Shape;986;g31d111e6b28_1_905"/>
          <p:cNvPicPr preferRelativeResize="0"/>
          <p:nvPr/>
        </p:nvPicPr>
        <p:blipFill rotWithShape="1">
          <a:blip r:embed="rId15">
            <a:alphaModFix/>
          </a:blip>
          <a:srcRect/>
          <a:stretch/>
        </p:blipFill>
        <p:spPr>
          <a:xfrm>
            <a:off x="868050" y="3995098"/>
            <a:ext cx="1146826" cy="818569"/>
          </a:xfrm>
          <a:prstGeom prst="rect">
            <a:avLst/>
          </a:prstGeom>
          <a:noFill/>
          <a:ln>
            <a:noFill/>
          </a:ln>
          <a:effectLst>
            <a:outerShdw blurRad="71438" dist="19050" dir="5400000" algn="bl" rotWithShape="0">
              <a:srgbClr val="000000">
                <a:alpha val="17647"/>
              </a:srgbClr>
            </a:outerShdw>
          </a:effectLst>
        </p:spPr>
      </p:pic>
      <p:pic>
        <p:nvPicPr>
          <p:cNvPr id="987" name="Google Shape;987;g31d111e6b28_1_905"/>
          <p:cNvPicPr preferRelativeResize="0"/>
          <p:nvPr/>
        </p:nvPicPr>
        <p:blipFill rotWithShape="1">
          <a:blip r:embed="rId16">
            <a:alphaModFix/>
          </a:blip>
          <a:srcRect/>
          <a:stretch/>
        </p:blipFill>
        <p:spPr>
          <a:xfrm>
            <a:off x="2094775" y="3995850"/>
            <a:ext cx="1146826" cy="819954"/>
          </a:xfrm>
          <a:prstGeom prst="rect">
            <a:avLst/>
          </a:prstGeom>
          <a:noFill/>
          <a:ln>
            <a:noFill/>
          </a:ln>
          <a:effectLst>
            <a:outerShdw blurRad="71438" dist="19050" dir="5400000" algn="bl" rotWithShape="0">
              <a:srgbClr val="000000">
                <a:alpha val="17647"/>
              </a:srgbClr>
            </a:outerShdw>
          </a:effectLst>
        </p:spPr>
      </p:pic>
      <p:pic>
        <p:nvPicPr>
          <p:cNvPr id="988" name="Google Shape;988;g31d111e6b28_1_905"/>
          <p:cNvPicPr preferRelativeResize="0"/>
          <p:nvPr/>
        </p:nvPicPr>
        <p:blipFill rotWithShape="1">
          <a:blip r:embed="rId17">
            <a:alphaModFix/>
          </a:blip>
          <a:srcRect/>
          <a:stretch/>
        </p:blipFill>
        <p:spPr>
          <a:xfrm>
            <a:off x="3321500" y="3995850"/>
            <a:ext cx="1146826" cy="819954"/>
          </a:xfrm>
          <a:prstGeom prst="rect">
            <a:avLst/>
          </a:prstGeom>
          <a:noFill/>
          <a:ln>
            <a:noFill/>
          </a:ln>
          <a:effectLst>
            <a:outerShdw blurRad="71438" dist="19050" dir="5400000" algn="bl" rotWithShape="0">
              <a:srgbClr val="000000">
                <a:alpha val="17647"/>
              </a:srgbClr>
            </a:outerShdw>
          </a:effectLst>
        </p:spPr>
      </p:pic>
      <p:pic>
        <p:nvPicPr>
          <p:cNvPr id="989" name="Google Shape;989;g31d111e6b28_1_905"/>
          <p:cNvPicPr preferRelativeResize="0"/>
          <p:nvPr/>
        </p:nvPicPr>
        <p:blipFill rotWithShape="1">
          <a:blip r:embed="rId18">
            <a:alphaModFix/>
          </a:blip>
          <a:srcRect/>
          <a:stretch/>
        </p:blipFill>
        <p:spPr>
          <a:xfrm>
            <a:off x="4548225" y="3994450"/>
            <a:ext cx="1146826" cy="819954"/>
          </a:xfrm>
          <a:prstGeom prst="rect">
            <a:avLst/>
          </a:prstGeom>
          <a:noFill/>
          <a:ln>
            <a:noFill/>
          </a:ln>
          <a:effectLst>
            <a:outerShdw blurRad="71438" dist="19050" dir="5400000" algn="bl" rotWithShape="0">
              <a:srgbClr val="000000">
                <a:alpha val="17647"/>
              </a:srgbClr>
            </a:outerShdw>
          </a:effectLst>
        </p:spPr>
      </p:pic>
      <p:pic>
        <p:nvPicPr>
          <p:cNvPr id="990" name="Google Shape;990;g31d111e6b28_1_905"/>
          <p:cNvPicPr preferRelativeResize="0"/>
          <p:nvPr/>
        </p:nvPicPr>
        <p:blipFill rotWithShape="1">
          <a:blip r:embed="rId19">
            <a:alphaModFix/>
          </a:blip>
          <a:srcRect/>
          <a:stretch/>
        </p:blipFill>
        <p:spPr>
          <a:xfrm>
            <a:off x="5774950" y="3995860"/>
            <a:ext cx="1146826" cy="818569"/>
          </a:xfrm>
          <a:prstGeom prst="rect">
            <a:avLst/>
          </a:prstGeom>
          <a:noFill/>
          <a:ln>
            <a:noFill/>
          </a:ln>
          <a:effectLst>
            <a:outerShdw blurRad="71438" dist="19050" dir="5400000" algn="bl" rotWithShape="0">
              <a:srgbClr val="000000">
                <a:alpha val="17647"/>
              </a:srgbClr>
            </a:outerShdw>
          </a:effectLst>
        </p:spPr>
      </p:pic>
      <p:pic>
        <p:nvPicPr>
          <p:cNvPr id="991" name="Google Shape;991;g31d111e6b28_1_905"/>
          <p:cNvPicPr preferRelativeResize="0"/>
          <p:nvPr/>
        </p:nvPicPr>
        <p:blipFill rotWithShape="1">
          <a:blip r:embed="rId20">
            <a:alphaModFix/>
          </a:blip>
          <a:srcRect/>
          <a:stretch/>
        </p:blipFill>
        <p:spPr>
          <a:xfrm>
            <a:off x="7001675" y="3994460"/>
            <a:ext cx="1146826" cy="818569"/>
          </a:xfrm>
          <a:prstGeom prst="rect">
            <a:avLst/>
          </a:prstGeom>
          <a:noFill/>
          <a:ln>
            <a:noFill/>
          </a:ln>
          <a:effectLst>
            <a:outerShdw blurRad="71438" dist="19050" dir="5400000" algn="bl" rotWithShape="0">
              <a:srgbClr val="000000">
                <a:alpha val="17647"/>
              </a:srgbClr>
            </a:outerShdw>
          </a:effectLst>
        </p:spPr>
      </p:pic>
      <p:pic>
        <p:nvPicPr>
          <p:cNvPr id="992" name="Google Shape;992;g31d111e6b28_1_905"/>
          <p:cNvPicPr preferRelativeResize="0"/>
          <p:nvPr/>
        </p:nvPicPr>
        <p:blipFill rotWithShape="1">
          <a:blip r:embed="rId21">
            <a:alphaModFix/>
          </a:blip>
          <a:srcRect/>
          <a:stretch/>
        </p:blipFill>
        <p:spPr>
          <a:xfrm>
            <a:off x="868050" y="4931618"/>
            <a:ext cx="1146826" cy="818569"/>
          </a:xfrm>
          <a:prstGeom prst="rect">
            <a:avLst/>
          </a:prstGeom>
          <a:noFill/>
          <a:ln>
            <a:noFill/>
          </a:ln>
          <a:effectLst>
            <a:outerShdw blurRad="71438" dist="19050" dir="5400000" algn="bl" rotWithShape="0">
              <a:srgbClr val="000000">
                <a:alpha val="17647"/>
              </a:srgbClr>
            </a:outerShdw>
          </a:effectLst>
        </p:spPr>
      </p:pic>
      <p:pic>
        <p:nvPicPr>
          <p:cNvPr id="993" name="Google Shape;993;g31d111e6b28_1_905"/>
          <p:cNvPicPr preferRelativeResize="0"/>
          <p:nvPr/>
        </p:nvPicPr>
        <p:blipFill rotWithShape="1">
          <a:blip r:embed="rId22">
            <a:alphaModFix/>
          </a:blip>
          <a:srcRect/>
          <a:stretch/>
        </p:blipFill>
        <p:spPr>
          <a:xfrm>
            <a:off x="2094775" y="4931632"/>
            <a:ext cx="1146826" cy="819954"/>
          </a:xfrm>
          <a:prstGeom prst="rect">
            <a:avLst/>
          </a:prstGeom>
          <a:noFill/>
          <a:ln>
            <a:noFill/>
          </a:ln>
          <a:effectLst>
            <a:outerShdw blurRad="71438" dist="19050" dir="5400000" algn="bl" rotWithShape="0">
              <a:srgbClr val="000000">
                <a:alpha val="17647"/>
              </a:srgbClr>
            </a:outerShdw>
          </a:effectLst>
        </p:spPr>
      </p:pic>
      <p:pic>
        <p:nvPicPr>
          <p:cNvPr id="994" name="Google Shape;994;g31d111e6b28_1_905"/>
          <p:cNvPicPr preferRelativeResize="0"/>
          <p:nvPr/>
        </p:nvPicPr>
        <p:blipFill rotWithShape="1">
          <a:blip r:embed="rId23">
            <a:alphaModFix/>
          </a:blip>
          <a:srcRect/>
          <a:stretch/>
        </p:blipFill>
        <p:spPr>
          <a:xfrm>
            <a:off x="3321500" y="4932318"/>
            <a:ext cx="1146826" cy="818569"/>
          </a:xfrm>
          <a:prstGeom prst="rect">
            <a:avLst/>
          </a:prstGeom>
          <a:noFill/>
          <a:ln>
            <a:noFill/>
          </a:ln>
          <a:effectLst>
            <a:outerShdw blurRad="71438" dist="19050" dir="5400000" algn="bl" rotWithShape="0">
              <a:srgbClr val="000000">
                <a:alpha val="17647"/>
              </a:srgbClr>
            </a:outerShdw>
          </a:effectLst>
        </p:spPr>
      </p:pic>
      <p:pic>
        <p:nvPicPr>
          <p:cNvPr id="995" name="Google Shape;995;g31d111e6b28_1_905"/>
          <p:cNvPicPr preferRelativeResize="0"/>
          <p:nvPr/>
        </p:nvPicPr>
        <p:blipFill rotWithShape="1">
          <a:blip r:embed="rId24">
            <a:alphaModFix/>
          </a:blip>
          <a:srcRect/>
          <a:stretch/>
        </p:blipFill>
        <p:spPr>
          <a:xfrm>
            <a:off x="4548225" y="4929532"/>
            <a:ext cx="1146826" cy="819954"/>
          </a:xfrm>
          <a:prstGeom prst="rect">
            <a:avLst/>
          </a:prstGeom>
          <a:noFill/>
          <a:ln>
            <a:noFill/>
          </a:ln>
          <a:effectLst>
            <a:outerShdw blurRad="71438" dist="19050" dir="5400000" algn="bl" rotWithShape="0">
              <a:srgbClr val="000000">
                <a:alpha val="17647"/>
              </a:srgbClr>
            </a:outerShdw>
          </a:effectLst>
        </p:spPr>
      </p:pic>
      <p:pic>
        <p:nvPicPr>
          <p:cNvPr id="996" name="Google Shape;996;g31d111e6b28_1_905"/>
          <p:cNvPicPr preferRelativeResize="0"/>
          <p:nvPr/>
        </p:nvPicPr>
        <p:blipFill rotWithShape="1">
          <a:blip r:embed="rId25">
            <a:alphaModFix/>
          </a:blip>
          <a:srcRect/>
          <a:stretch/>
        </p:blipFill>
        <p:spPr>
          <a:xfrm>
            <a:off x="5774950" y="4930957"/>
            <a:ext cx="1146826" cy="819954"/>
          </a:xfrm>
          <a:prstGeom prst="rect">
            <a:avLst/>
          </a:prstGeom>
          <a:noFill/>
          <a:ln>
            <a:noFill/>
          </a:ln>
          <a:effectLst>
            <a:outerShdw blurRad="71438" dist="19050" dir="5400000" algn="bl" rotWithShape="0">
              <a:srgbClr val="000000">
                <a:alpha val="17647"/>
              </a:srgbClr>
            </a:outerShdw>
          </a:effectLst>
        </p:spPr>
      </p:pic>
      <p:pic>
        <p:nvPicPr>
          <p:cNvPr id="997" name="Google Shape;997;g31d111e6b28_1_905"/>
          <p:cNvPicPr preferRelativeResize="0"/>
          <p:nvPr/>
        </p:nvPicPr>
        <p:blipFill rotWithShape="1">
          <a:blip r:embed="rId26">
            <a:alphaModFix/>
          </a:blip>
          <a:srcRect/>
          <a:stretch/>
        </p:blipFill>
        <p:spPr>
          <a:xfrm>
            <a:off x="7001668" y="4932318"/>
            <a:ext cx="1145440" cy="818569"/>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g2cdbdd193bb_0_37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 half laughed called water your</a:t>
            </a:r>
            <a:r>
              <a:rPr lang="en-US" sz="2000"/>
              <a:t>.</a:t>
            </a:r>
            <a:endParaRPr sz="2000"/>
          </a:p>
        </p:txBody>
      </p:sp>
      <p:pic>
        <p:nvPicPr>
          <p:cNvPr id="1004" name="Google Shape;1004;g2cdbdd193bb_0_376"/>
          <p:cNvPicPr preferRelativeResize="0"/>
          <p:nvPr/>
        </p:nvPicPr>
        <p:blipFill rotWithShape="1">
          <a:blip r:embed="rId3">
            <a:alphaModFix/>
          </a:blip>
          <a:srcRect/>
          <a:stretch/>
        </p:blipFill>
        <p:spPr>
          <a:xfrm>
            <a:off x="867797" y="2125686"/>
            <a:ext cx="1147421" cy="819976"/>
          </a:xfrm>
          <a:prstGeom prst="rect">
            <a:avLst/>
          </a:prstGeom>
          <a:noFill/>
          <a:ln>
            <a:noFill/>
          </a:ln>
          <a:effectLst>
            <a:outerShdw blurRad="71438" dist="19050" dir="5400000" algn="bl" rotWithShape="0">
              <a:srgbClr val="000000">
                <a:alpha val="17647"/>
              </a:srgbClr>
            </a:outerShdw>
          </a:effectLst>
        </p:spPr>
      </p:pic>
      <p:pic>
        <p:nvPicPr>
          <p:cNvPr id="1005" name="Google Shape;1005;g2cdbdd193bb_0_376"/>
          <p:cNvPicPr preferRelativeResize="0"/>
          <p:nvPr/>
        </p:nvPicPr>
        <p:blipFill rotWithShape="1">
          <a:blip r:embed="rId4">
            <a:alphaModFix/>
          </a:blip>
          <a:srcRect/>
          <a:stretch/>
        </p:blipFill>
        <p:spPr>
          <a:xfrm>
            <a:off x="2094526" y="2125686"/>
            <a:ext cx="1145486" cy="819967"/>
          </a:xfrm>
          <a:prstGeom prst="rect">
            <a:avLst/>
          </a:prstGeom>
          <a:noFill/>
          <a:ln>
            <a:noFill/>
          </a:ln>
          <a:effectLst>
            <a:outerShdw blurRad="71438" dist="19050" dir="5400000" algn="bl" rotWithShape="0">
              <a:srgbClr val="000000">
                <a:alpha val="17647"/>
              </a:srgbClr>
            </a:outerShdw>
          </a:effectLst>
        </p:spPr>
      </p:pic>
      <p:pic>
        <p:nvPicPr>
          <p:cNvPr id="1006" name="Google Shape;1006;g2cdbdd193bb_0_376"/>
          <p:cNvPicPr preferRelativeResize="0"/>
          <p:nvPr/>
        </p:nvPicPr>
        <p:blipFill rotWithShape="1">
          <a:blip r:embed="rId5">
            <a:alphaModFix/>
          </a:blip>
          <a:srcRect/>
          <a:stretch/>
        </p:blipFill>
        <p:spPr>
          <a:xfrm>
            <a:off x="3321259" y="2125686"/>
            <a:ext cx="1145486" cy="818582"/>
          </a:xfrm>
          <a:prstGeom prst="rect">
            <a:avLst/>
          </a:prstGeom>
          <a:noFill/>
          <a:ln>
            <a:noFill/>
          </a:ln>
          <a:effectLst>
            <a:outerShdw blurRad="71438" dist="19050" dir="5400000" algn="bl" rotWithShape="0">
              <a:srgbClr val="000000">
                <a:alpha val="17647"/>
              </a:srgbClr>
            </a:outerShdw>
          </a:effectLst>
        </p:spPr>
      </p:pic>
      <p:pic>
        <p:nvPicPr>
          <p:cNvPr id="1007" name="Google Shape;1007;g2cdbdd193bb_0_376"/>
          <p:cNvPicPr preferRelativeResize="0"/>
          <p:nvPr/>
        </p:nvPicPr>
        <p:blipFill rotWithShape="1">
          <a:blip r:embed="rId6">
            <a:alphaModFix/>
          </a:blip>
          <a:srcRect/>
          <a:stretch/>
        </p:blipFill>
        <p:spPr>
          <a:xfrm>
            <a:off x="4547991" y="2125686"/>
            <a:ext cx="1145486" cy="819967"/>
          </a:xfrm>
          <a:prstGeom prst="rect">
            <a:avLst/>
          </a:prstGeom>
          <a:noFill/>
          <a:ln>
            <a:noFill/>
          </a:ln>
          <a:effectLst>
            <a:outerShdw blurRad="71438" dist="19050" dir="5400000" algn="bl" rotWithShape="0">
              <a:srgbClr val="000000">
                <a:alpha val="17647"/>
              </a:srgbClr>
            </a:outerShdw>
          </a:effectLst>
        </p:spPr>
      </p:pic>
      <p:pic>
        <p:nvPicPr>
          <p:cNvPr id="1008" name="Google Shape;1008;g2cdbdd193bb_0_376"/>
          <p:cNvPicPr preferRelativeResize="0"/>
          <p:nvPr/>
        </p:nvPicPr>
        <p:blipFill rotWithShape="1">
          <a:blip r:embed="rId7">
            <a:alphaModFix/>
          </a:blip>
          <a:srcRect/>
          <a:stretch/>
        </p:blipFill>
        <p:spPr>
          <a:xfrm>
            <a:off x="5774724" y="2125686"/>
            <a:ext cx="1145486" cy="819967"/>
          </a:xfrm>
          <a:prstGeom prst="rect">
            <a:avLst/>
          </a:prstGeom>
          <a:noFill/>
          <a:ln>
            <a:noFill/>
          </a:ln>
          <a:effectLst>
            <a:outerShdw blurRad="71438" dist="19050" dir="5400000" algn="bl" rotWithShape="0">
              <a:srgbClr val="000000">
                <a:alpha val="17647"/>
              </a:srgbClr>
            </a:outerShdw>
          </a:effectLst>
        </p:spPr>
      </p:pic>
      <p:pic>
        <p:nvPicPr>
          <p:cNvPr id="1009" name="Google Shape;1009;g2cdbdd193bb_0_376"/>
          <p:cNvPicPr preferRelativeResize="0"/>
          <p:nvPr/>
        </p:nvPicPr>
        <p:blipFill rotWithShape="1">
          <a:blip r:embed="rId8">
            <a:alphaModFix/>
          </a:blip>
          <a:srcRect/>
          <a:stretch/>
        </p:blipFill>
        <p:spPr>
          <a:xfrm>
            <a:off x="7003287" y="2125686"/>
            <a:ext cx="1145486" cy="818582"/>
          </a:xfrm>
          <a:prstGeom prst="rect">
            <a:avLst/>
          </a:prstGeom>
          <a:noFill/>
          <a:ln>
            <a:noFill/>
          </a:ln>
          <a:effectLst>
            <a:outerShdw blurRad="71438" dist="19050" dir="5400000" algn="bl" rotWithShape="0">
              <a:srgbClr val="000000">
                <a:alpha val="17647"/>
              </a:srgbClr>
            </a:outerShdw>
          </a:effectLst>
        </p:spPr>
      </p:pic>
      <p:pic>
        <p:nvPicPr>
          <p:cNvPr id="1010" name="Google Shape;1010;g2cdbdd193bb_0_376"/>
          <p:cNvPicPr preferRelativeResize="0"/>
          <p:nvPr/>
        </p:nvPicPr>
        <p:blipFill rotWithShape="1">
          <a:blip r:embed="rId9">
            <a:alphaModFix/>
          </a:blip>
          <a:srcRect/>
          <a:stretch/>
        </p:blipFill>
        <p:spPr>
          <a:xfrm>
            <a:off x="867797" y="3060070"/>
            <a:ext cx="1146871" cy="818582"/>
          </a:xfrm>
          <a:prstGeom prst="rect">
            <a:avLst/>
          </a:prstGeom>
          <a:noFill/>
          <a:ln>
            <a:noFill/>
          </a:ln>
          <a:effectLst>
            <a:outerShdw blurRad="71438" dist="19050" dir="5400000" algn="bl" rotWithShape="0">
              <a:srgbClr val="000000">
                <a:alpha val="17647"/>
              </a:srgbClr>
            </a:outerShdw>
          </a:effectLst>
        </p:spPr>
      </p:pic>
      <p:pic>
        <p:nvPicPr>
          <p:cNvPr id="1011" name="Google Shape;1011;g2cdbdd193bb_0_376"/>
          <p:cNvPicPr preferRelativeResize="0"/>
          <p:nvPr/>
        </p:nvPicPr>
        <p:blipFill rotWithShape="1">
          <a:blip r:embed="rId10">
            <a:alphaModFix/>
          </a:blip>
          <a:srcRect/>
          <a:stretch/>
        </p:blipFill>
        <p:spPr>
          <a:xfrm>
            <a:off x="2094526" y="3060070"/>
            <a:ext cx="1146871" cy="818582"/>
          </a:xfrm>
          <a:prstGeom prst="rect">
            <a:avLst/>
          </a:prstGeom>
          <a:noFill/>
          <a:ln>
            <a:noFill/>
          </a:ln>
          <a:effectLst>
            <a:outerShdw blurRad="71438" dist="19050" dir="5400000" algn="bl" rotWithShape="0">
              <a:srgbClr val="000000">
                <a:alpha val="17647"/>
              </a:srgbClr>
            </a:outerShdw>
          </a:effectLst>
        </p:spPr>
      </p:pic>
      <p:pic>
        <p:nvPicPr>
          <p:cNvPr id="1012" name="Google Shape;1012;g2cdbdd193bb_0_376"/>
          <p:cNvPicPr preferRelativeResize="0"/>
          <p:nvPr/>
        </p:nvPicPr>
        <p:blipFill rotWithShape="1">
          <a:blip r:embed="rId11">
            <a:alphaModFix/>
          </a:blip>
          <a:srcRect/>
          <a:stretch/>
        </p:blipFill>
        <p:spPr>
          <a:xfrm>
            <a:off x="3321259" y="3060070"/>
            <a:ext cx="1146871" cy="818582"/>
          </a:xfrm>
          <a:prstGeom prst="rect">
            <a:avLst/>
          </a:prstGeom>
          <a:noFill/>
          <a:ln>
            <a:noFill/>
          </a:ln>
          <a:effectLst>
            <a:outerShdw blurRad="71438" dist="19050" dir="5400000" algn="bl" rotWithShape="0">
              <a:srgbClr val="000000">
                <a:alpha val="17647"/>
              </a:srgbClr>
            </a:outerShdw>
          </a:effectLst>
        </p:spPr>
      </p:pic>
      <p:pic>
        <p:nvPicPr>
          <p:cNvPr id="1013" name="Google Shape;1013;g2cdbdd193bb_0_376"/>
          <p:cNvPicPr preferRelativeResize="0"/>
          <p:nvPr/>
        </p:nvPicPr>
        <p:blipFill rotWithShape="1">
          <a:blip r:embed="rId12">
            <a:alphaModFix/>
          </a:blip>
          <a:srcRect/>
          <a:stretch/>
        </p:blipFill>
        <p:spPr>
          <a:xfrm>
            <a:off x="4547991" y="3060070"/>
            <a:ext cx="1146871" cy="819967"/>
          </a:xfrm>
          <a:prstGeom prst="rect">
            <a:avLst/>
          </a:prstGeom>
          <a:noFill/>
          <a:ln>
            <a:noFill/>
          </a:ln>
          <a:effectLst>
            <a:outerShdw blurRad="71438" dist="19050" dir="5400000" algn="bl" rotWithShape="0">
              <a:srgbClr val="000000">
                <a:alpha val="17647"/>
              </a:srgbClr>
            </a:outerShdw>
          </a:effectLst>
        </p:spPr>
      </p:pic>
      <p:pic>
        <p:nvPicPr>
          <p:cNvPr id="1014" name="Google Shape;1014;g2cdbdd193bb_0_376"/>
          <p:cNvPicPr preferRelativeResize="0"/>
          <p:nvPr/>
        </p:nvPicPr>
        <p:blipFill rotWithShape="1">
          <a:blip r:embed="rId13">
            <a:alphaModFix/>
          </a:blip>
          <a:srcRect/>
          <a:stretch/>
        </p:blipFill>
        <p:spPr>
          <a:xfrm>
            <a:off x="5774724" y="3060070"/>
            <a:ext cx="1146871" cy="818582"/>
          </a:xfrm>
          <a:prstGeom prst="rect">
            <a:avLst/>
          </a:prstGeom>
          <a:noFill/>
          <a:ln>
            <a:noFill/>
          </a:ln>
          <a:effectLst>
            <a:outerShdw blurRad="71438" dist="19050" dir="5400000" algn="bl" rotWithShape="0">
              <a:srgbClr val="000000">
                <a:alpha val="17647"/>
              </a:srgbClr>
            </a:outerShdw>
          </a:effectLst>
        </p:spPr>
      </p:pic>
      <p:pic>
        <p:nvPicPr>
          <p:cNvPr id="1015" name="Google Shape;1015;g2cdbdd193bb_0_376"/>
          <p:cNvPicPr preferRelativeResize="0"/>
          <p:nvPr/>
        </p:nvPicPr>
        <p:blipFill rotWithShape="1">
          <a:blip r:embed="rId14">
            <a:alphaModFix/>
          </a:blip>
          <a:srcRect/>
          <a:stretch/>
        </p:blipFill>
        <p:spPr>
          <a:xfrm>
            <a:off x="7001902" y="3060070"/>
            <a:ext cx="1146871" cy="819967"/>
          </a:xfrm>
          <a:prstGeom prst="rect">
            <a:avLst/>
          </a:prstGeom>
          <a:noFill/>
          <a:ln>
            <a:noFill/>
          </a:ln>
          <a:effectLst>
            <a:outerShdw blurRad="71438" dist="19050" dir="5400000" algn="bl" rotWithShape="0">
              <a:srgbClr val="000000">
                <a:alpha val="17647"/>
              </a:srgbClr>
            </a:outerShdw>
          </a:effectLst>
        </p:spPr>
      </p:pic>
      <p:pic>
        <p:nvPicPr>
          <p:cNvPr id="1016" name="Google Shape;1016;g2cdbdd193bb_0_376"/>
          <p:cNvPicPr preferRelativeResize="0"/>
          <p:nvPr/>
        </p:nvPicPr>
        <p:blipFill rotWithShape="1">
          <a:blip r:embed="rId15">
            <a:alphaModFix/>
          </a:blip>
          <a:srcRect/>
          <a:stretch/>
        </p:blipFill>
        <p:spPr>
          <a:xfrm>
            <a:off x="867797" y="3995098"/>
            <a:ext cx="1146871" cy="819967"/>
          </a:xfrm>
          <a:prstGeom prst="rect">
            <a:avLst/>
          </a:prstGeom>
          <a:noFill/>
          <a:ln>
            <a:noFill/>
          </a:ln>
          <a:effectLst>
            <a:outerShdw blurRad="71438" dist="19050" dir="5400000" algn="bl" rotWithShape="0">
              <a:srgbClr val="000000">
                <a:alpha val="17647"/>
              </a:srgbClr>
            </a:outerShdw>
          </a:effectLst>
        </p:spPr>
      </p:pic>
      <p:pic>
        <p:nvPicPr>
          <p:cNvPr id="1017" name="Google Shape;1017;g2cdbdd193bb_0_376"/>
          <p:cNvPicPr preferRelativeResize="0"/>
          <p:nvPr/>
        </p:nvPicPr>
        <p:blipFill rotWithShape="1">
          <a:blip r:embed="rId16">
            <a:alphaModFix/>
          </a:blip>
          <a:srcRect/>
          <a:stretch/>
        </p:blipFill>
        <p:spPr>
          <a:xfrm>
            <a:off x="2094526" y="3995098"/>
            <a:ext cx="1146871" cy="818582"/>
          </a:xfrm>
          <a:prstGeom prst="rect">
            <a:avLst/>
          </a:prstGeom>
          <a:noFill/>
          <a:ln>
            <a:noFill/>
          </a:ln>
          <a:effectLst>
            <a:outerShdw blurRad="71438" dist="19050" dir="5400000" algn="bl" rotWithShape="0">
              <a:srgbClr val="000000">
                <a:alpha val="17647"/>
              </a:srgbClr>
            </a:outerShdw>
          </a:effectLst>
        </p:spPr>
      </p:pic>
      <p:pic>
        <p:nvPicPr>
          <p:cNvPr id="1018" name="Google Shape;1018;g2cdbdd193bb_0_376"/>
          <p:cNvPicPr preferRelativeResize="0"/>
          <p:nvPr/>
        </p:nvPicPr>
        <p:blipFill rotWithShape="1">
          <a:blip r:embed="rId17">
            <a:alphaModFix/>
          </a:blip>
          <a:srcRect/>
          <a:stretch/>
        </p:blipFill>
        <p:spPr>
          <a:xfrm>
            <a:off x="3321259" y="3995098"/>
            <a:ext cx="1146871" cy="818582"/>
          </a:xfrm>
          <a:prstGeom prst="rect">
            <a:avLst/>
          </a:prstGeom>
          <a:noFill/>
          <a:ln>
            <a:noFill/>
          </a:ln>
          <a:effectLst>
            <a:outerShdw blurRad="71438" dist="19050" dir="5400000" algn="bl" rotWithShape="0">
              <a:srgbClr val="000000">
                <a:alpha val="17647"/>
              </a:srgbClr>
            </a:outerShdw>
          </a:effectLst>
        </p:spPr>
      </p:pic>
      <p:pic>
        <p:nvPicPr>
          <p:cNvPr id="1019" name="Google Shape;1019;g2cdbdd193bb_0_376"/>
          <p:cNvPicPr preferRelativeResize="0"/>
          <p:nvPr/>
        </p:nvPicPr>
        <p:blipFill rotWithShape="1">
          <a:blip r:embed="rId18">
            <a:alphaModFix/>
          </a:blip>
          <a:srcRect/>
          <a:stretch/>
        </p:blipFill>
        <p:spPr>
          <a:xfrm>
            <a:off x="4547991" y="3995098"/>
            <a:ext cx="1146871" cy="818582"/>
          </a:xfrm>
          <a:prstGeom prst="rect">
            <a:avLst/>
          </a:prstGeom>
          <a:noFill/>
          <a:ln>
            <a:noFill/>
          </a:ln>
          <a:effectLst>
            <a:outerShdw blurRad="71438" dist="19050" dir="5400000" algn="bl" rotWithShape="0">
              <a:srgbClr val="000000">
                <a:alpha val="17647"/>
              </a:srgbClr>
            </a:outerShdw>
          </a:effectLst>
        </p:spPr>
      </p:pic>
      <p:pic>
        <p:nvPicPr>
          <p:cNvPr id="1020" name="Google Shape;1020;g2cdbdd193bb_0_376"/>
          <p:cNvPicPr preferRelativeResize="0"/>
          <p:nvPr/>
        </p:nvPicPr>
        <p:blipFill rotWithShape="1">
          <a:blip r:embed="rId19">
            <a:alphaModFix/>
          </a:blip>
          <a:srcRect/>
          <a:stretch/>
        </p:blipFill>
        <p:spPr>
          <a:xfrm>
            <a:off x="5774724" y="3995098"/>
            <a:ext cx="1146871" cy="819967"/>
          </a:xfrm>
          <a:prstGeom prst="rect">
            <a:avLst/>
          </a:prstGeom>
          <a:noFill/>
          <a:ln>
            <a:noFill/>
          </a:ln>
          <a:effectLst>
            <a:outerShdw blurRad="71438" dist="19050" dir="5400000" algn="bl" rotWithShape="0">
              <a:srgbClr val="000000">
                <a:alpha val="17647"/>
              </a:srgbClr>
            </a:outerShdw>
          </a:effectLst>
        </p:spPr>
      </p:pic>
      <p:pic>
        <p:nvPicPr>
          <p:cNvPr id="1021" name="Google Shape;1021;g2cdbdd193bb_0_376"/>
          <p:cNvPicPr preferRelativeResize="0"/>
          <p:nvPr/>
        </p:nvPicPr>
        <p:blipFill rotWithShape="1">
          <a:blip r:embed="rId20">
            <a:alphaModFix/>
          </a:blip>
          <a:srcRect/>
          <a:stretch/>
        </p:blipFill>
        <p:spPr>
          <a:xfrm>
            <a:off x="7001902" y="3995098"/>
            <a:ext cx="1146871" cy="818582"/>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g31dbdd3d3c5_0_72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Teach Homophones: </a:t>
            </a:r>
            <a:br>
              <a:rPr lang="en-US" sz="2000"/>
            </a:br>
            <a:r>
              <a:rPr lang="en-US" sz="2000">
                <a:solidFill>
                  <a:srgbClr val="2356AF"/>
                </a:solidFill>
              </a:rPr>
              <a:t>for / four, bored / board</a:t>
            </a:r>
            <a:r>
              <a:rPr lang="en-US" sz="2000"/>
              <a:t>.</a:t>
            </a:r>
            <a:endParaRPr sz="2000"/>
          </a:p>
        </p:txBody>
      </p:sp>
      <p:pic>
        <p:nvPicPr>
          <p:cNvPr id="1028" name="Google Shape;1028;g31dbdd3d3c5_0_728"/>
          <p:cNvPicPr preferRelativeResize="0"/>
          <p:nvPr/>
        </p:nvPicPr>
        <p:blipFill>
          <a:blip r:embed="rId3">
            <a:alphaModFix/>
          </a:blip>
          <a:stretch>
            <a:fillRect/>
          </a:stretch>
        </p:blipFill>
        <p:spPr>
          <a:xfrm>
            <a:off x="847699" y="2112450"/>
            <a:ext cx="3611499" cy="1805737"/>
          </a:xfrm>
          <a:prstGeom prst="rect">
            <a:avLst/>
          </a:prstGeom>
          <a:noFill/>
          <a:ln>
            <a:noFill/>
          </a:ln>
          <a:effectLst>
            <a:outerShdw blurRad="57150" dist="19050" dir="5400000" algn="bl" rotWithShape="0">
              <a:srgbClr val="000000">
                <a:alpha val="30000"/>
              </a:srgbClr>
            </a:outerShdw>
          </a:effectLst>
        </p:spPr>
      </p:pic>
      <p:pic>
        <p:nvPicPr>
          <p:cNvPr id="1029" name="Google Shape;1029;g31dbdd3d3c5_0_728"/>
          <p:cNvPicPr preferRelativeResize="0"/>
          <p:nvPr/>
        </p:nvPicPr>
        <p:blipFill>
          <a:blip r:embed="rId4">
            <a:alphaModFix/>
          </a:blip>
          <a:stretch>
            <a:fillRect/>
          </a:stretch>
        </p:blipFill>
        <p:spPr>
          <a:xfrm>
            <a:off x="4684801" y="2112437"/>
            <a:ext cx="3611499" cy="1805750"/>
          </a:xfrm>
          <a:prstGeom prst="rect">
            <a:avLst/>
          </a:prstGeom>
          <a:noFill/>
          <a:ln>
            <a:noFill/>
          </a:ln>
          <a:effectLst>
            <a:outerShdw blurRad="57150" dist="19050" dir="5400000" algn="bl" rotWithShape="0">
              <a:srgbClr val="000000">
                <a:alpha val="3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1035" name="Google Shape;1035;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36" name="Google Shape;1036;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1037" name="Google Shape;1037;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1038" name="Google Shape;1038;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56</a:t>
            </a:r>
            <a:endParaRPr/>
          </a:p>
        </p:txBody>
      </p:sp>
      <p:pic>
        <p:nvPicPr>
          <p:cNvPr id="1039" name="Google Shape;1039;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60"/>
              </a:srgbClr>
            </a:outerShdw>
          </a:effectLst>
        </p:spPr>
      </p:pic>
      <p:sp>
        <p:nvSpPr>
          <p:cNvPr id="1040" name="Google Shape;1040;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f</a:t>
            </a:r>
            <a:r>
              <a:rPr lang="en-US" sz="5800">
                <a:solidFill>
                  <a:srgbClr val="993FA2"/>
                </a:solidFill>
                <a:latin typeface="Jost"/>
                <a:ea typeface="Jost"/>
                <a:cs typeface="Jost"/>
                <a:sym typeface="Jost"/>
              </a:rPr>
              <a:t>or</a:t>
            </a:r>
            <a:r>
              <a:rPr lang="en-US" sz="5800">
                <a:solidFill>
                  <a:srgbClr val="2356AF"/>
                </a:solidFill>
                <a:latin typeface="Jost"/>
                <a:ea typeface="Jost"/>
                <a:cs typeface="Jost"/>
                <a:sym typeface="Jost"/>
              </a:rPr>
              <a:t>k</a:t>
            </a:r>
            <a:endParaRPr sz="5800" b="0" i="0" u="none" strike="noStrike" cap="none">
              <a:solidFill>
                <a:srgbClr val="2356AF"/>
              </a:solidFill>
              <a:latin typeface="Jost"/>
              <a:ea typeface="Jost"/>
              <a:cs typeface="Jost"/>
              <a:sym typeface="Jost"/>
            </a:endParaRPr>
          </a:p>
        </p:txBody>
      </p:sp>
      <p:sp>
        <p:nvSpPr>
          <p:cNvPr id="1041" name="Google Shape;1041;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sw</a:t>
            </a:r>
            <a:r>
              <a:rPr lang="en-US" sz="5800">
                <a:solidFill>
                  <a:srgbClr val="993FA2"/>
                </a:solidFill>
                <a:latin typeface="Jost"/>
                <a:ea typeface="Jost"/>
                <a:cs typeface="Jost"/>
                <a:sym typeface="Jost"/>
              </a:rPr>
              <a:t>or</a:t>
            </a:r>
            <a:r>
              <a:rPr lang="en-US" sz="5800">
                <a:solidFill>
                  <a:srgbClr val="2356AF"/>
                </a:solidFill>
                <a:latin typeface="Jost"/>
                <a:ea typeface="Jost"/>
                <a:cs typeface="Jost"/>
                <a:sym typeface="Jost"/>
              </a:rPr>
              <a:t>d</a:t>
            </a:r>
            <a:endParaRPr sz="5800" b="0" i="0" u="none" strike="noStrike" cap="none">
              <a:solidFill>
                <a:srgbClr val="2356AF"/>
              </a:solidFill>
              <a:latin typeface="Jost"/>
              <a:ea typeface="Jost"/>
              <a:cs typeface="Jost"/>
              <a:sym typeface="Jost"/>
            </a:endParaRPr>
          </a:p>
        </p:txBody>
      </p:sp>
      <p:sp>
        <p:nvSpPr>
          <p:cNvPr id="1042" name="Google Shape;1042;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c</a:t>
            </a:r>
            <a:r>
              <a:rPr lang="en-US" sz="5800">
                <a:solidFill>
                  <a:srgbClr val="993FA2"/>
                </a:solidFill>
                <a:latin typeface="Jost"/>
                <a:ea typeface="Jost"/>
                <a:cs typeface="Jost"/>
                <a:sym typeface="Jost"/>
              </a:rPr>
              <a:t>or</a:t>
            </a:r>
            <a:r>
              <a:rPr lang="en-US" sz="5800">
                <a:solidFill>
                  <a:srgbClr val="2356AF"/>
                </a:solidFill>
                <a:latin typeface="Jost"/>
                <a:ea typeface="Jost"/>
                <a:cs typeface="Jost"/>
                <a:sym typeface="Jost"/>
              </a:rPr>
              <a:t>n</a:t>
            </a:r>
            <a:endParaRPr sz="5800" b="0" i="0" u="none" strike="noStrike" cap="none">
              <a:solidFill>
                <a:srgbClr val="2356AF"/>
              </a:solidFill>
              <a:latin typeface="Jost"/>
              <a:ea typeface="Jost"/>
              <a:cs typeface="Jost"/>
              <a:sym typeface="Jo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g31dbdd3d3c5_0_145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49" name="Google Shape;1049;g31dbdd3d3c5_0_145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1050" name="Google Shape;1050;g31dbdd3d3c5_0_1450"/>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60"/>
              </a:srgbClr>
            </a:outerShdw>
          </a:effectLst>
        </p:spPr>
      </p:pic>
      <p:sp>
        <p:nvSpPr>
          <p:cNvPr id="1051" name="Google Shape;1051;g31dbdd3d3c5_0_145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1052" name="Google Shape;1052;g31dbdd3d3c5_0_1450"/>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sn</a:t>
            </a:r>
            <a:r>
              <a:rPr lang="en-US" sz="5800">
                <a:solidFill>
                  <a:srgbClr val="993FA2"/>
                </a:solidFill>
                <a:latin typeface="Jost"/>
                <a:ea typeface="Jost"/>
                <a:cs typeface="Jost"/>
                <a:sym typeface="Jost"/>
              </a:rPr>
              <a:t>ore</a:t>
            </a:r>
            <a:endParaRPr sz="5800" b="0" i="0" u="none" strike="noStrike" cap="none">
              <a:solidFill>
                <a:srgbClr val="2356AF"/>
              </a:solidFill>
              <a:latin typeface="Jost"/>
              <a:ea typeface="Jost"/>
              <a:cs typeface="Jost"/>
              <a:sym typeface="Jost"/>
            </a:endParaRPr>
          </a:p>
        </p:txBody>
      </p:sp>
      <p:sp>
        <p:nvSpPr>
          <p:cNvPr id="1053" name="Google Shape;1053;g31dbdd3d3c5_0_1450"/>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c</a:t>
            </a:r>
            <a:r>
              <a:rPr lang="en-US" sz="5800">
                <a:solidFill>
                  <a:srgbClr val="993FA2"/>
                </a:solidFill>
                <a:latin typeface="Jost"/>
                <a:ea typeface="Jost"/>
                <a:cs typeface="Jost"/>
                <a:sym typeface="Jost"/>
              </a:rPr>
              <a:t>ore</a:t>
            </a:r>
            <a:endParaRPr sz="5800" b="0" i="0" u="none" strike="noStrike" cap="none">
              <a:solidFill>
                <a:srgbClr val="993FA2"/>
              </a:solidFill>
              <a:latin typeface="Jost"/>
              <a:ea typeface="Jost"/>
              <a:cs typeface="Jost"/>
              <a:sym typeface="Jost"/>
            </a:endParaRPr>
          </a:p>
        </p:txBody>
      </p:sp>
      <p:sp>
        <p:nvSpPr>
          <p:cNvPr id="1054" name="Google Shape;1054;g31dbdd3d3c5_0_1450"/>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st</a:t>
            </a:r>
            <a:r>
              <a:rPr lang="en-US" sz="5800">
                <a:solidFill>
                  <a:srgbClr val="993FA2"/>
                </a:solidFill>
                <a:latin typeface="Jost"/>
                <a:ea typeface="Jost"/>
                <a:cs typeface="Jost"/>
                <a:sym typeface="Jost"/>
              </a:rPr>
              <a:t>ore</a:t>
            </a:r>
            <a:endParaRPr sz="5800" b="0" i="0" u="none" strike="noStrike" cap="none">
              <a:solidFill>
                <a:srgbClr val="2356AF"/>
              </a:solidFill>
              <a:latin typeface="Jost"/>
              <a:ea typeface="Jost"/>
              <a:cs typeface="Jost"/>
              <a:sym typeface="Jost"/>
            </a:endParaRPr>
          </a:p>
        </p:txBody>
      </p:sp>
      <p:sp>
        <p:nvSpPr>
          <p:cNvPr id="1055" name="Google Shape;1055;g31dbdd3d3c5_0_145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75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g31dbdd3d3c5_0_146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62" name="Google Shape;1062;g31dbdd3d3c5_0_146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1063" name="Google Shape;1063;g31dbdd3d3c5_0_1468"/>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60"/>
              </a:srgbClr>
            </a:outerShdw>
          </a:effectLst>
        </p:spPr>
      </p:pic>
      <p:sp>
        <p:nvSpPr>
          <p:cNvPr id="1064" name="Google Shape;1064;g31dbdd3d3c5_0_146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1065" name="Google Shape;1065;g31dbdd3d3c5_0_1468"/>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d</a:t>
            </a:r>
            <a:r>
              <a:rPr lang="en-US" sz="5800">
                <a:solidFill>
                  <a:srgbClr val="993FA2"/>
                </a:solidFill>
                <a:latin typeface="Jost"/>
                <a:ea typeface="Jost"/>
                <a:cs typeface="Jost"/>
                <a:sym typeface="Jost"/>
              </a:rPr>
              <a:t>oor</a:t>
            </a:r>
            <a:endParaRPr sz="5800" b="0" i="0" u="none" strike="noStrike" cap="none">
              <a:solidFill>
                <a:srgbClr val="2356AF"/>
              </a:solidFill>
              <a:latin typeface="Jost"/>
              <a:ea typeface="Jost"/>
              <a:cs typeface="Jost"/>
              <a:sym typeface="Jost"/>
            </a:endParaRPr>
          </a:p>
        </p:txBody>
      </p:sp>
      <p:sp>
        <p:nvSpPr>
          <p:cNvPr id="1066" name="Google Shape;1066;g31dbdd3d3c5_0_1468"/>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fl</a:t>
            </a:r>
            <a:r>
              <a:rPr lang="en-US" sz="5800">
                <a:solidFill>
                  <a:srgbClr val="993FA2"/>
                </a:solidFill>
                <a:latin typeface="Jost"/>
                <a:ea typeface="Jost"/>
                <a:cs typeface="Jost"/>
                <a:sym typeface="Jost"/>
              </a:rPr>
              <a:t>oor</a:t>
            </a:r>
            <a:endParaRPr sz="5800" b="0" i="0" u="none" strike="noStrike" cap="none">
              <a:solidFill>
                <a:srgbClr val="993FA2"/>
              </a:solidFill>
              <a:latin typeface="Jost"/>
              <a:ea typeface="Jost"/>
              <a:cs typeface="Jost"/>
              <a:sym typeface="Jost"/>
            </a:endParaRPr>
          </a:p>
        </p:txBody>
      </p:sp>
      <p:sp>
        <p:nvSpPr>
          <p:cNvPr id="1067" name="Google Shape;1067;g31dbdd3d3c5_0_1468"/>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p</a:t>
            </a:r>
            <a:r>
              <a:rPr lang="en-US" sz="5800">
                <a:solidFill>
                  <a:srgbClr val="993FA2"/>
                </a:solidFill>
                <a:latin typeface="Jost"/>
                <a:ea typeface="Jost"/>
                <a:cs typeface="Jost"/>
                <a:sym typeface="Jost"/>
              </a:rPr>
              <a:t>oor</a:t>
            </a:r>
            <a:endParaRPr sz="5800" b="0" i="0" u="none" strike="noStrike" cap="none">
              <a:solidFill>
                <a:srgbClr val="2356AF"/>
              </a:solidFill>
              <a:latin typeface="Jost"/>
              <a:ea typeface="Jost"/>
              <a:cs typeface="Jost"/>
              <a:sym typeface="Jost"/>
            </a:endParaRPr>
          </a:p>
        </p:txBody>
      </p:sp>
      <p:sp>
        <p:nvSpPr>
          <p:cNvPr id="1068" name="Google Shape;1068;g31dbdd3d3c5_0_1468"/>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75</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3"/>
        <p:cNvGrpSpPr/>
        <p:nvPr/>
      </p:nvGrpSpPr>
      <p:grpSpPr>
        <a:xfrm>
          <a:off x="0" y="0"/>
          <a:ext cx="0" cy="0"/>
          <a:chOff x="0" y="0"/>
          <a:chExt cx="0" cy="0"/>
        </a:xfrm>
      </p:grpSpPr>
      <p:sp>
        <p:nvSpPr>
          <p:cNvPr id="1074" name="Google Shape;1074;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75" name="Google Shape;1075;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1076" name="Google Shape;1076;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
        <p:nvSpPr>
          <p:cNvPr id="1077" name="Google Shape;1077;g2c186218c5a_0_4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84" name="Google Shape;1084;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85" name="Google Shape;1085;g2c4fb7f6616_1_0"/>
          <p:cNvSpPr/>
          <p:nvPr/>
        </p:nvSpPr>
        <p:spPr>
          <a:xfrm>
            <a:off x="30575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86" name="Google Shape;1086;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87" name="Google Shape;1087;g2c4fb7f6616_1_0"/>
          <p:cNvSpPr txBox="1">
            <a:spLocks noGrp="1"/>
          </p:cNvSpPr>
          <p:nvPr>
            <p:ph type="subTitle" idx="4294967295"/>
          </p:nvPr>
        </p:nvSpPr>
        <p:spPr>
          <a:xfrm>
            <a:off x="3701475" y="1308025"/>
            <a:ext cx="2954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a:solidFill>
                  <a:srgbClr val="993FA2"/>
                </a:solidFill>
                <a:latin typeface="Jost"/>
                <a:ea typeface="Jost"/>
                <a:cs typeface="Jost"/>
                <a:sym typeface="Jost"/>
              </a:rPr>
              <a:t>ore</a:t>
            </a:r>
            <a:endParaRPr sz="15000" b="0" i="0" u="none" strike="noStrike" cap="none">
              <a:solidFill>
                <a:srgbClr val="993FA2"/>
              </a:solidFill>
              <a:latin typeface="Jost"/>
              <a:ea typeface="Jost"/>
              <a:cs typeface="Jost"/>
              <a:sym typeface="Jost"/>
            </a:endParaRPr>
          </a:p>
        </p:txBody>
      </p:sp>
      <p:sp>
        <p:nvSpPr>
          <p:cNvPr id="1088" name="Google Shape;1088;g2c4fb7f6616_1_0"/>
          <p:cNvSpPr txBox="1">
            <a:spLocks noGrp="1"/>
          </p:cNvSpPr>
          <p:nvPr>
            <p:ph type="subTitle" idx="4294967295"/>
          </p:nvPr>
        </p:nvSpPr>
        <p:spPr>
          <a:xfrm>
            <a:off x="24878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1089" name="Google Shape;1089;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0" name="Google Shape;1090;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1" name="Google Shape;1091;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2" name="Google Shape;1092;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3" name="Google Shape;1093;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4" name="Google Shape;1094;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5" name="Google Shape;1095;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6" name="Google Shape;1096;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97" name="Google Shape;1097;g2c4fb7f6616_1_0"/>
          <p:cNvGrpSpPr/>
          <p:nvPr/>
        </p:nvGrpSpPr>
        <p:grpSpPr>
          <a:xfrm>
            <a:off x="-550" y="6984600"/>
            <a:ext cx="8596479" cy="808600"/>
            <a:chOff x="-550" y="6984600"/>
            <a:chExt cx="8596479" cy="808600"/>
          </a:xfrm>
        </p:grpSpPr>
        <p:sp>
          <p:nvSpPr>
            <p:cNvPr id="1098" name="Google Shape;1098;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99" name="Google Shape;1099;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00" name="Google Shape;1100;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01" name="Google Shape;1101;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02" name="Google Shape;1102;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03" name="Google Shape;1103;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04" name="Google Shape;1104;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05" name="Google Shape;1105;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06" name="Google Shape;1106;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107" name="Google Shape;1107;g2c4fb7f6616_1_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
        <p:nvSpPr>
          <p:cNvPr id="1108" name="Google Shape;1108;g2c4fb7f6616_1_0"/>
          <p:cNvSpPr/>
          <p:nvPr/>
        </p:nvSpPr>
        <p:spPr>
          <a:xfrm>
            <a:off x="3993636" y="4011900"/>
            <a:ext cx="24933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sp>
        <p:nvSpPr>
          <p:cNvPr id="1114" name="Google Shape;1114;g31dbdd3d3c5_0_148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115" name="Google Shape;1115;g31dbdd3d3c5_0_148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116" name="Google Shape;1116;g31dbdd3d3c5_0_1481"/>
          <p:cNvSpPr/>
          <p:nvPr/>
        </p:nvSpPr>
        <p:spPr>
          <a:xfrm>
            <a:off x="353133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117" name="Google Shape;1117;g31dbdd3d3c5_0_148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118" name="Google Shape;1118;g31dbdd3d3c5_0_1481"/>
          <p:cNvSpPr txBox="1">
            <a:spLocks noGrp="1"/>
          </p:cNvSpPr>
          <p:nvPr>
            <p:ph type="subTitle" idx="4294967295"/>
          </p:nvPr>
        </p:nvSpPr>
        <p:spPr>
          <a:xfrm>
            <a:off x="3946688" y="1308025"/>
            <a:ext cx="2954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a:solidFill>
                  <a:srgbClr val="993FA2"/>
                </a:solidFill>
                <a:latin typeface="Jost"/>
                <a:ea typeface="Jost"/>
                <a:cs typeface="Jost"/>
                <a:sym typeface="Jost"/>
              </a:rPr>
              <a:t>oor</a:t>
            </a:r>
            <a:endParaRPr sz="15000" b="0" i="0" u="none" strike="noStrike" cap="none">
              <a:solidFill>
                <a:srgbClr val="993FA2"/>
              </a:solidFill>
              <a:latin typeface="Jost"/>
              <a:ea typeface="Jost"/>
              <a:cs typeface="Jost"/>
              <a:sym typeface="Jost"/>
            </a:endParaRPr>
          </a:p>
        </p:txBody>
      </p:sp>
      <p:sp>
        <p:nvSpPr>
          <p:cNvPr id="1119" name="Google Shape;1119;g31dbdd3d3c5_0_1481"/>
          <p:cNvSpPr txBox="1">
            <a:spLocks noGrp="1"/>
          </p:cNvSpPr>
          <p:nvPr>
            <p:ph type="subTitle" idx="4294967295"/>
          </p:nvPr>
        </p:nvSpPr>
        <p:spPr>
          <a:xfrm>
            <a:off x="29616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1120" name="Google Shape;1120;g31dbdd3d3c5_0_148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21" name="Google Shape;1121;g31dbdd3d3c5_0_148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22" name="Google Shape;1122;g31dbdd3d3c5_0_148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23" name="Google Shape;1123;g31dbdd3d3c5_0_148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24" name="Google Shape;1124;g31dbdd3d3c5_0_148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25" name="Google Shape;1125;g31dbdd3d3c5_0_148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6" name="Google Shape;1126;g31dbdd3d3c5_0_1481"/>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7" name="Google Shape;1127;g31dbdd3d3c5_0_148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28" name="Google Shape;1128;g31dbdd3d3c5_0_1481"/>
          <p:cNvGrpSpPr/>
          <p:nvPr/>
        </p:nvGrpSpPr>
        <p:grpSpPr>
          <a:xfrm>
            <a:off x="-550" y="6984600"/>
            <a:ext cx="8596479" cy="808600"/>
            <a:chOff x="-550" y="6984600"/>
            <a:chExt cx="8596479" cy="808600"/>
          </a:xfrm>
        </p:grpSpPr>
        <p:sp>
          <p:nvSpPr>
            <p:cNvPr id="1129" name="Google Shape;1129;g31dbdd3d3c5_0_148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30" name="Google Shape;1130;g31dbdd3d3c5_0_148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31" name="Google Shape;1131;g31dbdd3d3c5_0_148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32" name="Google Shape;1132;g31dbdd3d3c5_0_148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33" name="Google Shape;1133;g31dbdd3d3c5_0_148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34" name="Google Shape;1134;g31dbdd3d3c5_0_1481"/>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35" name="Google Shape;1135;g31dbdd3d3c5_0_148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36" name="Google Shape;1136;g31dbdd3d3c5_0_148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37" name="Google Shape;1137;g31dbdd3d3c5_0_148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138" name="Google Shape;1138;g31dbdd3d3c5_0_1481"/>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
        <p:nvSpPr>
          <p:cNvPr id="1139" name="Google Shape;1139;g31dbdd3d3c5_0_1481"/>
          <p:cNvSpPr/>
          <p:nvPr/>
        </p:nvSpPr>
        <p:spPr>
          <a:xfrm>
            <a:off x="4238848" y="4011900"/>
            <a:ext cx="24933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40" name="Google Shape;1140;g31dbdd3d3c5_0_1481"/>
          <p:cNvSpPr/>
          <p:nvPr/>
        </p:nvSpPr>
        <p:spPr>
          <a:xfrm>
            <a:off x="281231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1" name="Google Shape;1141;g31dbdd3d3c5_0_1481"/>
          <p:cNvSpPr txBox="1">
            <a:spLocks noGrp="1"/>
          </p:cNvSpPr>
          <p:nvPr>
            <p:ph type="subTitle" idx="4294967295"/>
          </p:nvPr>
        </p:nvSpPr>
        <p:spPr>
          <a:xfrm>
            <a:off x="22426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46"/>
        <p:cNvGrpSpPr/>
        <p:nvPr/>
      </p:nvGrpSpPr>
      <p:grpSpPr>
        <a:xfrm>
          <a:off x="0" y="0"/>
          <a:ext cx="0" cy="0"/>
          <a:chOff x="0" y="0"/>
          <a:chExt cx="0" cy="0"/>
        </a:xfrm>
      </p:grpSpPr>
      <p:sp>
        <p:nvSpPr>
          <p:cNvPr id="1147" name="Google Shape;1147;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148" name="Google Shape;114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149" name="Google Shape;114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
        <p:nvSpPr>
          <p:cNvPr id="1150" name="Google Shape;1150;g2c186218c5a_0_44"/>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1156" name="Google Shape;1156;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157" name="Google Shape;1157;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158" name="Google Shape;1158;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159" name="Google Shape;1159;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64"/>
        <p:cNvGrpSpPr/>
        <p:nvPr/>
      </p:nvGrpSpPr>
      <p:grpSpPr>
        <a:xfrm>
          <a:off x="0" y="0"/>
          <a:ext cx="0" cy="0"/>
          <a:chOff x="0" y="0"/>
          <a:chExt cx="0" cy="0"/>
        </a:xfrm>
      </p:grpSpPr>
      <p:sp>
        <p:nvSpPr>
          <p:cNvPr id="1165" name="Google Shape;1165;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166" name="Google Shape;1166;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167" name="Google Shape;1167;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168" name="Google Shape;1168;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73"/>
        <p:cNvGrpSpPr/>
        <p:nvPr/>
      </p:nvGrpSpPr>
      <p:grpSpPr>
        <a:xfrm>
          <a:off x="0" y="0"/>
          <a:ext cx="0" cy="0"/>
          <a:chOff x="0" y="0"/>
          <a:chExt cx="0" cy="0"/>
        </a:xfrm>
      </p:grpSpPr>
      <p:sp>
        <p:nvSpPr>
          <p:cNvPr id="1174" name="Google Shape;1174;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175" name="Google Shape;1175;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176" name="Google Shape;1176;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177" name="Google Shape;1177;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82"/>
        <p:cNvGrpSpPr/>
        <p:nvPr/>
      </p:nvGrpSpPr>
      <p:grpSpPr>
        <a:xfrm>
          <a:off x="0" y="0"/>
          <a:ext cx="0" cy="0"/>
          <a:chOff x="0" y="0"/>
          <a:chExt cx="0" cy="0"/>
        </a:xfrm>
      </p:grpSpPr>
      <p:sp>
        <p:nvSpPr>
          <p:cNvPr id="1183" name="Google Shape;1183;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184" name="Google Shape;1184;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185" name="Google Shape;1185;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186" name="Google Shape;1186;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1"/>
        <p:cNvGrpSpPr/>
        <p:nvPr/>
      </p:nvGrpSpPr>
      <p:grpSpPr>
        <a:xfrm>
          <a:off x="0" y="0"/>
          <a:ext cx="0" cy="0"/>
          <a:chOff x="0" y="0"/>
          <a:chExt cx="0" cy="0"/>
        </a:xfrm>
      </p:grpSpPr>
      <p:sp>
        <p:nvSpPr>
          <p:cNvPr id="1192" name="Google Shape;1192;g26b641b03cd_0_301"/>
          <p:cNvSpPr txBox="1">
            <a:spLocks noGrp="1"/>
          </p:cNvSpPr>
          <p:nvPr>
            <p:ph type="title"/>
          </p:nvPr>
        </p:nvSpPr>
        <p:spPr>
          <a:xfrm>
            <a:off x="634475" y="5568500"/>
            <a:ext cx="7875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93" name="Google Shape;1193;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JL687</a:t>
            </a:r>
            <a:endParaRPr/>
          </a:p>
        </p:txBody>
      </p:sp>
      <p:sp>
        <p:nvSpPr>
          <p:cNvPr id="1194" name="Google Shape;1194;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95" name="Google Shape;1195;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00"/>
        <p:cNvGrpSpPr/>
        <p:nvPr/>
      </p:nvGrpSpPr>
      <p:grpSpPr>
        <a:xfrm>
          <a:off x="0" y="0"/>
          <a:ext cx="0" cy="0"/>
          <a:chOff x="0" y="0"/>
          <a:chExt cx="0" cy="0"/>
        </a:xfrm>
      </p:grpSpPr>
      <p:sp>
        <p:nvSpPr>
          <p:cNvPr id="1201" name="Google Shape;1201;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202" name="Google Shape;1202;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203" name="Google Shape;1203;g26b641b03cd_0_308"/>
          <p:cNvSpPr txBox="1">
            <a:spLocks noGrp="1"/>
          </p:cNvSpPr>
          <p:nvPr>
            <p:ph type="title"/>
          </p:nvPr>
        </p:nvSpPr>
        <p:spPr>
          <a:xfrm>
            <a:off x="778575" y="5568500"/>
            <a:ext cx="7586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204" name="Google Shape;1204;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09"/>
        <p:cNvGrpSpPr/>
        <p:nvPr/>
      </p:nvGrpSpPr>
      <p:grpSpPr>
        <a:xfrm>
          <a:off x="0" y="0"/>
          <a:ext cx="0" cy="0"/>
          <a:chOff x="0" y="0"/>
          <a:chExt cx="0" cy="0"/>
        </a:xfrm>
      </p:grpSpPr>
      <p:sp>
        <p:nvSpPr>
          <p:cNvPr id="1210" name="Google Shape;1210;g31dbdd3d3c5_0_1580"/>
          <p:cNvSpPr txBox="1">
            <a:spLocks noGrp="1"/>
          </p:cNvSpPr>
          <p:nvPr>
            <p:ph type="title"/>
          </p:nvPr>
        </p:nvSpPr>
        <p:spPr>
          <a:xfrm>
            <a:off x="634475" y="5568500"/>
            <a:ext cx="7875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Teach Common Exception Words</a:t>
            </a:r>
            <a:endParaRPr/>
          </a:p>
        </p:txBody>
      </p:sp>
      <p:sp>
        <p:nvSpPr>
          <p:cNvPr id="1211" name="Google Shape;1211;g31dbdd3d3c5_0_158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212" name="Google Shape;1212;g31dbdd3d3c5_0_158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213" name="Google Shape;1213;g31dbdd3d3c5_0_1580"/>
          <p:cNvPicPr preferRelativeResize="0"/>
          <p:nvPr/>
        </p:nvPicPr>
        <p:blipFill rotWithShape="1">
          <a:blip r:embed="rId3">
            <a:alphaModFix/>
          </a:blip>
          <a:srcRect t="19" b="29"/>
          <a:stretch/>
        </p:blipFill>
        <p:spPr>
          <a:xfrm>
            <a:off x="1323038" y="835112"/>
            <a:ext cx="3123806" cy="2232349"/>
          </a:xfrm>
          <a:prstGeom prst="rect">
            <a:avLst/>
          </a:prstGeom>
          <a:noFill/>
          <a:ln>
            <a:noFill/>
          </a:ln>
          <a:effectLst>
            <a:outerShdw blurRad="71438" dist="19050" dir="5400000" algn="bl" rotWithShape="0">
              <a:srgbClr val="000000">
                <a:alpha val="17650"/>
              </a:srgbClr>
            </a:outerShdw>
          </a:effectLst>
        </p:spPr>
      </p:pic>
      <p:pic>
        <p:nvPicPr>
          <p:cNvPr id="1214" name="Google Shape;1214;g31dbdd3d3c5_0_1580"/>
          <p:cNvPicPr preferRelativeResize="0"/>
          <p:nvPr/>
        </p:nvPicPr>
        <p:blipFill rotWithShape="1">
          <a:blip r:embed="rId4">
            <a:alphaModFix/>
          </a:blip>
          <a:srcRect t="19" b="29"/>
          <a:stretch/>
        </p:blipFill>
        <p:spPr>
          <a:xfrm>
            <a:off x="4697156" y="835112"/>
            <a:ext cx="3123806" cy="2232349"/>
          </a:xfrm>
          <a:prstGeom prst="rect">
            <a:avLst/>
          </a:prstGeom>
          <a:noFill/>
          <a:ln>
            <a:noFill/>
          </a:ln>
          <a:effectLst>
            <a:outerShdw blurRad="71438" dist="19050" dir="5400000" algn="bl" rotWithShape="0">
              <a:srgbClr val="000000">
                <a:alpha val="17650"/>
              </a:srgbClr>
            </a:outerShdw>
          </a:effectLst>
        </p:spPr>
      </p:pic>
      <p:pic>
        <p:nvPicPr>
          <p:cNvPr id="1215" name="Google Shape;1215;g31dbdd3d3c5_0_1580"/>
          <p:cNvPicPr preferRelativeResize="0"/>
          <p:nvPr/>
        </p:nvPicPr>
        <p:blipFill rotWithShape="1">
          <a:blip r:embed="rId5">
            <a:alphaModFix/>
          </a:blip>
          <a:srcRect l="59" r="59"/>
          <a:stretch/>
        </p:blipFill>
        <p:spPr>
          <a:xfrm>
            <a:off x="1323038" y="3236597"/>
            <a:ext cx="3123806" cy="2232349"/>
          </a:xfrm>
          <a:prstGeom prst="rect">
            <a:avLst/>
          </a:prstGeom>
          <a:noFill/>
          <a:ln>
            <a:noFill/>
          </a:ln>
          <a:effectLst>
            <a:outerShdw blurRad="71438" dist="19050" dir="5400000" algn="bl" rotWithShape="0">
              <a:srgbClr val="000000">
                <a:alpha val="17650"/>
              </a:srgbClr>
            </a:outerShdw>
          </a:effectLst>
        </p:spPr>
      </p:pic>
      <p:pic>
        <p:nvPicPr>
          <p:cNvPr id="1216" name="Google Shape;1216;g31dbdd3d3c5_0_1580"/>
          <p:cNvPicPr preferRelativeResize="0"/>
          <p:nvPr/>
        </p:nvPicPr>
        <p:blipFill rotWithShape="1">
          <a:blip r:embed="rId6">
            <a:alphaModFix/>
          </a:blip>
          <a:srcRect l="59" r="59"/>
          <a:stretch/>
        </p:blipFill>
        <p:spPr>
          <a:xfrm>
            <a:off x="4697156" y="3236597"/>
            <a:ext cx="3123806" cy="2232349"/>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21"/>
        <p:cNvGrpSpPr/>
        <p:nvPr/>
      </p:nvGrpSpPr>
      <p:grpSpPr>
        <a:xfrm>
          <a:off x="0" y="0"/>
          <a:ext cx="0" cy="0"/>
          <a:chOff x="0" y="0"/>
          <a:chExt cx="0" cy="0"/>
        </a:xfrm>
      </p:grpSpPr>
      <p:sp>
        <p:nvSpPr>
          <p:cNvPr id="1222" name="Google Shape;1222;g31dbdd3d3c5_0_158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223" name="Google Shape;1223;g31dbdd3d3c5_0_158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224" name="Google Shape;1224;g31dbdd3d3c5_0_1588"/>
          <p:cNvSpPr txBox="1">
            <a:spLocks noGrp="1"/>
          </p:cNvSpPr>
          <p:nvPr>
            <p:ph type="title"/>
          </p:nvPr>
        </p:nvSpPr>
        <p:spPr>
          <a:xfrm>
            <a:off x="778575" y="5568500"/>
            <a:ext cx="7586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Teach Common Exception Words</a:t>
            </a:r>
            <a:endParaRPr/>
          </a:p>
        </p:txBody>
      </p:sp>
      <p:pic>
        <p:nvPicPr>
          <p:cNvPr id="1225" name="Google Shape;1225;g31dbdd3d3c5_0_1588"/>
          <p:cNvPicPr preferRelativeResize="0"/>
          <p:nvPr/>
        </p:nvPicPr>
        <p:blipFill rotWithShape="1">
          <a:blip r:embed="rId3">
            <a:alphaModFix/>
          </a:blip>
          <a:srcRect t="19" b="29"/>
          <a:stretch/>
        </p:blipFill>
        <p:spPr>
          <a:xfrm>
            <a:off x="1323038" y="835112"/>
            <a:ext cx="3123806" cy="2232349"/>
          </a:xfrm>
          <a:prstGeom prst="rect">
            <a:avLst/>
          </a:prstGeom>
          <a:noFill/>
          <a:ln>
            <a:noFill/>
          </a:ln>
          <a:effectLst>
            <a:outerShdw blurRad="71438" dist="19050" dir="5400000" algn="bl" rotWithShape="0">
              <a:srgbClr val="000000">
                <a:alpha val="17650"/>
              </a:srgbClr>
            </a:outerShdw>
          </a:effectLst>
        </p:spPr>
      </p:pic>
      <p:pic>
        <p:nvPicPr>
          <p:cNvPr id="1226" name="Google Shape;1226;g31dbdd3d3c5_0_1588"/>
          <p:cNvPicPr preferRelativeResize="0"/>
          <p:nvPr/>
        </p:nvPicPr>
        <p:blipFill rotWithShape="1">
          <a:blip r:embed="rId4">
            <a:alphaModFix/>
          </a:blip>
          <a:srcRect t="19" b="29"/>
          <a:stretch/>
        </p:blipFill>
        <p:spPr>
          <a:xfrm>
            <a:off x="4697156" y="835112"/>
            <a:ext cx="3123806" cy="2232349"/>
          </a:xfrm>
          <a:prstGeom prst="rect">
            <a:avLst/>
          </a:prstGeom>
          <a:noFill/>
          <a:ln>
            <a:noFill/>
          </a:ln>
          <a:effectLst>
            <a:outerShdw blurRad="71438" dist="19050" dir="5400000" algn="bl" rotWithShape="0">
              <a:srgbClr val="000000">
                <a:alpha val="17650"/>
              </a:srgbClr>
            </a:outerShdw>
          </a:effectLst>
        </p:spPr>
      </p:pic>
      <p:pic>
        <p:nvPicPr>
          <p:cNvPr id="1227" name="Google Shape;1227;g31dbdd3d3c5_0_1588"/>
          <p:cNvPicPr preferRelativeResize="0"/>
          <p:nvPr/>
        </p:nvPicPr>
        <p:blipFill rotWithShape="1">
          <a:blip r:embed="rId5">
            <a:alphaModFix/>
          </a:blip>
          <a:srcRect/>
          <a:stretch/>
        </p:blipFill>
        <p:spPr>
          <a:xfrm>
            <a:off x="1323038" y="3236597"/>
            <a:ext cx="3123806" cy="2232349"/>
          </a:xfrm>
          <a:prstGeom prst="rect">
            <a:avLst/>
          </a:prstGeom>
          <a:noFill/>
          <a:ln>
            <a:noFill/>
          </a:ln>
          <a:effectLst>
            <a:outerShdw blurRad="71438" dist="19050" dir="5400000" algn="bl" rotWithShape="0">
              <a:srgbClr val="000000">
                <a:alpha val="17650"/>
              </a:srgbClr>
            </a:outerShdw>
          </a:effectLst>
        </p:spPr>
      </p:pic>
      <p:pic>
        <p:nvPicPr>
          <p:cNvPr id="1228" name="Google Shape;1228;g31dbdd3d3c5_0_1588"/>
          <p:cNvPicPr preferRelativeResize="0"/>
          <p:nvPr/>
        </p:nvPicPr>
        <p:blipFill rotWithShape="1">
          <a:blip r:embed="rId6">
            <a:alphaModFix/>
          </a:blip>
          <a:srcRect/>
          <a:stretch/>
        </p:blipFill>
        <p:spPr>
          <a:xfrm>
            <a:off x="4697156" y="3236597"/>
            <a:ext cx="3123806" cy="2232349"/>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33"/>
        <p:cNvGrpSpPr/>
        <p:nvPr/>
      </p:nvGrpSpPr>
      <p:grpSpPr>
        <a:xfrm>
          <a:off x="0" y="0"/>
          <a:ext cx="0" cy="0"/>
          <a:chOff x="0" y="0"/>
          <a:chExt cx="0" cy="0"/>
        </a:xfrm>
      </p:grpSpPr>
      <p:sp>
        <p:nvSpPr>
          <p:cNvPr id="1234" name="Google Shape;1234;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235" name="Google Shape;1235;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236" name="Google Shape;1236;g1f3daf8a844_0_64"/>
          <p:cNvGrpSpPr/>
          <p:nvPr/>
        </p:nvGrpSpPr>
        <p:grpSpPr>
          <a:xfrm>
            <a:off x="3024000" y="209875"/>
            <a:ext cx="3096000" cy="454800"/>
            <a:chOff x="3024000" y="209875"/>
            <a:chExt cx="3096000" cy="454800"/>
          </a:xfrm>
        </p:grpSpPr>
        <p:sp>
          <p:nvSpPr>
            <p:cNvPr id="1237" name="Google Shape;1237;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8" name="Google Shape;1238;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239" name="Google Shape;1239;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240" name="Google Shape;1240;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241" name="Google Shape;1241;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242" name="Google Shape;1242;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243" name="Google Shape;1243;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244" name="Google Shape;1244;g1f3daf8a844_0_64"/>
          <p:cNvSpPr txBox="1"/>
          <p:nvPr/>
        </p:nvSpPr>
        <p:spPr>
          <a:xfrm>
            <a:off x="2115825" y="960050"/>
            <a:ext cx="1453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993FA2"/>
                </a:solidFill>
                <a:latin typeface="Jost"/>
                <a:ea typeface="Jost"/>
                <a:cs typeface="Jost"/>
                <a:sym typeface="Jost"/>
              </a:rPr>
              <a:t>ore</a:t>
            </a:r>
            <a:endParaRPr sz="5500" b="0" i="0" u="none" strike="noStrike" cap="none">
              <a:solidFill>
                <a:srgbClr val="993FA2"/>
              </a:solidFill>
              <a:latin typeface="Jost"/>
              <a:ea typeface="Jost"/>
              <a:cs typeface="Jost"/>
              <a:sym typeface="Jost"/>
            </a:endParaRPr>
          </a:p>
        </p:txBody>
      </p:sp>
      <p:sp>
        <p:nvSpPr>
          <p:cNvPr id="1245" name="Google Shape;1245;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x</a:t>
            </a:r>
            <a:endParaRPr sz="5500" b="0" i="0" u="none" strike="noStrike" cap="none">
              <a:solidFill>
                <a:srgbClr val="2356AF"/>
              </a:solidFill>
              <a:latin typeface="Jost"/>
              <a:ea typeface="Jost"/>
              <a:cs typeface="Jost"/>
              <a:sym typeface="Jost"/>
            </a:endParaRPr>
          </a:p>
        </p:txBody>
      </p:sp>
      <p:sp>
        <p:nvSpPr>
          <p:cNvPr id="1246" name="Google Shape;1246;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247" name="Google Shape;1247;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248" name="Google Shape;1248;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249" name="Google Shape;1249;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1250" name="Google Shape;1250;g1f3daf8a844_0_64"/>
          <p:cNvSpPr txBox="1"/>
          <p:nvPr/>
        </p:nvSpPr>
        <p:spPr>
          <a:xfrm>
            <a:off x="5615573" y="2160375"/>
            <a:ext cx="1371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993FA2"/>
                </a:solidFill>
                <a:latin typeface="Jost"/>
                <a:ea typeface="Jost"/>
                <a:cs typeface="Jost"/>
                <a:sym typeface="Jost"/>
              </a:rPr>
              <a:t>oor</a:t>
            </a:r>
            <a:endParaRPr sz="5500" b="0" i="0" u="none" strike="noStrike" cap="none">
              <a:solidFill>
                <a:srgbClr val="993FA2"/>
              </a:solidFill>
              <a:latin typeface="Jost"/>
              <a:ea typeface="Jost"/>
              <a:cs typeface="Jost"/>
              <a:sym typeface="Jost"/>
            </a:endParaRPr>
          </a:p>
        </p:txBody>
      </p:sp>
      <p:sp>
        <p:nvSpPr>
          <p:cNvPr id="1251" name="Google Shape;1251;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252" name="Google Shape;1252;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253" name="Google Shape;1253;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254" name="Google Shape;1254;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255" name="Google Shape;1255;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256" name="Google Shape;1256;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cxnSp>
        <p:nvCxnSpPr>
          <p:cNvPr id="1257" name="Google Shape;1257;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62"/>
        <p:cNvGrpSpPr/>
        <p:nvPr/>
      </p:nvGrpSpPr>
      <p:grpSpPr>
        <a:xfrm>
          <a:off x="0" y="0"/>
          <a:ext cx="0" cy="0"/>
          <a:chOff x="0" y="0"/>
          <a:chExt cx="0" cy="0"/>
        </a:xfrm>
      </p:grpSpPr>
      <p:sp>
        <p:nvSpPr>
          <p:cNvPr id="1263" name="Google Shape;1263;g31dbdd3d3c5_0_16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264" name="Google Shape;1264;g31dbdd3d3c5_0_16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265" name="Google Shape;1265;g31dbdd3d3c5_0_1633"/>
          <p:cNvGrpSpPr/>
          <p:nvPr/>
        </p:nvGrpSpPr>
        <p:grpSpPr>
          <a:xfrm>
            <a:off x="3024000" y="209875"/>
            <a:ext cx="3096000" cy="454800"/>
            <a:chOff x="3024000" y="209875"/>
            <a:chExt cx="3096000" cy="454800"/>
          </a:xfrm>
        </p:grpSpPr>
        <p:sp>
          <p:nvSpPr>
            <p:cNvPr id="1266" name="Google Shape;1266;g31dbdd3d3c5_0_163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7" name="Google Shape;1267;g31dbdd3d3c5_0_163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268" name="Google Shape;1268;g31dbdd3d3c5_0_1633"/>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269" name="Google Shape;1269;g31dbdd3d3c5_0_1633"/>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270" name="Google Shape;1270;g31dbdd3d3c5_0_1633"/>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271" name="Google Shape;1271;g31dbdd3d3c5_0_1633"/>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272" name="Google Shape;1272;g31dbdd3d3c5_0_1633"/>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273" name="Google Shape;1273;g31dbdd3d3c5_0_1633"/>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274" name="Google Shape;1274;g31dbdd3d3c5_0_1633"/>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a:solidFill>
                  <a:srgbClr val="B7B7B7"/>
                </a:solidFill>
                <a:latin typeface="Jost"/>
                <a:ea typeface="Jost"/>
                <a:cs typeface="Jost"/>
                <a:sym typeface="Jost"/>
              </a:rPr>
              <a:t>bore core explore chore sore door poor floor</a:t>
            </a:r>
            <a:endParaRPr sz="1800" b="0" i="0" u="none" strike="noStrike" cap="none">
              <a:solidFill>
                <a:srgbClr val="B7B7B7"/>
              </a:solidFill>
              <a:latin typeface="Jost"/>
              <a:ea typeface="Jost"/>
              <a:cs typeface="Jost"/>
              <a:sym typeface="Jost"/>
            </a:endParaRPr>
          </a:p>
        </p:txBody>
      </p:sp>
      <p:sp>
        <p:nvSpPr>
          <p:cNvPr id="1275" name="Google Shape;1275;g31dbdd3d3c5_0_1633"/>
          <p:cNvSpPr txBox="1"/>
          <p:nvPr/>
        </p:nvSpPr>
        <p:spPr>
          <a:xfrm>
            <a:off x="2115825" y="960050"/>
            <a:ext cx="1453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993FA2"/>
                </a:solidFill>
                <a:latin typeface="Jost"/>
                <a:ea typeface="Jost"/>
                <a:cs typeface="Jost"/>
                <a:sym typeface="Jost"/>
              </a:rPr>
              <a:t>ore</a:t>
            </a:r>
            <a:endParaRPr sz="5500" b="0" i="0" u="none" strike="noStrike" cap="none">
              <a:solidFill>
                <a:srgbClr val="993FA2"/>
              </a:solidFill>
              <a:latin typeface="Jost"/>
              <a:ea typeface="Jost"/>
              <a:cs typeface="Jost"/>
              <a:sym typeface="Jost"/>
            </a:endParaRPr>
          </a:p>
        </p:txBody>
      </p:sp>
      <p:sp>
        <p:nvSpPr>
          <p:cNvPr id="1276" name="Google Shape;1276;g31dbdd3d3c5_0_1633"/>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x</a:t>
            </a:r>
            <a:endParaRPr sz="5500" b="0" i="0" u="none" strike="noStrike" cap="none">
              <a:solidFill>
                <a:srgbClr val="2356AF"/>
              </a:solidFill>
              <a:latin typeface="Jost"/>
              <a:ea typeface="Jost"/>
              <a:cs typeface="Jost"/>
              <a:sym typeface="Jost"/>
            </a:endParaRPr>
          </a:p>
        </p:txBody>
      </p:sp>
      <p:sp>
        <p:nvSpPr>
          <p:cNvPr id="1277" name="Google Shape;1277;g31dbdd3d3c5_0_1633"/>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278" name="Google Shape;1278;g31dbdd3d3c5_0_1633"/>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cxnSp>
        <p:nvCxnSpPr>
          <p:cNvPr id="1279" name="Google Shape;1279;g31dbdd3d3c5_0_1633"/>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280" name="Google Shape;1280;g31dbdd3d3c5_0_1633"/>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281" name="Google Shape;1281;g31dbdd3d3c5_0_1633"/>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1282" name="Google Shape;1282;g31dbdd3d3c5_0_1633"/>
          <p:cNvSpPr txBox="1"/>
          <p:nvPr/>
        </p:nvSpPr>
        <p:spPr>
          <a:xfrm>
            <a:off x="5615573" y="2160375"/>
            <a:ext cx="1371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993FA2"/>
                </a:solidFill>
                <a:latin typeface="Jost"/>
                <a:ea typeface="Jost"/>
                <a:cs typeface="Jost"/>
                <a:sym typeface="Jost"/>
              </a:rPr>
              <a:t>oor</a:t>
            </a:r>
            <a:endParaRPr sz="5500" b="0" i="0" u="none" strike="noStrike" cap="none">
              <a:solidFill>
                <a:srgbClr val="993FA2"/>
              </a:solidFill>
              <a:latin typeface="Jost"/>
              <a:ea typeface="Jost"/>
              <a:cs typeface="Jost"/>
              <a:sym typeface="Jost"/>
            </a:endParaRPr>
          </a:p>
        </p:txBody>
      </p:sp>
      <p:sp>
        <p:nvSpPr>
          <p:cNvPr id="1283" name="Google Shape;1283;g31dbdd3d3c5_0_1633"/>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284" name="Google Shape;1284;g31dbdd3d3c5_0_1633"/>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285" name="Google Shape;1285;g31dbdd3d3c5_0_1633"/>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286" name="Google Shape;1286;g31dbdd3d3c5_0_1633"/>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287" name="Google Shape;1287;g31dbdd3d3c5_0_1633"/>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288" name="Google Shape;1288;g31dbdd3d3c5_0_163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93"/>
        <p:cNvGrpSpPr/>
        <p:nvPr/>
      </p:nvGrpSpPr>
      <p:grpSpPr>
        <a:xfrm>
          <a:off x="0" y="0"/>
          <a:ext cx="0" cy="0"/>
          <a:chOff x="0" y="0"/>
          <a:chExt cx="0" cy="0"/>
        </a:xfrm>
      </p:grpSpPr>
      <p:pic>
        <p:nvPicPr>
          <p:cNvPr id="1294" name="Google Shape;1294;g31dbdd3d3c5_0_0"/>
          <p:cNvPicPr preferRelativeResize="0"/>
          <p:nvPr/>
        </p:nvPicPr>
        <p:blipFill>
          <a:blip r:embed="rId3">
            <a:alphaModFix/>
          </a:blip>
          <a:stretch>
            <a:fillRect/>
          </a:stretch>
        </p:blipFill>
        <p:spPr>
          <a:xfrm>
            <a:off x="629443" y="2755677"/>
            <a:ext cx="4400075" cy="1161625"/>
          </a:xfrm>
          <a:prstGeom prst="rect">
            <a:avLst/>
          </a:prstGeom>
          <a:noFill/>
          <a:ln>
            <a:noFill/>
          </a:ln>
        </p:spPr>
      </p:pic>
      <p:pic>
        <p:nvPicPr>
          <p:cNvPr id="1295" name="Google Shape;1295;g31dbdd3d3c5_0_0"/>
          <p:cNvPicPr preferRelativeResize="0"/>
          <p:nvPr/>
        </p:nvPicPr>
        <p:blipFill>
          <a:blip r:embed="rId4">
            <a:alphaModFix/>
          </a:blip>
          <a:stretch>
            <a:fillRect/>
          </a:stretch>
        </p:blipFill>
        <p:spPr>
          <a:xfrm>
            <a:off x="5102925" y="2730300"/>
            <a:ext cx="3009126" cy="20107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582</Words>
  <Application>Microsoft Office PowerPoint</Application>
  <PresentationFormat>On-screen Show (4:3)</PresentationFormat>
  <Paragraphs>195</Paragraphs>
  <Slides>31</Slides>
  <Notes>31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Nunito Black</vt:lpstr>
      <vt:lpstr>Poppins SemiBold</vt:lpstr>
      <vt:lpstr>Arial</vt:lpstr>
      <vt:lpstr>Poppins Medium</vt:lpstr>
      <vt:lpstr>Calibri</vt:lpstr>
      <vt:lpstr>Jost</vt:lpstr>
      <vt:lpstr>Poppins</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PowerPoint Presentation</vt:lpstr>
      <vt:lpstr>PowerPoint Presentation</vt:lpstr>
      <vt:lpstr>PowerPoint Presentation</vt:lpstr>
      <vt:lpstr>PowerPoint Presentation</vt:lpstr>
      <vt:lpstr>Review Phase 5.5 Common Exception Words  people wild child mind kind behind eye oh most only both though through who prove shoe beautiful climb Christmas school sugar love money any…</vt:lpstr>
      <vt:lpstr>…many friend very busy pretty once please asked bath path fast class after half laughed called water your.</vt:lpstr>
      <vt:lpstr>Teach Homophones:  for / four, bored / board.</vt:lpstr>
      <vt:lpstr>Review Grapheme Caption</vt:lpstr>
      <vt:lpstr>Teach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Teach Common Exception Words</vt:lpstr>
      <vt:lpstr>Teach Common Exception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2026-05-29T03:41:24Z</dcterms:modified>
</cp:coreProperties>
</file>