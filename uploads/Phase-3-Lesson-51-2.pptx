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Mulish"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JKe37CRvgjgjWDArUkCaWMbQf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3A63202-148B-4AC8-A8A0-882EF22FE414}">
  <a:tblStyle styleId="{A3A63202-148B-4AC8-A8A0-882EF22FE41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2" name="Google Shape;78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3" name="Google Shape;78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ec0cf4569_0_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ec0cf4569_0_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ec0cf4569_0_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5" name="Google Shape;93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cec0cf4569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2cec0cf4569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2cec0cf4569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123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R-controlled Trigraph 'ear'</a:t>
            </a:r>
            <a:endParaRPr sz="180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11 -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51</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3 - Phonics</a:t>
            </a:r>
            <a:endParaRPr sz="180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173" name="Google Shape;173;g26b641b03cd_0_260"/>
            <p:cNvGrpSpPr/>
            <p:nvPr/>
          </p:nvGrpSpPr>
          <p:grpSpPr>
            <a:xfrm>
              <a:off x="190068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sp>
            <p:nvSpPr>
              <p:cNvPr id="175" name="Google Shape;175;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2F286F"/>
                  </a:solidFill>
                  <a:latin typeface="Poppins SemiBold"/>
                  <a:ea typeface="Poppins SemiBold"/>
                  <a:cs typeface="Poppins SemiBold"/>
                  <a:sym typeface="Poppins SemiBold"/>
                </a:endParaRPr>
              </a:p>
            </p:txBody>
          </p:sp>
        </p:grpSp>
        <p:sp>
          <p:nvSpPr>
            <p:cNvPr id="176" name="Google Shape;176;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3</a:t>
              </a:r>
              <a:endParaRPr sz="130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1" name="Google Shape;181;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5.5</a:t>
              </a:r>
              <a:endParaRPr sz="130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3" name="Google Shape;183;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85" name="Google Shape;185;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30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slide" Target="slide19.xml"/><Relationship Id="rId5" Type="http://schemas.openxmlformats.org/officeDocument/2006/relationships/image" Target="../media/image5.png"/><Relationship Id="rId10" Type="http://schemas.openxmlformats.org/officeDocument/2006/relationships/slide" Target="slide18.xml"/><Relationship Id="rId4" Type="http://schemas.openxmlformats.org/officeDocument/2006/relationships/image" Target="../media/image9.png"/><Relationship Id="rId9" Type="http://schemas.openxmlformats.org/officeDocument/2006/relationships/slide" Target="slide9.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s>
</file>

<file path=ppt/slides/_rels/slide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2" Type="http://schemas.openxmlformats.org/officeDocument/2006/relationships/notesSlide" Target="../notesSlides/notesSlide5.xml"/><Relationship Id="rId16" Type="http://schemas.openxmlformats.org/officeDocument/2006/relationships/image" Target="../media/image70.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6.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18" Type="http://schemas.openxmlformats.org/officeDocument/2006/relationships/image" Target="../media/image86.png"/><Relationship Id="rId26" Type="http://schemas.openxmlformats.org/officeDocument/2006/relationships/image" Target="../media/image94.png"/><Relationship Id="rId3" Type="http://schemas.openxmlformats.org/officeDocument/2006/relationships/image" Target="../media/image71.png"/><Relationship Id="rId21" Type="http://schemas.openxmlformats.org/officeDocument/2006/relationships/image" Target="../media/image89.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5" Type="http://schemas.openxmlformats.org/officeDocument/2006/relationships/image" Target="../media/image93.png"/><Relationship Id="rId2" Type="http://schemas.openxmlformats.org/officeDocument/2006/relationships/notesSlide" Target="../notesSlides/notesSlide6.xml"/><Relationship Id="rId16" Type="http://schemas.openxmlformats.org/officeDocument/2006/relationships/image" Target="../media/image84.png"/><Relationship Id="rId20" Type="http://schemas.openxmlformats.org/officeDocument/2006/relationships/image" Target="../media/image88.png"/><Relationship Id="rId1" Type="http://schemas.openxmlformats.org/officeDocument/2006/relationships/slideLayout" Target="../slideLayouts/slideLayout3.xml"/><Relationship Id="rId6" Type="http://schemas.openxmlformats.org/officeDocument/2006/relationships/image" Target="../media/image74.png"/><Relationship Id="rId11" Type="http://schemas.openxmlformats.org/officeDocument/2006/relationships/image" Target="../media/image79.png"/><Relationship Id="rId24" Type="http://schemas.openxmlformats.org/officeDocument/2006/relationships/image" Target="../media/image92.png"/><Relationship Id="rId5" Type="http://schemas.openxmlformats.org/officeDocument/2006/relationships/image" Target="../media/image73.png"/><Relationship Id="rId15" Type="http://schemas.openxmlformats.org/officeDocument/2006/relationships/image" Target="../media/image83.png"/><Relationship Id="rId23" Type="http://schemas.openxmlformats.org/officeDocument/2006/relationships/image" Target="../media/image91.png"/><Relationship Id="rId10" Type="http://schemas.openxmlformats.org/officeDocument/2006/relationships/image" Target="../media/image78.png"/><Relationship Id="rId19" Type="http://schemas.openxmlformats.org/officeDocument/2006/relationships/image" Target="../media/image87.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 Id="rId22" Type="http://schemas.openxmlformats.org/officeDocument/2006/relationships/image" Target="../media/image90.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R-controlled Trigraph 'ear'</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51</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{A3A63202-148B-4AC8-A8A0-882EF22FE414}</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j</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Mulish"/>
                          <a:ea typeface="Mulish"/>
                          <a:cs typeface="Mulish"/>
                          <a:sym typeface="Mulish"/>
                        </a:rPr>
                        <a:t>v</a:t>
                      </a:r>
                      <a:endParaRPr sz="1800" u="none" strike="noStrike" cap="none">
                        <a:solidFill>
                          <a:schemeClr val="dk1"/>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x</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zz</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qu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ch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sh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th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ng</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igh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a:t>
                      </a:r>
                      <a:r>
                        <a:rPr lang="en-US" sz="1500" u="none" strike="noStrike" cap="none">
                          <a:solidFill>
                            <a:schemeClr val="dk1"/>
                          </a:solidFill>
                          <a:latin typeface="Poppins"/>
                          <a:ea typeface="Poppins"/>
                          <a:cs typeface="Poppins"/>
                          <a:sym typeface="Poppins"/>
                        </a:rPr>
                        <a:t>a</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oi</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oo</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a:t>
                      </a: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r</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a:stretch/>
        </p:blipFill>
        <p:spPr>
          <a:xfrm rot="-149497">
            <a:off x="3185766" y="4326235"/>
            <a:ext cx="2493520" cy="997851"/>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l="59" r="59"/>
          <a:stretch/>
        </p:blipFill>
        <p:spPr>
          <a:xfrm rot="342607">
            <a:off x="4903837" y="4228652"/>
            <a:ext cx="1800026" cy="1288524"/>
          </a:xfrm>
          <a:prstGeom prst="rect">
            <a:avLst/>
          </a:prstGeom>
          <a:noFill/>
          <a:ln>
            <a:noFill/>
          </a:ln>
          <a:effectLst>
            <a:outerShdw blurRad="57150" dist="38100" dir="5400000" algn="bl" rotWithShape="0">
              <a:srgbClr val="000000">
                <a:alpha val="20000"/>
              </a:srgbClr>
            </a:outerShdw>
          </a:effectLst>
        </p:spPr>
      </p:pic>
      <p:pic>
        <p:nvPicPr>
          <p:cNvPr id="690" name="Google Shape;690;p1"/>
          <p:cNvPicPr preferRelativeResize="0"/>
          <p:nvPr/>
        </p:nvPicPr>
        <p:blipFill rotWithShape="1">
          <a:blip r:embed="rId5">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1" name="Google Shape;691;p1"/>
          <p:cNvPicPr preferRelativeResize="0"/>
          <p:nvPr/>
        </p:nvPicPr>
        <p:blipFill rotWithShape="1">
          <a:blip r:embed="rId6">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cxnSp>
        <p:nvCxnSpPr>
          <p:cNvPr id="692" name="Google Shape;692;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50484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r-controlled trigraph </a:t>
            </a:r>
            <a:r>
              <a:rPr lang="en-US">
                <a:solidFill>
                  <a:srgbClr val="8DC63F"/>
                </a:solidFill>
              </a:rPr>
              <a:t>ear</a:t>
            </a:r>
            <a:r>
              <a:rPr lang="en-US"/>
              <a:t>.</a:t>
            </a:r>
            <a:endParaRPr/>
          </a:p>
        </p:txBody>
      </p:sp>
      <p:sp>
        <p:nvSpPr>
          <p:cNvPr id="699" name="Google Shape;699;g2bee4f4af4b_0_204"/>
          <p:cNvSpPr txBox="1">
            <a:spLocks noGrp="1"/>
          </p:cNvSpPr>
          <p:nvPr>
            <p:ph type="body" idx="2"/>
          </p:nvPr>
        </p:nvSpPr>
        <p:spPr>
          <a:xfrm>
            <a:off x="3298550" y="1777850"/>
            <a:ext cx="5340600" cy="15273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&amp; 3 Common Exception Words:</a:t>
            </a:r>
            <a:endParaRPr/>
          </a:p>
          <a:p>
            <a:pPr marL="457200" lvl="0" indent="-330200" algn="l" rtl="0">
              <a:lnSpc>
                <a:spcPct val="100000"/>
              </a:lnSpc>
              <a:spcBef>
                <a:spcPts val="0"/>
              </a:spcBef>
              <a:spcAft>
                <a:spcPts val="0"/>
              </a:spcAft>
              <a:buClr>
                <a:srgbClr val="2356AF"/>
              </a:buClr>
              <a:buSzPts val="1600"/>
              <a:buChar char="•"/>
            </a:pPr>
            <a:r>
              <a:rPr lang="en-US">
                <a:solidFill>
                  <a:srgbClr val="2356AF"/>
                </a:solidFill>
              </a:rPr>
              <a:t>as I is no go to into the put his has of pull full</a:t>
            </a:r>
            <a:endParaRPr>
              <a:solidFill>
                <a:srgbClr val="2356AF"/>
              </a:solidFill>
            </a:endParaRPr>
          </a:p>
          <a:p>
            <a:pPr marL="457200" lvl="0" indent="-330200" algn="l" rtl="0">
              <a:lnSpc>
                <a:spcPct val="100000"/>
              </a:lnSpc>
              <a:spcBef>
                <a:spcPts val="0"/>
              </a:spcBef>
              <a:spcAft>
                <a:spcPts val="0"/>
              </a:spcAft>
              <a:buClr>
                <a:srgbClr val="2356AF"/>
              </a:buClr>
              <a:buSzPts val="1600"/>
              <a:buChar char="•"/>
            </a:pPr>
            <a:r>
              <a:rPr lang="en-US">
                <a:solidFill>
                  <a:srgbClr val="2356AF"/>
                </a:solidFill>
              </a:rPr>
              <a:t>push they me we be he she my by looked you are there</a:t>
            </a: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JNL687</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8301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79"/>
          <a:stretch/>
        </p:blipFill>
        <p:spPr>
          <a:xfrm>
            <a:off x="6102429" y="4326104"/>
            <a:ext cx="931974" cy="665199"/>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5" name="Google Shape;715;g2bee4f4af4b_0_204">
            <a:hlinkClick r:id="rId8" action="ppaction://hlinksldjump"/>
          </p:cNvPr>
          <p:cNvSpPr/>
          <p:nvPr/>
        </p:nvSpPr>
        <p:spPr>
          <a:xfrm>
            <a:off x="926987"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2413627"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4885481" y="363435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5968789" y="377051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3557197"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26b641b03cd_0_165"/>
          <p:cNvGrpSpPr/>
          <p:nvPr/>
        </p:nvGrpSpPr>
        <p:grpSpPr>
          <a:xfrm>
            <a:off x="930400" y="2129444"/>
            <a:ext cx="7283200" cy="3724851"/>
            <a:chOff x="930400" y="2129444"/>
            <a:chExt cx="7283200" cy="3724851"/>
          </a:xfrm>
        </p:grpSpPr>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6" name="Google Shape;756;g26b7edf6e71_0_26"/>
          <p:cNvPicPr preferRelativeResize="0"/>
          <p:nvPr/>
        </p:nvPicPr>
        <p:blipFill rotWithShape="1">
          <a:blip r:embed="rId3">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4">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5">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6">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7">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1" name="Google Shape;761;g26b7edf6e71_0_26"/>
          <p:cNvPicPr preferRelativeResize="0"/>
          <p:nvPr/>
        </p:nvPicPr>
        <p:blipFill rotWithShape="1">
          <a:blip r:embed="rId8">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9">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10">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1">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12">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6" name="Google Shape;766;g26b7edf6e71_0_26"/>
          <p:cNvPicPr preferRelativeResize="0"/>
          <p:nvPr/>
        </p:nvPicPr>
        <p:blipFill rotWithShape="1">
          <a:blip r:embed="rId13">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26b7edf6e71_0_26"/>
          <p:cNvPicPr preferRelativeResize="0"/>
          <p:nvPr/>
        </p:nvPicPr>
        <p:blipFill rotWithShape="1">
          <a:blip r:embed="rId14">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15">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16">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17">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18">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19">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20">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1">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22">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23">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4">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25">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6b7edf6e71_0_26"/>
          <p:cNvPicPr preferRelativeResize="0"/>
          <p:nvPr/>
        </p:nvPicPr>
        <p:blipFill rotWithShape="1">
          <a:blip r:embed="rId26">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6" name="Google Shape;786;g26b7edf6e71_0_109"/>
          <p:cNvGrpSpPr/>
          <p:nvPr/>
        </p:nvGrpSpPr>
        <p:grpSpPr>
          <a:xfrm>
            <a:off x="867357" y="2129450"/>
            <a:ext cx="7282807" cy="2686611"/>
            <a:chOff x="867357" y="2129450"/>
            <a:chExt cx="7282807" cy="2686611"/>
          </a:xfrm>
        </p:grpSpPr>
        <p:pic>
          <p:nvPicPr>
            <p:cNvPr id="787" name="Google Shape;78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c610ea7438_0_1"/>
          <p:cNvSpPr txBox="1">
            <a:spLocks noGrp="1"/>
          </p:cNvSpPr>
          <p:nvPr>
            <p:ph type="title"/>
          </p:nvPr>
        </p:nvSpPr>
        <p:spPr>
          <a:xfrm>
            <a:off x="576250" y="582900"/>
            <a:ext cx="79917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a:t>
            </a:r>
            <a:r>
              <a:rPr lang="en-US"/>
              <a:t>.</a:t>
            </a:r>
            <a:endParaRPr/>
          </a:p>
        </p:txBody>
      </p:sp>
      <p:pic>
        <p:nvPicPr>
          <p:cNvPr id="807" name="Google Shape;807;g2c610ea7438_0_1"/>
          <p:cNvPicPr preferRelativeResize="0"/>
          <p:nvPr/>
        </p:nvPicPr>
        <p:blipFill rotWithShape="1">
          <a:blip r:embed="rId3">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8" name="Google Shape;808;g2c610ea7438_0_1"/>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5">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6">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7">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8">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9">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10">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11">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12">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13">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14">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15">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16">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17">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18">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19">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20">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21">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22">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c610ea7438_0_1"/>
          <p:cNvPicPr preferRelativeResize="0"/>
          <p:nvPr/>
        </p:nvPicPr>
        <p:blipFill rotWithShape="1">
          <a:blip r:embed="rId23">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8" name="Google Shape;828;g2c610ea7438_0_1"/>
          <p:cNvPicPr preferRelativeResize="0"/>
          <p:nvPr/>
        </p:nvPicPr>
        <p:blipFill rotWithShape="1">
          <a:blip r:embed="rId24">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c610ea7438_0_1"/>
          <p:cNvPicPr preferRelativeResize="0"/>
          <p:nvPr/>
        </p:nvPicPr>
        <p:blipFill rotWithShape="1">
          <a:blip r:embed="rId25">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c610ea7438_0_1"/>
          <p:cNvPicPr preferRelativeResize="0"/>
          <p:nvPr/>
        </p:nvPicPr>
        <p:blipFill rotWithShape="1">
          <a:blip r:embed="rId26">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37" name="Google Shape;83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38" name="Google Shape;838;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39" name="Google Shape;839;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846" name="Google Shape;846;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47" name="Google Shape;847;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48" name="Google Shape;848;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5" name="Google Shape;85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56" name="Google Shape;856;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57" name="Google Shape;85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64" name="Google Shape;864;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pic>
        <p:nvPicPr>
          <p:cNvPr id="865" name="Google Shape;865;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66" name="Google Shape;866;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73" name="Google Shape;87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74" name="Google Shape;87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1" name="Google Shape;881;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82" name="Google Shape;882;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3" name="Google Shape;883;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4" name="Google Shape;884;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5" name="Google Shape;885;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86" name="Google Shape;886;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7" name="Google Shape;887;g2c4fd7a3c22_2_0"/>
          <p:cNvGrpSpPr/>
          <p:nvPr/>
        </p:nvGrpSpPr>
        <p:grpSpPr>
          <a:xfrm>
            <a:off x="304250" y="6984600"/>
            <a:ext cx="8330829" cy="808600"/>
            <a:chOff x="-152950" y="7365600"/>
            <a:chExt cx="8330829" cy="808600"/>
          </a:xfrm>
        </p:grpSpPr>
        <p:sp>
          <p:nvSpPr>
            <p:cNvPr id="888" name="Google Shape;888;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89" name="Google Shape;889;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0" name="Google Shape;890;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1" name="Google Shape;891;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92" name="Google Shape;892;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93" name="Google Shape;893;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94" name="Google Shape;894;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95" name="Google Shape;895;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96" name="Google Shape;896;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7" name="Google Shape;897;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8" name="Google Shape;898;g2c4fd7a3c22_2_0"/>
          <p:cNvSpPr/>
          <p:nvPr/>
        </p:nvSpPr>
        <p:spPr>
          <a:xfrm>
            <a:off x="31048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99" name="Google Shape;899;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0" name="Google Shape;900;g2c4fd7a3c22_2_0"/>
          <p:cNvSpPr txBox="1">
            <a:spLocks noGrp="1"/>
          </p:cNvSpPr>
          <p:nvPr>
            <p:ph type="subTitle" idx="4294967295"/>
          </p:nvPr>
        </p:nvSpPr>
        <p:spPr>
          <a:xfrm>
            <a:off x="25351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901" name="Google Shape;901;g2c4fd7a3c22_2_0"/>
          <p:cNvSpPr txBox="1">
            <a:spLocks noGrp="1"/>
          </p:cNvSpPr>
          <p:nvPr>
            <p:ph type="subTitle" idx="4294967295"/>
          </p:nvPr>
        </p:nvSpPr>
        <p:spPr>
          <a:xfrm>
            <a:off x="3700963" y="1308025"/>
            <a:ext cx="2984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a:t>
            </a:r>
            <a:r>
              <a:rPr lang="en-US" sz="12600" b="0" i="0" u="none" strike="noStrike" cap="none">
                <a:solidFill>
                  <a:srgbClr val="993FA2"/>
                </a:solidFill>
                <a:latin typeface="Poppins"/>
                <a:ea typeface="Poppins"/>
                <a:cs typeface="Poppins"/>
                <a:sym typeface="Poppins"/>
              </a:rPr>
              <a:t>a</a:t>
            </a:r>
            <a:r>
              <a:rPr lang="en-US" sz="15000" b="0" i="0" u="none" strike="noStrike" cap="none">
                <a:solidFill>
                  <a:srgbClr val="993FA2"/>
                </a:solidFill>
                <a:latin typeface="Jost"/>
                <a:ea typeface="Jost"/>
                <a:cs typeface="Jost"/>
                <a:sym typeface="Jost"/>
              </a:rPr>
              <a:t>r</a:t>
            </a:r>
            <a:endParaRPr sz="15000" b="0" i="0" u="none" strike="noStrike" cap="none">
              <a:solidFill>
                <a:srgbClr val="993FA2"/>
              </a:solidFill>
              <a:latin typeface="Jost"/>
              <a:ea typeface="Jost"/>
              <a:cs typeface="Jost"/>
              <a:sym typeface="Jost"/>
            </a:endParaRPr>
          </a:p>
        </p:txBody>
      </p:sp>
      <p:sp>
        <p:nvSpPr>
          <p:cNvPr id="902" name="Google Shape;902;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c4fd7a3c22_2_0"/>
          <p:cNvSpPr/>
          <p:nvPr/>
        </p:nvSpPr>
        <p:spPr>
          <a:xfrm>
            <a:off x="3970076" y="4011900"/>
            <a:ext cx="23544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cec0cf4569_0_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0" name="Google Shape;910;g2cec0cf4569_0_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1" name="Google Shape;911;g2cec0cf4569_0_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ec0cf4569_0_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3" name="Google Shape;913;g2cec0cf4569_0_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ec0cf4569_0_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ec0cf4569_0_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16" name="Google Shape;916;g2cec0cf4569_0_9"/>
          <p:cNvGrpSpPr/>
          <p:nvPr/>
        </p:nvGrpSpPr>
        <p:grpSpPr>
          <a:xfrm>
            <a:off x="304250" y="6984600"/>
            <a:ext cx="8330829" cy="808600"/>
            <a:chOff x="-152950" y="7365600"/>
            <a:chExt cx="8330829" cy="808600"/>
          </a:xfrm>
        </p:grpSpPr>
        <p:sp>
          <p:nvSpPr>
            <p:cNvPr id="917" name="Google Shape;917;g2cec0cf4569_0_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8" name="Google Shape;918;g2cec0cf4569_0_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9" name="Google Shape;919;g2cec0cf4569_0_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0" name="Google Shape;920;g2cec0cf4569_0_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1" name="Google Shape;921;g2cec0cf4569_0_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2" name="Google Shape;922;g2cec0cf4569_0_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3" name="Google Shape;923;g2cec0cf4569_0_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4" name="Google Shape;924;g2cec0cf4569_0_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25" name="Google Shape;925;g2cec0cf4569_0_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cec0cf4569_0_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ec0cf4569_0_9"/>
          <p:cNvSpPr/>
          <p:nvPr/>
        </p:nvSpPr>
        <p:spPr>
          <a:xfrm>
            <a:off x="310483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8" name="Google Shape;928;g2cec0cf4569_0_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9" name="Google Shape;929;g2cec0cf4569_0_9"/>
          <p:cNvSpPr txBox="1">
            <a:spLocks noGrp="1"/>
          </p:cNvSpPr>
          <p:nvPr>
            <p:ph type="subTitle" idx="4294967295"/>
          </p:nvPr>
        </p:nvSpPr>
        <p:spPr>
          <a:xfrm>
            <a:off x="253513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y</a:t>
            </a:r>
            <a:endParaRPr sz="15000" b="0" i="0" u="none" strike="noStrike" cap="none">
              <a:solidFill>
                <a:srgbClr val="2356AF"/>
              </a:solidFill>
              <a:latin typeface="Jost"/>
              <a:ea typeface="Jost"/>
              <a:cs typeface="Jost"/>
              <a:sym typeface="Jost"/>
            </a:endParaRPr>
          </a:p>
        </p:txBody>
      </p:sp>
      <p:sp>
        <p:nvSpPr>
          <p:cNvPr id="930" name="Google Shape;930;g2cec0cf4569_0_9"/>
          <p:cNvSpPr txBox="1">
            <a:spLocks noGrp="1"/>
          </p:cNvSpPr>
          <p:nvPr>
            <p:ph type="subTitle" idx="4294967295"/>
          </p:nvPr>
        </p:nvSpPr>
        <p:spPr>
          <a:xfrm>
            <a:off x="3700963" y="1308025"/>
            <a:ext cx="2984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e</a:t>
            </a:r>
            <a:r>
              <a:rPr lang="en-US" sz="12600" b="0" i="0" u="none" strike="noStrike" cap="none">
                <a:solidFill>
                  <a:srgbClr val="993FA2"/>
                </a:solidFill>
                <a:latin typeface="Poppins"/>
                <a:ea typeface="Poppins"/>
                <a:cs typeface="Poppins"/>
                <a:sym typeface="Poppins"/>
              </a:rPr>
              <a:t>a</a:t>
            </a:r>
            <a:r>
              <a:rPr lang="en-US" sz="15000" b="0" i="0" u="none" strike="noStrike" cap="none">
                <a:solidFill>
                  <a:srgbClr val="993FA2"/>
                </a:solidFill>
                <a:latin typeface="Jost"/>
                <a:ea typeface="Jost"/>
                <a:cs typeface="Jost"/>
                <a:sym typeface="Jost"/>
              </a:rPr>
              <a:t>r</a:t>
            </a:r>
            <a:endParaRPr sz="15000" b="0" i="0" u="none" strike="noStrike" cap="none">
              <a:solidFill>
                <a:srgbClr val="993FA2"/>
              </a:solidFill>
              <a:latin typeface="Jost"/>
              <a:ea typeface="Jost"/>
              <a:cs typeface="Jost"/>
              <a:sym typeface="Jost"/>
            </a:endParaRPr>
          </a:p>
        </p:txBody>
      </p:sp>
      <p:sp>
        <p:nvSpPr>
          <p:cNvPr id="931" name="Google Shape;931;g2cec0cf4569_0_9"/>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cec0cf4569_0_9"/>
          <p:cNvSpPr/>
          <p:nvPr/>
        </p:nvSpPr>
        <p:spPr>
          <a:xfrm>
            <a:off x="3984076" y="4011900"/>
            <a:ext cx="22986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39" name="Google Shape;93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40" name="Google Shape;94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47" name="Google Shape;94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8" name="Google Shape;948;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49" name="Google Shape;94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56" name="Google Shape;95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7" name="Google Shape;957;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58" name="Google Shape;95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65" name="Google Shape;96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6" name="Google Shape;966;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7" name="Google Shape;96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74" name="Google Shape;97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5" name="Google Shape;975;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6" name="Google Shape;97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6b641b03cd_0_301"/>
          <p:cNvSpPr txBox="1">
            <a:spLocks noGrp="1"/>
          </p:cNvSpPr>
          <p:nvPr>
            <p:ph type="title"/>
          </p:nvPr>
        </p:nvSpPr>
        <p:spPr>
          <a:xfrm>
            <a:off x="951900" y="5568500"/>
            <a:ext cx="7240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83" name="Google Shape;98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84" name="Google Shape;984;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85" name="Google Shape;98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6b641b03cd_0_308"/>
          <p:cNvSpPr txBox="1">
            <a:spLocks noGrp="1"/>
          </p:cNvSpPr>
          <p:nvPr>
            <p:ph type="title"/>
          </p:nvPr>
        </p:nvSpPr>
        <p:spPr>
          <a:xfrm>
            <a:off x="970700" y="5568500"/>
            <a:ext cx="7202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992" name="Google Shape;99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JNL687</a:t>
            </a:r>
            <a:endParaRPr dirty="0"/>
          </a:p>
        </p:txBody>
      </p:sp>
      <p:pic>
        <p:nvPicPr>
          <p:cNvPr id="993" name="Google Shape;993;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994" name="Google Shape;99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1" name="Google Shape;100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02" name="Google Shape;1002;g1f3daf8a844_0_64"/>
          <p:cNvGrpSpPr/>
          <p:nvPr/>
        </p:nvGrpSpPr>
        <p:grpSpPr>
          <a:xfrm>
            <a:off x="3024000" y="209875"/>
            <a:ext cx="3096000" cy="454800"/>
            <a:chOff x="3024000" y="209875"/>
            <a:chExt cx="3096000" cy="454800"/>
          </a:xfrm>
        </p:grpSpPr>
        <p:sp>
          <p:nvSpPr>
            <p:cNvPr id="1003" name="Google Shape;100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5" name="Google Shape;100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06" name="Google Shape;100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7" name="Google Shape;100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08" name="Google Shape;100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9" name="Google Shape;100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0" name="Google Shape;1010;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11" name="Google Shape;1011;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12" name="Google Shape;1012;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13" name="Google Shape;1013;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14" name="Google Shape;1014;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15" name="Google Shape;101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16" name="Google Shape;1016;g1f3daf8a844_0_64"/>
          <p:cNvSpPr txBox="1"/>
          <p:nvPr/>
        </p:nvSpPr>
        <p:spPr>
          <a:xfrm>
            <a:off x="396750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17" name="Google Shape;1017;g1f3daf8a844_0_64"/>
          <p:cNvSpPr txBox="1"/>
          <p:nvPr/>
        </p:nvSpPr>
        <p:spPr>
          <a:xfrm>
            <a:off x="281465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018" name="Google Shape;1018;g1f3daf8a844_0_64"/>
          <p:cNvSpPr txBox="1"/>
          <p:nvPr/>
        </p:nvSpPr>
        <p:spPr>
          <a:xfrm>
            <a:off x="5120350" y="2160375"/>
            <a:ext cx="1209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a:t>
            </a: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cxnSp>
        <p:nvCxnSpPr>
          <p:cNvPr id="1019" name="Google Shape;101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2cec0cf4569_0_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26" name="Google Shape;1026;g2cec0cf4569_0_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27" name="Google Shape;1027;g2cec0cf4569_0_41"/>
          <p:cNvGrpSpPr/>
          <p:nvPr/>
        </p:nvGrpSpPr>
        <p:grpSpPr>
          <a:xfrm>
            <a:off x="3024000" y="209875"/>
            <a:ext cx="3096000" cy="454800"/>
            <a:chOff x="3024000" y="209875"/>
            <a:chExt cx="3096000" cy="454800"/>
          </a:xfrm>
        </p:grpSpPr>
        <p:sp>
          <p:nvSpPr>
            <p:cNvPr id="1028" name="Google Shape;1028;g2cec0cf4569_0_4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9" name="Google Shape;1029;g2cec0cf4569_0_4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0" name="Google Shape;1030;g2cec0cf4569_0_4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1" name="Google Shape;1031;g2cec0cf4569_0_4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32" name="Google Shape;1032;g2cec0cf4569_0_4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3" name="Google Shape;1033;g2cec0cf4569_0_4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4" name="Google Shape;1034;g2cec0cf4569_0_4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5" name="Google Shape;1035;g2cec0cf4569_0_4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36" name="Google Shape;1036;g2cec0cf4569_0_4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te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de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fe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he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ne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ge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ye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 re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r</a:t>
            </a:r>
            <a:endParaRPr sz="1800" b="0" i="0" u="none" strike="noStrike" cap="none">
              <a:solidFill>
                <a:srgbClr val="B7B7B7"/>
              </a:solidFill>
              <a:latin typeface="Jost"/>
              <a:ea typeface="Jost"/>
              <a:cs typeface="Jost"/>
              <a:sym typeface="Jost"/>
            </a:endParaRPr>
          </a:p>
        </p:txBody>
      </p:sp>
      <p:sp>
        <p:nvSpPr>
          <p:cNvPr id="1037" name="Google Shape;1037;g2cec0cf4569_0_4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38" name="Google Shape;1038;g2cec0cf4569_0_41"/>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39" name="Google Shape;1039;g2cec0cf4569_0_4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40" name="Google Shape;1040;g2cec0cf4569_0_41"/>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1" name="Google Shape;1041;g2cec0cf4569_0_41"/>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cxnSp>
        <p:nvCxnSpPr>
          <p:cNvPr id="1042" name="Google Shape;1042;g2cec0cf4569_0_4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43" name="Google Shape;1043;g2cec0cf4569_0_4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44" name="Google Shape;1044;g2cec0cf4569_0_41"/>
          <p:cNvSpPr txBox="1"/>
          <p:nvPr/>
        </p:nvSpPr>
        <p:spPr>
          <a:xfrm>
            <a:off x="396750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45" name="Google Shape;1045;g2cec0cf4569_0_41"/>
          <p:cNvSpPr txBox="1"/>
          <p:nvPr/>
        </p:nvSpPr>
        <p:spPr>
          <a:xfrm>
            <a:off x="281465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046" name="Google Shape;1046;g2cec0cf4569_0_41"/>
          <p:cNvSpPr txBox="1"/>
          <p:nvPr/>
        </p:nvSpPr>
        <p:spPr>
          <a:xfrm>
            <a:off x="5120350" y="2160375"/>
            <a:ext cx="1209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a:t>
            </a:r>
            <a:r>
              <a:rPr lang="en-US" sz="4600" b="0" i="0" u="none" strike="noStrike" cap="none">
                <a:solidFill>
                  <a:srgbClr val="993FA2"/>
                </a:solidFill>
                <a:latin typeface="Poppins"/>
                <a:ea typeface="Poppins"/>
                <a:cs typeface="Poppins"/>
                <a:sym typeface="Poppins"/>
              </a:rPr>
              <a:t>a</a:t>
            </a:r>
            <a:r>
              <a:rPr lang="en-US" sz="5500" b="0" i="0" u="none" strike="noStrike" cap="none">
                <a:solidFill>
                  <a:srgbClr val="993FA2"/>
                </a:solidFill>
                <a:latin typeface="Jost"/>
                <a:ea typeface="Jost"/>
                <a:cs typeface="Jost"/>
                <a:sym typeface="Jost"/>
              </a:rPr>
              <a:t>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358</Words>
  <Application>Microsoft Office PowerPoint</Application>
  <PresentationFormat>On-screen Show (4:3)</PresentationFormat>
  <Paragraphs>151</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Poppins Medium</vt:lpstr>
      <vt:lpstr>Mulish</vt:lpstr>
      <vt:lpstr>Calibri</vt:lpstr>
      <vt:lpstr>Nunito Black</vt:lpstr>
      <vt:lpstr>Jost</vt:lpstr>
      <vt:lpstr>Poppins</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vt:lpstr>
      <vt:lpstr>Hear Phonemes</vt:lpstr>
      <vt:lpstr>Hear Phonemes</vt:lpstr>
      <vt:lpstr>Teach Grapheme Caption</vt:lpstr>
      <vt:lpstr>Review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2026-04-29T05:58:39Z</dcterms:modified>
</cp:coreProperties>
</file>