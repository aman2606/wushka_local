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oZqrcXW88iixeM2EyIHD+XyuV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B3D6510-BACF-47AD-8436-3BBA383CF064}">
  <a:tblStyle styleId="{AB3D6510-BACF-47AD-8436-3BBA383CF064}"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341028903d9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7" name="Google Shape;717;g341028903d9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8" name="Google Shape;718;g341028903d9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341028903d9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341028903d9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341028903d9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341028903d9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3" name="Google Shape;783;g341028903d9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4" name="Google Shape;784;g341028903d9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341028903d9_0_1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341028903d9_0_1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341028903d9_0_1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341028903d9_0_1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341028903d9_0_1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41028903d9_0_1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41028903d9_0_15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341028903d9_0_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341028903d9_0_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341028903d9_0_19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5" name="Google Shape;915;g341028903d9_0_1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6" name="Google Shape;916;g341028903d9_0_19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3"/>
        <p:cNvGrpSpPr/>
        <p:nvPr/>
      </p:nvGrpSpPr>
      <p:grpSpPr>
        <a:xfrm>
          <a:off x="0" y="0"/>
          <a:ext cx="0" cy="0"/>
          <a:chOff x="0" y="0"/>
          <a:chExt cx="0" cy="0"/>
        </a:xfrm>
      </p:grpSpPr>
      <p:sp>
        <p:nvSpPr>
          <p:cNvPr id="934" name="Google Shape;934;g341028903d9_0_2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5" name="Google Shape;935;g341028903d9_0_2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6" name="Google Shape;936;g341028903d9_0_2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341028903d9_0_2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341028903d9_0_2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341028903d9_0_2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3" name="Google Shape;983;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4" name="Google Shape;984;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2" name="Google Shape;992;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7"/>
        <p:cNvGrpSpPr/>
        <p:nvPr/>
      </p:nvGrpSpPr>
      <p:grpSpPr>
        <a:xfrm>
          <a:off x="0" y="0"/>
          <a:ext cx="0" cy="0"/>
          <a:chOff x="0" y="0"/>
          <a:chExt cx="0" cy="0"/>
        </a:xfrm>
      </p:grpSpPr>
      <p:sp>
        <p:nvSpPr>
          <p:cNvPr id="1018" name="Google Shape;1018;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9" name="Google Shape;1019;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0" name="Google Shape;1020;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5" name="Google Shape;1045;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4" name="Google Shape;1054;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5" name="Google Shape;1055;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g341028903d9_0_9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3" name="Google Shape;1063;g341028903d9_0_9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341028903d9_0_9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341028903d9_0_16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341028903d9_0_16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341028903d9_0_16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273814c94e2_0_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1" name="Google Shape;1111;g273814c94e2_0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g273814c94e2_0_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426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2434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/sh/</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8090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9 -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 Lesson 45</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0.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slide" Target="slide12.xml"/><Relationship Id="rId4" Type="http://schemas.openxmlformats.org/officeDocument/2006/relationships/image" Target="../media/image9.png"/><Relationship Id="rId9"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9.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4.png"/><Relationship Id="rId18" Type="http://schemas.openxmlformats.org/officeDocument/2006/relationships/image" Target="../media/image79.png"/><Relationship Id="rId26" Type="http://schemas.openxmlformats.org/officeDocument/2006/relationships/image" Target="../media/image87.png"/><Relationship Id="rId39" Type="http://schemas.openxmlformats.org/officeDocument/2006/relationships/image" Target="../media/image100.png"/><Relationship Id="rId21" Type="http://schemas.openxmlformats.org/officeDocument/2006/relationships/image" Target="../media/image82.png"/><Relationship Id="rId34" Type="http://schemas.openxmlformats.org/officeDocument/2006/relationships/image" Target="../media/image95.png"/><Relationship Id="rId42" Type="http://schemas.openxmlformats.org/officeDocument/2006/relationships/image" Target="../media/image103.png"/><Relationship Id="rId7" Type="http://schemas.openxmlformats.org/officeDocument/2006/relationships/image" Target="../media/image68.png"/><Relationship Id="rId2" Type="http://schemas.openxmlformats.org/officeDocument/2006/relationships/notesSlide" Target="../notesSlides/notesSlide5.xml"/><Relationship Id="rId16" Type="http://schemas.openxmlformats.org/officeDocument/2006/relationships/image" Target="../media/image77.png"/><Relationship Id="rId20" Type="http://schemas.openxmlformats.org/officeDocument/2006/relationships/image" Target="../media/image81.png"/><Relationship Id="rId29" Type="http://schemas.openxmlformats.org/officeDocument/2006/relationships/image" Target="../media/image90.png"/><Relationship Id="rId41"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67.png"/><Relationship Id="rId11" Type="http://schemas.openxmlformats.org/officeDocument/2006/relationships/image" Target="../media/image72.png"/><Relationship Id="rId24" Type="http://schemas.openxmlformats.org/officeDocument/2006/relationships/image" Target="../media/image85.png"/><Relationship Id="rId32" Type="http://schemas.openxmlformats.org/officeDocument/2006/relationships/image" Target="../media/image93.png"/><Relationship Id="rId37" Type="http://schemas.openxmlformats.org/officeDocument/2006/relationships/image" Target="../media/image98.png"/><Relationship Id="rId40" Type="http://schemas.openxmlformats.org/officeDocument/2006/relationships/image" Target="../media/image101.png"/><Relationship Id="rId5" Type="http://schemas.openxmlformats.org/officeDocument/2006/relationships/image" Target="../media/image66.png"/><Relationship Id="rId15" Type="http://schemas.openxmlformats.org/officeDocument/2006/relationships/image" Target="../media/image76.png"/><Relationship Id="rId23" Type="http://schemas.openxmlformats.org/officeDocument/2006/relationships/image" Target="../media/image84.png"/><Relationship Id="rId28" Type="http://schemas.openxmlformats.org/officeDocument/2006/relationships/image" Target="../media/image89.png"/><Relationship Id="rId36" Type="http://schemas.openxmlformats.org/officeDocument/2006/relationships/image" Target="../media/image97.png"/><Relationship Id="rId10" Type="http://schemas.openxmlformats.org/officeDocument/2006/relationships/image" Target="../media/image71.png"/><Relationship Id="rId19" Type="http://schemas.openxmlformats.org/officeDocument/2006/relationships/image" Target="../media/image80.png"/><Relationship Id="rId31" Type="http://schemas.openxmlformats.org/officeDocument/2006/relationships/image" Target="../media/image92.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 Id="rId22" Type="http://schemas.openxmlformats.org/officeDocument/2006/relationships/image" Target="../media/image83.png"/><Relationship Id="rId27" Type="http://schemas.openxmlformats.org/officeDocument/2006/relationships/image" Target="../media/image88.png"/><Relationship Id="rId30" Type="http://schemas.openxmlformats.org/officeDocument/2006/relationships/image" Target="../media/image91.png"/><Relationship Id="rId35" Type="http://schemas.openxmlformats.org/officeDocument/2006/relationships/image" Target="../media/image96.png"/><Relationship Id="rId43" Type="http://schemas.openxmlformats.org/officeDocument/2006/relationships/image" Target="../media/image104.png"/><Relationship Id="rId8" Type="http://schemas.openxmlformats.org/officeDocument/2006/relationships/image" Target="../media/image69.png"/><Relationship Id="rId3" Type="http://schemas.openxmlformats.org/officeDocument/2006/relationships/image" Target="../media/image64.png"/><Relationship Id="rId12" Type="http://schemas.openxmlformats.org/officeDocument/2006/relationships/image" Target="../media/image73.png"/><Relationship Id="rId17" Type="http://schemas.openxmlformats.org/officeDocument/2006/relationships/image" Target="../media/image78.png"/><Relationship Id="rId25" Type="http://schemas.openxmlformats.org/officeDocument/2006/relationships/image" Target="../media/image86.png"/><Relationship Id="rId33" Type="http://schemas.openxmlformats.org/officeDocument/2006/relationships/image" Target="../media/image94.png"/><Relationship Id="rId38" Type="http://schemas.openxmlformats.org/officeDocument/2006/relationships/image" Target="../media/image99.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15.png"/><Relationship Id="rId18" Type="http://schemas.openxmlformats.org/officeDocument/2006/relationships/image" Target="../media/image120.png"/><Relationship Id="rId3" Type="http://schemas.openxmlformats.org/officeDocument/2006/relationships/image" Target="../media/image105.png"/><Relationship Id="rId21" Type="http://schemas.openxmlformats.org/officeDocument/2006/relationships/image" Target="../media/image7.png"/><Relationship Id="rId7" Type="http://schemas.openxmlformats.org/officeDocument/2006/relationships/image" Target="../media/image109.png"/><Relationship Id="rId12" Type="http://schemas.openxmlformats.org/officeDocument/2006/relationships/image" Target="../media/image114.png"/><Relationship Id="rId17" Type="http://schemas.openxmlformats.org/officeDocument/2006/relationships/image" Target="../media/image119.png"/><Relationship Id="rId2" Type="http://schemas.openxmlformats.org/officeDocument/2006/relationships/notesSlide" Target="../notesSlides/notesSlide6.xml"/><Relationship Id="rId16" Type="http://schemas.openxmlformats.org/officeDocument/2006/relationships/image" Target="../media/image118.png"/><Relationship Id="rId20"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08.png"/><Relationship Id="rId11" Type="http://schemas.openxmlformats.org/officeDocument/2006/relationships/image" Target="../media/image113.png"/><Relationship Id="rId5" Type="http://schemas.openxmlformats.org/officeDocument/2006/relationships/image" Target="../media/image107.png"/><Relationship Id="rId15" Type="http://schemas.openxmlformats.org/officeDocument/2006/relationships/image" Target="../media/image117.png"/><Relationship Id="rId23" Type="http://schemas.openxmlformats.org/officeDocument/2006/relationships/image" Target="../media/image5.png"/><Relationship Id="rId10" Type="http://schemas.openxmlformats.org/officeDocument/2006/relationships/image" Target="../media/image112.png"/><Relationship Id="rId19" Type="http://schemas.openxmlformats.org/officeDocument/2006/relationships/image" Target="../media/image121.png"/><Relationship Id="rId4" Type="http://schemas.openxmlformats.org/officeDocument/2006/relationships/image" Target="../media/image106.png"/><Relationship Id="rId9" Type="http://schemas.openxmlformats.org/officeDocument/2006/relationships/image" Target="../media/image111.png"/><Relationship Id="rId14" Type="http://schemas.openxmlformats.org/officeDocument/2006/relationships/image" Target="../media/image116.png"/><Relationship Id="rId22"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3" Type="http://schemas.openxmlformats.org/officeDocument/2006/relationships/image" Target="../media/image122.png"/><Relationship Id="rId7" Type="http://schemas.openxmlformats.org/officeDocument/2006/relationships/image" Target="../media/image126.png"/><Relationship Id="rId12" Type="http://schemas.openxmlformats.org/officeDocument/2006/relationships/image" Target="../media/image131.png"/><Relationship Id="rId2" Type="http://schemas.openxmlformats.org/officeDocument/2006/relationships/notesSlide" Target="../notesSlides/notesSlide7.xml"/><Relationship Id="rId16" Type="http://schemas.openxmlformats.org/officeDocument/2006/relationships/image" Target="../media/image135.png"/><Relationship Id="rId1" Type="http://schemas.openxmlformats.org/officeDocument/2006/relationships/slideLayout" Target="../slideLayouts/slideLayout3.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5" Type="http://schemas.openxmlformats.org/officeDocument/2006/relationships/image" Target="../media/image134.png"/><Relationship Id="rId10" Type="http://schemas.openxmlformats.org/officeDocument/2006/relationships/image" Target="../media/image129.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s>
</file>

<file path=ppt/slides/_rels/slide8.xml.rels><?xml version="1.0" encoding="UTF-8" standalone="yes"?>
<Relationships xmlns="http://schemas.openxmlformats.org/package/2006/relationships"><Relationship Id="rId8" Type="http://schemas.openxmlformats.org/officeDocument/2006/relationships/image" Target="../media/image141.png"/><Relationship Id="rId13" Type="http://schemas.openxmlformats.org/officeDocument/2006/relationships/image" Target="../media/image146.png"/><Relationship Id="rId18" Type="http://schemas.openxmlformats.org/officeDocument/2006/relationships/image" Target="../media/image151.png"/><Relationship Id="rId26" Type="http://schemas.openxmlformats.org/officeDocument/2006/relationships/image" Target="../media/image159.png"/><Relationship Id="rId3" Type="http://schemas.openxmlformats.org/officeDocument/2006/relationships/image" Target="../media/image136.png"/><Relationship Id="rId21" Type="http://schemas.openxmlformats.org/officeDocument/2006/relationships/image" Target="../media/image154.png"/><Relationship Id="rId7" Type="http://schemas.openxmlformats.org/officeDocument/2006/relationships/image" Target="../media/image140.png"/><Relationship Id="rId12" Type="http://schemas.openxmlformats.org/officeDocument/2006/relationships/image" Target="../media/image145.png"/><Relationship Id="rId17" Type="http://schemas.openxmlformats.org/officeDocument/2006/relationships/image" Target="../media/image150.png"/><Relationship Id="rId25" Type="http://schemas.openxmlformats.org/officeDocument/2006/relationships/image" Target="../media/image158.png"/><Relationship Id="rId2" Type="http://schemas.openxmlformats.org/officeDocument/2006/relationships/notesSlide" Target="../notesSlides/notesSlide8.xml"/><Relationship Id="rId16" Type="http://schemas.openxmlformats.org/officeDocument/2006/relationships/image" Target="../media/image149.png"/><Relationship Id="rId20" Type="http://schemas.openxmlformats.org/officeDocument/2006/relationships/image" Target="../media/image153.png"/><Relationship Id="rId29" Type="http://schemas.openxmlformats.org/officeDocument/2006/relationships/image" Target="../media/image162.png"/><Relationship Id="rId1" Type="http://schemas.openxmlformats.org/officeDocument/2006/relationships/slideLayout" Target="../slideLayouts/slideLayout3.xml"/><Relationship Id="rId6" Type="http://schemas.openxmlformats.org/officeDocument/2006/relationships/image" Target="../media/image139.png"/><Relationship Id="rId11" Type="http://schemas.openxmlformats.org/officeDocument/2006/relationships/image" Target="../media/image144.png"/><Relationship Id="rId24" Type="http://schemas.openxmlformats.org/officeDocument/2006/relationships/image" Target="../media/image157.png"/><Relationship Id="rId5" Type="http://schemas.openxmlformats.org/officeDocument/2006/relationships/image" Target="../media/image138.png"/><Relationship Id="rId15" Type="http://schemas.openxmlformats.org/officeDocument/2006/relationships/image" Target="../media/image148.png"/><Relationship Id="rId23" Type="http://schemas.openxmlformats.org/officeDocument/2006/relationships/image" Target="../media/image156.png"/><Relationship Id="rId28" Type="http://schemas.openxmlformats.org/officeDocument/2006/relationships/image" Target="../media/image161.png"/><Relationship Id="rId10" Type="http://schemas.openxmlformats.org/officeDocument/2006/relationships/image" Target="../media/image143.png"/><Relationship Id="rId19" Type="http://schemas.openxmlformats.org/officeDocument/2006/relationships/image" Target="../media/image152.png"/><Relationship Id="rId4" Type="http://schemas.openxmlformats.org/officeDocument/2006/relationships/image" Target="../media/image137.png"/><Relationship Id="rId9" Type="http://schemas.openxmlformats.org/officeDocument/2006/relationships/image" Target="../media/image142.png"/><Relationship Id="rId14" Type="http://schemas.openxmlformats.org/officeDocument/2006/relationships/image" Target="../media/image147.png"/><Relationship Id="rId22" Type="http://schemas.openxmlformats.org/officeDocument/2006/relationships/image" Target="../media/image155.png"/><Relationship Id="rId27" Type="http://schemas.openxmlformats.org/officeDocument/2006/relationships/image" Target="../media/image160.png"/><Relationship Id="rId30" Type="http://schemas.openxmlformats.org/officeDocument/2006/relationships/image" Target="../media/image163.png"/></Relationships>
</file>

<file path=ppt/slides/_rels/slide9.xml.rels><?xml version="1.0" encoding="UTF-8" standalone="yes"?>
<Relationships xmlns="http://schemas.openxmlformats.org/package/2006/relationships"><Relationship Id="rId8" Type="http://schemas.openxmlformats.org/officeDocument/2006/relationships/image" Target="../media/image169.png"/><Relationship Id="rId13" Type="http://schemas.openxmlformats.org/officeDocument/2006/relationships/image" Target="../media/image174.png"/><Relationship Id="rId3" Type="http://schemas.openxmlformats.org/officeDocument/2006/relationships/image" Target="../media/image164.png"/><Relationship Id="rId7" Type="http://schemas.openxmlformats.org/officeDocument/2006/relationships/image" Target="../media/image168.png"/><Relationship Id="rId12" Type="http://schemas.openxmlformats.org/officeDocument/2006/relationships/image" Target="../media/image17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7.png"/><Relationship Id="rId11" Type="http://schemas.openxmlformats.org/officeDocument/2006/relationships/image" Target="../media/image172.png"/><Relationship Id="rId5" Type="http://schemas.openxmlformats.org/officeDocument/2006/relationships/image" Target="../media/image166.png"/><Relationship Id="rId15" Type="http://schemas.openxmlformats.org/officeDocument/2006/relationships/image" Target="../media/image176.png"/><Relationship Id="rId10" Type="http://schemas.openxmlformats.org/officeDocument/2006/relationships/image" Target="../media/image171.png"/><Relationship Id="rId4" Type="http://schemas.openxmlformats.org/officeDocument/2006/relationships/image" Target="../media/image165.png"/><Relationship Id="rId9" Type="http://schemas.openxmlformats.org/officeDocument/2006/relationships/image" Target="../media/image170.png"/><Relationship Id="rId14" Type="http://schemas.openxmlformats.org/officeDocument/2006/relationships/image" Target="../media/image175.png"/></Relationships>
</file>

<file path=ppt/slides/_rels/slide10.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7.png"/><Relationship Id="rId3" Type="http://schemas.openxmlformats.org/officeDocument/2006/relationships/image" Target="../media/image177.png"/><Relationship Id="rId7" Type="http://schemas.openxmlformats.org/officeDocument/2006/relationships/image" Target="../media/image181.png"/><Relationship Id="rId12" Type="http://schemas.openxmlformats.org/officeDocument/2006/relationships/image" Target="../media/image186.png"/><Relationship Id="rId17" Type="http://schemas.openxmlformats.org/officeDocument/2006/relationships/image" Target="../media/image191.png"/><Relationship Id="rId2" Type="http://schemas.openxmlformats.org/officeDocument/2006/relationships/notesSlide" Target="../notesSlides/notesSlide10.xml"/><Relationship Id="rId16" Type="http://schemas.openxmlformats.org/officeDocument/2006/relationships/image" Target="../media/image190.png"/><Relationship Id="rId1" Type="http://schemas.openxmlformats.org/officeDocument/2006/relationships/slideLayout" Target="../slideLayouts/slideLayout3.xml"/><Relationship Id="rId6" Type="http://schemas.openxmlformats.org/officeDocument/2006/relationships/image" Target="../media/image180.png"/><Relationship Id="rId11" Type="http://schemas.openxmlformats.org/officeDocument/2006/relationships/image" Target="../media/image185.png"/><Relationship Id="rId5" Type="http://schemas.openxmlformats.org/officeDocument/2006/relationships/image" Target="../media/image179.png"/><Relationship Id="rId15" Type="http://schemas.openxmlformats.org/officeDocument/2006/relationships/image" Target="../media/image189.png"/><Relationship Id="rId10" Type="http://schemas.openxmlformats.org/officeDocument/2006/relationships/image" Target="../media/image184.png"/><Relationship Id="rId4" Type="http://schemas.openxmlformats.org/officeDocument/2006/relationships/image" Target="../media/image178.png"/><Relationship Id="rId9" Type="http://schemas.openxmlformats.org/officeDocument/2006/relationships/image" Target="../media/image183.png"/><Relationship Id="rId14" Type="http://schemas.openxmlformats.org/officeDocument/2006/relationships/image" Target="../media/image188.png"/></Relationships>
</file>

<file path=ppt/slides/_rels/slide11.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18" Type="http://schemas.openxmlformats.org/officeDocument/2006/relationships/image" Target="../media/image207.png"/><Relationship Id="rId3" Type="http://schemas.openxmlformats.org/officeDocument/2006/relationships/image" Target="../media/image192.png"/><Relationship Id="rId21" Type="http://schemas.openxmlformats.org/officeDocument/2006/relationships/image" Target="../media/image210.png"/><Relationship Id="rId7" Type="http://schemas.openxmlformats.org/officeDocument/2006/relationships/image" Target="../media/image196.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notesSlide" Target="../notesSlides/notesSlide11.xml"/><Relationship Id="rId16" Type="http://schemas.openxmlformats.org/officeDocument/2006/relationships/image" Target="../media/image205.png"/><Relationship Id="rId20" Type="http://schemas.openxmlformats.org/officeDocument/2006/relationships/image" Target="../media/image209.png"/><Relationship Id="rId1" Type="http://schemas.openxmlformats.org/officeDocument/2006/relationships/slideLayout" Target="../slideLayouts/slideLayout3.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5" Type="http://schemas.openxmlformats.org/officeDocument/2006/relationships/image" Target="../media/image204.png"/><Relationship Id="rId10" Type="http://schemas.openxmlformats.org/officeDocument/2006/relationships/image" Target="../media/image199.png"/><Relationship Id="rId19" Type="http://schemas.openxmlformats.org/officeDocument/2006/relationships/image" Target="../media/image208.png"/><Relationship Id="rId4" Type="http://schemas.openxmlformats.org/officeDocument/2006/relationships/image" Target="../media/image193.png"/><Relationship Id="rId9" Type="http://schemas.openxmlformats.org/officeDocument/2006/relationships/image" Target="../media/image198.png"/><Relationship Id="rId14" Type="http://schemas.openxmlformats.org/officeDocument/2006/relationships/image" Target="../media/image203.png"/><Relationship Id="rId22" Type="http://schemas.openxmlformats.org/officeDocument/2006/relationships/image" Target="../media/image2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1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13.png"/><Relationship Id="rId7" Type="http://schemas.openxmlformats.org/officeDocument/2006/relationships/image" Target="../media/image217.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6.png"/><Relationship Id="rId5" Type="http://schemas.openxmlformats.org/officeDocument/2006/relationships/image" Target="../media/image215.png"/><Relationship Id="rId4" Type="http://schemas.openxmlformats.org/officeDocument/2006/relationships/image" Target="../media/image214.png"/></Relationships>
</file>

<file path=ppt/slides/_rels/slide15.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24.png"/><Relationship Id="rId5" Type="http://schemas.openxmlformats.org/officeDocument/2006/relationships/image" Target="../media/image223.png"/><Relationship Id="rId4" Type="http://schemas.openxmlformats.org/officeDocument/2006/relationships/image" Target="../media/image222.png"/></Relationships>
</file>

<file path=ppt/slides/_rels/slide17.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211.png"/><Relationship Id="rId13" Type="http://schemas.openxmlformats.org/officeDocument/2006/relationships/image" Target="../media/image195.png"/><Relationship Id="rId18" Type="http://schemas.openxmlformats.org/officeDocument/2006/relationships/image" Target="../media/image207.png"/><Relationship Id="rId3" Type="http://schemas.openxmlformats.org/officeDocument/2006/relationships/image" Target="../media/image206.png"/><Relationship Id="rId21" Type="http://schemas.openxmlformats.org/officeDocument/2006/relationships/image" Target="../media/image192.png"/><Relationship Id="rId7" Type="http://schemas.openxmlformats.org/officeDocument/2006/relationships/image" Target="../media/image204.png"/><Relationship Id="rId12" Type="http://schemas.openxmlformats.org/officeDocument/2006/relationships/image" Target="../media/image209.png"/><Relationship Id="rId17" Type="http://schemas.openxmlformats.org/officeDocument/2006/relationships/image" Target="../media/image200.png"/><Relationship Id="rId2" Type="http://schemas.openxmlformats.org/officeDocument/2006/relationships/notesSlide" Target="../notesSlides/notesSlide21.xml"/><Relationship Id="rId16" Type="http://schemas.openxmlformats.org/officeDocument/2006/relationships/image" Target="../media/image198.png"/><Relationship Id="rId20" Type="http://schemas.openxmlformats.org/officeDocument/2006/relationships/image" Target="../media/image194.png"/><Relationship Id="rId1" Type="http://schemas.openxmlformats.org/officeDocument/2006/relationships/slideLayout" Target="../slideLayouts/slideLayout4.xml"/><Relationship Id="rId6" Type="http://schemas.openxmlformats.org/officeDocument/2006/relationships/image" Target="../media/image199.png"/><Relationship Id="rId11" Type="http://schemas.openxmlformats.org/officeDocument/2006/relationships/image" Target="../media/image202.png"/><Relationship Id="rId5" Type="http://schemas.openxmlformats.org/officeDocument/2006/relationships/image" Target="../media/image205.png"/><Relationship Id="rId15" Type="http://schemas.openxmlformats.org/officeDocument/2006/relationships/image" Target="../media/image208.png"/><Relationship Id="rId23" Type="http://schemas.openxmlformats.org/officeDocument/2006/relationships/image" Target="../media/image226.png"/><Relationship Id="rId10" Type="http://schemas.openxmlformats.org/officeDocument/2006/relationships/image" Target="../media/image210.png"/><Relationship Id="rId19" Type="http://schemas.openxmlformats.org/officeDocument/2006/relationships/image" Target="../media/image197.png"/><Relationship Id="rId4" Type="http://schemas.openxmlformats.org/officeDocument/2006/relationships/image" Target="../media/image196.png"/><Relationship Id="rId9" Type="http://schemas.openxmlformats.org/officeDocument/2006/relationships/image" Target="../media/image203.png"/><Relationship Id="rId14" Type="http://schemas.openxmlformats.org/officeDocument/2006/relationships/image" Target="../media/image201.png"/><Relationship Id="rId22" Type="http://schemas.openxmlformats.org/officeDocument/2006/relationships/image" Target="../media/image193.png"/></Relationships>
</file>

<file path=ppt/slides/_rels/slide22.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Review Sound Family /sh/</a:t>
            </a:r>
            <a:endParaRPr sz="3000"/>
          </a:p>
        </p:txBody>
      </p:sp>
      <p:sp>
        <p:nvSpPr>
          <p:cNvPr id="679" name="Google Shape;679;p1"/>
          <p:cNvSpPr txBox="1">
            <a:spLocks noGrp="1"/>
          </p:cNvSpPr>
          <p:nvPr>
            <p:ph type="subTitle" idx="2"/>
          </p:nvPr>
        </p:nvSpPr>
        <p:spPr>
          <a:xfrm>
            <a:off x="884092" y="37541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45</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1" name="Google Shape;681;p1"/>
          <p:cNvGrpSpPr/>
          <p:nvPr/>
        </p:nvGrpSpPr>
        <p:grpSpPr>
          <a:xfrm>
            <a:off x="4541109" y="4038855"/>
            <a:ext cx="4446302" cy="1792722"/>
            <a:chOff x="4541109" y="4038855"/>
            <a:chExt cx="4446302" cy="1792722"/>
          </a:xfrm>
        </p:grpSpPr>
        <p:sp>
          <p:nvSpPr>
            <p:cNvPr id="682" name="Google Shape;682;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6" name="Google Shape;686;p1" title="JL686-122F.png"/>
            <p:cNvPicPr preferRelativeResize="0"/>
            <p:nvPr/>
          </p:nvPicPr>
          <p:blipFill rotWithShape="1">
            <a:blip r:embed="rId3">
              <a:alphaModFix/>
            </a:blip>
            <a:srcRect l="19" r="19"/>
            <a:stretch/>
          </p:blipFill>
          <p:spPr>
            <a:xfrm rot="682278">
              <a:off x="7793578" y="4238548"/>
              <a:ext cx="1056753" cy="1495713"/>
            </a:xfrm>
            <a:prstGeom prst="rect">
              <a:avLst/>
            </a:prstGeom>
            <a:noFill/>
            <a:ln>
              <a:noFill/>
            </a:ln>
            <a:effectLst>
              <a:outerShdw blurRad="71438" dist="38100" dir="5220000" algn="bl" rotWithShape="0">
                <a:srgbClr val="000000">
                  <a:alpha val="20000"/>
                </a:srgbClr>
              </a:outerShdw>
            </a:effectLst>
          </p:spPr>
        </p:pic>
        <p:pic>
          <p:nvPicPr>
            <p:cNvPr id="687" name="Google Shape;687;p1" title="JL686-121F.png"/>
            <p:cNvPicPr preferRelativeResize="0"/>
            <p:nvPr/>
          </p:nvPicPr>
          <p:blipFill rotWithShape="1">
            <a:blip r:embed="rId4">
              <a:alphaModFix/>
            </a:blip>
            <a:srcRect l="19" r="19"/>
            <a:stretch/>
          </p:blipFill>
          <p:spPr>
            <a:xfrm rot="372225">
              <a:off x="7125398" y="4102789"/>
              <a:ext cx="1056754" cy="1495711"/>
            </a:xfrm>
            <a:prstGeom prst="rect">
              <a:avLst/>
            </a:prstGeom>
            <a:noFill/>
            <a:ln>
              <a:noFill/>
            </a:ln>
            <a:effectLst>
              <a:outerShdw blurRad="71438" dist="38100" dir="5220000" algn="bl" rotWithShape="0">
                <a:srgbClr val="000000">
                  <a:alpha val="20000"/>
                </a:srgbClr>
              </a:outerShdw>
            </a:effectLst>
          </p:spPr>
        </p:pic>
        <p:pic>
          <p:nvPicPr>
            <p:cNvPr id="688" name="Google Shape;688;p1" title="JL686-120F.png"/>
            <p:cNvPicPr preferRelativeResize="0"/>
            <p:nvPr/>
          </p:nvPicPr>
          <p:blipFill rotWithShape="1">
            <a:blip r:embed="rId5">
              <a:alphaModFix/>
            </a:blip>
            <a:srcRect l="79" r="79"/>
            <a:stretch/>
          </p:blipFill>
          <p:spPr>
            <a:xfrm rot="-5">
              <a:off x="6254244" y="4038856"/>
              <a:ext cx="1056753" cy="1495713"/>
            </a:xfrm>
            <a:prstGeom prst="rect">
              <a:avLst/>
            </a:prstGeom>
            <a:noFill/>
            <a:ln>
              <a:noFill/>
            </a:ln>
            <a:effectLst>
              <a:outerShdw blurRad="71438" dist="38100" dir="5220000" algn="bl" rotWithShape="0">
                <a:srgbClr val="000000">
                  <a:alpha val="20000"/>
                </a:srgbClr>
              </a:outerShdw>
            </a:effectLst>
          </p:spPr>
        </p:pic>
        <p:pic>
          <p:nvPicPr>
            <p:cNvPr id="689" name="Google Shape;689;p1" title="JL686-119F.png"/>
            <p:cNvPicPr preferRelativeResize="0"/>
            <p:nvPr/>
          </p:nvPicPr>
          <p:blipFill rotWithShape="1">
            <a:blip r:embed="rId6">
              <a:alphaModFix/>
            </a:blip>
            <a:srcRect b="10"/>
            <a:stretch/>
          </p:blipFill>
          <p:spPr>
            <a:xfrm rot="-158090">
              <a:off x="5374539" y="4093626"/>
              <a:ext cx="1056754" cy="1495714"/>
            </a:xfrm>
            <a:prstGeom prst="rect">
              <a:avLst/>
            </a:prstGeom>
            <a:noFill/>
            <a:ln>
              <a:noFill/>
            </a:ln>
            <a:effectLst>
              <a:outerShdw blurRad="71438" dist="38100" dir="5220000" algn="bl" rotWithShape="0">
                <a:srgbClr val="000000">
                  <a:alpha val="20000"/>
                </a:srgbClr>
              </a:outerShdw>
            </a:effectLst>
          </p:spPr>
        </p:pic>
        <p:pic>
          <p:nvPicPr>
            <p:cNvPr id="690" name="Google Shape;690;p1" title="JL686-59F.png"/>
            <p:cNvPicPr preferRelativeResize="0"/>
            <p:nvPr/>
          </p:nvPicPr>
          <p:blipFill rotWithShape="1">
            <a:blip r:embed="rId7">
              <a:alphaModFix/>
            </a:blip>
            <a:srcRect l="79" r="79"/>
            <a:stretch/>
          </p:blipFill>
          <p:spPr>
            <a:xfrm rot="-622221">
              <a:off x="4667100" y="4252966"/>
              <a:ext cx="1056753" cy="1495714"/>
            </a:xfrm>
            <a:prstGeom prst="rect">
              <a:avLst/>
            </a:prstGeom>
            <a:noFill/>
            <a:ln>
              <a:noFill/>
            </a:ln>
            <a:effectLst>
              <a:outerShdw blurRad="71438" dist="38100" dir="5220000" algn="bl" rotWithShape="0">
                <a:srgbClr val="000000">
                  <a:alpha val="20000"/>
                </a:srgbClr>
              </a:outerShdw>
            </a:effectLst>
          </p:spPr>
        </p:pic>
      </p:grpSp>
      <p:graphicFrame>
        <p:nvGraphicFramePr>
          <p:cNvPr id="691" name="Google Shape;691;p1"/>
          <p:cNvGraphicFramePr/>
          <p:nvPr/>
        </p:nvGraphicFramePr>
        <p:xfrm>
          <a:off x="4844200" y="1646527"/>
          <a:ext cx="3784875" cy="2032200"/>
        </p:xfrm>
        <a:graphic>
          <a:graphicData uri="http://schemas.openxmlformats.org/drawingml/2006/table">
            <a:tbl>
              <a:tblPr firstRow="1" bandRow="1">
                <a:noFill/>
                <a:tableStyleId>{AB3D6510-BACF-47AD-8436-3BBA383CF064}</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pic>
        <p:nvPicPr>
          <p:cNvPr id="697" name="Google Shape;697;g2bee4f4af4b_0_204" title="JL693-35F.png"/>
          <p:cNvPicPr preferRelativeResize="0"/>
          <p:nvPr/>
        </p:nvPicPr>
        <p:blipFill rotWithShape="1">
          <a:blip r:embed="rId3">
            <a:alphaModFix/>
          </a:blip>
          <a:srcRect/>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/sh/</a:t>
            </a:r>
            <a:r>
              <a:rPr lang="en-US"/>
              <a:t> sound family spelling patterns, including homophones and Common Exception Words.</a:t>
            </a:r>
            <a:endParaRPr/>
          </a:p>
        </p:txBody>
      </p:sp>
      <p:sp>
        <p:nvSpPr>
          <p:cNvPr id="699" name="Google Shape;699;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0" name="Google Shape;700;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title="JL686-59F.png"/>
          <p:cNvPicPr preferRelativeResize="0"/>
          <p:nvPr/>
        </p:nvPicPr>
        <p:blipFill rotWithShape="1">
          <a:blip r:embed="rId4">
            <a:alphaModFix/>
          </a:blip>
          <a:srcRect l="79" r="79"/>
          <a:stretch/>
        </p:blipFill>
        <p:spPr>
          <a:xfrm>
            <a:off x="2319758"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title="JL689-135F.png"/>
          <p:cNvPicPr preferRelativeResize="0"/>
          <p:nvPr/>
        </p:nvPicPr>
        <p:blipFill rotWithShape="1">
          <a:blip r:embed="rId5">
            <a:alphaModFix/>
          </a:blip>
          <a:srcRect/>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title="JL692-136F.png"/>
          <p:cNvPicPr preferRelativeResize="0"/>
          <p:nvPr/>
        </p:nvPicPr>
        <p:blipFill rotWithShape="1">
          <a:blip r:embed="rId6">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sp>
        <p:nvSpPr>
          <p:cNvPr id="711" name="Google Shape;711;g2bee4f4af4b_0_204">
            <a:hlinkClick r:id="rId7" action="ppaction://hlinksldjump"/>
          </p:cNvPr>
          <p:cNvSpPr/>
          <p:nvPr/>
        </p:nvSpPr>
        <p:spPr>
          <a:xfrm>
            <a:off x="2145558"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2" name="Google Shape;712;g2bee4f4af4b_0_204">
            <a:hlinkClick r:id="rId8" action="ppaction://hlinksldjump"/>
          </p:cNvPr>
          <p:cNvSpPr/>
          <p:nvPr/>
        </p:nvSpPr>
        <p:spPr>
          <a:xfrm>
            <a:off x="3220486" y="3793967"/>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9" action="ppaction://hlinksldjump"/>
          </p:cNvPr>
          <p:cNvSpPr/>
          <p:nvPr/>
        </p:nvSpPr>
        <p:spPr>
          <a:xfrm>
            <a:off x="4483936" y="381742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10" action="ppaction://hlinksldjump"/>
          </p:cNvPr>
          <p:cNvSpPr/>
          <p:nvPr/>
        </p:nvSpPr>
        <p:spPr>
          <a:xfrm>
            <a:off x="988181" y="372834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g341028903d9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1" name="Google Shape;721;g341028903d9_0_3"/>
          <p:cNvGrpSpPr/>
          <p:nvPr/>
        </p:nvGrpSpPr>
        <p:grpSpPr>
          <a:xfrm>
            <a:off x="930400" y="2053244"/>
            <a:ext cx="7283200" cy="3724851"/>
            <a:chOff x="930400" y="2129444"/>
            <a:chExt cx="7283200" cy="3724851"/>
          </a:xfrm>
        </p:grpSpPr>
        <p:pic>
          <p:nvPicPr>
            <p:cNvPr id="722" name="Google Shape;722;g341028903d9_0_3"/>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341028903d9_0_3"/>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341028903d9_0_3"/>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341028903d9_0_3"/>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341028903d9_0_3"/>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341028903d9_0_3"/>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341028903d9_0_3"/>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341028903d9_0_3"/>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341028903d9_0_3"/>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341028903d9_0_3"/>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41028903d9_0_3"/>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41028903d9_0_3"/>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41028903d9_0_3"/>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41028903d9_0_3"/>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41028903d9_0_3"/>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41028903d9_0_3"/>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41028903d9_0_3"/>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41028903d9_0_3"/>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41028903d9_0_3"/>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41028903d9_0_3"/>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41028903d9_0_3"/>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41028903d9_0_3"/>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41028903d9_0_3"/>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341028903d9_0_3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341028903d9_0_32"/>
          <p:cNvGrpSpPr/>
          <p:nvPr/>
        </p:nvGrpSpPr>
        <p:grpSpPr>
          <a:xfrm>
            <a:off x="930400" y="2053250"/>
            <a:ext cx="7283201" cy="2971674"/>
            <a:chOff x="930400" y="2129450"/>
            <a:chExt cx="7283201" cy="2971674"/>
          </a:xfrm>
        </p:grpSpPr>
        <p:pic>
          <p:nvPicPr>
            <p:cNvPr id="752" name="Google Shape;752;g341028903d9_0_32"/>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53" name="Google Shape;753;g341028903d9_0_32"/>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4" name="Google Shape;754;g341028903d9_0_32"/>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341028903d9_0_32"/>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6" name="Google Shape;756;g341028903d9_0_32"/>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7" name="Google Shape;757;g341028903d9_0_32"/>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8" name="Google Shape;758;g341028903d9_0_32"/>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341028903d9_0_32"/>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0" name="Google Shape;760;g341028903d9_0_32"/>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1" name="Google Shape;761;g341028903d9_0_32"/>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62" name="Google Shape;762;g341028903d9_0_32"/>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63" name="Google Shape;763;g341028903d9_0_32"/>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41028903d9_0_32"/>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5" name="Google Shape;765;g341028903d9_0_32"/>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66" name="Google Shape;766;g341028903d9_0_32"/>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67" name="Google Shape;767;g341028903d9_0_32"/>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41028903d9_0_32"/>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341028903d9_0_32"/>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341028903d9_0_32"/>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341028903d9_0_32"/>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341028903d9_0_32"/>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73" name="Google Shape;773;g341028903d9_0_32"/>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341028903d9_0_32"/>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341028903d9_0_32"/>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341028903d9_0_32"/>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341028903d9_0_32"/>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41028903d9_0_32"/>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341028903d9_0_32"/>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341028903d9_0_32"/>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g341028903d9_0_6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7" name="Google Shape;787;g341028903d9_0_67"/>
          <p:cNvGrpSpPr/>
          <p:nvPr/>
        </p:nvGrpSpPr>
        <p:grpSpPr>
          <a:xfrm>
            <a:off x="930400" y="2053250"/>
            <a:ext cx="7283201" cy="2971674"/>
            <a:chOff x="930400" y="2053250"/>
            <a:chExt cx="7283201" cy="2971674"/>
          </a:xfrm>
        </p:grpSpPr>
        <p:pic>
          <p:nvPicPr>
            <p:cNvPr id="788" name="Google Shape;788;g341028903d9_0_6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89" name="Google Shape;789;g341028903d9_0_6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341028903d9_0_6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341028903d9_0_6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341028903d9_0_6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93" name="Google Shape;793;g341028903d9_0_6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94" name="Google Shape;794;g341028903d9_0_6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95" name="Google Shape;795;g341028903d9_0_6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96" name="Google Shape;796;g341028903d9_0_6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7" name="Google Shape;797;g341028903d9_0_6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98" name="Google Shape;798;g341028903d9_0_6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99" name="Google Shape;799;g341028903d9_0_6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0" name="Google Shape;800;g341028903d9_0_6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1" name="Google Shape;801;g341028903d9_0_6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2" name="Google Shape;802;g341028903d9_0_6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41028903d9_0_6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41028903d9_0_6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05" name="Google Shape;805;g341028903d9_0_6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06" name="Google Shape;806;g341028903d9_0_6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41028903d9_0_6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08" name="Google Shape;808;g341028903d9_0_6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09" name="Google Shape;809;g341028903d9_0_6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0" name="Google Shape;810;g341028903d9_0_6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41028903d9_0_6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341028903d9_0_6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13" name="Google Shape;813;g341028903d9_0_6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41028903d9_0_6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15" name="Google Shape;815;g341028903d9_0_6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16" name="Google Shape;816;g341028903d9_0_6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17" name="Google Shape;817;g341028903d9_0_6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8" name="Google Shape;818;g341028903d9_0_6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9" name="Google Shape;819;g341028903d9_0_6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0" name="Google Shape;820;g341028903d9_0_6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41028903d9_0_6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22" name="Google Shape;822;g341028903d9_0_6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23" name="Google Shape;823;g341028903d9_0_6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4" name="Google Shape;824;g341028903d9_0_6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341028903d9_0_6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41028903d9_0_6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341028903d9_0_6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28" name="Google Shape;828;g341028903d9_0_6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341028903d9_0_114"/>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835" name="Google Shape;835;g341028903d9_0_114"/>
          <p:cNvGrpSpPr/>
          <p:nvPr/>
        </p:nvGrpSpPr>
        <p:grpSpPr>
          <a:xfrm>
            <a:off x="930400" y="2053250"/>
            <a:ext cx="7218375" cy="1755425"/>
            <a:chOff x="930400" y="2053250"/>
            <a:chExt cx="7218375" cy="1755425"/>
          </a:xfrm>
        </p:grpSpPr>
        <p:pic>
          <p:nvPicPr>
            <p:cNvPr id="836" name="Google Shape;836;g341028903d9_0_114"/>
            <p:cNvPicPr preferRelativeResize="0"/>
            <p:nvPr/>
          </p:nvPicPr>
          <p:blipFill rotWithShape="1">
            <a:blip r:embed="rId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37" name="Google Shape;837;g341028903d9_0_114"/>
            <p:cNvPicPr preferRelativeResize="0"/>
            <p:nvPr/>
          </p:nvPicPr>
          <p:blipFill rotWithShape="1">
            <a:blip r:embed="rId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38" name="Google Shape;838;g341028903d9_0_114"/>
            <p:cNvPicPr preferRelativeResize="0"/>
            <p:nvPr/>
          </p:nvPicPr>
          <p:blipFill rotWithShape="1">
            <a:blip r:embed="rId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39" name="Google Shape;839;g341028903d9_0_114"/>
            <p:cNvPicPr preferRelativeResize="0"/>
            <p:nvPr/>
          </p:nvPicPr>
          <p:blipFill rotWithShape="1">
            <a:blip r:embed="rId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40" name="Google Shape;840;g341028903d9_0_114"/>
            <p:cNvPicPr preferRelativeResize="0"/>
            <p:nvPr/>
          </p:nvPicPr>
          <p:blipFill rotWithShape="1">
            <a:blip r:embed="rId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41" name="Google Shape;841;g341028903d9_0_114"/>
            <p:cNvPicPr preferRelativeResize="0"/>
            <p:nvPr/>
          </p:nvPicPr>
          <p:blipFill rotWithShape="1">
            <a:blip r:embed="rId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42" name="Google Shape;842;g341028903d9_0_114"/>
            <p:cNvPicPr preferRelativeResize="0"/>
            <p:nvPr/>
          </p:nvPicPr>
          <p:blipFill rotWithShape="1">
            <a:blip r:embed="rId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43" name="Google Shape;843;g341028903d9_0_114"/>
            <p:cNvPicPr preferRelativeResize="0"/>
            <p:nvPr/>
          </p:nvPicPr>
          <p:blipFill rotWithShape="1">
            <a:blip r:embed="rId1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44" name="Google Shape;844;g341028903d9_0_114"/>
            <p:cNvPicPr preferRelativeResize="0"/>
            <p:nvPr/>
          </p:nvPicPr>
          <p:blipFill rotWithShape="1">
            <a:blip r:embed="rId1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45" name="Google Shape;845;g341028903d9_0_114"/>
            <p:cNvPicPr preferRelativeResize="0"/>
            <p:nvPr/>
          </p:nvPicPr>
          <p:blipFill rotWithShape="1">
            <a:blip r:embed="rId1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46" name="Google Shape;846;g341028903d9_0_114"/>
            <p:cNvPicPr preferRelativeResize="0"/>
            <p:nvPr/>
          </p:nvPicPr>
          <p:blipFill rotWithShape="1">
            <a:blip r:embed="rId1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47" name="Google Shape;847;g341028903d9_0_114"/>
            <p:cNvPicPr preferRelativeResize="0"/>
            <p:nvPr/>
          </p:nvPicPr>
          <p:blipFill rotWithShape="1">
            <a:blip r:embed="rId1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48" name="Google Shape;848;g341028903d9_0_114"/>
            <p:cNvPicPr preferRelativeResize="0"/>
            <p:nvPr/>
          </p:nvPicPr>
          <p:blipFill rotWithShape="1">
            <a:blip r:embed="rId1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49" name="Google Shape;849;g341028903d9_0_114"/>
            <p:cNvPicPr preferRelativeResize="0"/>
            <p:nvPr/>
          </p:nvPicPr>
          <p:blipFill rotWithShape="1">
            <a:blip r:embed="rId1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50" name="Google Shape;850;g341028903d9_0_114"/>
            <p:cNvPicPr preferRelativeResize="0"/>
            <p:nvPr/>
          </p:nvPicPr>
          <p:blipFill rotWithShape="1">
            <a:blip r:embed="rId1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51" name="Google Shape;851;g341028903d9_0_114"/>
            <p:cNvPicPr preferRelativeResize="0"/>
            <p:nvPr/>
          </p:nvPicPr>
          <p:blipFill rotWithShape="1">
            <a:blip r:embed="rId1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52" name="Google Shape;852;g341028903d9_0_114"/>
            <p:cNvPicPr preferRelativeResize="0"/>
            <p:nvPr/>
          </p:nvPicPr>
          <p:blipFill rotWithShape="1">
            <a:blip r:embed="rId1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pic>
          <p:nvPicPr>
            <p:cNvPr id="853" name="Google Shape;853;g341028903d9_0_114" title="JL686-119F.png"/>
            <p:cNvPicPr preferRelativeResize="0"/>
            <p:nvPr/>
          </p:nvPicPr>
          <p:blipFill rotWithShape="1">
            <a:blip r:embed="rId20">
              <a:alphaModFix/>
            </a:blip>
            <a:srcRect/>
            <a:stretch/>
          </p:blipFill>
          <p:spPr>
            <a:xfrm>
              <a:off x="4907039" y="2972629"/>
              <a:ext cx="590656" cy="836045"/>
            </a:xfrm>
            <a:prstGeom prst="rect">
              <a:avLst/>
            </a:prstGeom>
            <a:noFill/>
            <a:ln>
              <a:noFill/>
            </a:ln>
            <a:effectLst>
              <a:outerShdw blurRad="71438" dist="28575" dir="5400000" algn="bl" rotWithShape="0">
                <a:srgbClr val="000000">
                  <a:alpha val="14900"/>
                </a:srgbClr>
              </a:outerShdw>
            </a:effectLst>
          </p:spPr>
        </p:pic>
        <p:pic>
          <p:nvPicPr>
            <p:cNvPr id="854" name="Google Shape;854;g341028903d9_0_114" title="JL686-120F.png"/>
            <p:cNvPicPr preferRelativeResize="0"/>
            <p:nvPr/>
          </p:nvPicPr>
          <p:blipFill rotWithShape="1">
            <a:blip r:embed="rId21">
              <a:alphaModFix/>
            </a:blip>
            <a:srcRect l="79" r="79"/>
            <a:stretch/>
          </p:blipFill>
          <p:spPr>
            <a:xfrm>
              <a:off x="5569814" y="2972629"/>
              <a:ext cx="590656" cy="836045"/>
            </a:xfrm>
            <a:prstGeom prst="rect">
              <a:avLst/>
            </a:prstGeom>
            <a:noFill/>
            <a:ln>
              <a:noFill/>
            </a:ln>
            <a:effectLst>
              <a:outerShdw blurRad="71438" dist="28575" dir="5400000" algn="bl" rotWithShape="0">
                <a:srgbClr val="000000">
                  <a:alpha val="14900"/>
                </a:srgbClr>
              </a:outerShdw>
            </a:effectLst>
          </p:spPr>
        </p:pic>
        <p:pic>
          <p:nvPicPr>
            <p:cNvPr id="855" name="Google Shape;855;g341028903d9_0_114" title="JL686-121F.png"/>
            <p:cNvPicPr preferRelativeResize="0"/>
            <p:nvPr/>
          </p:nvPicPr>
          <p:blipFill rotWithShape="1">
            <a:blip r:embed="rId22">
              <a:alphaModFix/>
            </a:blip>
            <a:srcRect l="19" r="29"/>
            <a:stretch/>
          </p:blipFill>
          <p:spPr>
            <a:xfrm>
              <a:off x="6232589" y="2972629"/>
              <a:ext cx="590656" cy="836046"/>
            </a:xfrm>
            <a:prstGeom prst="rect">
              <a:avLst/>
            </a:prstGeom>
            <a:noFill/>
            <a:ln>
              <a:noFill/>
            </a:ln>
            <a:effectLst>
              <a:outerShdw blurRad="71438" dist="28575" dir="5400000" algn="bl" rotWithShape="0">
                <a:srgbClr val="000000">
                  <a:alpha val="14900"/>
                </a:srgbClr>
              </a:outerShdw>
            </a:effectLst>
          </p:spPr>
        </p:pic>
        <p:pic>
          <p:nvPicPr>
            <p:cNvPr id="856" name="Google Shape;856;g341028903d9_0_114" title="JL686-122F.png"/>
            <p:cNvPicPr preferRelativeResize="0"/>
            <p:nvPr/>
          </p:nvPicPr>
          <p:blipFill rotWithShape="1">
            <a:blip r:embed="rId23">
              <a:alphaModFix/>
            </a:blip>
            <a:srcRect l="19" r="29"/>
            <a:stretch/>
          </p:blipFill>
          <p:spPr>
            <a:xfrm>
              <a:off x="6895364" y="2972629"/>
              <a:ext cx="590656" cy="836046"/>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341028903d9_0_13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63" name="Google Shape;863;g341028903d9_0_136"/>
          <p:cNvGrpSpPr/>
          <p:nvPr/>
        </p:nvGrpSpPr>
        <p:grpSpPr>
          <a:xfrm>
            <a:off x="930596" y="2135925"/>
            <a:ext cx="7282807" cy="2686611"/>
            <a:chOff x="867357" y="2129450"/>
            <a:chExt cx="7282807" cy="2686611"/>
          </a:xfrm>
        </p:grpSpPr>
        <p:pic>
          <p:nvPicPr>
            <p:cNvPr id="864" name="Google Shape;864;g341028903d9_0_136"/>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5" name="Google Shape;865;g341028903d9_0_136"/>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341028903d9_0_136"/>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7" name="Google Shape;867;g341028903d9_0_136"/>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8" name="Google Shape;868;g341028903d9_0_136"/>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9" name="Google Shape;869;g341028903d9_0_136"/>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0" name="Google Shape;870;g341028903d9_0_136"/>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1" name="Google Shape;871;g341028903d9_0_136"/>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72" name="Google Shape;872;g341028903d9_0_136"/>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3" name="Google Shape;873;g341028903d9_0_136"/>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4" name="Google Shape;874;g341028903d9_0_136"/>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5" name="Google Shape;875;g341028903d9_0_136"/>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6" name="Google Shape;876;g341028903d9_0_136"/>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7" name="Google Shape;877;g341028903d9_0_136"/>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341028903d9_0_15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84" name="Google Shape;884;g341028903d9_0_156"/>
          <p:cNvGrpSpPr/>
          <p:nvPr/>
        </p:nvGrpSpPr>
        <p:grpSpPr>
          <a:xfrm>
            <a:off x="931093" y="2119959"/>
            <a:ext cx="7281864" cy="2684601"/>
            <a:chOff x="868300" y="2129450"/>
            <a:chExt cx="7281864" cy="2684601"/>
          </a:xfrm>
        </p:grpSpPr>
        <p:pic>
          <p:nvPicPr>
            <p:cNvPr id="885" name="Google Shape;885;g341028903d9_0_15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6" name="Google Shape;886;g341028903d9_0_15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7" name="Google Shape;887;g341028903d9_0_15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8" name="Google Shape;888;g341028903d9_0_15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9" name="Google Shape;889;g341028903d9_0_15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90" name="Google Shape;890;g341028903d9_0_15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1" name="Google Shape;891;g341028903d9_0_15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341028903d9_0_15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93" name="Google Shape;893;g341028903d9_0_15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4" name="Google Shape;894;g341028903d9_0_15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5" name="Google Shape;895;g341028903d9_0_15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6" name="Google Shape;896;g341028903d9_0_15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7" name="Google Shape;897;g341028903d9_0_15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8" name="Google Shape;898;g341028903d9_0_15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9" name="Google Shape;899;g341028903d9_0_15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0" name="Google Shape;900;g341028903d9_0_15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1" name="Google Shape;901;g341028903d9_0_15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2" name="Google Shape;902;g341028903d9_0_15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341028903d9_0_15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4" name="Google Shape;904;g341028903d9_0_15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5" name="Google Shape;905;g341028903d9_0_15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6" name="Google Shape;906;g341028903d9_0_15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7" name="Google Shape;907;g341028903d9_0_15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8" name="Google Shape;908;g341028903d9_0_15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9" name="Google Shape;909;g341028903d9_0_15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0" name="Google Shape;910;g341028903d9_0_15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1" name="Google Shape;911;g341028903d9_0_15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2" name="Google Shape;912;g341028903d9_0_15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g341028903d9_0_19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19" name="Google Shape;919;g341028903d9_0_190"/>
          <p:cNvGrpSpPr/>
          <p:nvPr/>
        </p:nvGrpSpPr>
        <p:grpSpPr>
          <a:xfrm>
            <a:off x="931068" y="2129450"/>
            <a:ext cx="7281864" cy="2684601"/>
            <a:chOff x="868300" y="2053250"/>
            <a:chExt cx="7281864" cy="2684601"/>
          </a:xfrm>
        </p:grpSpPr>
        <p:pic>
          <p:nvPicPr>
            <p:cNvPr id="920" name="Google Shape;920;g341028903d9_0_190"/>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21" name="Google Shape;921;g341028903d9_0_190"/>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22" name="Google Shape;922;g341028903d9_0_190"/>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23" name="Google Shape;923;g341028903d9_0_190"/>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24" name="Google Shape;924;g341028903d9_0_190"/>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25" name="Google Shape;925;g341028903d9_0_190"/>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26" name="Google Shape;926;g341028903d9_0_190"/>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27" name="Google Shape;927;g341028903d9_0_190"/>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28" name="Google Shape;928;g341028903d9_0_190"/>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29" name="Google Shape;929;g341028903d9_0_190"/>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30" name="Google Shape;930;g341028903d9_0_190"/>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31" name="Google Shape;931;g341028903d9_0_190"/>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32" name="Google Shape;932;g341028903d9_0_190"/>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g341028903d9_0_2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39" name="Google Shape;939;g341028903d9_0_209"/>
          <p:cNvGrpSpPr/>
          <p:nvPr/>
        </p:nvGrpSpPr>
        <p:grpSpPr>
          <a:xfrm>
            <a:off x="931068" y="2148475"/>
            <a:ext cx="7281864" cy="2688001"/>
            <a:chOff x="868300" y="2129450"/>
            <a:chExt cx="7281864" cy="2688001"/>
          </a:xfrm>
        </p:grpSpPr>
        <p:pic>
          <p:nvPicPr>
            <p:cNvPr id="940" name="Google Shape;940;g341028903d9_0_209"/>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41" name="Google Shape;941;g341028903d9_0_209"/>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42" name="Google Shape;942;g341028903d9_0_209"/>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43" name="Google Shape;943;g341028903d9_0_209"/>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44" name="Google Shape;944;g341028903d9_0_209"/>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45" name="Google Shape;945;g341028903d9_0_209"/>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46" name="Google Shape;946;g341028903d9_0_209"/>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47" name="Google Shape;947;g341028903d9_0_209"/>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48" name="Google Shape;948;g341028903d9_0_209"/>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49" name="Google Shape;949;g341028903d9_0_209"/>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50" name="Google Shape;950;g341028903d9_0_209"/>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51" name="Google Shape;951;g341028903d9_0_209"/>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52" name="Google Shape;952;g341028903d9_0_209"/>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53" name="Google Shape;953;g341028903d9_0_209"/>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54" name="Google Shape;954;g341028903d9_0_209"/>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341028903d9_0_230"/>
          <p:cNvSpPr txBox="1">
            <a:spLocks noGrp="1"/>
          </p:cNvSpPr>
          <p:nvPr>
            <p:ph type="title"/>
          </p:nvPr>
        </p:nvSpPr>
        <p:spPr>
          <a:xfrm>
            <a:off x="752575" y="582900"/>
            <a:ext cx="76389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r>
              <a:rPr lang="en-US" sz="2000">
                <a:solidFill>
                  <a:srgbClr val="2356AF"/>
                </a:solidFill>
              </a:rPr>
              <a:t>people wild child mind kind behind eye oh most only both though through who prove shoe beautiful climb Christmas school</a:t>
            </a:r>
            <a:r>
              <a:rPr lang="en-US" sz="2000"/>
              <a:t>.</a:t>
            </a:r>
            <a:endParaRPr sz="2000"/>
          </a:p>
        </p:txBody>
      </p:sp>
      <p:pic>
        <p:nvPicPr>
          <p:cNvPr id="961" name="Google Shape;961;g341028903d9_0_230"/>
          <p:cNvPicPr preferRelativeResize="0"/>
          <p:nvPr/>
        </p:nvPicPr>
        <p:blipFill rotWithShape="1">
          <a:blip r:embed="rId3">
            <a:alphaModFix/>
          </a:blip>
          <a:srcRect l="59" r="59"/>
          <a:stretch/>
        </p:blipFill>
        <p:spPr>
          <a:xfrm>
            <a:off x="931761" y="4928725"/>
            <a:ext cx="1146813" cy="819547"/>
          </a:xfrm>
          <a:prstGeom prst="rect">
            <a:avLst/>
          </a:prstGeom>
          <a:noFill/>
          <a:ln>
            <a:noFill/>
          </a:ln>
          <a:effectLst>
            <a:outerShdw blurRad="71438" dist="19050" dir="5400000" algn="bl" rotWithShape="0">
              <a:srgbClr val="000000">
                <a:alpha val="17250"/>
              </a:srgbClr>
            </a:outerShdw>
          </a:effectLst>
        </p:spPr>
      </p:pic>
      <p:pic>
        <p:nvPicPr>
          <p:cNvPr id="962" name="Google Shape;962;g341028903d9_0_230"/>
          <p:cNvPicPr preferRelativeResize="0"/>
          <p:nvPr/>
        </p:nvPicPr>
        <p:blipFill rotWithShape="1">
          <a:blip r:embed="rId4">
            <a:alphaModFix/>
          </a:blip>
          <a:srcRect l="159" r="159"/>
          <a:stretch/>
        </p:blipFill>
        <p:spPr>
          <a:xfrm>
            <a:off x="2157987" y="4928725"/>
            <a:ext cx="1147320" cy="822955"/>
          </a:xfrm>
          <a:prstGeom prst="rect">
            <a:avLst/>
          </a:prstGeom>
          <a:noFill/>
          <a:ln>
            <a:noFill/>
          </a:ln>
          <a:effectLst>
            <a:outerShdw blurRad="71438" dist="19050" dir="5400000" algn="bl" rotWithShape="0">
              <a:srgbClr val="000000">
                <a:alpha val="17250"/>
              </a:srgbClr>
            </a:outerShdw>
          </a:effectLst>
        </p:spPr>
      </p:pic>
      <p:pic>
        <p:nvPicPr>
          <p:cNvPr id="963" name="Google Shape;963;g341028903d9_0_230"/>
          <p:cNvPicPr preferRelativeResize="0"/>
          <p:nvPr/>
        </p:nvPicPr>
        <p:blipFill rotWithShape="1">
          <a:blip r:embed="rId5">
            <a:alphaModFix/>
          </a:blip>
          <a:srcRect l="159" r="159"/>
          <a:stretch/>
        </p:blipFill>
        <p:spPr>
          <a:xfrm>
            <a:off x="7064918" y="3994500"/>
            <a:ext cx="1147320" cy="821565"/>
          </a:xfrm>
          <a:prstGeom prst="rect">
            <a:avLst/>
          </a:prstGeom>
          <a:noFill/>
          <a:ln>
            <a:noFill/>
          </a:ln>
          <a:effectLst>
            <a:outerShdw blurRad="71438" dist="19050" dir="5400000" algn="bl" rotWithShape="0">
              <a:srgbClr val="000000">
                <a:alpha val="17650"/>
              </a:srgbClr>
            </a:outerShdw>
          </a:effectLst>
        </p:spPr>
      </p:pic>
      <p:pic>
        <p:nvPicPr>
          <p:cNvPr id="964" name="Google Shape;964;g341028903d9_0_230"/>
          <p:cNvPicPr preferRelativeResize="0"/>
          <p:nvPr/>
        </p:nvPicPr>
        <p:blipFill rotWithShape="1">
          <a:blip r:embed="rId6">
            <a:alphaModFix/>
          </a:blip>
          <a:srcRect l="159" r="159"/>
          <a:stretch/>
        </p:blipFill>
        <p:spPr>
          <a:xfrm>
            <a:off x="5838185" y="3994500"/>
            <a:ext cx="1147320" cy="821565"/>
          </a:xfrm>
          <a:prstGeom prst="rect">
            <a:avLst/>
          </a:prstGeom>
          <a:noFill/>
          <a:ln>
            <a:noFill/>
          </a:ln>
          <a:effectLst>
            <a:outerShdw blurRad="71438" dist="19050" dir="5400000" algn="bl" rotWithShape="0">
              <a:srgbClr val="000000">
                <a:alpha val="17650"/>
              </a:srgbClr>
            </a:outerShdw>
          </a:effectLst>
        </p:spPr>
      </p:pic>
      <p:pic>
        <p:nvPicPr>
          <p:cNvPr id="965" name="Google Shape;965;g341028903d9_0_230"/>
          <p:cNvPicPr preferRelativeResize="0"/>
          <p:nvPr/>
        </p:nvPicPr>
        <p:blipFill rotWithShape="1">
          <a:blip r:embed="rId7">
            <a:alphaModFix/>
          </a:blip>
          <a:srcRect l="159" r="159"/>
          <a:stretch/>
        </p:blipFill>
        <p:spPr>
          <a:xfrm>
            <a:off x="2157987" y="3994500"/>
            <a:ext cx="1147320" cy="822955"/>
          </a:xfrm>
          <a:prstGeom prst="rect">
            <a:avLst/>
          </a:prstGeom>
          <a:noFill/>
          <a:ln>
            <a:noFill/>
          </a:ln>
          <a:effectLst>
            <a:outerShdw blurRad="71438" dist="19050" dir="5400000" algn="bl" rotWithShape="0">
              <a:srgbClr val="000000">
                <a:alpha val="17650"/>
              </a:srgbClr>
            </a:outerShdw>
          </a:effectLst>
        </p:spPr>
      </p:pic>
      <p:pic>
        <p:nvPicPr>
          <p:cNvPr id="966" name="Google Shape;966;g341028903d9_0_230"/>
          <p:cNvPicPr preferRelativeResize="0"/>
          <p:nvPr/>
        </p:nvPicPr>
        <p:blipFill rotWithShape="1">
          <a:blip r:embed="rId8">
            <a:alphaModFix/>
          </a:blip>
          <a:srcRect l="79" r="69"/>
          <a:stretch/>
        </p:blipFill>
        <p:spPr>
          <a:xfrm>
            <a:off x="3384720" y="3994500"/>
            <a:ext cx="1147320" cy="821566"/>
          </a:xfrm>
          <a:prstGeom prst="rect">
            <a:avLst/>
          </a:prstGeom>
          <a:noFill/>
          <a:ln>
            <a:noFill/>
          </a:ln>
          <a:effectLst>
            <a:outerShdw blurRad="71438" dist="19050" dir="5400000" algn="bl" rotWithShape="0">
              <a:srgbClr val="000000">
                <a:alpha val="17650"/>
              </a:srgbClr>
            </a:outerShdw>
          </a:effectLst>
        </p:spPr>
      </p:pic>
      <p:pic>
        <p:nvPicPr>
          <p:cNvPr id="967" name="Google Shape;967;g341028903d9_0_230"/>
          <p:cNvPicPr preferRelativeResize="0"/>
          <p:nvPr/>
        </p:nvPicPr>
        <p:blipFill rotWithShape="1">
          <a:blip r:embed="rId9">
            <a:alphaModFix/>
          </a:blip>
          <a:srcRect l="79" r="69"/>
          <a:stretch/>
        </p:blipFill>
        <p:spPr>
          <a:xfrm>
            <a:off x="4611452" y="3994500"/>
            <a:ext cx="1147320" cy="821566"/>
          </a:xfrm>
          <a:prstGeom prst="rect">
            <a:avLst/>
          </a:prstGeom>
          <a:noFill/>
          <a:ln>
            <a:noFill/>
          </a:ln>
          <a:effectLst>
            <a:outerShdw blurRad="71438" dist="19050" dir="5400000" algn="bl" rotWithShape="0">
              <a:srgbClr val="000000">
                <a:alpha val="17650"/>
              </a:srgbClr>
            </a:outerShdw>
          </a:effectLst>
        </p:spPr>
      </p:pic>
      <p:pic>
        <p:nvPicPr>
          <p:cNvPr id="968" name="Google Shape;968;g341028903d9_0_230"/>
          <p:cNvPicPr preferRelativeResize="0"/>
          <p:nvPr/>
        </p:nvPicPr>
        <p:blipFill rotWithShape="1">
          <a:blip r:embed="rId10">
            <a:alphaModFix/>
          </a:blip>
          <a:srcRect l="59" r="59"/>
          <a:stretch/>
        </p:blipFill>
        <p:spPr>
          <a:xfrm>
            <a:off x="931761" y="3994500"/>
            <a:ext cx="1146813" cy="819547"/>
          </a:xfrm>
          <a:prstGeom prst="rect">
            <a:avLst/>
          </a:prstGeom>
          <a:noFill/>
          <a:ln>
            <a:noFill/>
          </a:ln>
          <a:effectLst>
            <a:outerShdw blurRad="71438" dist="19050" dir="5400000" algn="bl" rotWithShape="0">
              <a:srgbClr val="000000">
                <a:alpha val="17650"/>
              </a:srgbClr>
            </a:outerShdw>
          </a:effectLst>
        </p:spPr>
      </p:pic>
      <p:pic>
        <p:nvPicPr>
          <p:cNvPr id="969" name="Google Shape;969;g341028903d9_0_230"/>
          <p:cNvPicPr preferRelativeResize="0"/>
          <p:nvPr/>
        </p:nvPicPr>
        <p:blipFill rotWithShape="1">
          <a:blip r:embed="rId11">
            <a:alphaModFix/>
          </a:blip>
          <a:srcRect/>
          <a:stretch/>
        </p:blipFill>
        <p:spPr>
          <a:xfrm>
            <a:off x="931761" y="2129450"/>
            <a:ext cx="1146813" cy="819547"/>
          </a:xfrm>
          <a:prstGeom prst="rect">
            <a:avLst/>
          </a:prstGeom>
          <a:noFill/>
          <a:ln>
            <a:noFill/>
          </a:ln>
          <a:effectLst>
            <a:outerShdw blurRad="71438" dist="19050" dir="5400000" algn="bl" rotWithShape="0">
              <a:srgbClr val="000000">
                <a:alpha val="17650"/>
              </a:srgbClr>
            </a:outerShdw>
          </a:effectLst>
        </p:spPr>
      </p:pic>
      <p:pic>
        <p:nvPicPr>
          <p:cNvPr id="970" name="Google Shape;970;g341028903d9_0_230"/>
          <p:cNvPicPr preferRelativeResize="0"/>
          <p:nvPr/>
        </p:nvPicPr>
        <p:blipFill rotWithShape="1">
          <a:blip r:embed="rId12">
            <a:alphaModFix/>
          </a:blip>
          <a:srcRect l="189" r="179"/>
          <a:stretch/>
        </p:blipFill>
        <p:spPr>
          <a:xfrm>
            <a:off x="2157987" y="2129450"/>
            <a:ext cx="1147320" cy="822956"/>
          </a:xfrm>
          <a:prstGeom prst="rect">
            <a:avLst/>
          </a:prstGeom>
          <a:noFill/>
          <a:ln>
            <a:noFill/>
          </a:ln>
          <a:effectLst>
            <a:outerShdw blurRad="71438" dist="19050" dir="5400000" algn="bl" rotWithShape="0">
              <a:srgbClr val="000000">
                <a:alpha val="17650"/>
              </a:srgbClr>
            </a:outerShdw>
          </a:effectLst>
        </p:spPr>
      </p:pic>
      <p:pic>
        <p:nvPicPr>
          <p:cNvPr id="971" name="Google Shape;971;g341028903d9_0_230"/>
          <p:cNvPicPr preferRelativeResize="0"/>
          <p:nvPr/>
        </p:nvPicPr>
        <p:blipFill rotWithShape="1">
          <a:blip r:embed="rId13">
            <a:alphaModFix/>
          </a:blip>
          <a:srcRect l="99" r="99"/>
          <a:stretch/>
        </p:blipFill>
        <p:spPr>
          <a:xfrm>
            <a:off x="3384720" y="2129450"/>
            <a:ext cx="1147320" cy="821565"/>
          </a:xfrm>
          <a:prstGeom prst="rect">
            <a:avLst/>
          </a:prstGeom>
          <a:noFill/>
          <a:ln>
            <a:noFill/>
          </a:ln>
          <a:effectLst>
            <a:outerShdw blurRad="71438" dist="19050" dir="5400000" algn="bl" rotWithShape="0">
              <a:srgbClr val="000000">
                <a:alpha val="17650"/>
              </a:srgbClr>
            </a:outerShdw>
          </a:effectLst>
        </p:spPr>
      </p:pic>
      <p:pic>
        <p:nvPicPr>
          <p:cNvPr id="972" name="Google Shape;972;g341028903d9_0_230"/>
          <p:cNvPicPr preferRelativeResize="0"/>
          <p:nvPr/>
        </p:nvPicPr>
        <p:blipFill rotWithShape="1">
          <a:blip r:embed="rId14">
            <a:alphaModFix/>
          </a:blip>
          <a:srcRect l="19" r="9"/>
          <a:stretch/>
        </p:blipFill>
        <p:spPr>
          <a:xfrm>
            <a:off x="4611452" y="2129450"/>
            <a:ext cx="1147320" cy="821566"/>
          </a:xfrm>
          <a:prstGeom prst="rect">
            <a:avLst/>
          </a:prstGeom>
          <a:noFill/>
          <a:ln>
            <a:noFill/>
          </a:ln>
          <a:effectLst>
            <a:outerShdw blurRad="71438" dist="19050" dir="5400000" algn="bl" rotWithShape="0">
              <a:srgbClr val="000000">
                <a:alpha val="17650"/>
              </a:srgbClr>
            </a:outerShdw>
          </a:effectLst>
        </p:spPr>
      </p:pic>
      <p:pic>
        <p:nvPicPr>
          <p:cNvPr id="973" name="Google Shape;973;g341028903d9_0_230"/>
          <p:cNvPicPr preferRelativeResize="0"/>
          <p:nvPr/>
        </p:nvPicPr>
        <p:blipFill rotWithShape="1">
          <a:blip r:embed="rId15">
            <a:alphaModFix/>
          </a:blip>
          <a:srcRect l="99" r="99"/>
          <a:stretch/>
        </p:blipFill>
        <p:spPr>
          <a:xfrm>
            <a:off x="5838185" y="2129450"/>
            <a:ext cx="1147320" cy="821565"/>
          </a:xfrm>
          <a:prstGeom prst="rect">
            <a:avLst/>
          </a:prstGeom>
          <a:noFill/>
          <a:ln>
            <a:noFill/>
          </a:ln>
          <a:effectLst>
            <a:outerShdw blurRad="71438" dist="19050" dir="5400000" algn="bl" rotWithShape="0">
              <a:srgbClr val="000000">
                <a:alpha val="17650"/>
              </a:srgbClr>
            </a:outerShdw>
          </a:effectLst>
        </p:spPr>
      </p:pic>
      <p:pic>
        <p:nvPicPr>
          <p:cNvPr id="974" name="Google Shape;974;g341028903d9_0_230"/>
          <p:cNvPicPr preferRelativeResize="0"/>
          <p:nvPr/>
        </p:nvPicPr>
        <p:blipFill rotWithShape="1">
          <a:blip r:embed="rId16">
            <a:alphaModFix/>
          </a:blip>
          <a:srcRect l="19" r="9"/>
          <a:stretch/>
        </p:blipFill>
        <p:spPr>
          <a:xfrm>
            <a:off x="7064918" y="2129450"/>
            <a:ext cx="1147320" cy="821566"/>
          </a:xfrm>
          <a:prstGeom prst="rect">
            <a:avLst/>
          </a:prstGeom>
          <a:noFill/>
          <a:ln>
            <a:noFill/>
          </a:ln>
          <a:effectLst>
            <a:outerShdw blurRad="71438" dist="19050" dir="5400000" algn="bl" rotWithShape="0">
              <a:srgbClr val="000000">
                <a:alpha val="17650"/>
              </a:srgbClr>
            </a:outerShdw>
          </a:effectLst>
        </p:spPr>
      </p:pic>
      <p:pic>
        <p:nvPicPr>
          <p:cNvPr id="975" name="Google Shape;975;g341028903d9_0_230"/>
          <p:cNvPicPr preferRelativeResize="0"/>
          <p:nvPr/>
        </p:nvPicPr>
        <p:blipFill rotWithShape="1">
          <a:blip r:embed="rId17">
            <a:alphaModFix/>
          </a:blip>
          <a:srcRect t="79" b="89"/>
          <a:stretch/>
        </p:blipFill>
        <p:spPr>
          <a:xfrm>
            <a:off x="931761" y="3060275"/>
            <a:ext cx="1146813" cy="819547"/>
          </a:xfrm>
          <a:prstGeom prst="rect">
            <a:avLst/>
          </a:prstGeom>
          <a:noFill/>
          <a:ln>
            <a:noFill/>
          </a:ln>
          <a:effectLst>
            <a:outerShdw blurRad="71438" dist="19050" dir="5400000" algn="bl" rotWithShape="0">
              <a:srgbClr val="000000">
                <a:alpha val="17650"/>
              </a:srgbClr>
            </a:outerShdw>
          </a:effectLst>
        </p:spPr>
      </p:pic>
      <p:pic>
        <p:nvPicPr>
          <p:cNvPr id="976" name="Google Shape;976;g341028903d9_0_230"/>
          <p:cNvPicPr preferRelativeResize="0"/>
          <p:nvPr/>
        </p:nvPicPr>
        <p:blipFill rotWithShape="1">
          <a:blip r:embed="rId18">
            <a:alphaModFix/>
          </a:blip>
          <a:srcRect l="99" r="99"/>
          <a:stretch/>
        </p:blipFill>
        <p:spPr>
          <a:xfrm>
            <a:off x="2157987" y="3060275"/>
            <a:ext cx="1147320" cy="822955"/>
          </a:xfrm>
          <a:prstGeom prst="rect">
            <a:avLst/>
          </a:prstGeom>
          <a:noFill/>
          <a:ln>
            <a:noFill/>
          </a:ln>
          <a:effectLst>
            <a:outerShdw blurRad="71438" dist="19050" dir="5400000" algn="bl" rotWithShape="0">
              <a:srgbClr val="000000">
                <a:alpha val="17650"/>
              </a:srgbClr>
            </a:outerShdw>
          </a:effectLst>
        </p:spPr>
      </p:pic>
      <p:pic>
        <p:nvPicPr>
          <p:cNvPr id="977" name="Google Shape;977;g341028903d9_0_230"/>
          <p:cNvPicPr preferRelativeResize="0"/>
          <p:nvPr/>
        </p:nvPicPr>
        <p:blipFill rotWithShape="1">
          <a:blip r:embed="rId19">
            <a:alphaModFix/>
          </a:blip>
          <a:srcRect l="159" r="159"/>
          <a:stretch/>
        </p:blipFill>
        <p:spPr>
          <a:xfrm>
            <a:off x="3384720" y="3060275"/>
            <a:ext cx="1147320" cy="821565"/>
          </a:xfrm>
          <a:prstGeom prst="rect">
            <a:avLst/>
          </a:prstGeom>
          <a:noFill/>
          <a:ln>
            <a:noFill/>
          </a:ln>
          <a:effectLst>
            <a:outerShdw blurRad="71438" dist="19050" dir="5400000" algn="bl" rotWithShape="0">
              <a:srgbClr val="000000">
                <a:alpha val="17650"/>
              </a:srgbClr>
            </a:outerShdw>
          </a:effectLst>
        </p:spPr>
      </p:pic>
      <p:pic>
        <p:nvPicPr>
          <p:cNvPr id="978" name="Google Shape;978;g341028903d9_0_230"/>
          <p:cNvPicPr preferRelativeResize="0"/>
          <p:nvPr/>
        </p:nvPicPr>
        <p:blipFill rotWithShape="1">
          <a:blip r:embed="rId20">
            <a:alphaModFix/>
          </a:blip>
          <a:srcRect l="159" r="159"/>
          <a:stretch/>
        </p:blipFill>
        <p:spPr>
          <a:xfrm>
            <a:off x="4611452" y="3060275"/>
            <a:ext cx="1147320" cy="821565"/>
          </a:xfrm>
          <a:prstGeom prst="rect">
            <a:avLst/>
          </a:prstGeom>
          <a:noFill/>
          <a:ln>
            <a:noFill/>
          </a:ln>
          <a:effectLst>
            <a:outerShdw blurRad="71438" dist="19050" dir="5400000" algn="bl" rotWithShape="0">
              <a:srgbClr val="000000">
                <a:alpha val="17650"/>
              </a:srgbClr>
            </a:outerShdw>
          </a:effectLst>
        </p:spPr>
      </p:pic>
      <p:pic>
        <p:nvPicPr>
          <p:cNvPr id="979" name="Google Shape;979;g341028903d9_0_230"/>
          <p:cNvPicPr preferRelativeResize="0"/>
          <p:nvPr/>
        </p:nvPicPr>
        <p:blipFill rotWithShape="1">
          <a:blip r:embed="rId21">
            <a:alphaModFix/>
          </a:blip>
          <a:srcRect l="159" r="159"/>
          <a:stretch/>
        </p:blipFill>
        <p:spPr>
          <a:xfrm>
            <a:off x="5838185" y="3060275"/>
            <a:ext cx="1147320" cy="821565"/>
          </a:xfrm>
          <a:prstGeom prst="rect">
            <a:avLst/>
          </a:prstGeom>
          <a:noFill/>
          <a:ln>
            <a:noFill/>
          </a:ln>
          <a:effectLst>
            <a:outerShdw blurRad="71438" dist="19050" dir="5400000" algn="bl" rotWithShape="0">
              <a:srgbClr val="000000">
                <a:alpha val="17650"/>
              </a:srgbClr>
            </a:outerShdw>
          </a:effectLst>
        </p:spPr>
      </p:pic>
      <p:pic>
        <p:nvPicPr>
          <p:cNvPr id="980" name="Google Shape;980;g341028903d9_0_230"/>
          <p:cNvPicPr preferRelativeResize="0"/>
          <p:nvPr/>
        </p:nvPicPr>
        <p:blipFill rotWithShape="1">
          <a:blip r:embed="rId22">
            <a:alphaModFix/>
          </a:blip>
          <a:srcRect l="79" r="69"/>
          <a:stretch/>
        </p:blipFill>
        <p:spPr>
          <a:xfrm>
            <a:off x="7064918"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Teach Homophones: </a:t>
            </a:r>
            <a:br>
              <a:rPr lang="en-US" sz="2000"/>
            </a:br>
            <a:r>
              <a:rPr lang="en-US" sz="2000">
                <a:solidFill>
                  <a:srgbClr val="2356AF"/>
                </a:solidFill>
              </a:rPr>
              <a:t>shoot / chute, marshal / martial</a:t>
            </a:r>
            <a:r>
              <a:rPr lang="en-US" sz="2000"/>
              <a:t>.</a:t>
            </a:r>
            <a:endParaRPr sz="2000"/>
          </a:p>
        </p:txBody>
      </p:sp>
      <p:pic>
        <p:nvPicPr>
          <p:cNvPr id="987" name="Google Shape;987;g26f40b1072c_1_28" title="JL693-35F.png"/>
          <p:cNvPicPr preferRelativeResize="0"/>
          <p:nvPr/>
        </p:nvPicPr>
        <p:blipFill rotWithShape="1">
          <a:blip r:embed="rId3">
            <a:alphaModFix/>
          </a:blip>
          <a:srcRect l="49" r="59"/>
          <a:stretch/>
        </p:blipFill>
        <p:spPr>
          <a:xfrm>
            <a:off x="903575" y="2149450"/>
            <a:ext cx="3596926" cy="1800400"/>
          </a:xfrm>
          <a:prstGeom prst="rect">
            <a:avLst/>
          </a:prstGeom>
          <a:noFill/>
          <a:ln>
            <a:noFill/>
          </a:ln>
          <a:effectLst>
            <a:outerShdw blurRad="57150" dist="19050" dir="5400000" algn="bl" rotWithShape="0">
              <a:srgbClr val="BFBFBF"/>
            </a:outerShdw>
          </a:effectLst>
        </p:spPr>
      </p:pic>
      <p:pic>
        <p:nvPicPr>
          <p:cNvPr id="988" name="Google Shape;988;g26f40b1072c_1_28" title="JL693-36F.png"/>
          <p:cNvPicPr preferRelativeResize="0"/>
          <p:nvPr/>
        </p:nvPicPr>
        <p:blipFill rotWithShape="1">
          <a:blip r:embed="rId4">
            <a:alphaModFix/>
          </a:blip>
          <a:srcRect l="49" r="59"/>
          <a:stretch/>
        </p:blipFill>
        <p:spPr>
          <a:xfrm>
            <a:off x="4643499" y="2149450"/>
            <a:ext cx="3596926" cy="1800400"/>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5" name="Google Shape;995;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996" name="Google Shape;996;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997" name="Google Shape;997;g2ce718e20f2_0_845"/>
          <p:cNvGrpSpPr/>
          <p:nvPr/>
        </p:nvGrpSpPr>
        <p:grpSpPr>
          <a:xfrm>
            <a:off x="2154079" y="963136"/>
            <a:ext cx="4835842" cy="4396749"/>
            <a:chOff x="2154079" y="963136"/>
            <a:chExt cx="4835842" cy="4396749"/>
          </a:xfrm>
        </p:grpSpPr>
        <p:pic>
          <p:nvPicPr>
            <p:cNvPr id="998" name="Google Shape;998;g2ce718e20f2_0_845" title="JL686-59F.png"/>
            <p:cNvPicPr preferRelativeResize="0"/>
            <p:nvPr/>
          </p:nvPicPr>
          <p:blipFill rotWithShape="1">
            <a:blip r:embed="rId3">
              <a:alphaModFix/>
            </a:blip>
            <a:srcRect l="79" r="79"/>
            <a:stretch/>
          </p:blipFill>
          <p:spPr>
            <a:xfrm>
              <a:off x="2154079" y="963136"/>
              <a:ext cx="1521025" cy="2152911"/>
            </a:xfrm>
            <a:prstGeom prst="rect">
              <a:avLst/>
            </a:prstGeom>
            <a:noFill/>
            <a:ln>
              <a:noFill/>
            </a:ln>
            <a:effectLst>
              <a:outerShdw blurRad="71438" dist="28575" dir="5400000" algn="bl" rotWithShape="0">
                <a:srgbClr val="000000">
                  <a:alpha val="15686"/>
                </a:srgbClr>
              </a:outerShdw>
            </a:effectLst>
          </p:spPr>
        </p:pic>
        <p:pic>
          <p:nvPicPr>
            <p:cNvPr id="999" name="Google Shape;999;g2ce718e20f2_0_845" title="JL686-119F.png"/>
            <p:cNvPicPr preferRelativeResize="0"/>
            <p:nvPr/>
          </p:nvPicPr>
          <p:blipFill rotWithShape="1">
            <a:blip r:embed="rId4">
              <a:alphaModFix/>
            </a:blip>
            <a:srcRect/>
            <a:stretch/>
          </p:blipFill>
          <p:spPr>
            <a:xfrm>
              <a:off x="3811488" y="963136"/>
              <a:ext cx="1521025" cy="2152911"/>
            </a:xfrm>
            <a:prstGeom prst="rect">
              <a:avLst/>
            </a:prstGeom>
            <a:noFill/>
            <a:ln>
              <a:noFill/>
            </a:ln>
            <a:effectLst>
              <a:outerShdw blurRad="71438" dist="28575" dir="5400000" algn="bl" rotWithShape="0">
                <a:srgbClr val="000000">
                  <a:alpha val="15686"/>
                </a:srgbClr>
              </a:outerShdw>
            </a:effectLst>
          </p:spPr>
        </p:pic>
        <p:pic>
          <p:nvPicPr>
            <p:cNvPr id="1000" name="Google Shape;1000;g2ce718e20f2_0_845" title="JL686-120F.png"/>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5686"/>
                </a:srgbClr>
              </a:outerShdw>
            </a:effectLst>
          </p:spPr>
        </p:pic>
        <p:pic>
          <p:nvPicPr>
            <p:cNvPr id="1001" name="Google Shape;1001;g2ce718e20f2_0_845" title="JL686-121F.png"/>
            <p:cNvPicPr preferRelativeResize="0"/>
            <p:nvPr/>
          </p:nvPicPr>
          <p:blipFill rotWithShape="1">
            <a:blip r:embed="rId6">
              <a:alphaModFix/>
            </a:blip>
            <a:srcRect l="19" r="29"/>
            <a:stretch/>
          </p:blipFill>
          <p:spPr>
            <a:xfrm>
              <a:off x="2982783" y="3206973"/>
              <a:ext cx="1521025" cy="2152911"/>
            </a:xfrm>
            <a:prstGeom prst="rect">
              <a:avLst/>
            </a:prstGeom>
            <a:noFill/>
            <a:ln>
              <a:noFill/>
            </a:ln>
            <a:effectLst>
              <a:outerShdw blurRad="71438" dist="28575" dir="5400000" algn="bl" rotWithShape="0">
                <a:srgbClr val="000000">
                  <a:alpha val="15686"/>
                </a:srgbClr>
              </a:outerShdw>
            </a:effectLst>
          </p:spPr>
        </p:pic>
        <p:pic>
          <p:nvPicPr>
            <p:cNvPr id="1002" name="Google Shape;1002;g2ce718e20f2_0_845" title="JL686-122F.png"/>
            <p:cNvPicPr preferRelativeResize="0"/>
            <p:nvPr/>
          </p:nvPicPr>
          <p:blipFill rotWithShape="1">
            <a:blip r:embed="rId7">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5686"/>
                </a:srgbClr>
              </a:outerShdw>
            </a:effectLst>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9" name="Google Shape;1009;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10" name="Google Shape;1010;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11" name="Google Shape;1011;g2701ceed56d_4_329"/>
          <p:cNvGrpSpPr/>
          <p:nvPr/>
        </p:nvGrpSpPr>
        <p:grpSpPr>
          <a:xfrm>
            <a:off x="2154079" y="963136"/>
            <a:ext cx="4835842" cy="4396749"/>
            <a:chOff x="2154079" y="963136"/>
            <a:chExt cx="4835842" cy="4396749"/>
          </a:xfrm>
        </p:grpSpPr>
        <p:pic>
          <p:nvPicPr>
            <p:cNvPr id="1012" name="Google Shape;1012;g2701ceed56d_4_329" title="JL686-59B.png"/>
            <p:cNvPicPr preferRelativeResize="0"/>
            <p:nvPr/>
          </p:nvPicPr>
          <p:blipFill rotWithShape="1">
            <a:blip r:embed="rId3">
              <a:alphaModFix/>
            </a:blip>
            <a:srcRect l="79" r="79"/>
            <a:stretch/>
          </p:blipFill>
          <p:spPr>
            <a:xfrm>
              <a:off x="2154079" y="963136"/>
              <a:ext cx="1521025" cy="2152911"/>
            </a:xfrm>
            <a:prstGeom prst="rect">
              <a:avLst/>
            </a:prstGeom>
            <a:noFill/>
            <a:ln>
              <a:noFill/>
            </a:ln>
            <a:effectLst>
              <a:outerShdw blurRad="71438" dist="28575" dir="5400000" algn="bl" rotWithShape="0">
                <a:srgbClr val="000000">
                  <a:alpha val="15690"/>
                </a:srgbClr>
              </a:outerShdw>
            </a:effectLst>
          </p:spPr>
        </p:pic>
        <p:pic>
          <p:nvPicPr>
            <p:cNvPr id="1013" name="Google Shape;1013;g2701ceed56d_4_329" title="JL686-119B.png"/>
            <p:cNvPicPr preferRelativeResize="0"/>
            <p:nvPr/>
          </p:nvPicPr>
          <p:blipFill rotWithShape="1">
            <a:blip r:embed="rId4">
              <a:alphaModFix/>
            </a:blip>
            <a:srcRect l="79" r="79"/>
            <a:stretch/>
          </p:blipFill>
          <p:spPr>
            <a:xfrm>
              <a:off x="3811488" y="963136"/>
              <a:ext cx="1521025" cy="2152911"/>
            </a:xfrm>
            <a:prstGeom prst="rect">
              <a:avLst/>
            </a:prstGeom>
            <a:noFill/>
            <a:ln>
              <a:noFill/>
            </a:ln>
            <a:effectLst>
              <a:outerShdw blurRad="71438" dist="28575" dir="5400000" algn="bl" rotWithShape="0">
                <a:srgbClr val="000000">
                  <a:alpha val="15690"/>
                </a:srgbClr>
              </a:outerShdw>
            </a:effectLst>
          </p:spPr>
        </p:pic>
        <p:pic>
          <p:nvPicPr>
            <p:cNvPr id="1014" name="Google Shape;1014;g2701ceed56d_4_329" title="JL686-120B.png"/>
            <p:cNvPicPr preferRelativeResize="0"/>
            <p:nvPr/>
          </p:nvPicPr>
          <p:blipFill rotWithShape="1">
            <a:blip r:embed="rId5">
              <a:alphaModFix/>
            </a:blip>
            <a:srcRect l="79" r="79"/>
            <a:stretch/>
          </p:blipFill>
          <p:spPr>
            <a:xfrm>
              <a:off x="5468896" y="963136"/>
              <a:ext cx="1521025" cy="2152911"/>
            </a:xfrm>
            <a:prstGeom prst="rect">
              <a:avLst/>
            </a:prstGeom>
            <a:noFill/>
            <a:ln>
              <a:noFill/>
            </a:ln>
            <a:effectLst>
              <a:outerShdw blurRad="71438" dist="28575" dir="5400000" algn="bl" rotWithShape="0">
                <a:srgbClr val="000000">
                  <a:alpha val="15690"/>
                </a:srgbClr>
              </a:outerShdw>
            </a:effectLst>
          </p:spPr>
        </p:pic>
        <p:pic>
          <p:nvPicPr>
            <p:cNvPr id="1015" name="Google Shape;1015;g2701ceed56d_4_329" title="JL686-121B.png"/>
            <p:cNvPicPr preferRelativeResize="0"/>
            <p:nvPr/>
          </p:nvPicPr>
          <p:blipFill rotWithShape="1">
            <a:blip r:embed="rId6">
              <a:alphaModFix/>
            </a:blip>
            <a:srcRect l="19" r="29"/>
            <a:stretch/>
          </p:blipFill>
          <p:spPr>
            <a:xfrm>
              <a:off x="2982783" y="3206973"/>
              <a:ext cx="1521025" cy="2152911"/>
            </a:xfrm>
            <a:prstGeom prst="rect">
              <a:avLst/>
            </a:prstGeom>
            <a:noFill/>
            <a:ln>
              <a:noFill/>
            </a:ln>
            <a:effectLst>
              <a:outerShdw blurRad="71438" dist="28575" dir="5400000" algn="bl" rotWithShape="0">
                <a:srgbClr val="000000">
                  <a:alpha val="15690"/>
                </a:srgbClr>
              </a:outerShdw>
            </a:effectLst>
          </p:spPr>
        </p:pic>
        <p:pic>
          <p:nvPicPr>
            <p:cNvPr id="1016" name="Google Shape;1016;g2701ceed56d_4_329" title="JL686-122B.png"/>
            <p:cNvPicPr preferRelativeResize="0"/>
            <p:nvPr/>
          </p:nvPicPr>
          <p:blipFill rotWithShape="1">
            <a:blip r:embed="rId7">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5690"/>
                </a:srgbClr>
              </a:outerShdw>
            </a:effectLst>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
        <p:nvSpPr>
          <p:cNvPr id="1022" name="Google Shape;1022;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3" name="Google Shape;1023;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4" name="Google Shape;102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grpSp>
        <p:nvGrpSpPr>
          <p:cNvPr id="1025" name="Google Shape;1025;g26b641b03cd_0_204"/>
          <p:cNvGrpSpPr/>
          <p:nvPr/>
        </p:nvGrpSpPr>
        <p:grpSpPr>
          <a:xfrm>
            <a:off x="930450" y="2188099"/>
            <a:ext cx="7283102" cy="2098801"/>
            <a:chOff x="930450" y="2188099"/>
            <a:chExt cx="7283102" cy="2098801"/>
          </a:xfrm>
        </p:grpSpPr>
        <p:pic>
          <p:nvPicPr>
            <p:cNvPr id="1026" name="Google Shape;1026;g26b641b03cd_0_204" title="JL689-135B.png"/>
            <p:cNvPicPr preferRelativeResize="0"/>
            <p:nvPr/>
          </p:nvPicPr>
          <p:blipFill rotWithShape="1">
            <a:blip r:embed="rId3">
              <a:alphaModFix/>
            </a:blip>
            <a:srcRect l="79" r="89"/>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7" name="Google Shape;1027;g26b641b03cd_0_204" title="JL689-138B.png"/>
            <p:cNvPicPr preferRelativeResize="0"/>
            <p:nvPr/>
          </p:nvPicPr>
          <p:blipFill rotWithShape="1">
            <a:blip r:embed="rId4">
              <a:alphaModFix/>
            </a:blip>
            <a:srcRect l="79" r="8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8" name="Google Shape;1028;g26b641b03cd_0_204" title="JL689-137B.png"/>
            <p:cNvPicPr preferRelativeResize="0"/>
            <p:nvPr/>
          </p:nvPicPr>
          <p:blipFill rotWithShape="1">
            <a:blip r:embed="rId5">
              <a:alphaModFix/>
            </a:blip>
            <a:srcRect l="79" r="89"/>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9" name="Google Shape;1029;g26b641b03cd_0_204" title="JL689-136B.png"/>
            <p:cNvPicPr preferRelativeResize="0"/>
            <p:nvPr/>
          </p:nvPicPr>
          <p:blipFill rotWithShape="1">
            <a:blip r:embed="rId6">
              <a:alphaModFix/>
            </a:blip>
            <a:srcRect l="79" r="89"/>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6" name="Google Shape;1036;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7" name="Google Shape;103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38" name="Google Shape;1038;g2c186218c5a_0_48"/>
          <p:cNvGrpSpPr/>
          <p:nvPr/>
        </p:nvGrpSpPr>
        <p:grpSpPr>
          <a:xfrm>
            <a:off x="930450" y="2188099"/>
            <a:ext cx="7283102" cy="2098801"/>
            <a:chOff x="930450" y="2188099"/>
            <a:chExt cx="7283102" cy="2098801"/>
          </a:xfrm>
        </p:grpSpPr>
        <p:pic>
          <p:nvPicPr>
            <p:cNvPr id="1039" name="Google Shape;1039;g2c186218c5a_0_48" title="JL689-135F.png"/>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0" name="Google Shape;1040;g2c186218c5a_0_48" title="JL689-138F.png"/>
            <p:cNvPicPr preferRelativeResize="0"/>
            <p:nvPr/>
          </p:nvPicPr>
          <p:blipFill rotWithShape="1">
            <a:blip r:embed="rId4">
              <a:alphaModFix/>
            </a:blip>
            <a:srcRect/>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1" name="Google Shape;1041;g2c186218c5a_0_48" title="JL689-137F.png"/>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2" name="Google Shape;1042;g2c186218c5a_0_48" title="JL689-136F.png"/>
            <p:cNvPicPr preferRelativeResize="0"/>
            <p:nvPr/>
          </p:nvPicPr>
          <p:blipFill rotWithShape="1">
            <a:blip r:embed="rId6">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49" name="Google Shape;1049;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0" name="Google Shape;105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1" name="Google Shape;1051;g26b641b03cd_0_213" title="JL692-136B.png"/>
          <p:cNvPicPr preferRelativeResize="0"/>
          <p:nvPr/>
        </p:nvPicPr>
        <p:blipFill rotWithShape="1">
          <a:blip r:embed="rId3">
            <a:alphaModFix/>
          </a:blip>
          <a:srcRect l="99" r="8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8" name="Google Shape;1058;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9" name="Google Shape;105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0" name="Google Shape;1060;g2c186218c5a_0_149" title="JL692-136F.png"/>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g341028903d9_0_965"/>
          <p:cNvSpPr txBox="1">
            <a:spLocks noGrp="1"/>
          </p:cNvSpPr>
          <p:nvPr>
            <p:ph type="title"/>
          </p:nvPr>
        </p:nvSpPr>
        <p:spPr>
          <a:xfrm>
            <a:off x="594500"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67" name="Google Shape;1067;g341028903d9_0_96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68" name="Google Shape;1068;g341028903d9_0_96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9" name="Google Shape;1069;g341028903d9_0_965" title="JL687-80F.png"/>
          <p:cNvPicPr preferRelativeResize="0"/>
          <p:nvPr/>
        </p:nvPicPr>
        <p:blipFill rotWithShape="1">
          <a:blip r:embed="rId3">
            <a:alphaModFix/>
          </a:blip>
          <a:srcRect l="59" r="59"/>
          <a:stretch/>
        </p:blipFill>
        <p:spPr>
          <a:xfrm>
            <a:off x="2571500" y="1733024"/>
            <a:ext cx="4000776" cy="28590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341028903d9_0_1638"/>
          <p:cNvSpPr txBox="1">
            <a:spLocks noGrp="1"/>
          </p:cNvSpPr>
          <p:nvPr>
            <p:ph type="title"/>
          </p:nvPr>
        </p:nvSpPr>
        <p:spPr>
          <a:xfrm>
            <a:off x="594500"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6" name="Google Shape;1076;g341028903d9_0_163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7" name="Google Shape;1077;g341028903d9_0_163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8" name="Google Shape;1078;g341028903d9_0_1638" title="JL687-80B.png"/>
          <p:cNvPicPr preferRelativeResize="0"/>
          <p:nvPr/>
        </p:nvPicPr>
        <p:blipFill rotWithShape="1">
          <a:blip r:embed="rId3">
            <a:alphaModFix/>
          </a:blip>
          <a:srcRect/>
          <a:stretch/>
        </p:blipFill>
        <p:spPr>
          <a:xfrm>
            <a:off x="2571500" y="1733024"/>
            <a:ext cx="4000776" cy="2859051"/>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701ceed56d_4_0"/>
          <p:cNvSpPr txBox="1">
            <a:spLocks noGrp="1"/>
          </p:cNvSpPr>
          <p:nvPr>
            <p:ph type="title"/>
          </p:nvPr>
        </p:nvSpPr>
        <p:spPr>
          <a:xfrm>
            <a:off x="596375" y="5568500"/>
            <a:ext cx="7951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85" name="Google Shape;1085;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6" name="Google Shape;1086;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grpSp>
        <p:nvGrpSpPr>
          <p:cNvPr id="1087" name="Google Shape;1087;g2701ceed56d_4_0"/>
          <p:cNvGrpSpPr/>
          <p:nvPr/>
        </p:nvGrpSpPr>
        <p:grpSpPr>
          <a:xfrm>
            <a:off x="975876" y="841623"/>
            <a:ext cx="7192217" cy="1957960"/>
            <a:chOff x="975876" y="841623"/>
            <a:chExt cx="7192217" cy="1957960"/>
          </a:xfrm>
        </p:grpSpPr>
        <p:pic>
          <p:nvPicPr>
            <p:cNvPr id="1088" name="Google Shape;1088;g2701ceed56d_4_0"/>
            <p:cNvPicPr preferRelativeResize="0"/>
            <p:nvPr/>
          </p:nvPicPr>
          <p:blipFill rotWithShape="1">
            <a:blip r:embed="rId3">
              <a:alphaModFix/>
            </a:blip>
            <a:srcRect t="79" b="89"/>
            <a:stretch/>
          </p:blipFill>
          <p:spPr>
            <a:xfrm>
              <a:off x="6430515" y="841625"/>
              <a:ext cx="828489" cy="592062"/>
            </a:xfrm>
            <a:prstGeom prst="rect">
              <a:avLst/>
            </a:prstGeom>
            <a:noFill/>
            <a:ln>
              <a:noFill/>
            </a:ln>
            <a:effectLst>
              <a:outerShdw blurRad="57150" dist="19050" dir="5400000" algn="bl" rotWithShape="0">
                <a:srgbClr val="000000">
                  <a:alpha val="20000"/>
                </a:srgbClr>
              </a:outerShdw>
            </a:effectLst>
          </p:spPr>
        </p:pic>
        <p:pic>
          <p:nvPicPr>
            <p:cNvPr id="1089" name="Google Shape;1089;g2701ceed56d_4_0"/>
            <p:cNvPicPr preferRelativeResize="0"/>
            <p:nvPr/>
          </p:nvPicPr>
          <p:blipFill rotWithShape="1">
            <a:blip r:embed="rId4">
              <a:alphaModFix/>
            </a:blip>
            <a:srcRect t="19" b="29"/>
            <a:stretch/>
          </p:blipFill>
          <p:spPr>
            <a:xfrm>
              <a:off x="5521390" y="1524573"/>
              <a:ext cx="828489" cy="592062"/>
            </a:xfrm>
            <a:prstGeom prst="rect">
              <a:avLst/>
            </a:prstGeom>
            <a:noFill/>
            <a:ln>
              <a:noFill/>
            </a:ln>
            <a:effectLst>
              <a:outerShdw blurRad="57150" dist="19050" dir="5400000" algn="bl" rotWithShape="0">
                <a:srgbClr val="000000">
                  <a:alpha val="20000"/>
                </a:srgbClr>
              </a:outerShdw>
            </a:effectLst>
          </p:spPr>
        </p:pic>
        <p:pic>
          <p:nvPicPr>
            <p:cNvPr id="1090" name="Google Shape;1090;g2701ceed56d_4_0"/>
            <p:cNvPicPr preferRelativeResize="0"/>
            <p:nvPr/>
          </p:nvPicPr>
          <p:blipFill rotWithShape="1">
            <a:blip r:embed="rId5">
              <a:alphaModFix/>
            </a:blip>
            <a:srcRect t="79" b="89"/>
            <a:stretch/>
          </p:blipFill>
          <p:spPr>
            <a:xfrm>
              <a:off x="5521405" y="841625"/>
              <a:ext cx="828489" cy="592062"/>
            </a:xfrm>
            <a:prstGeom prst="rect">
              <a:avLst/>
            </a:prstGeom>
            <a:noFill/>
            <a:ln>
              <a:noFill/>
            </a:ln>
            <a:effectLst>
              <a:outerShdw blurRad="57150" dist="19050" dir="5400000" algn="bl" rotWithShape="0">
                <a:srgbClr val="000000">
                  <a:alpha val="20000"/>
                </a:srgbClr>
              </a:outerShdw>
            </a:effectLst>
          </p:spPr>
        </p:pic>
        <p:pic>
          <p:nvPicPr>
            <p:cNvPr id="1091" name="Google Shape;1091;g2701ceed56d_4_0"/>
            <p:cNvPicPr preferRelativeResize="0"/>
            <p:nvPr/>
          </p:nvPicPr>
          <p:blipFill rotWithShape="1">
            <a:blip r:embed="rId6">
              <a:alphaModFix/>
            </a:blip>
            <a:srcRect l="59" r="59"/>
            <a:stretch/>
          </p:blipFill>
          <p:spPr>
            <a:xfrm>
              <a:off x="4612280" y="1524573"/>
              <a:ext cx="828489" cy="592062"/>
            </a:xfrm>
            <a:prstGeom prst="rect">
              <a:avLst/>
            </a:prstGeom>
            <a:noFill/>
            <a:ln>
              <a:noFill/>
            </a:ln>
            <a:effectLst>
              <a:outerShdw blurRad="57150" dist="19050" dir="5400000" algn="bl" rotWithShape="0">
                <a:srgbClr val="000000">
                  <a:alpha val="20000"/>
                </a:srgbClr>
              </a:outerShdw>
            </a:effectLst>
          </p:spPr>
        </p:pic>
        <p:pic>
          <p:nvPicPr>
            <p:cNvPr id="1092" name="Google Shape;1092;g2701ceed56d_4_0"/>
            <p:cNvPicPr preferRelativeResize="0"/>
            <p:nvPr/>
          </p:nvPicPr>
          <p:blipFill rotWithShape="1">
            <a:blip r:embed="rId7">
              <a:alphaModFix/>
            </a:blip>
            <a:srcRect/>
            <a:stretch/>
          </p:blipFill>
          <p:spPr>
            <a:xfrm>
              <a:off x="4612307" y="841625"/>
              <a:ext cx="828489" cy="592062"/>
            </a:xfrm>
            <a:prstGeom prst="rect">
              <a:avLst/>
            </a:prstGeom>
            <a:noFill/>
            <a:ln>
              <a:noFill/>
            </a:ln>
            <a:effectLst>
              <a:outerShdw blurRad="57150" dist="19050" dir="5400000" algn="bl" rotWithShape="0">
                <a:srgbClr val="000000">
                  <a:alpha val="20000"/>
                </a:srgbClr>
              </a:outerShdw>
            </a:effectLst>
          </p:spPr>
        </p:pic>
        <p:pic>
          <p:nvPicPr>
            <p:cNvPr id="1093" name="Google Shape;1093;g2701ceed56d_4_0"/>
            <p:cNvPicPr preferRelativeResize="0"/>
            <p:nvPr/>
          </p:nvPicPr>
          <p:blipFill rotWithShape="1">
            <a:blip r:embed="rId8">
              <a:alphaModFix/>
            </a:blip>
            <a:srcRect t="19" b="29"/>
            <a:stretch/>
          </p:blipFill>
          <p:spPr>
            <a:xfrm>
              <a:off x="3703182" y="1524573"/>
              <a:ext cx="828489" cy="592062"/>
            </a:xfrm>
            <a:prstGeom prst="rect">
              <a:avLst/>
            </a:prstGeom>
            <a:noFill/>
            <a:ln>
              <a:noFill/>
            </a:ln>
            <a:effectLst>
              <a:outerShdw blurRad="57150" dist="19050" dir="5400000" algn="bl" rotWithShape="0">
                <a:srgbClr val="000000">
                  <a:alpha val="20000"/>
                </a:srgbClr>
              </a:outerShdw>
            </a:effectLst>
          </p:spPr>
        </p:pic>
        <p:pic>
          <p:nvPicPr>
            <p:cNvPr id="1094" name="Google Shape;1094;g2701ceed56d_4_0"/>
            <p:cNvPicPr preferRelativeResize="0"/>
            <p:nvPr/>
          </p:nvPicPr>
          <p:blipFill rotWithShape="1">
            <a:blip r:embed="rId9">
              <a:alphaModFix/>
            </a:blip>
            <a:srcRect t="79" b="89"/>
            <a:stretch/>
          </p:blipFill>
          <p:spPr>
            <a:xfrm>
              <a:off x="3703209" y="841625"/>
              <a:ext cx="828489" cy="592062"/>
            </a:xfrm>
            <a:prstGeom prst="rect">
              <a:avLst/>
            </a:prstGeom>
            <a:noFill/>
            <a:ln>
              <a:noFill/>
            </a:ln>
            <a:effectLst>
              <a:outerShdw blurRad="57150" dist="19050" dir="5400000" algn="bl" rotWithShape="0">
                <a:srgbClr val="000000">
                  <a:alpha val="20000"/>
                </a:srgbClr>
              </a:outerShdw>
            </a:effectLst>
          </p:spPr>
        </p:pic>
        <p:pic>
          <p:nvPicPr>
            <p:cNvPr id="1095" name="Google Shape;1095;g2701ceed56d_4_0"/>
            <p:cNvPicPr preferRelativeResize="0"/>
            <p:nvPr/>
          </p:nvPicPr>
          <p:blipFill rotWithShape="1">
            <a:blip r:embed="rId10">
              <a:alphaModFix/>
            </a:blip>
            <a:srcRect l="59" r="59"/>
            <a:stretch/>
          </p:blipFill>
          <p:spPr>
            <a:xfrm>
              <a:off x="2794084" y="1524573"/>
              <a:ext cx="828489" cy="592062"/>
            </a:xfrm>
            <a:prstGeom prst="rect">
              <a:avLst/>
            </a:prstGeom>
            <a:noFill/>
            <a:ln>
              <a:noFill/>
            </a:ln>
            <a:effectLst>
              <a:outerShdw blurRad="57150" dist="19050" dir="5400000" algn="bl" rotWithShape="0">
                <a:srgbClr val="000000">
                  <a:alpha val="20000"/>
                </a:srgbClr>
              </a:outerShdw>
            </a:effectLst>
          </p:spPr>
        </p:pic>
        <p:pic>
          <p:nvPicPr>
            <p:cNvPr id="1096" name="Google Shape;1096;g2701ceed56d_4_0"/>
            <p:cNvPicPr preferRelativeResize="0"/>
            <p:nvPr/>
          </p:nvPicPr>
          <p:blipFill rotWithShape="1">
            <a:blip r:embed="rId11">
              <a:alphaModFix/>
            </a:blip>
            <a:srcRect/>
            <a:stretch/>
          </p:blipFill>
          <p:spPr>
            <a:xfrm>
              <a:off x="2794110" y="841625"/>
              <a:ext cx="828489" cy="592062"/>
            </a:xfrm>
            <a:prstGeom prst="rect">
              <a:avLst/>
            </a:prstGeom>
            <a:noFill/>
            <a:ln>
              <a:noFill/>
            </a:ln>
            <a:effectLst>
              <a:outerShdw blurRad="57150" dist="19050" dir="5400000" algn="bl" rotWithShape="0">
                <a:srgbClr val="000000">
                  <a:alpha val="20000"/>
                </a:srgbClr>
              </a:outerShdw>
            </a:effectLst>
          </p:spPr>
        </p:pic>
        <p:pic>
          <p:nvPicPr>
            <p:cNvPr id="1097" name="Google Shape;1097;g2701ceed56d_4_0"/>
            <p:cNvPicPr preferRelativeResize="0"/>
            <p:nvPr/>
          </p:nvPicPr>
          <p:blipFill rotWithShape="1">
            <a:blip r:embed="rId12">
              <a:alphaModFix/>
            </a:blip>
            <a:srcRect l="59" r="59"/>
            <a:stretch/>
          </p:blipFill>
          <p:spPr>
            <a:xfrm>
              <a:off x="1884985" y="1524573"/>
              <a:ext cx="828489" cy="592062"/>
            </a:xfrm>
            <a:prstGeom prst="rect">
              <a:avLst/>
            </a:prstGeom>
            <a:noFill/>
            <a:ln>
              <a:noFill/>
            </a:ln>
            <a:effectLst>
              <a:outerShdw blurRad="57150" dist="19050" dir="5400000" algn="bl" rotWithShape="0">
                <a:srgbClr val="000000">
                  <a:alpha val="20000"/>
                </a:srgbClr>
              </a:outerShdw>
            </a:effectLst>
          </p:spPr>
        </p:pic>
        <p:pic>
          <p:nvPicPr>
            <p:cNvPr id="1098" name="Google Shape;1098;g2701ceed56d_4_0"/>
            <p:cNvPicPr preferRelativeResize="0"/>
            <p:nvPr/>
          </p:nvPicPr>
          <p:blipFill rotWithShape="1">
            <a:blip r:embed="rId13">
              <a:alphaModFix/>
            </a:blip>
            <a:srcRect l="59" r="59"/>
            <a:stretch/>
          </p:blipFill>
          <p:spPr>
            <a:xfrm>
              <a:off x="975910" y="2207520"/>
              <a:ext cx="828489" cy="592062"/>
            </a:xfrm>
            <a:prstGeom prst="rect">
              <a:avLst/>
            </a:prstGeom>
            <a:noFill/>
            <a:ln>
              <a:noFill/>
            </a:ln>
            <a:effectLst>
              <a:outerShdw blurRad="57150" dist="19050" dir="5400000" algn="bl" rotWithShape="0">
                <a:srgbClr val="000000">
                  <a:alpha val="20000"/>
                </a:srgbClr>
              </a:outerShdw>
            </a:effectLst>
          </p:spPr>
        </p:pic>
        <p:pic>
          <p:nvPicPr>
            <p:cNvPr id="1099" name="Google Shape;1099;g2701ceed56d_4_0"/>
            <p:cNvPicPr preferRelativeResize="0"/>
            <p:nvPr/>
          </p:nvPicPr>
          <p:blipFill rotWithShape="1">
            <a:blip r:embed="rId14">
              <a:alphaModFix/>
            </a:blip>
            <a:srcRect/>
            <a:stretch/>
          </p:blipFill>
          <p:spPr>
            <a:xfrm>
              <a:off x="1885001" y="841625"/>
              <a:ext cx="828489" cy="592062"/>
            </a:xfrm>
            <a:prstGeom prst="rect">
              <a:avLst/>
            </a:prstGeom>
            <a:noFill/>
            <a:ln>
              <a:noFill/>
            </a:ln>
            <a:effectLst>
              <a:outerShdw blurRad="57150" dist="19050" dir="5400000" algn="bl" rotWithShape="0">
                <a:srgbClr val="000000">
                  <a:alpha val="20000"/>
                </a:srgbClr>
              </a:outerShdw>
            </a:effectLst>
          </p:spPr>
        </p:pic>
        <p:pic>
          <p:nvPicPr>
            <p:cNvPr id="1100" name="Google Shape;1100;g2701ceed56d_4_0"/>
            <p:cNvPicPr preferRelativeResize="0"/>
            <p:nvPr/>
          </p:nvPicPr>
          <p:blipFill rotWithShape="1">
            <a:blip r:embed="rId15">
              <a:alphaModFix/>
            </a:blip>
            <a:srcRect l="59" r="59"/>
            <a:stretch/>
          </p:blipFill>
          <p:spPr>
            <a:xfrm>
              <a:off x="975876" y="1524573"/>
              <a:ext cx="828489" cy="592062"/>
            </a:xfrm>
            <a:prstGeom prst="rect">
              <a:avLst/>
            </a:prstGeom>
            <a:noFill/>
            <a:ln>
              <a:noFill/>
            </a:ln>
            <a:effectLst>
              <a:outerShdw blurRad="57150" dist="19050" dir="5400000" algn="bl" rotWithShape="0">
                <a:srgbClr val="000000">
                  <a:alpha val="20000"/>
                </a:srgbClr>
              </a:outerShdw>
            </a:effectLst>
          </p:spPr>
        </p:pic>
        <p:pic>
          <p:nvPicPr>
            <p:cNvPr id="1101" name="Google Shape;1101;g2701ceed56d_4_0"/>
            <p:cNvPicPr preferRelativeResize="0"/>
            <p:nvPr/>
          </p:nvPicPr>
          <p:blipFill rotWithShape="1">
            <a:blip r:embed="rId16">
              <a:alphaModFix/>
            </a:blip>
            <a:srcRect t="19" b="29"/>
            <a:stretch/>
          </p:blipFill>
          <p:spPr>
            <a:xfrm>
              <a:off x="7339601" y="1524570"/>
              <a:ext cx="828489" cy="592062"/>
            </a:xfrm>
            <a:prstGeom prst="rect">
              <a:avLst/>
            </a:prstGeom>
            <a:noFill/>
            <a:ln>
              <a:noFill/>
            </a:ln>
            <a:effectLst>
              <a:outerShdw blurRad="57150" dist="19050" dir="5400000" algn="bl" rotWithShape="0">
                <a:srgbClr val="000000">
                  <a:alpha val="20000"/>
                </a:srgbClr>
              </a:outerShdw>
            </a:effectLst>
          </p:spPr>
        </p:pic>
        <p:pic>
          <p:nvPicPr>
            <p:cNvPr id="1102" name="Google Shape;1102;g2701ceed56d_4_0"/>
            <p:cNvPicPr preferRelativeResize="0"/>
            <p:nvPr/>
          </p:nvPicPr>
          <p:blipFill rotWithShape="1">
            <a:blip r:embed="rId17">
              <a:alphaModFix/>
            </a:blip>
            <a:srcRect/>
            <a:stretch/>
          </p:blipFill>
          <p:spPr>
            <a:xfrm>
              <a:off x="975880" y="841625"/>
              <a:ext cx="828489" cy="592062"/>
            </a:xfrm>
            <a:prstGeom prst="rect">
              <a:avLst/>
            </a:prstGeom>
            <a:noFill/>
            <a:ln>
              <a:noFill/>
            </a:ln>
            <a:effectLst>
              <a:outerShdw blurRad="57150" dist="19050" dir="5400000" algn="bl" rotWithShape="0">
                <a:srgbClr val="000000">
                  <a:alpha val="20000"/>
                </a:srgbClr>
              </a:outerShdw>
            </a:effectLst>
          </p:spPr>
        </p:pic>
        <p:pic>
          <p:nvPicPr>
            <p:cNvPr id="1103" name="Google Shape;1103;g2701ceed56d_4_0"/>
            <p:cNvPicPr preferRelativeResize="0"/>
            <p:nvPr/>
          </p:nvPicPr>
          <p:blipFill rotWithShape="1">
            <a:blip r:embed="rId18">
              <a:alphaModFix/>
            </a:blip>
            <a:srcRect t="79" b="89"/>
            <a:stretch/>
          </p:blipFill>
          <p:spPr>
            <a:xfrm>
              <a:off x="7339605" y="841623"/>
              <a:ext cx="828489" cy="592062"/>
            </a:xfrm>
            <a:prstGeom prst="rect">
              <a:avLst/>
            </a:prstGeom>
            <a:noFill/>
            <a:ln>
              <a:noFill/>
            </a:ln>
            <a:effectLst>
              <a:outerShdw blurRad="57150" dist="19050" dir="5400000" algn="bl" rotWithShape="0">
                <a:srgbClr val="000000">
                  <a:alpha val="20000"/>
                </a:srgbClr>
              </a:outerShdw>
            </a:effectLst>
          </p:spPr>
        </p:pic>
        <p:pic>
          <p:nvPicPr>
            <p:cNvPr id="1104" name="Google Shape;1104;g2701ceed56d_4_0"/>
            <p:cNvPicPr preferRelativeResize="0"/>
            <p:nvPr/>
          </p:nvPicPr>
          <p:blipFill rotWithShape="1">
            <a:blip r:embed="rId19">
              <a:alphaModFix/>
            </a:blip>
            <a:srcRect t="19" b="29"/>
            <a:stretch/>
          </p:blipFill>
          <p:spPr>
            <a:xfrm>
              <a:off x="6430480" y="1524570"/>
              <a:ext cx="828489" cy="592062"/>
            </a:xfrm>
            <a:prstGeom prst="rect">
              <a:avLst/>
            </a:prstGeom>
            <a:noFill/>
            <a:ln>
              <a:noFill/>
            </a:ln>
            <a:effectLst>
              <a:outerShdw blurRad="57150" dist="19050" dir="5400000" algn="bl" rotWithShape="0">
                <a:srgbClr val="000000">
                  <a:alpha val="20000"/>
                </a:srgbClr>
              </a:outerShdw>
            </a:effectLst>
          </p:spPr>
        </p:pic>
        <p:pic>
          <p:nvPicPr>
            <p:cNvPr id="1105" name="Google Shape;1105;g2701ceed56d_4_0" title="JL687-77F.png"/>
            <p:cNvPicPr preferRelativeResize="0"/>
            <p:nvPr/>
          </p:nvPicPr>
          <p:blipFill rotWithShape="1">
            <a:blip r:embed="rId20">
              <a:alphaModFix/>
            </a:blip>
            <a:srcRect l="59" r="59"/>
            <a:stretch/>
          </p:blipFill>
          <p:spPr>
            <a:xfrm>
              <a:off x="18850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06" name="Google Shape;1106;g2701ceed56d_4_0" title="JL687-78F.png"/>
            <p:cNvPicPr preferRelativeResize="0"/>
            <p:nvPr/>
          </p:nvPicPr>
          <p:blipFill rotWithShape="1">
            <a:blip r:embed="rId21">
              <a:alphaModFix/>
            </a:blip>
            <a:srcRect l="59" r="59"/>
            <a:stretch/>
          </p:blipFill>
          <p:spPr>
            <a:xfrm>
              <a:off x="27941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07" name="Google Shape;1107;g2701ceed56d_4_0" title="JL687-79F.png"/>
            <p:cNvPicPr preferRelativeResize="0"/>
            <p:nvPr/>
          </p:nvPicPr>
          <p:blipFill rotWithShape="1">
            <a:blip r:embed="rId22">
              <a:alphaModFix/>
            </a:blip>
            <a:srcRect t="19" b="29"/>
            <a:stretch/>
          </p:blipFill>
          <p:spPr>
            <a:xfrm>
              <a:off x="3703210" y="2207520"/>
              <a:ext cx="828489" cy="592062"/>
            </a:xfrm>
            <a:prstGeom prst="rect">
              <a:avLst/>
            </a:prstGeom>
            <a:noFill/>
            <a:ln>
              <a:noFill/>
            </a:ln>
            <a:effectLst>
              <a:outerShdw blurRad="57150" dist="19050" dir="5400000" algn="bl" rotWithShape="0">
                <a:srgbClr val="000000">
                  <a:alpha val="20000"/>
                </a:srgbClr>
              </a:outerShdw>
            </a:effectLst>
          </p:spPr>
        </p:pic>
        <p:pic>
          <p:nvPicPr>
            <p:cNvPr id="1108" name="Google Shape;1108;g2701ceed56d_4_0" title="JL687-80F.png"/>
            <p:cNvPicPr preferRelativeResize="0"/>
            <p:nvPr/>
          </p:nvPicPr>
          <p:blipFill rotWithShape="1">
            <a:blip r:embed="rId23">
              <a:alphaModFix/>
            </a:blip>
            <a:srcRect l="59" r="59"/>
            <a:stretch/>
          </p:blipFill>
          <p:spPr>
            <a:xfrm>
              <a:off x="4612280" y="2207520"/>
              <a:ext cx="828489" cy="592062"/>
            </a:xfrm>
            <a:prstGeom prst="rect">
              <a:avLst/>
            </a:prstGeom>
            <a:noFill/>
            <a:ln>
              <a:noFill/>
            </a:ln>
            <a:effectLst>
              <a:outerShdw blurRad="57150" dist="19050" dir="5400000" algn="bl" rotWithShape="0">
                <a:srgbClr val="000000">
                  <a:alpha val="20000"/>
                </a:srgbClr>
              </a:outerShdw>
            </a:effectLst>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pic>
        <p:nvPicPr>
          <p:cNvPr id="1114" name="Google Shape;1114;g273814c94e2_0_27"/>
          <p:cNvPicPr preferRelativeResize="0"/>
          <p:nvPr/>
        </p:nvPicPr>
        <p:blipFill rotWithShape="1">
          <a:blip r:embed="rId3">
            <a:alphaModFix/>
          </a:blip>
          <a:srcRect/>
          <a:stretch/>
        </p:blipFill>
        <p:spPr>
          <a:xfrm>
            <a:off x="5102925" y="2730300"/>
            <a:ext cx="3265874" cy="1616850"/>
          </a:xfrm>
          <a:prstGeom prst="rect">
            <a:avLst/>
          </a:prstGeom>
          <a:noFill/>
          <a:ln>
            <a:noFill/>
          </a:ln>
        </p:spPr>
      </p:pic>
      <p:pic>
        <p:nvPicPr>
          <p:cNvPr id="1115" name="Google Shape;1115;g273814c94e2_0_27"/>
          <p:cNvPicPr preferRelativeResize="0"/>
          <p:nvPr/>
        </p:nvPicPr>
        <p:blipFill rotWithShape="1">
          <a:blip r:embed="rId4">
            <a:alphaModFix/>
          </a:blip>
          <a:srcRect/>
          <a:stretch/>
        </p:blipFill>
        <p:spPr>
          <a:xfrm>
            <a:off x="727226" y="2730300"/>
            <a:ext cx="3161501" cy="15513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371</Words>
  <Application>Microsoft Office PowerPoint</Application>
  <PresentationFormat>On-screen Show (4:3)</PresentationFormat>
  <Paragraphs>95</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Poppins Medium</vt:lpstr>
      <vt:lpstr>Jost</vt:lpstr>
      <vt:lpstr>Poppins</vt:lpstr>
      <vt:lpstr>Nunito Black</vt:lpstr>
      <vt:lpstr>Calibri</vt:lpstr>
      <vt:lpstr>Poppins SemiBold</vt:lpstr>
      <vt:lpstr>Arial</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Review Phase 5.5 Common Exception Words people wild child mind kind behind eye oh most only both though through who prove shoe beautiful climb Christmas school.</vt:lpstr>
      <vt:lpstr>Teach Homophones:  shoot / chute, marshal / martial.</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2026-05-27T04:50:53Z</dcterms:modified>
</cp:coreProperties>
</file>