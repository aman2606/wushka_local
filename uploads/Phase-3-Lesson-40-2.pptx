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Mulish"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hyi/sECbuQHMVcYnR+lOQ5ho4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35417F-52BD-4EAE-BE4D-DA9AB316A397}">
  <a:tblStyle styleId="{4B35417F-52BD-4EAE-BE4D-DA9AB316A39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105" d="100"/>
          <a:sy n="105" d="100"/>
        </p:scale>
        <p:origin x="162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c71408be6c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c71408be6c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c71408be6c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7217f15a2_0_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7217f15a2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7217f15a2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c7217f15a2_0_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c7217f15a2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c7217f15a2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7217f15a2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7217f15a2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7217f15a2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853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Compare 'oo' (short) 'oo' (long)</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418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8 - Friday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40</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slide" Target="slide21.xml"/><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8.xml"/><Relationship Id="rId5" Type="http://schemas.openxmlformats.org/officeDocument/2006/relationships/image" Target="../media/image8.png"/><Relationship Id="rId10" Type="http://schemas.openxmlformats.org/officeDocument/2006/relationships/slide" Target="slide9.xml"/><Relationship Id="rId4" Type="http://schemas.openxmlformats.org/officeDocument/2006/relationships/image" Target="../media/image7.png"/><Relationship Id="rId9" Type="http://schemas.openxmlformats.org/officeDocument/2006/relationships/slide" Target="slide7.xml"/><Relationship Id="rId14" Type="http://schemas.openxmlformats.org/officeDocument/2006/relationships/slide" Target="slide23.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5.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6.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100" y="2685046"/>
            <a:ext cx="37848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2800"/>
              <a:t>Compare 'oo' (short) &amp; 'oo' (long)</a:t>
            </a:r>
            <a:endParaRPr sz="2800"/>
          </a:p>
        </p:txBody>
      </p:sp>
      <p:sp>
        <p:nvSpPr>
          <p:cNvPr id="711" name="Google Shape;711;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40</a:t>
            </a:r>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{4B35417F-52BD-4EAE-BE4D-DA9AB316A397}</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oo</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713" name="Google Shape;713;p1"/>
          <p:cNvPicPr preferRelativeResize="0"/>
          <p:nvPr/>
        </p:nvPicPr>
        <p:blipFill rotWithShape="1">
          <a:blip r:embed="rId3">
            <a:alphaModFix/>
          </a:blip>
          <a:srcRect l="19" r="19"/>
          <a:stretch/>
        </p:blipFill>
        <p:spPr>
          <a:xfrm rot="540305">
            <a:off x="7336183" y="3915827"/>
            <a:ext cx="1208040" cy="1709828"/>
          </a:xfrm>
          <a:prstGeom prst="rect">
            <a:avLst/>
          </a:prstGeom>
          <a:noFill/>
          <a:ln>
            <a:noFill/>
          </a:ln>
          <a:effectLst>
            <a:outerShdw blurRad="71438" dist="38100" dir="5220000" algn="bl" rotWithShape="0">
              <a:srgbClr val="000000">
                <a:alpha val="20000"/>
              </a:srgbClr>
            </a:outerShdw>
          </a:effectLst>
        </p:spPr>
      </p:pic>
      <p:cxnSp>
        <p:nvCxnSpPr>
          <p:cNvPr id="714" name="Google Shape;714;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pic>
        <p:nvPicPr>
          <p:cNvPr id="715" name="Google Shape;715;p1"/>
          <p:cNvPicPr preferRelativeResize="0"/>
          <p:nvPr/>
        </p:nvPicPr>
        <p:blipFill rotWithShape="1">
          <a:blip r:embed="rId4">
            <a:alphaModFix/>
          </a:blip>
          <a:srcRect l="79" r="7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6" name="Google Shape;716;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sp>
        <p:nvSpPr>
          <p:cNvPr id="717" name="Google Shape;717;p1"/>
          <p:cNvSpPr txBox="1"/>
          <p:nvPr/>
        </p:nvSpPr>
        <p:spPr>
          <a:xfrm>
            <a:off x="536247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short sound</a:t>
            </a:r>
            <a:endParaRPr sz="1000" b="0" i="0" u="none" strike="noStrike" cap="none">
              <a:solidFill>
                <a:srgbClr val="B7B7B7"/>
              </a:solidFill>
              <a:latin typeface="Jost"/>
              <a:ea typeface="Jost"/>
              <a:cs typeface="Jost"/>
              <a:sym typeface="Jost"/>
            </a:endParaRPr>
          </a:p>
        </p:txBody>
      </p:sp>
      <p:sp>
        <p:nvSpPr>
          <p:cNvPr id="718" name="Google Shape;718;p1"/>
          <p:cNvSpPr txBox="1"/>
          <p:nvPr/>
        </p:nvSpPr>
        <p:spPr>
          <a:xfrm>
            <a:off x="713362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long sound</a:t>
            </a:r>
            <a:endParaRPr sz="1000" b="0" i="0" u="none" strike="noStrike" cap="none">
              <a:solidFill>
                <a:srgbClr val="B7B7B7"/>
              </a:solidFill>
              <a:latin typeface="Jost"/>
              <a:ea typeface="Jost"/>
              <a:cs typeface="Jost"/>
              <a:sym typeface="Jo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Compare vowel digraphs </a:t>
            </a:r>
            <a:r>
              <a:rPr lang="en-US">
                <a:solidFill>
                  <a:srgbClr val="000000"/>
                </a:solidFill>
              </a:rPr>
              <a:t>oo</a:t>
            </a:r>
            <a:r>
              <a:rPr lang="en-US"/>
              <a:t> (</a:t>
            </a:r>
            <a:r>
              <a:rPr lang="en-US">
                <a:solidFill>
                  <a:srgbClr val="ED1C24"/>
                </a:solidFill>
              </a:rPr>
              <a:t>short</a:t>
            </a:r>
            <a:r>
              <a:rPr lang="en-US"/>
              <a:t>) and oo (</a:t>
            </a:r>
            <a:r>
              <a:rPr lang="en-US">
                <a:solidFill>
                  <a:srgbClr val="00904C"/>
                </a:solidFill>
              </a:rPr>
              <a:t>long</a:t>
            </a:r>
            <a:r>
              <a:rPr lang="en-US"/>
              <a:t>).</a:t>
            </a:r>
            <a:endParaRPr/>
          </a:p>
        </p:txBody>
      </p:sp>
      <p:sp>
        <p:nvSpPr>
          <p:cNvPr id="725" name="Google Shape;725;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26" name="Google Shape;72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4">
            <a:alphaModFix/>
          </a:blip>
          <a:srcRect l="89" r="79"/>
          <a:stretch/>
        </p:blipFill>
        <p:spPr>
          <a:xfrm>
            <a:off x="3786506" y="4169988"/>
            <a:ext cx="813599" cy="977432"/>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7">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8">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9" action="ppaction://hlinksldjump"/>
          </p:cNvPr>
          <p:cNvSpPr/>
          <p:nvPr/>
        </p:nvSpPr>
        <p:spPr>
          <a:xfrm>
            <a:off x="959726"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0" action="ppaction://hlinksldjump"/>
          </p:cNvPr>
          <p:cNvSpPr/>
          <p:nvPr/>
        </p:nvSpPr>
        <p:spPr>
          <a:xfrm>
            <a:off x="2506251" y="370709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1" action="ppaction://hlinksldjump"/>
          </p:cNvPr>
          <p:cNvSpPr/>
          <p:nvPr/>
        </p:nvSpPr>
        <p:spPr>
          <a:xfrm>
            <a:off x="353398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2" action="ppaction://hlinksldjump"/>
          </p:cNvPr>
          <p:cNvSpPr/>
          <p:nvPr/>
        </p:nvSpPr>
        <p:spPr>
          <a:xfrm>
            <a:off x="4905138" y="378793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3" action="ppaction://hlinksldjump"/>
          </p:cNvPr>
          <p:cNvSpPr/>
          <p:nvPr/>
        </p:nvSpPr>
        <p:spPr>
          <a:xfrm>
            <a:off x="5977154" y="37879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4" action="ppaction://hlinksldjump"/>
          </p:cNvPr>
          <p:cNvSpPr/>
          <p:nvPr/>
        </p:nvSpPr>
        <p:spPr>
          <a:xfrm>
            <a:off x="7365907" y="380848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6" name="Google Shape;756;g26b641b03cd_0_165"/>
          <p:cNvGrpSpPr/>
          <p:nvPr/>
        </p:nvGrpSpPr>
        <p:grpSpPr>
          <a:xfrm>
            <a:off x="930400" y="2129444"/>
            <a:ext cx="7283200" cy="3724851"/>
            <a:chOff x="930400" y="2129444"/>
            <a:chExt cx="7283200" cy="3724851"/>
          </a:xfrm>
        </p:grpSpPr>
        <p:pic>
          <p:nvPicPr>
            <p:cNvPr id="757" name="Google Shape;75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6" name="Google Shape;786;g26b7edf6e71_0_26"/>
          <p:cNvPicPr preferRelativeResize="0"/>
          <p:nvPr/>
        </p:nvPicPr>
        <p:blipFill rotWithShape="1">
          <a:blip r:embed="rId3">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87" name="Google Shape;787;g26b7edf6e71_0_26"/>
          <p:cNvPicPr preferRelativeResize="0"/>
          <p:nvPr/>
        </p:nvPicPr>
        <p:blipFill rotWithShape="1">
          <a:blip r:embed="rId4">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5">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6">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7">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8">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9">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0">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11">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12">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13">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14">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15">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16">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17">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18">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19">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0">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1">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2">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12" name="Google Shape;812;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3" name="Google Shape;813;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c71408be6c_0_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20" name="Google Shape;820;g2c71408be6c_0_9"/>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21" name="Google Shape;821;g2c71408be6c_0_9"/>
          <p:cNvPicPr preferRelativeResize="0"/>
          <p:nvPr/>
        </p:nvPicPr>
        <p:blipFill rotWithShape="1">
          <a:blip r:embed="rId3">
            <a:alphaModFix/>
          </a:blip>
          <a:srcRect t="7522" r="7062" b="17832"/>
          <a:stretch/>
        </p:blipFill>
        <p:spPr>
          <a:xfrm>
            <a:off x="4509700" y="2118750"/>
            <a:ext cx="3638549" cy="41330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8" name="Google Shape;82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9" name="Google Shape;82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30" name="Google Shape;830;g2c186218c5a_0_17"/>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31" name="Google Shape;831;g2c186218c5a_0_17"/>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cxnSp>
        <p:nvCxnSpPr>
          <p:cNvPr id="832" name="Google Shape;832;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9" name="Google Shape;83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40" name="Google Shape;84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41" name="Google Shape;841;g26b641b03cd_0_185"/>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42" name="Google Shape;842;g26b641b03cd_0_185"/>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cxnSp>
        <p:nvCxnSpPr>
          <p:cNvPr id="843" name="Google Shape;843;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44" name="Google Shape;844;g26b641b03cd_0_185"/>
          <p:cNvGrpSpPr/>
          <p:nvPr/>
        </p:nvGrpSpPr>
        <p:grpSpPr>
          <a:xfrm>
            <a:off x="6799775" y="1392608"/>
            <a:ext cx="1558225" cy="900780"/>
            <a:chOff x="3203200" y="2613158"/>
            <a:chExt cx="1558225" cy="900780"/>
          </a:xfrm>
        </p:grpSpPr>
        <p:pic>
          <p:nvPicPr>
            <p:cNvPr id="845" name="Google Shape;845;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6" name="Google Shape;846;g26b641b03cd_0_185"/>
            <p:cNvSpPr txBox="1"/>
            <p:nvPr/>
          </p:nvSpPr>
          <p:spPr>
            <a:xfrm>
              <a:off x="3470899" y="26131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ED1C24"/>
                  </a:solidFill>
                  <a:latin typeface="Jost"/>
                  <a:ea typeface="Jost"/>
                  <a:cs typeface="Jost"/>
                  <a:sym typeface="Jost"/>
                </a:rPr>
                <a:t>/oo/</a:t>
              </a:r>
              <a:endParaRPr sz="3500" b="0" i="0" u="none" strike="noStrike" cap="none">
                <a:solidFill>
                  <a:srgbClr val="ED1C24"/>
                </a:solidFill>
                <a:latin typeface="Jost"/>
                <a:ea typeface="Jost"/>
                <a:cs typeface="Jost"/>
                <a:sym typeface="Jost"/>
              </a:endParaRPr>
            </a:p>
          </p:txBody>
        </p:sp>
      </p:grpSp>
      <p:sp>
        <p:nvSpPr>
          <p:cNvPr id="847" name="Google Shape;847;g26b641b03cd_0_185"/>
          <p:cNvSpPr txBox="1"/>
          <p:nvPr/>
        </p:nvSpPr>
        <p:spPr>
          <a:xfrm>
            <a:off x="7012825" y="1930459"/>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short sound</a:t>
            </a:r>
            <a:endParaRPr sz="1000" b="0" i="0" u="none" strike="noStrike" cap="none">
              <a:solidFill>
                <a:srgbClr val="B7B7B7"/>
              </a:solidFill>
              <a:latin typeface="Jost"/>
              <a:ea typeface="Jost"/>
              <a:cs typeface="Jost"/>
              <a:sym typeface="Jost"/>
            </a:endParaRPr>
          </a:p>
        </p:txBody>
      </p:sp>
      <p:grpSp>
        <p:nvGrpSpPr>
          <p:cNvPr id="848" name="Google Shape;848;g26b641b03cd_0_185"/>
          <p:cNvGrpSpPr/>
          <p:nvPr/>
        </p:nvGrpSpPr>
        <p:grpSpPr>
          <a:xfrm>
            <a:off x="6799775" y="3910545"/>
            <a:ext cx="1558225" cy="900780"/>
            <a:chOff x="3203200" y="2613158"/>
            <a:chExt cx="1558225" cy="900780"/>
          </a:xfrm>
        </p:grpSpPr>
        <p:pic>
          <p:nvPicPr>
            <p:cNvPr id="849" name="Google Shape;849;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50" name="Google Shape;850;g26b641b03cd_0_185"/>
            <p:cNvSpPr txBox="1"/>
            <p:nvPr/>
          </p:nvSpPr>
          <p:spPr>
            <a:xfrm>
              <a:off x="3470899" y="26131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00904C"/>
                  </a:solidFill>
                  <a:latin typeface="Jost"/>
                  <a:ea typeface="Jost"/>
                  <a:cs typeface="Jost"/>
                  <a:sym typeface="Jost"/>
                </a:rPr>
                <a:t>/oo/</a:t>
              </a:r>
              <a:endParaRPr sz="3500" b="0" i="0" u="none" strike="noStrike" cap="none">
                <a:solidFill>
                  <a:srgbClr val="00904C"/>
                </a:solidFill>
                <a:latin typeface="Jost"/>
                <a:ea typeface="Jost"/>
                <a:cs typeface="Jost"/>
                <a:sym typeface="Jost"/>
              </a:endParaRPr>
            </a:p>
          </p:txBody>
        </p:sp>
      </p:grpSp>
      <p:sp>
        <p:nvSpPr>
          <p:cNvPr id="851" name="Google Shape;851;g26b641b03cd_0_185"/>
          <p:cNvSpPr txBox="1"/>
          <p:nvPr/>
        </p:nvSpPr>
        <p:spPr>
          <a:xfrm>
            <a:off x="7012825" y="444839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B7B7B7"/>
                </a:solidFill>
                <a:latin typeface="Jost"/>
                <a:ea typeface="Jost"/>
                <a:cs typeface="Jost"/>
                <a:sym typeface="Jost"/>
              </a:rPr>
              <a:t>long sound</a:t>
            </a:r>
            <a:endParaRPr sz="1000" b="0" i="0" u="none" strike="noStrike" cap="none">
              <a:solidFill>
                <a:srgbClr val="B7B7B7"/>
              </a:solidFill>
              <a:latin typeface="Jost"/>
              <a:ea typeface="Jost"/>
              <a:cs typeface="Jost"/>
              <a:sym typeface="Jo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8" name="Google Shape;85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sp>
        <p:nvSpPr>
          <p:cNvPr id="859" name="Google Shape;85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60" name="Google Shape;860;g2c186218c5a_0_25"/>
          <p:cNvPicPr preferRelativeResize="0"/>
          <p:nvPr/>
        </p:nvPicPr>
        <p:blipFill rotWithShape="1">
          <a:blip r:embed="rId3">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431"/>
              </a:srgbClr>
            </a:outerShdw>
          </a:effectLst>
        </p:spPr>
      </p:pic>
      <p:pic>
        <p:nvPicPr>
          <p:cNvPr id="861" name="Google Shape;861;g2c186218c5a_0_25"/>
          <p:cNvPicPr preferRelativeResize="0"/>
          <p:nvPr/>
        </p:nvPicPr>
        <p:blipFill rotWithShape="1">
          <a:blip r:embed="rId4">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431"/>
              </a:srgbClr>
            </a:outerShdw>
          </a:effectLst>
        </p:spPr>
      </p:pic>
      <p:cxnSp>
        <p:nvCxnSpPr>
          <p:cNvPr id="862" name="Google Shape;862;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9" name="Google Shape;86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70" name="Google Shape;87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71" name="Google Shape;871;g26b641b03cd_0_192"/>
          <p:cNvPicPr preferRelativeResize="0"/>
          <p:nvPr/>
        </p:nvPicPr>
        <p:blipFill rotWithShape="1">
          <a:blip r:embed="rId3">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431"/>
              </a:srgbClr>
            </a:outerShdw>
          </a:effectLst>
        </p:spPr>
      </p:pic>
      <p:pic>
        <p:nvPicPr>
          <p:cNvPr id="872" name="Google Shape;872;g26b641b03cd_0_192"/>
          <p:cNvPicPr preferRelativeResize="0"/>
          <p:nvPr/>
        </p:nvPicPr>
        <p:blipFill rotWithShape="1">
          <a:blip r:embed="rId4">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431"/>
              </a:srgbClr>
            </a:outerShdw>
          </a:effectLst>
        </p:spPr>
      </p:pic>
      <p:cxnSp>
        <p:nvCxnSpPr>
          <p:cNvPr id="873" name="Google Shape;873;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0" name="Google Shape;88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1" name="Google Shape;88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8" name="Google Shape;88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9" name="Google Shape;88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4" name="Google Shape;894;g2c4fd7a3c22_2_0"/>
          <p:cNvGrpSpPr/>
          <p:nvPr/>
        </p:nvGrpSpPr>
        <p:grpSpPr>
          <a:xfrm>
            <a:off x="304250" y="6984600"/>
            <a:ext cx="8330829" cy="808600"/>
            <a:chOff x="-152950" y="7365600"/>
            <a:chExt cx="8330829" cy="808600"/>
          </a:xfrm>
        </p:grpSpPr>
        <p:sp>
          <p:nvSpPr>
            <p:cNvPr id="895" name="Google Shape;89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6" name="Google Shape;89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7" name="Google Shape;89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8" name="Google Shape;89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9" name="Google Shape;89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0" name="Google Shape;90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1" name="Google Shape;90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2" name="Google Shape;90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3" name="Google Shape;90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5" name="Google Shape;905;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6" name="Google Shape;906;g2c4fd7a3c22_2_0"/>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c4fd7a3c22_2_0"/>
          <p:cNvSpPr/>
          <p:nvPr/>
        </p:nvSpPr>
        <p:spPr>
          <a:xfrm>
            <a:off x="5885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8" name="Google Shape;908;g2c4fd7a3c22_2_0"/>
          <p:cNvSpPr txBox="1"/>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09" name="Google Shape;909;g2c4fd7a3c22_2_0"/>
          <p:cNvSpPr txBox="1"/>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10" name="Google Shape;910;g2c4fd7a3c22_2_0"/>
          <p:cNvSpPr txBox="1"/>
          <p:nvPr/>
        </p:nvSpPr>
        <p:spPr>
          <a:xfrm>
            <a:off x="32808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911" name="Google Shape;911;g2c4fd7a3c22_2_0"/>
          <p:cNvSpPr/>
          <p:nvPr/>
        </p:nvSpPr>
        <p:spPr>
          <a:xfrm>
            <a:off x="36649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7217f15a2_0_3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8" name="Google Shape;918;g2c7217f15a2_0_3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9" name="Google Shape;919;g2c7217f15a2_0_3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7217f15a2_0_3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7217f15a2_0_3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7217f15a2_0_3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7217f15a2_0_3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4" name="Google Shape;924;g2c7217f15a2_0_34"/>
          <p:cNvGrpSpPr/>
          <p:nvPr/>
        </p:nvGrpSpPr>
        <p:grpSpPr>
          <a:xfrm>
            <a:off x="304250" y="6984600"/>
            <a:ext cx="8330829" cy="808600"/>
            <a:chOff x="-152950" y="7365600"/>
            <a:chExt cx="8330829" cy="808600"/>
          </a:xfrm>
        </p:grpSpPr>
        <p:sp>
          <p:nvSpPr>
            <p:cNvPr id="925" name="Google Shape;925;g2c7217f15a2_0_3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6" name="Google Shape;926;g2c7217f15a2_0_3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7" name="Google Shape;927;g2c7217f15a2_0_3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8" name="Google Shape;928;g2c7217f15a2_0_3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9" name="Google Shape;929;g2c7217f15a2_0_3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0" name="Google Shape;930;g2c7217f15a2_0_3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1" name="Google Shape;931;g2c7217f15a2_0_3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2" name="Google Shape;932;g2c7217f15a2_0_3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3" name="Google Shape;933;g2c7217f15a2_0_3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7217f15a2_0_3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5" name="Google Shape;935;g2c7217f15a2_0_3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6" name="Google Shape;936;g2c7217f15a2_0_34"/>
          <p:cNvSpPr/>
          <p:nvPr/>
        </p:nvSpPr>
        <p:spPr>
          <a:xfrm>
            <a:off x="2639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7217f15a2_0_34"/>
          <p:cNvSpPr/>
          <p:nvPr/>
        </p:nvSpPr>
        <p:spPr>
          <a:xfrm>
            <a:off x="6114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7217f15a2_0_34"/>
          <p:cNvSpPr txBox="1"/>
          <p:nvPr/>
        </p:nvSpPr>
        <p:spPr>
          <a:xfrm>
            <a:off x="5544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39" name="Google Shape;939;g2c7217f15a2_0_34"/>
          <p:cNvSpPr txBox="1"/>
          <p:nvPr/>
        </p:nvSpPr>
        <p:spPr>
          <a:xfrm>
            <a:off x="2069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40" name="Google Shape;940;g2c7217f15a2_0_34"/>
          <p:cNvSpPr txBox="1"/>
          <p:nvPr/>
        </p:nvSpPr>
        <p:spPr>
          <a:xfrm>
            <a:off x="33570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941" name="Google Shape;941;g2c7217f15a2_0_34"/>
          <p:cNvSpPr/>
          <p:nvPr/>
        </p:nvSpPr>
        <p:spPr>
          <a:xfrm>
            <a:off x="37411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c7217f15a2_0_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8" name="Google Shape;948;g2c7217f15a2_0_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9" name="Google Shape;949;g2c7217f15a2_0_6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7217f15a2_0_6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7217f15a2_0_6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7217f15a2_0_6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7217f15a2_0_6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4" name="Google Shape;954;g2c7217f15a2_0_63"/>
          <p:cNvGrpSpPr/>
          <p:nvPr/>
        </p:nvGrpSpPr>
        <p:grpSpPr>
          <a:xfrm>
            <a:off x="304250" y="6984600"/>
            <a:ext cx="8330829" cy="808600"/>
            <a:chOff x="-152950" y="7365600"/>
            <a:chExt cx="8330829" cy="808600"/>
          </a:xfrm>
        </p:grpSpPr>
        <p:sp>
          <p:nvSpPr>
            <p:cNvPr id="955" name="Google Shape;955;g2c7217f15a2_0_6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6" name="Google Shape;956;g2c7217f15a2_0_6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7" name="Google Shape;957;g2c7217f15a2_0_6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8" name="Google Shape;958;g2c7217f15a2_0_6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9" name="Google Shape;959;g2c7217f15a2_0_6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0" name="Google Shape;960;g2c7217f15a2_0_6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1" name="Google Shape;961;g2c7217f15a2_0_6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2" name="Google Shape;962;g2c7217f15a2_0_6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63" name="Google Shape;963;g2c7217f15a2_0_6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c7217f15a2_0_6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5" name="Google Shape;965;g2c7217f15a2_0_6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c7217f15a2_0_63"/>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7217f15a2_0_63"/>
          <p:cNvSpPr/>
          <p:nvPr/>
        </p:nvSpPr>
        <p:spPr>
          <a:xfrm>
            <a:off x="5885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7217f15a2_0_63"/>
          <p:cNvSpPr txBox="1"/>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69" name="Google Shape;969;g2c7217f15a2_0_63"/>
          <p:cNvSpPr txBox="1"/>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70" name="Google Shape;970;g2c7217f15a2_0_63"/>
          <p:cNvSpPr txBox="1"/>
          <p:nvPr/>
        </p:nvSpPr>
        <p:spPr>
          <a:xfrm>
            <a:off x="32808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971" name="Google Shape;971;g2c7217f15a2_0_63"/>
          <p:cNvSpPr/>
          <p:nvPr/>
        </p:nvSpPr>
        <p:spPr>
          <a:xfrm>
            <a:off x="36649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7217f15a2_0_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8" name="Google Shape;978;g2c7217f15a2_0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9" name="Google Shape;979;g2c7217f15a2_0_9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7217f15a2_0_9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7217f15a2_0_9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7217f15a2_0_9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7217f15a2_0_9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4" name="Google Shape;984;g2c7217f15a2_0_92"/>
          <p:cNvGrpSpPr/>
          <p:nvPr/>
        </p:nvGrpSpPr>
        <p:grpSpPr>
          <a:xfrm>
            <a:off x="304250" y="6984600"/>
            <a:ext cx="8330829" cy="808600"/>
            <a:chOff x="-152950" y="7365600"/>
            <a:chExt cx="8330829" cy="808600"/>
          </a:xfrm>
        </p:grpSpPr>
        <p:sp>
          <p:nvSpPr>
            <p:cNvPr id="985" name="Google Shape;985;g2c7217f15a2_0_9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6" name="Google Shape;986;g2c7217f15a2_0_9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7" name="Google Shape;987;g2c7217f15a2_0_9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8" name="Google Shape;988;g2c7217f15a2_0_9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9" name="Google Shape;989;g2c7217f15a2_0_9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0" name="Google Shape;990;g2c7217f15a2_0_9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1" name="Google Shape;991;g2c7217f15a2_0_9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2" name="Google Shape;992;g2c7217f15a2_0_9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93" name="Google Shape;993;g2c7217f15a2_0_9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7217f15a2_0_9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5" name="Google Shape;995;g2c7217f15a2_0_9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6" name="Google Shape;996;g2c7217f15a2_0_92"/>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c7217f15a2_0_92"/>
          <p:cNvSpPr/>
          <p:nvPr/>
        </p:nvSpPr>
        <p:spPr>
          <a:xfrm>
            <a:off x="5885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c7217f15a2_0_92"/>
          <p:cNvSpPr txBox="1"/>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99" name="Google Shape;999;g2c7217f15a2_0_92"/>
          <p:cNvSpPr txBox="1"/>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00" name="Google Shape;1000;g2c7217f15a2_0_92"/>
          <p:cNvSpPr txBox="1"/>
          <p:nvPr/>
        </p:nvSpPr>
        <p:spPr>
          <a:xfrm>
            <a:off x="33570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oo</a:t>
            </a:r>
            <a:endParaRPr sz="15000" b="0" i="0" u="none" strike="noStrike" cap="none">
              <a:solidFill>
                <a:srgbClr val="6C4028"/>
              </a:solidFill>
              <a:latin typeface="Jost"/>
              <a:ea typeface="Jost"/>
              <a:cs typeface="Jost"/>
              <a:sym typeface="Jost"/>
            </a:endParaRPr>
          </a:p>
        </p:txBody>
      </p:sp>
      <p:sp>
        <p:nvSpPr>
          <p:cNvPr id="1001" name="Google Shape;1001;g2c7217f15a2_0_92"/>
          <p:cNvSpPr/>
          <p:nvPr/>
        </p:nvSpPr>
        <p:spPr>
          <a:xfrm>
            <a:off x="3741155"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8" name="Google Shape;100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9" name="Google Shape;100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16" name="Google Shape;101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7" name="Google Shape;101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8" name="Google Shape;1018;g26b641b03cd_0_204"/>
          <p:cNvPicPr preferRelativeResize="0"/>
          <p:nvPr/>
        </p:nvPicPr>
        <p:blipFill rotWithShape="1">
          <a:blip r:embed="rId3">
            <a:alphaModFix/>
          </a:blip>
          <a:srcRect l="79" r="89"/>
          <a:stretch/>
        </p:blipFill>
        <p:spPr>
          <a:xfrm>
            <a:off x="1599678" y="1550800"/>
            <a:ext cx="2691199" cy="3233051"/>
          </a:xfrm>
          <a:prstGeom prst="rect">
            <a:avLst/>
          </a:prstGeom>
          <a:noFill/>
          <a:ln>
            <a:noFill/>
          </a:ln>
          <a:effectLst>
            <a:outerShdw blurRad="114300" dist="19050" dir="5400000" algn="bl" rotWithShape="0">
              <a:srgbClr val="000000">
                <a:alpha val="20000"/>
              </a:srgbClr>
            </a:outerShdw>
          </a:effectLst>
        </p:spPr>
      </p:pic>
      <p:cxnSp>
        <p:nvCxnSpPr>
          <p:cNvPr id="1019" name="Google Shape;1019;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0" name="Google Shape;1020;g26b641b03cd_0_204"/>
          <p:cNvPicPr preferRelativeResize="0"/>
          <p:nvPr/>
        </p:nvPicPr>
        <p:blipFill rotWithShape="1">
          <a:blip r:embed="rId4">
            <a:alphaModFix/>
          </a:blip>
          <a:srcRect l="79" r="89"/>
          <a:stretch/>
        </p:blipFill>
        <p:spPr>
          <a:xfrm>
            <a:off x="4853128" y="1550800"/>
            <a:ext cx="2691199"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27" name="Google Shape;102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8" name="Google Shape;102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29" name="Google Shape;1029;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0" name="Google Shape;1030;g2c186218c5a_0_48"/>
          <p:cNvPicPr preferRelativeResize="0"/>
          <p:nvPr/>
        </p:nvPicPr>
        <p:blipFill rotWithShape="1">
          <a:blip r:embed="rId3">
            <a:alphaModFix/>
          </a:blip>
          <a:srcRect l="79" r="89"/>
          <a:stretch/>
        </p:blipFill>
        <p:spPr>
          <a:xfrm>
            <a:off x="1599675" y="1550800"/>
            <a:ext cx="2691199" cy="3233051"/>
          </a:xfrm>
          <a:prstGeom prst="rect">
            <a:avLst/>
          </a:prstGeom>
          <a:noFill/>
          <a:ln>
            <a:noFill/>
          </a:ln>
          <a:effectLst>
            <a:outerShdw blurRad="114300" dist="19050" dir="5400000" algn="bl" rotWithShape="0">
              <a:srgbClr val="000000">
                <a:alpha val="20000"/>
              </a:srgbClr>
            </a:outerShdw>
          </a:effectLst>
        </p:spPr>
      </p:pic>
      <p:pic>
        <p:nvPicPr>
          <p:cNvPr id="1031" name="Google Shape;1031;g2c186218c5a_0_48"/>
          <p:cNvPicPr preferRelativeResize="0"/>
          <p:nvPr/>
        </p:nvPicPr>
        <p:blipFill rotWithShape="1">
          <a:blip r:embed="rId4">
            <a:alphaModFix/>
          </a:blip>
          <a:srcRect l="79" r="89"/>
          <a:stretch/>
        </p:blipFill>
        <p:spPr>
          <a:xfrm>
            <a:off x="4853128" y="1550800"/>
            <a:ext cx="2691199"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38" name="Google Shape;103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9" name="Google Shape;1039;g26b641b03cd_0_213"/>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40" name="Google Shape;104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41" name="Google Shape;1041;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42" name="Google Shape;1042;g26b641b03cd_0_213"/>
          <p:cNvPicPr preferRelativeResize="0"/>
          <p:nvPr/>
        </p:nvPicPr>
        <p:blipFill rotWithShape="1">
          <a:blip r:embed="rId4">
            <a:alphaModFix/>
          </a:blip>
          <a:srcRect l="129" r="139"/>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49" name="Google Shape;104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0" name="Google Shape;105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1" name="Google Shape;1051;g2c186218c5a_0_149"/>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cxnSp>
        <p:nvCxnSpPr>
          <p:cNvPr id="1052" name="Google Shape;1052;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53" name="Google Shape;1053;g2c186218c5a_0_149"/>
          <p:cNvPicPr preferRelativeResize="0"/>
          <p:nvPr/>
        </p:nvPicPr>
        <p:blipFill rotWithShape="1">
          <a:blip r:embed="rId4">
            <a:alphaModFix/>
          </a:blip>
          <a:srcRect l="129" r="139"/>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cxnSp>
        <p:nvCxnSpPr>
          <p:cNvPr id="1059" name="Google Shape;1059;g26b641b03cd_0_301"/>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sp>
        <p:nvSpPr>
          <p:cNvPr id="1060" name="Google Shape;1060;g26b641b03cd_0_301"/>
          <p:cNvSpPr txBox="1">
            <a:spLocks noGrp="1"/>
          </p:cNvSpPr>
          <p:nvPr>
            <p:ph type="title"/>
          </p:nvPr>
        </p:nvSpPr>
        <p:spPr>
          <a:xfrm>
            <a:off x="976950" y="5568500"/>
            <a:ext cx="7190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1" name="Google Shape;106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62" name="Google Shape;106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3" name="Google Shape;1063;g26b641b03cd_0_301"/>
          <p:cNvPicPr preferRelativeResize="0"/>
          <p:nvPr/>
        </p:nvPicPr>
        <p:blipFill rotWithShape="1">
          <a:blip r:embed="rId3">
            <a:alphaModFix/>
          </a:blip>
          <a:srcRect t="19" b="29"/>
          <a:stretch/>
        </p:blipFill>
        <p:spPr>
          <a:xfrm>
            <a:off x="917835" y="1963120"/>
            <a:ext cx="3370175" cy="2408426"/>
          </a:xfrm>
          <a:prstGeom prst="rect">
            <a:avLst/>
          </a:prstGeom>
          <a:noFill/>
          <a:ln>
            <a:noFill/>
          </a:ln>
          <a:effectLst>
            <a:outerShdw blurRad="57150" dist="19050" dir="5400000" algn="bl" rotWithShape="0">
              <a:srgbClr val="000000">
                <a:alpha val="20000"/>
              </a:srgbClr>
            </a:outerShdw>
          </a:effectLst>
        </p:spPr>
      </p:pic>
      <p:pic>
        <p:nvPicPr>
          <p:cNvPr id="1064" name="Google Shape;1064;g26b641b03cd_0_301"/>
          <p:cNvPicPr preferRelativeResize="0"/>
          <p:nvPr/>
        </p:nvPicPr>
        <p:blipFill rotWithShape="1">
          <a:blip r:embed="rId4">
            <a:alphaModFix/>
          </a:blip>
          <a:srcRect t="19" b="29"/>
          <a:stretch/>
        </p:blipFill>
        <p:spPr>
          <a:xfrm>
            <a:off x="4856010" y="1963120"/>
            <a:ext cx="3370175" cy="2408426"/>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6b641b03cd_0_308"/>
          <p:cNvSpPr txBox="1">
            <a:spLocks noGrp="1"/>
          </p:cNvSpPr>
          <p:nvPr>
            <p:ph type="title"/>
          </p:nvPr>
        </p:nvSpPr>
        <p:spPr>
          <a:xfrm>
            <a:off x="976950" y="5568500"/>
            <a:ext cx="7190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1" name="Google Shape;107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72" name="Google Shape;107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73" name="Google Shape;1073;g26b641b03cd_0_308"/>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74" name="Google Shape;1074;g26b641b03cd_0_308"/>
          <p:cNvPicPr preferRelativeResize="0"/>
          <p:nvPr/>
        </p:nvPicPr>
        <p:blipFill rotWithShape="1">
          <a:blip r:embed="rId3">
            <a:alphaModFix/>
          </a:blip>
          <a:srcRect t="19" b="29"/>
          <a:stretch/>
        </p:blipFill>
        <p:spPr>
          <a:xfrm>
            <a:off x="917835" y="1963120"/>
            <a:ext cx="3370175" cy="2408426"/>
          </a:xfrm>
          <a:prstGeom prst="rect">
            <a:avLst/>
          </a:prstGeom>
          <a:noFill/>
          <a:ln>
            <a:noFill/>
          </a:ln>
          <a:effectLst>
            <a:outerShdw blurRad="57150" dist="19050" dir="5400000" algn="bl" rotWithShape="0">
              <a:srgbClr val="000000">
                <a:alpha val="20000"/>
              </a:srgbClr>
            </a:outerShdw>
          </a:effectLst>
        </p:spPr>
      </p:pic>
      <p:pic>
        <p:nvPicPr>
          <p:cNvPr id="1075" name="Google Shape;1075;g26b641b03cd_0_308"/>
          <p:cNvPicPr preferRelativeResize="0"/>
          <p:nvPr/>
        </p:nvPicPr>
        <p:blipFill rotWithShape="1">
          <a:blip r:embed="rId4">
            <a:alphaModFix/>
          </a:blip>
          <a:srcRect t="19" b="29"/>
          <a:stretch/>
        </p:blipFill>
        <p:spPr>
          <a:xfrm>
            <a:off x="4856010" y="1963120"/>
            <a:ext cx="3370175" cy="2408426"/>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2" name="Google Shape;108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83" name="Google Shape;108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84" name="Google Shape;1084;g26b641b03cd_0_31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85" name="Google Shape;1085;g26b641b03cd_0_315"/>
          <p:cNvPicPr preferRelativeResize="0"/>
          <p:nvPr/>
        </p:nvPicPr>
        <p:blipFill rotWithShape="1">
          <a:blip r:embed="rId3">
            <a:alphaModFix/>
          </a:blip>
          <a:srcRect t="89" b="99"/>
          <a:stretch/>
        </p:blipFill>
        <p:spPr>
          <a:xfrm>
            <a:off x="1105775" y="1991750"/>
            <a:ext cx="3133349" cy="2351150"/>
          </a:xfrm>
          <a:prstGeom prst="rect">
            <a:avLst/>
          </a:prstGeom>
          <a:noFill/>
          <a:ln>
            <a:noFill/>
          </a:ln>
          <a:effectLst>
            <a:outerShdw blurRad="57150" dist="19050" dir="5400000" algn="bl" rotWithShape="0">
              <a:srgbClr val="000000">
                <a:alpha val="20000"/>
              </a:srgbClr>
            </a:outerShdw>
          </a:effectLst>
        </p:spPr>
      </p:pic>
      <p:pic>
        <p:nvPicPr>
          <p:cNvPr id="1086" name="Google Shape;1086;g26b641b03cd_0_315"/>
          <p:cNvPicPr preferRelativeResize="0"/>
          <p:nvPr/>
        </p:nvPicPr>
        <p:blipFill rotWithShape="1">
          <a:blip r:embed="rId4">
            <a:alphaModFix/>
          </a:blip>
          <a:srcRect/>
          <a:stretch/>
        </p:blipFill>
        <p:spPr>
          <a:xfrm>
            <a:off x="4904875" y="1991750"/>
            <a:ext cx="3133349" cy="23511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3" name="Google Shape;109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94" name="Google Shape;109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95" name="Google Shape;1095;g26b641b03cd_1_0"/>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96" name="Google Shape;1096;g26b641b03cd_1_0"/>
          <p:cNvPicPr preferRelativeResize="0"/>
          <p:nvPr/>
        </p:nvPicPr>
        <p:blipFill rotWithShape="1">
          <a:blip r:embed="rId3">
            <a:alphaModFix/>
          </a:blip>
          <a:srcRect t="19" b="29"/>
          <a:stretch/>
        </p:blipFill>
        <p:spPr>
          <a:xfrm>
            <a:off x="1105775" y="1991750"/>
            <a:ext cx="3133349" cy="2351150"/>
          </a:xfrm>
          <a:prstGeom prst="rect">
            <a:avLst/>
          </a:prstGeom>
          <a:noFill/>
          <a:ln>
            <a:noFill/>
          </a:ln>
          <a:effectLst>
            <a:outerShdw blurRad="57150" dist="19050" dir="5400000" algn="bl" rotWithShape="0">
              <a:srgbClr val="000000">
                <a:alpha val="20000"/>
              </a:srgbClr>
            </a:outerShdw>
          </a:effectLst>
        </p:spPr>
      </p:pic>
      <p:pic>
        <p:nvPicPr>
          <p:cNvPr id="1097" name="Google Shape;1097;g26b641b03cd_1_0"/>
          <p:cNvPicPr preferRelativeResize="0"/>
          <p:nvPr/>
        </p:nvPicPr>
        <p:blipFill rotWithShape="1">
          <a:blip r:embed="rId4">
            <a:alphaModFix/>
          </a:blip>
          <a:srcRect l="69" r="69"/>
          <a:stretch/>
        </p:blipFill>
        <p:spPr>
          <a:xfrm>
            <a:off x="4904875" y="1991750"/>
            <a:ext cx="3133349" cy="23511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491</Words>
  <Application>Microsoft Office PowerPoint</Application>
  <PresentationFormat>On-screen Show (4:3)</PresentationFormat>
  <Paragraphs>179</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Nunito Black</vt:lpstr>
      <vt:lpstr>Poppins Medium</vt:lpstr>
      <vt:lpstr>Poppins</vt:lpstr>
      <vt:lpstr>Mulish</vt:lpstr>
      <vt:lpstr>Poppins SemiBold</vt:lpstr>
      <vt:lpstr>Calibri</vt:lpstr>
      <vt:lpstr>Jost</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2026-04-29T04:11:40Z</dcterms:modified>
</cp:coreProperties>
</file>