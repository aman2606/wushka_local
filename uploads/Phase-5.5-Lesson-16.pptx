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embeddedFontLst>
    <p:embeddedFont>
      <p:font typeface="Jost" panose="020B0604020202020204" charset="0"/>
      <p:regular r:id="rId22"/>
      <p:bold r:id="rId23"/>
      <p:italic r:id="rId24"/>
      <p:boldItalic r:id="rId25"/>
    </p:embeddedFont>
    <p:embeddedFont>
      <p:font typeface="Nunito Black" pitchFamily="2" charset="0"/>
      <p:bold r:id="rId26"/>
      <p:boldItalic r:id="rId27"/>
    </p:embeddedFont>
    <p:embeddedFont>
      <p:font typeface="Poppins" panose="00000500000000000000" pitchFamily="2" charset="0"/>
      <p:regular r:id="rId28"/>
      <p:bold r:id="rId29"/>
      <p:italic r:id="rId30"/>
      <p:boldItalic r:id="rId31"/>
    </p:embeddedFont>
    <p:embeddedFont>
      <p:font typeface="Poppins Medium" panose="00000600000000000000" pitchFamily="2" charset="0"/>
      <p:regular r:id="rId32"/>
      <p:bold r:id="rId33"/>
      <p:italic r:id="rId34"/>
      <p:boldItalic r:id="rId35"/>
    </p:embeddedFont>
    <p:embeddedFont>
      <p:font typeface="Poppins SemiBold" panose="000007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iMhUdvjKkKmsnvPpIkMR7uFitB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7BD072B-E41C-4683-ADFC-63418EC5144E}">
  <a:tblStyle styleId="{D7BD072B-E41C-4683-ADFC-63418EC5144E}"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8" name="Google Shape;67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4" name="Google Shape;804;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5" name="Google Shape;805;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0" name="Google Shape;860;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1" name="Google Shape;861;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1" name="Google Shape;881;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1" name="Google Shape;901;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2" name="Google Shape;902;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4" name="Google Shape;914;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5" name="Google Shape;915;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2d2874aeef5_0_8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7" name="Google Shape;927;g2d2874aeef5_0_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8" name="Google Shape;928;g2d2874aeef5_0_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0" name="Google Shape;940;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1" name="Google Shape;941;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9" name="Google Shape;949;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0" name="Google Shape;950;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8" name="Google Shape;958;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9" name="Google Shape;959;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7" name="Google Shape;967;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8" name="Google Shape;968;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6" name="Google Shape;976;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7" name="Google Shape;977;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g2d2874aeef5_0_1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6" name="Google Shape;1006;g2d2874aeef5_0_1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7" name="Google Shape;1007;g2d2874aeef5_0_1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0985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/oa/</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4 - Monday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16</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image" Target="../media/image6.png"/><Relationship Id="rId7"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1.png"/><Relationship Id="rId18" Type="http://schemas.openxmlformats.org/officeDocument/2006/relationships/image" Target="../media/image45.png"/><Relationship Id="rId26" Type="http://schemas.openxmlformats.org/officeDocument/2006/relationships/image" Target="../media/image53.png"/><Relationship Id="rId3" Type="http://schemas.openxmlformats.org/officeDocument/2006/relationships/image" Target="../media/image32.png"/><Relationship Id="rId21" Type="http://schemas.openxmlformats.org/officeDocument/2006/relationships/image" Target="../media/image48.png"/><Relationship Id="rId7" Type="http://schemas.openxmlformats.org/officeDocument/2006/relationships/image" Target="../media/image36.png"/><Relationship Id="rId12" Type="http://schemas.openxmlformats.org/officeDocument/2006/relationships/image" Target="../media/image40.png"/><Relationship Id="rId17" Type="http://schemas.openxmlformats.org/officeDocument/2006/relationships/image" Target="../media/image44.png"/><Relationship Id="rId25" Type="http://schemas.openxmlformats.org/officeDocument/2006/relationships/image" Target="../media/image52.png"/><Relationship Id="rId2" Type="http://schemas.openxmlformats.org/officeDocument/2006/relationships/notesSlide" Target="../notesSlides/notesSlide4.xml"/><Relationship Id="rId16" Type="http://schemas.openxmlformats.org/officeDocument/2006/relationships/image" Target="../media/image43.png"/><Relationship Id="rId20" Type="http://schemas.openxmlformats.org/officeDocument/2006/relationships/image" Target="../media/image47.png"/><Relationship Id="rId29" Type="http://schemas.openxmlformats.org/officeDocument/2006/relationships/image" Target="../media/image56.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39.png"/><Relationship Id="rId24" Type="http://schemas.openxmlformats.org/officeDocument/2006/relationships/image" Target="../media/image51.png"/><Relationship Id="rId5" Type="http://schemas.openxmlformats.org/officeDocument/2006/relationships/image" Target="../media/image34.png"/><Relationship Id="rId15" Type="http://schemas.openxmlformats.org/officeDocument/2006/relationships/image" Target="../media/image6.png"/><Relationship Id="rId23" Type="http://schemas.openxmlformats.org/officeDocument/2006/relationships/image" Target="../media/image50.png"/><Relationship Id="rId28" Type="http://schemas.openxmlformats.org/officeDocument/2006/relationships/image" Target="../media/image55.png"/><Relationship Id="rId10" Type="http://schemas.openxmlformats.org/officeDocument/2006/relationships/image" Target="../media/image5.png"/><Relationship Id="rId19" Type="http://schemas.openxmlformats.org/officeDocument/2006/relationships/image" Target="../media/image46.png"/><Relationship Id="rId31" Type="http://schemas.openxmlformats.org/officeDocument/2006/relationships/image" Target="../media/image58.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2.png"/><Relationship Id="rId22" Type="http://schemas.openxmlformats.org/officeDocument/2006/relationships/image" Target="../media/image49.png"/><Relationship Id="rId27" Type="http://schemas.openxmlformats.org/officeDocument/2006/relationships/image" Target="../media/image54.png"/><Relationship Id="rId30" Type="http://schemas.openxmlformats.org/officeDocument/2006/relationships/image" Target="../media/image57.png"/></Relationships>
</file>

<file path=ppt/slides/_rels/slide5.xml.rels><?xml version="1.0" encoding="UTF-8" standalone="yes"?>
<Relationships xmlns="http://schemas.openxmlformats.org/package/2006/relationships"><Relationship Id="rId13" Type="http://schemas.openxmlformats.org/officeDocument/2006/relationships/image" Target="../media/image69.png"/><Relationship Id="rId18" Type="http://schemas.openxmlformats.org/officeDocument/2006/relationships/image" Target="../media/image74.png"/><Relationship Id="rId26" Type="http://schemas.openxmlformats.org/officeDocument/2006/relationships/image" Target="../media/image82.png"/><Relationship Id="rId39" Type="http://schemas.openxmlformats.org/officeDocument/2006/relationships/image" Target="../media/image95.png"/><Relationship Id="rId21" Type="http://schemas.openxmlformats.org/officeDocument/2006/relationships/image" Target="../media/image77.png"/><Relationship Id="rId34" Type="http://schemas.openxmlformats.org/officeDocument/2006/relationships/image" Target="../media/image90.png"/><Relationship Id="rId42" Type="http://schemas.openxmlformats.org/officeDocument/2006/relationships/image" Target="../media/image98.png"/><Relationship Id="rId7" Type="http://schemas.openxmlformats.org/officeDocument/2006/relationships/image" Target="../media/image63.png"/><Relationship Id="rId2" Type="http://schemas.openxmlformats.org/officeDocument/2006/relationships/notesSlide" Target="../notesSlides/notesSlide5.xml"/><Relationship Id="rId16" Type="http://schemas.openxmlformats.org/officeDocument/2006/relationships/image" Target="../media/image72.png"/><Relationship Id="rId20" Type="http://schemas.openxmlformats.org/officeDocument/2006/relationships/image" Target="../media/image76.png"/><Relationship Id="rId29" Type="http://schemas.openxmlformats.org/officeDocument/2006/relationships/image" Target="../media/image85.png"/><Relationship Id="rId41" Type="http://schemas.openxmlformats.org/officeDocument/2006/relationships/image" Target="../media/image97.png"/><Relationship Id="rId1" Type="http://schemas.openxmlformats.org/officeDocument/2006/relationships/slideLayout" Target="../slideLayouts/slideLayout3.xml"/><Relationship Id="rId6" Type="http://schemas.openxmlformats.org/officeDocument/2006/relationships/image" Target="../media/image62.png"/><Relationship Id="rId11" Type="http://schemas.openxmlformats.org/officeDocument/2006/relationships/image" Target="../media/image67.png"/><Relationship Id="rId24" Type="http://schemas.openxmlformats.org/officeDocument/2006/relationships/image" Target="../media/image80.png"/><Relationship Id="rId32" Type="http://schemas.openxmlformats.org/officeDocument/2006/relationships/image" Target="../media/image88.png"/><Relationship Id="rId37" Type="http://schemas.openxmlformats.org/officeDocument/2006/relationships/image" Target="../media/image93.png"/><Relationship Id="rId40" Type="http://schemas.openxmlformats.org/officeDocument/2006/relationships/image" Target="../media/image96.png"/><Relationship Id="rId5" Type="http://schemas.openxmlformats.org/officeDocument/2006/relationships/image" Target="../media/image61.png"/><Relationship Id="rId15" Type="http://schemas.openxmlformats.org/officeDocument/2006/relationships/image" Target="../media/image71.png"/><Relationship Id="rId23" Type="http://schemas.openxmlformats.org/officeDocument/2006/relationships/image" Target="../media/image79.png"/><Relationship Id="rId28" Type="http://schemas.openxmlformats.org/officeDocument/2006/relationships/image" Target="../media/image84.png"/><Relationship Id="rId36" Type="http://schemas.openxmlformats.org/officeDocument/2006/relationships/image" Target="../media/image92.png"/><Relationship Id="rId10" Type="http://schemas.openxmlformats.org/officeDocument/2006/relationships/image" Target="../media/image66.png"/><Relationship Id="rId19" Type="http://schemas.openxmlformats.org/officeDocument/2006/relationships/image" Target="../media/image75.png"/><Relationship Id="rId31" Type="http://schemas.openxmlformats.org/officeDocument/2006/relationships/image" Target="../media/image87.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70.png"/><Relationship Id="rId22" Type="http://schemas.openxmlformats.org/officeDocument/2006/relationships/image" Target="../media/image78.png"/><Relationship Id="rId27" Type="http://schemas.openxmlformats.org/officeDocument/2006/relationships/image" Target="../media/image83.png"/><Relationship Id="rId30" Type="http://schemas.openxmlformats.org/officeDocument/2006/relationships/image" Target="../media/image86.png"/><Relationship Id="rId35" Type="http://schemas.openxmlformats.org/officeDocument/2006/relationships/image" Target="../media/image91.png"/><Relationship Id="rId43" Type="http://schemas.openxmlformats.org/officeDocument/2006/relationships/image" Target="../media/image99.png"/><Relationship Id="rId8" Type="http://schemas.openxmlformats.org/officeDocument/2006/relationships/image" Target="../media/image64.png"/><Relationship Id="rId3" Type="http://schemas.openxmlformats.org/officeDocument/2006/relationships/image" Target="../media/image59.png"/><Relationship Id="rId12" Type="http://schemas.openxmlformats.org/officeDocument/2006/relationships/image" Target="../media/image68.png"/><Relationship Id="rId17" Type="http://schemas.openxmlformats.org/officeDocument/2006/relationships/image" Target="../media/image73.png"/><Relationship Id="rId25" Type="http://schemas.openxmlformats.org/officeDocument/2006/relationships/image" Target="../media/image81.png"/><Relationship Id="rId33" Type="http://schemas.openxmlformats.org/officeDocument/2006/relationships/image" Target="../media/image89.png"/><Relationship Id="rId38" Type="http://schemas.openxmlformats.org/officeDocument/2006/relationships/image" Target="../media/image94.png"/></Relationships>
</file>

<file path=ppt/slides/_rels/slide6.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 Id="rId9" Type="http://schemas.openxmlformats.org/officeDocument/2006/relationships/image" Target="../media/image106.png"/></Relationships>
</file>

<file path=ppt/slides/_rels/slide7.xml.rels><?xml version="1.0" encoding="UTF-8" standalone="yes"?>
<Relationships xmlns="http://schemas.openxmlformats.org/package/2006/relationships"><Relationship Id="rId8" Type="http://schemas.openxmlformats.org/officeDocument/2006/relationships/image" Target="../media/image112.png"/><Relationship Id="rId13" Type="http://schemas.openxmlformats.org/officeDocument/2006/relationships/image" Target="../media/image117.png"/><Relationship Id="rId3" Type="http://schemas.openxmlformats.org/officeDocument/2006/relationships/image" Target="../media/image107.png"/><Relationship Id="rId7" Type="http://schemas.openxmlformats.org/officeDocument/2006/relationships/image" Target="../media/image111.png"/><Relationship Id="rId12" Type="http://schemas.openxmlformats.org/officeDocument/2006/relationships/image" Target="../media/image116.png"/><Relationship Id="rId2" Type="http://schemas.openxmlformats.org/officeDocument/2006/relationships/notesSlide" Target="../notesSlides/notesSlide7.xml"/><Relationship Id="rId16" Type="http://schemas.openxmlformats.org/officeDocument/2006/relationships/image" Target="../media/image120.png"/><Relationship Id="rId1" Type="http://schemas.openxmlformats.org/officeDocument/2006/relationships/slideLayout" Target="../slideLayouts/slideLayout3.xml"/><Relationship Id="rId6" Type="http://schemas.openxmlformats.org/officeDocument/2006/relationships/image" Target="../media/image110.png"/><Relationship Id="rId11" Type="http://schemas.openxmlformats.org/officeDocument/2006/relationships/image" Target="../media/image115.png"/><Relationship Id="rId5" Type="http://schemas.openxmlformats.org/officeDocument/2006/relationships/image" Target="../media/image109.png"/><Relationship Id="rId15" Type="http://schemas.openxmlformats.org/officeDocument/2006/relationships/image" Target="../media/image119.png"/><Relationship Id="rId10" Type="http://schemas.openxmlformats.org/officeDocument/2006/relationships/image" Target="../media/image114.png"/><Relationship Id="rId4" Type="http://schemas.openxmlformats.org/officeDocument/2006/relationships/image" Target="../media/image108.png"/><Relationship Id="rId9" Type="http://schemas.openxmlformats.org/officeDocument/2006/relationships/image" Target="../media/image113.png"/><Relationship Id="rId14" Type="http://schemas.openxmlformats.org/officeDocument/2006/relationships/image" Target="../media/image118.png"/></Relationships>
</file>

<file path=ppt/slides/_rels/slide8.xml.rels><?xml version="1.0" encoding="UTF-8" standalone="yes"?>
<Relationships xmlns="http://schemas.openxmlformats.org/package/2006/relationships"><Relationship Id="rId8" Type="http://schemas.openxmlformats.org/officeDocument/2006/relationships/image" Target="../media/image126.png"/><Relationship Id="rId13" Type="http://schemas.openxmlformats.org/officeDocument/2006/relationships/image" Target="../media/image131.png"/><Relationship Id="rId18" Type="http://schemas.openxmlformats.org/officeDocument/2006/relationships/image" Target="../media/image136.png"/><Relationship Id="rId26" Type="http://schemas.openxmlformats.org/officeDocument/2006/relationships/image" Target="../media/image144.png"/><Relationship Id="rId3" Type="http://schemas.openxmlformats.org/officeDocument/2006/relationships/image" Target="../media/image121.png"/><Relationship Id="rId21" Type="http://schemas.openxmlformats.org/officeDocument/2006/relationships/image" Target="../media/image139.png"/><Relationship Id="rId7" Type="http://schemas.openxmlformats.org/officeDocument/2006/relationships/image" Target="../media/image125.png"/><Relationship Id="rId12" Type="http://schemas.openxmlformats.org/officeDocument/2006/relationships/image" Target="../media/image130.png"/><Relationship Id="rId17" Type="http://schemas.openxmlformats.org/officeDocument/2006/relationships/image" Target="../media/image135.png"/><Relationship Id="rId25" Type="http://schemas.openxmlformats.org/officeDocument/2006/relationships/image" Target="../media/image143.png"/><Relationship Id="rId2" Type="http://schemas.openxmlformats.org/officeDocument/2006/relationships/notesSlide" Target="../notesSlides/notesSlide8.xml"/><Relationship Id="rId16" Type="http://schemas.openxmlformats.org/officeDocument/2006/relationships/image" Target="../media/image134.png"/><Relationship Id="rId20" Type="http://schemas.openxmlformats.org/officeDocument/2006/relationships/image" Target="../media/image138.png"/><Relationship Id="rId29" Type="http://schemas.openxmlformats.org/officeDocument/2006/relationships/image" Target="../media/image147.png"/><Relationship Id="rId1" Type="http://schemas.openxmlformats.org/officeDocument/2006/relationships/slideLayout" Target="../slideLayouts/slideLayout3.xml"/><Relationship Id="rId6" Type="http://schemas.openxmlformats.org/officeDocument/2006/relationships/image" Target="../media/image124.png"/><Relationship Id="rId11" Type="http://schemas.openxmlformats.org/officeDocument/2006/relationships/image" Target="../media/image129.png"/><Relationship Id="rId24" Type="http://schemas.openxmlformats.org/officeDocument/2006/relationships/image" Target="../media/image142.png"/><Relationship Id="rId5" Type="http://schemas.openxmlformats.org/officeDocument/2006/relationships/image" Target="../media/image123.png"/><Relationship Id="rId15" Type="http://schemas.openxmlformats.org/officeDocument/2006/relationships/image" Target="../media/image133.png"/><Relationship Id="rId23" Type="http://schemas.openxmlformats.org/officeDocument/2006/relationships/image" Target="../media/image141.png"/><Relationship Id="rId28" Type="http://schemas.openxmlformats.org/officeDocument/2006/relationships/image" Target="../media/image146.png"/><Relationship Id="rId10" Type="http://schemas.openxmlformats.org/officeDocument/2006/relationships/image" Target="../media/image128.png"/><Relationship Id="rId19" Type="http://schemas.openxmlformats.org/officeDocument/2006/relationships/image" Target="../media/image137.png"/><Relationship Id="rId4" Type="http://schemas.openxmlformats.org/officeDocument/2006/relationships/image" Target="../media/image122.png"/><Relationship Id="rId9" Type="http://schemas.openxmlformats.org/officeDocument/2006/relationships/image" Target="../media/image127.png"/><Relationship Id="rId14" Type="http://schemas.openxmlformats.org/officeDocument/2006/relationships/image" Target="../media/image132.png"/><Relationship Id="rId22" Type="http://schemas.openxmlformats.org/officeDocument/2006/relationships/image" Target="../media/image140.png"/><Relationship Id="rId27" Type="http://schemas.openxmlformats.org/officeDocument/2006/relationships/image" Target="../media/image145.png"/><Relationship Id="rId30" Type="http://schemas.openxmlformats.org/officeDocument/2006/relationships/image" Target="../media/image148.png"/></Relationships>
</file>

<file path=ppt/slides/_rels/slide9.xml.rels><?xml version="1.0" encoding="UTF-8" standalone="yes"?>
<Relationships xmlns="http://schemas.openxmlformats.org/package/2006/relationships"><Relationship Id="rId8" Type="http://schemas.openxmlformats.org/officeDocument/2006/relationships/image" Target="../media/image154.png"/><Relationship Id="rId13" Type="http://schemas.openxmlformats.org/officeDocument/2006/relationships/image" Target="../media/image159.png"/><Relationship Id="rId3" Type="http://schemas.openxmlformats.org/officeDocument/2006/relationships/image" Target="../media/image149.png"/><Relationship Id="rId7" Type="http://schemas.openxmlformats.org/officeDocument/2006/relationships/image" Target="../media/image153.png"/><Relationship Id="rId12" Type="http://schemas.openxmlformats.org/officeDocument/2006/relationships/image" Target="../media/image158.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2.png"/><Relationship Id="rId11" Type="http://schemas.openxmlformats.org/officeDocument/2006/relationships/image" Target="../media/image157.png"/><Relationship Id="rId5" Type="http://schemas.openxmlformats.org/officeDocument/2006/relationships/image" Target="../media/image151.png"/><Relationship Id="rId15" Type="http://schemas.openxmlformats.org/officeDocument/2006/relationships/image" Target="../media/image161.png"/><Relationship Id="rId10" Type="http://schemas.openxmlformats.org/officeDocument/2006/relationships/image" Target="../media/image156.png"/><Relationship Id="rId4" Type="http://schemas.openxmlformats.org/officeDocument/2006/relationships/image" Target="../media/image150.png"/><Relationship Id="rId9" Type="http://schemas.openxmlformats.org/officeDocument/2006/relationships/image" Target="../media/image155.png"/><Relationship Id="rId14" Type="http://schemas.openxmlformats.org/officeDocument/2006/relationships/image" Target="../media/image160.png"/></Relationships>
</file>

<file path=ppt/slides/_rels/slide10.xml.rels><?xml version="1.0" encoding="UTF-8" standalone="yes"?>
<Relationships xmlns="http://schemas.openxmlformats.org/package/2006/relationships"><Relationship Id="rId8" Type="http://schemas.openxmlformats.org/officeDocument/2006/relationships/image" Target="../media/image167.png"/><Relationship Id="rId13" Type="http://schemas.openxmlformats.org/officeDocument/2006/relationships/image" Target="../media/image172.png"/><Relationship Id="rId3" Type="http://schemas.openxmlformats.org/officeDocument/2006/relationships/image" Target="../media/image162.png"/><Relationship Id="rId7" Type="http://schemas.openxmlformats.org/officeDocument/2006/relationships/image" Target="../media/image166.png"/><Relationship Id="rId12" Type="http://schemas.openxmlformats.org/officeDocument/2006/relationships/image" Target="../media/image171.png"/><Relationship Id="rId2" Type="http://schemas.openxmlformats.org/officeDocument/2006/relationships/notesSlide" Target="../notesSlides/notesSlide10.xml"/><Relationship Id="rId16" Type="http://schemas.openxmlformats.org/officeDocument/2006/relationships/image" Target="../media/image175.png"/><Relationship Id="rId1" Type="http://schemas.openxmlformats.org/officeDocument/2006/relationships/slideLayout" Target="../slideLayouts/slideLayout3.xml"/><Relationship Id="rId6" Type="http://schemas.openxmlformats.org/officeDocument/2006/relationships/image" Target="../media/image165.png"/><Relationship Id="rId11" Type="http://schemas.openxmlformats.org/officeDocument/2006/relationships/image" Target="../media/image170.png"/><Relationship Id="rId5" Type="http://schemas.openxmlformats.org/officeDocument/2006/relationships/image" Target="../media/image164.png"/><Relationship Id="rId15" Type="http://schemas.openxmlformats.org/officeDocument/2006/relationships/image" Target="../media/image174.png"/><Relationship Id="rId10" Type="http://schemas.openxmlformats.org/officeDocument/2006/relationships/image" Target="../media/image169.png"/><Relationship Id="rId4" Type="http://schemas.openxmlformats.org/officeDocument/2006/relationships/image" Target="../media/image163.png"/><Relationship Id="rId9" Type="http://schemas.openxmlformats.org/officeDocument/2006/relationships/image" Target="../media/image168.png"/><Relationship Id="rId14" Type="http://schemas.openxmlformats.org/officeDocument/2006/relationships/image" Target="../media/image173.png"/></Relationships>
</file>

<file path=ppt/slides/_rels/slide11.xml.rels><?xml version="1.0" encoding="UTF-8" standalone="yes"?>
<Relationships xmlns="http://schemas.openxmlformats.org/package/2006/relationships"><Relationship Id="rId8" Type="http://schemas.openxmlformats.org/officeDocument/2006/relationships/image" Target="../media/image181.png"/><Relationship Id="rId3" Type="http://schemas.openxmlformats.org/officeDocument/2006/relationships/image" Target="../media/image176.png"/><Relationship Id="rId7" Type="http://schemas.openxmlformats.org/officeDocument/2006/relationships/image" Target="../media/image180.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79.png"/><Relationship Id="rId5" Type="http://schemas.openxmlformats.org/officeDocument/2006/relationships/image" Target="../media/image178.png"/><Relationship Id="rId4" Type="http://schemas.openxmlformats.org/officeDocument/2006/relationships/image" Target="../media/image177.png"/><Relationship Id="rId9" Type="http://schemas.openxmlformats.org/officeDocument/2006/relationships/image" Target="../media/image182.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100" y="2716650"/>
            <a:ext cx="39600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a:t>Sound Family /oa/;</a:t>
            </a:r>
            <a:br>
              <a:rPr lang="en-US" sz="3000"/>
            </a:br>
            <a:r>
              <a:rPr lang="en-US" sz="3000"/>
              <a:t>oa ow</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16</a:t>
            </a:r>
            <a:endParaRPr/>
          </a:p>
        </p:txBody>
      </p:sp>
      <p:pic>
        <p:nvPicPr>
          <p:cNvPr id="653" name="Google Shape;653;p1"/>
          <p:cNvPicPr preferRelativeResize="0"/>
          <p:nvPr/>
        </p:nvPicPr>
        <p:blipFill rotWithShape="1">
          <a:blip r:embed="rId3">
            <a:alphaModFix/>
          </a:blip>
          <a:srcRect l="19" r="19"/>
          <a:stretch/>
        </p:blipFill>
        <p:spPr>
          <a:xfrm rot="540305">
            <a:off x="6695728" y="3950203"/>
            <a:ext cx="1208040" cy="1709828"/>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19" r="19"/>
          <a:stretch/>
        </p:blipFill>
        <p:spPr>
          <a:xfrm rot="-278018">
            <a:off x="5552278" y="3960008"/>
            <a:ext cx="1208038" cy="1709827"/>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{D7BD072B-E41C-4683-ADFC-63418EC5144E}</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/o</a:t>
                      </a:r>
                      <a:r>
                        <a:rPr lang="en-US" sz="1350" u="none" strike="noStrike" cap="none">
                          <a:solidFill>
                            <a:srgbClr val="FFFFFF"/>
                          </a:solidFill>
                          <a:latin typeface="Poppins"/>
                          <a:ea typeface="Poppins"/>
                          <a:cs typeface="Poppins"/>
                          <a:sym typeface="Poppins"/>
                        </a:rPr>
                        <a:t>a</a:t>
                      </a:r>
                      <a:r>
                        <a:rPr lang="en-US" sz="1600" u="none" strike="noStrike" cap="none">
                          <a:solidFill>
                            <a:srgbClr val="FFFFFF"/>
                          </a:solidFill>
                          <a:latin typeface="Jost"/>
                          <a:ea typeface="Jost"/>
                          <a:cs typeface="Jost"/>
                          <a:sym typeface="Jost"/>
                        </a:rPr>
                        <a:t>/ </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D9D9D9"/>
                          </a:solidFill>
                          <a:latin typeface="Jost"/>
                          <a:ea typeface="Jost"/>
                          <a:cs typeface="Jost"/>
                          <a:sym typeface="Jost"/>
                        </a:rPr>
                        <a:t>/oo/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/oa/ </a:t>
            </a:r>
            <a:r>
              <a:rPr lang="en-US"/>
              <a:t>sound family spelling patterns.</a:t>
            </a:r>
            <a:endParaRPr/>
          </a:p>
        </p:txBody>
      </p:sp>
      <p:sp>
        <p:nvSpPr>
          <p:cNvPr id="662" name="Google Shape;662;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2" name="Google Shape;672;g2bee4f4af4b_0_204">
            <a:hlinkClick r:id="rId6" action="ppaction://hlinksldjump"/>
          </p:cNvPr>
          <p:cNvSpPr/>
          <p:nvPr/>
        </p:nvSpPr>
        <p:spPr>
          <a:xfrm>
            <a:off x="851606" y="3792266"/>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bee4f4af4b_0_204">
            <a:hlinkClick r:id="rId7" action="ppaction://hlinksldjump"/>
          </p:cNvPr>
          <p:cNvSpPr/>
          <p:nvPr/>
        </p:nvSpPr>
        <p:spPr>
          <a:xfrm>
            <a:off x="3322088" y="3792266"/>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oppins"/>
              <a:ea typeface="Poppins"/>
              <a:cs typeface="Poppins"/>
              <a:sym typeface="Poppins"/>
            </a:endParaRPr>
          </a:p>
        </p:txBody>
      </p:sp>
      <p:sp>
        <p:nvSpPr>
          <p:cNvPr id="674" name="Google Shape;674;g2bee4f4af4b_0_204">
            <a:hlinkClick r:id="rId8" action="ppaction://hlinksldjump"/>
          </p:cNvPr>
          <p:cNvSpPr/>
          <p:nvPr/>
        </p:nvSpPr>
        <p:spPr>
          <a:xfrm>
            <a:off x="2041833" y="370304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1" name="Google Shape;681;g26b641b03cd_0_165"/>
          <p:cNvGrpSpPr/>
          <p:nvPr/>
        </p:nvGrpSpPr>
        <p:grpSpPr>
          <a:xfrm>
            <a:off x="930400" y="2053244"/>
            <a:ext cx="7283200" cy="3724851"/>
            <a:chOff x="930400" y="2129444"/>
            <a:chExt cx="7283200" cy="3724851"/>
          </a:xfrm>
        </p:grpSpPr>
        <p:pic>
          <p:nvPicPr>
            <p:cNvPr id="682" name="Google Shape;68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1" name="Google Shape;711;g26b7edf6e71_0_26"/>
          <p:cNvGrpSpPr/>
          <p:nvPr/>
        </p:nvGrpSpPr>
        <p:grpSpPr>
          <a:xfrm>
            <a:off x="930400" y="2053250"/>
            <a:ext cx="7283201" cy="2971674"/>
            <a:chOff x="930400" y="2129450"/>
            <a:chExt cx="7283201" cy="2971674"/>
          </a:xfrm>
        </p:grpSpPr>
        <p:pic>
          <p:nvPicPr>
            <p:cNvPr id="712" name="Google Shape;712;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3" name="Google Shape;713;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2" name="Google Shape;722;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7" name="Google Shape;747;g2c298da1f27_0_417"/>
          <p:cNvGrpSpPr/>
          <p:nvPr/>
        </p:nvGrpSpPr>
        <p:grpSpPr>
          <a:xfrm>
            <a:off x="930400" y="2053250"/>
            <a:ext cx="7283201" cy="2971674"/>
            <a:chOff x="930400" y="2053250"/>
            <a:chExt cx="7283201" cy="2971674"/>
          </a:xfrm>
        </p:grpSpPr>
        <p:pic>
          <p:nvPicPr>
            <p:cNvPr id="748" name="Google Shape;748;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9" name="Google Shape;749;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0" name="Google Shape;750;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1" name="Google Shape;751;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5" name="Google Shape;795;g2cdbdd49f8e_0_0"/>
          <p:cNvPicPr preferRelativeResize="0"/>
          <p:nvPr/>
        </p:nvPicPr>
        <p:blipFill rotWithShape="1">
          <a:blip r:embed="rId3">
            <a:alphaModFix/>
          </a:blip>
          <a:srcRect l="79" r="79"/>
          <a:stretch/>
        </p:blipFill>
        <p:spPr>
          <a:xfrm>
            <a:off x="937709" y="2053250"/>
            <a:ext cx="935160" cy="1323673"/>
          </a:xfrm>
          <a:prstGeom prst="rect">
            <a:avLst/>
          </a:prstGeom>
          <a:noFill/>
          <a:ln>
            <a:noFill/>
          </a:ln>
          <a:effectLst>
            <a:outerShdw blurRad="71438" dist="28575" dir="5400000" algn="bl" rotWithShape="0">
              <a:srgbClr val="000000">
                <a:alpha val="14509"/>
              </a:srgbClr>
            </a:outerShdw>
          </a:effectLst>
        </p:spPr>
      </p:pic>
      <p:pic>
        <p:nvPicPr>
          <p:cNvPr id="796" name="Google Shape;796;g2cdbdd49f8e_0_0"/>
          <p:cNvPicPr preferRelativeResize="0"/>
          <p:nvPr/>
        </p:nvPicPr>
        <p:blipFill rotWithShape="1">
          <a:blip r:embed="rId4">
            <a:alphaModFix/>
          </a:blip>
          <a:srcRect l="79" r="79"/>
          <a:stretch/>
        </p:blipFill>
        <p:spPr>
          <a:xfrm>
            <a:off x="4085729" y="2053250"/>
            <a:ext cx="935160" cy="1323673"/>
          </a:xfrm>
          <a:prstGeom prst="rect">
            <a:avLst/>
          </a:prstGeom>
          <a:noFill/>
          <a:ln>
            <a:noFill/>
          </a:ln>
          <a:effectLst>
            <a:outerShdw blurRad="71438" dist="28575" dir="5400000" algn="bl" rotWithShape="0">
              <a:srgbClr val="000000">
                <a:alpha val="14509"/>
              </a:srgbClr>
            </a:outerShdw>
          </a:effectLst>
        </p:spPr>
      </p:pic>
      <p:pic>
        <p:nvPicPr>
          <p:cNvPr id="797" name="Google Shape;797;g2cdbdd49f8e_0_0"/>
          <p:cNvPicPr preferRelativeResize="0"/>
          <p:nvPr/>
        </p:nvPicPr>
        <p:blipFill rotWithShape="1">
          <a:blip r:embed="rId5">
            <a:alphaModFix/>
          </a:blip>
          <a:srcRect l="19" r="29"/>
          <a:stretch/>
        </p:blipFill>
        <p:spPr>
          <a:xfrm>
            <a:off x="1987048" y="2053250"/>
            <a:ext cx="935160" cy="1323674"/>
          </a:xfrm>
          <a:prstGeom prst="rect">
            <a:avLst/>
          </a:prstGeom>
          <a:noFill/>
          <a:ln>
            <a:noFill/>
          </a:ln>
          <a:effectLst>
            <a:outerShdw blurRad="71438" dist="28575" dir="5400000" algn="bl" rotWithShape="0">
              <a:srgbClr val="000000">
                <a:alpha val="14509"/>
              </a:srgbClr>
            </a:outerShdw>
          </a:effectLst>
        </p:spPr>
      </p:pic>
      <p:pic>
        <p:nvPicPr>
          <p:cNvPr id="798" name="Google Shape;798;g2cdbdd49f8e_0_0"/>
          <p:cNvPicPr preferRelativeResize="0"/>
          <p:nvPr/>
        </p:nvPicPr>
        <p:blipFill rotWithShape="1">
          <a:blip r:embed="rId6">
            <a:alphaModFix/>
          </a:blip>
          <a:srcRect l="19" r="29"/>
          <a:stretch/>
        </p:blipFill>
        <p:spPr>
          <a:xfrm>
            <a:off x="3036390" y="2053250"/>
            <a:ext cx="935160" cy="1323674"/>
          </a:xfrm>
          <a:prstGeom prst="rect">
            <a:avLst/>
          </a:prstGeom>
          <a:noFill/>
          <a:ln>
            <a:noFill/>
          </a:ln>
          <a:effectLst>
            <a:outerShdw blurRad="71438" dist="28575" dir="5400000" algn="bl" rotWithShape="0">
              <a:srgbClr val="000000">
                <a:alpha val="14509"/>
              </a:srgbClr>
            </a:outerShdw>
          </a:effectLst>
        </p:spPr>
      </p:pic>
      <p:pic>
        <p:nvPicPr>
          <p:cNvPr id="799" name="Google Shape;799;g2cdbdd49f8e_0_0"/>
          <p:cNvPicPr preferRelativeResize="0"/>
          <p:nvPr/>
        </p:nvPicPr>
        <p:blipFill rotWithShape="1">
          <a:blip r:embed="rId7">
            <a:alphaModFix/>
          </a:blip>
          <a:srcRect l="19" r="29"/>
          <a:stretch/>
        </p:blipFill>
        <p:spPr>
          <a:xfrm>
            <a:off x="5135068" y="2053250"/>
            <a:ext cx="935160" cy="1323674"/>
          </a:xfrm>
          <a:prstGeom prst="rect">
            <a:avLst/>
          </a:prstGeom>
          <a:noFill/>
          <a:ln>
            <a:noFill/>
          </a:ln>
          <a:effectLst>
            <a:outerShdw blurRad="71438" dist="28575" dir="5400000" algn="bl" rotWithShape="0">
              <a:srgbClr val="000000">
                <a:alpha val="14509"/>
              </a:srgbClr>
            </a:outerShdw>
          </a:effectLst>
        </p:spPr>
      </p:pic>
      <p:pic>
        <p:nvPicPr>
          <p:cNvPr id="800" name="Google Shape;800;g2cdbdd49f8e_0_0"/>
          <p:cNvPicPr preferRelativeResize="0"/>
          <p:nvPr/>
        </p:nvPicPr>
        <p:blipFill rotWithShape="1">
          <a:blip r:embed="rId8">
            <a:alphaModFix/>
          </a:blip>
          <a:srcRect l="79" r="79"/>
          <a:stretch/>
        </p:blipFill>
        <p:spPr>
          <a:xfrm>
            <a:off x="6184410" y="2053250"/>
            <a:ext cx="935160" cy="1323673"/>
          </a:xfrm>
          <a:prstGeom prst="rect">
            <a:avLst/>
          </a:prstGeom>
          <a:noFill/>
          <a:ln>
            <a:noFill/>
          </a:ln>
          <a:effectLst>
            <a:outerShdw blurRad="71438" dist="28575" dir="5400000" algn="bl" rotWithShape="0">
              <a:srgbClr val="000000">
                <a:alpha val="14509"/>
              </a:srgbClr>
            </a:outerShdw>
          </a:effectLst>
        </p:spPr>
      </p:pic>
      <p:pic>
        <p:nvPicPr>
          <p:cNvPr id="801" name="Google Shape;801;g2cdbdd49f8e_0_0"/>
          <p:cNvPicPr preferRelativeResize="0"/>
          <p:nvPr/>
        </p:nvPicPr>
        <p:blipFill rotWithShape="1">
          <a:blip r:embed="rId9">
            <a:alphaModFix/>
          </a:blip>
          <a:srcRect l="79" r="79"/>
          <a:stretch/>
        </p:blipFill>
        <p:spPr>
          <a:xfrm>
            <a:off x="7233749" y="2053250"/>
            <a:ext cx="935160" cy="1323673"/>
          </a:xfrm>
          <a:prstGeom prst="rect">
            <a:avLst/>
          </a:prstGeom>
          <a:noFill/>
          <a:ln>
            <a:noFill/>
          </a:ln>
          <a:effectLst>
            <a:outerShdw blurRad="71438" dist="28575" dir="5400000" algn="bl" rotWithShape="0">
              <a:srgbClr val="000000">
                <a:alpha val="14509"/>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08" name="Google Shape;808;g26b7edf6e71_0_109"/>
          <p:cNvGrpSpPr/>
          <p:nvPr/>
        </p:nvGrpSpPr>
        <p:grpSpPr>
          <a:xfrm>
            <a:off x="865957" y="2135925"/>
            <a:ext cx="7282807" cy="2686611"/>
            <a:chOff x="867357" y="2129450"/>
            <a:chExt cx="7282807" cy="2686611"/>
          </a:xfrm>
        </p:grpSpPr>
        <p:pic>
          <p:nvPicPr>
            <p:cNvPr id="809" name="Google Shape;809;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0" name="Google Shape;810;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1" name="Google Shape;811;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2" name="Google Shape;812;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3" name="Google Shape;813;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29" name="Google Shape;829;g2c298d33e0c_0_6"/>
          <p:cNvGrpSpPr/>
          <p:nvPr/>
        </p:nvGrpSpPr>
        <p:grpSpPr>
          <a:xfrm>
            <a:off x="866900" y="2133161"/>
            <a:ext cx="7281864" cy="2684601"/>
            <a:chOff x="868300" y="2129450"/>
            <a:chExt cx="7281864" cy="2684601"/>
          </a:xfrm>
        </p:grpSpPr>
        <p:pic>
          <p:nvPicPr>
            <p:cNvPr id="830" name="Google Shape;830;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1" name="Google Shape;831;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2" name="Google Shape;832;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4" name="Google Shape;834;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64" name="Google Shape;864;g2c298da1f27_0_455"/>
          <p:cNvGrpSpPr/>
          <p:nvPr/>
        </p:nvGrpSpPr>
        <p:grpSpPr>
          <a:xfrm>
            <a:off x="868300" y="2129450"/>
            <a:ext cx="7281864" cy="2684601"/>
            <a:chOff x="868300" y="2053250"/>
            <a:chExt cx="7281864" cy="2684601"/>
          </a:xfrm>
        </p:grpSpPr>
        <p:pic>
          <p:nvPicPr>
            <p:cNvPr id="865" name="Google Shape;865;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66" name="Google Shape;866;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67" name="Google Shape;867;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68" name="Google Shape;868;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69" name="Google Shape;869;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0" name="Google Shape;870;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1" name="Google Shape;871;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2" name="Google Shape;872;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73" name="Google Shape;873;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74" name="Google Shape;874;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75" name="Google Shape;875;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76" name="Google Shape;876;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77" name="Google Shape;877;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84" name="Google Shape;884;g2c298da1f27_1_0"/>
          <p:cNvGrpSpPr/>
          <p:nvPr/>
        </p:nvGrpSpPr>
        <p:grpSpPr>
          <a:xfrm>
            <a:off x="868300" y="2129450"/>
            <a:ext cx="7281864" cy="2688001"/>
            <a:chOff x="868300" y="2129450"/>
            <a:chExt cx="7281864" cy="2688001"/>
          </a:xfrm>
        </p:grpSpPr>
        <p:pic>
          <p:nvPicPr>
            <p:cNvPr id="885" name="Google Shape;885;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86" name="Google Shape;886;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87" name="Google Shape;887;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88" name="Google Shape;888;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89" name="Google Shape;889;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3" name="Google Shape;893;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94" name="Google Shape;894;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95" name="Google Shape;895;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96" name="Google Shape;896;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97" name="Google Shape;897;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98" name="Google Shape;898;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g2cdbdd193bb_0_343"/>
          <p:cNvSpPr txBox="1"/>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5.5 </a:t>
            </a:r>
            <a:r>
              <a:rPr lang="en-US" sz="2400">
                <a:latin typeface="Poppins"/>
                <a:ea typeface="Poppins"/>
                <a:cs typeface="Poppins"/>
                <a:sym typeface="Poppins"/>
              </a:rPr>
              <a:t>Common Exception Word</a:t>
            </a:r>
            <a:r>
              <a:rPr lang="en-US" sz="2400" b="0" i="0" u="none" strike="noStrike" cap="none">
                <a:solidFill>
                  <a:srgbClr val="000000"/>
                </a:solidFill>
                <a:latin typeface="Poppins"/>
                <a:ea typeface="Poppins"/>
                <a:cs typeface="Poppins"/>
                <a:sym typeface="Poppins"/>
              </a:rPr>
              <a:t>s </a:t>
            </a:r>
            <a:br>
              <a:rPr lang="en-US" sz="2400" b="0" i="0" u="none" strike="noStrike" cap="none">
                <a:solidFill>
                  <a:srgbClr val="000000"/>
                </a:solidFill>
                <a:latin typeface="Poppins"/>
                <a:ea typeface="Poppins"/>
                <a:cs typeface="Poppins"/>
                <a:sym typeface="Poppins"/>
              </a:rPr>
            </a:br>
            <a:r>
              <a:rPr lang="en-US" sz="2400" b="0" i="0" u="none" strike="noStrike" cap="none">
                <a:solidFill>
                  <a:srgbClr val="2356AF"/>
                </a:solidFill>
                <a:latin typeface="Poppins"/>
                <a:ea typeface="Poppins"/>
                <a:cs typeface="Poppins"/>
                <a:sym typeface="Poppins"/>
              </a:rPr>
              <a:t>people wild child mind kind behind eye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pic>
        <p:nvPicPr>
          <p:cNvPr id="905" name="Google Shape;905;g2cdbdd193bb_0_343"/>
          <p:cNvPicPr preferRelativeResize="0"/>
          <p:nvPr/>
        </p:nvPicPr>
        <p:blipFill rotWithShape="1">
          <a:blip r:embed="rId3">
            <a:alphaModFix/>
          </a:blip>
          <a:srcRect l="19" r="9"/>
          <a:stretch/>
        </p:blipFill>
        <p:spPr>
          <a:xfrm>
            <a:off x="4568761" y="3534600"/>
            <a:ext cx="1730688" cy="1239300"/>
          </a:xfrm>
          <a:prstGeom prst="rect">
            <a:avLst/>
          </a:prstGeom>
          <a:noFill/>
          <a:ln>
            <a:noFill/>
          </a:ln>
          <a:effectLst>
            <a:outerShdw blurRad="71438" dist="19050" dir="5400000" algn="bl" rotWithShape="0">
              <a:srgbClr val="000000">
                <a:alpha val="18039"/>
              </a:srgbClr>
            </a:outerShdw>
          </a:effectLst>
        </p:spPr>
      </p:pic>
      <p:pic>
        <p:nvPicPr>
          <p:cNvPr id="906" name="Google Shape;906;g2cdbdd193bb_0_343"/>
          <p:cNvPicPr preferRelativeResize="0"/>
          <p:nvPr/>
        </p:nvPicPr>
        <p:blipFill rotWithShape="1">
          <a:blip r:embed="rId4">
            <a:alphaModFix/>
          </a:blip>
          <a:srcRect/>
          <a:stretch/>
        </p:blipFill>
        <p:spPr>
          <a:xfrm>
            <a:off x="868569" y="2129450"/>
            <a:ext cx="1729923" cy="1236255"/>
          </a:xfrm>
          <a:prstGeom prst="rect">
            <a:avLst/>
          </a:prstGeom>
          <a:noFill/>
          <a:ln>
            <a:noFill/>
          </a:ln>
          <a:effectLst>
            <a:outerShdw blurRad="71438" dist="19050" dir="5400000" algn="bl" rotWithShape="0">
              <a:srgbClr val="000000">
                <a:alpha val="18040"/>
              </a:srgbClr>
            </a:outerShdw>
          </a:effectLst>
        </p:spPr>
      </p:pic>
      <p:pic>
        <p:nvPicPr>
          <p:cNvPr id="907" name="Google Shape;907;g2cdbdd193bb_0_343"/>
          <p:cNvPicPr preferRelativeResize="0"/>
          <p:nvPr/>
        </p:nvPicPr>
        <p:blipFill rotWithShape="1">
          <a:blip r:embed="rId5">
            <a:alphaModFix/>
          </a:blip>
          <a:srcRect l="189" r="179"/>
          <a:stretch/>
        </p:blipFill>
        <p:spPr>
          <a:xfrm>
            <a:off x="2718283" y="2129450"/>
            <a:ext cx="1730688" cy="1241397"/>
          </a:xfrm>
          <a:prstGeom prst="rect">
            <a:avLst/>
          </a:prstGeom>
          <a:noFill/>
          <a:ln>
            <a:noFill/>
          </a:ln>
          <a:effectLst>
            <a:outerShdw blurRad="71438" dist="19050" dir="5400000" algn="bl" rotWithShape="0">
              <a:srgbClr val="000000">
                <a:alpha val="18040"/>
              </a:srgbClr>
            </a:outerShdw>
          </a:effectLst>
        </p:spPr>
      </p:pic>
      <p:pic>
        <p:nvPicPr>
          <p:cNvPr id="908" name="Google Shape;908;g2cdbdd193bb_0_343"/>
          <p:cNvPicPr preferRelativeResize="0"/>
          <p:nvPr/>
        </p:nvPicPr>
        <p:blipFill rotWithShape="1">
          <a:blip r:embed="rId6">
            <a:alphaModFix/>
          </a:blip>
          <a:srcRect l="99" r="99"/>
          <a:stretch/>
        </p:blipFill>
        <p:spPr>
          <a:xfrm>
            <a:off x="4568761" y="2129450"/>
            <a:ext cx="1730688" cy="1239299"/>
          </a:xfrm>
          <a:prstGeom prst="rect">
            <a:avLst/>
          </a:prstGeom>
          <a:noFill/>
          <a:ln>
            <a:noFill/>
          </a:ln>
          <a:effectLst>
            <a:outerShdw blurRad="71438" dist="19050" dir="5400000" algn="bl" rotWithShape="0">
              <a:srgbClr val="000000">
                <a:alpha val="18040"/>
              </a:srgbClr>
            </a:outerShdw>
          </a:effectLst>
        </p:spPr>
      </p:pic>
      <p:pic>
        <p:nvPicPr>
          <p:cNvPr id="909" name="Google Shape;909;g2cdbdd193bb_0_343"/>
          <p:cNvPicPr preferRelativeResize="0"/>
          <p:nvPr/>
        </p:nvPicPr>
        <p:blipFill rotWithShape="1">
          <a:blip r:embed="rId7">
            <a:alphaModFix/>
          </a:blip>
          <a:srcRect l="19" r="9"/>
          <a:stretch/>
        </p:blipFill>
        <p:spPr>
          <a:xfrm>
            <a:off x="6419238" y="2129450"/>
            <a:ext cx="1730688" cy="1239300"/>
          </a:xfrm>
          <a:prstGeom prst="rect">
            <a:avLst/>
          </a:prstGeom>
          <a:noFill/>
          <a:ln>
            <a:noFill/>
          </a:ln>
          <a:effectLst>
            <a:outerShdw blurRad="71438" dist="19050" dir="5400000" algn="bl" rotWithShape="0">
              <a:srgbClr val="000000">
                <a:alpha val="18040"/>
              </a:srgbClr>
            </a:outerShdw>
          </a:effectLst>
        </p:spPr>
      </p:pic>
      <p:pic>
        <p:nvPicPr>
          <p:cNvPr id="910" name="Google Shape;910;g2cdbdd193bb_0_343"/>
          <p:cNvPicPr preferRelativeResize="0"/>
          <p:nvPr/>
        </p:nvPicPr>
        <p:blipFill rotWithShape="1">
          <a:blip r:embed="rId8">
            <a:alphaModFix/>
          </a:blip>
          <a:srcRect l="99" r="99"/>
          <a:stretch/>
        </p:blipFill>
        <p:spPr>
          <a:xfrm>
            <a:off x="867776" y="3534600"/>
            <a:ext cx="1730688" cy="1239299"/>
          </a:xfrm>
          <a:prstGeom prst="rect">
            <a:avLst/>
          </a:prstGeom>
          <a:noFill/>
          <a:ln>
            <a:noFill/>
          </a:ln>
          <a:effectLst>
            <a:outerShdw blurRad="71438" dist="19050" dir="5400000" algn="bl" rotWithShape="0">
              <a:srgbClr val="000000">
                <a:alpha val="18040"/>
              </a:srgbClr>
            </a:outerShdw>
          </a:effectLst>
        </p:spPr>
      </p:pic>
      <p:pic>
        <p:nvPicPr>
          <p:cNvPr id="911" name="Google Shape;911;g2cdbdd193bb_0_343"/>
          <p:cNvPicPr preferRelativeResize="0"/>
          <p:nvPr/>
        </p:nvPicPr>
        <p:blipFill rotWithShape="1">
          <a:blip r:embed="rId9">
            <a:alphaModFix/>
          </a:blip>
          <a:srcRect l="19" r="9"/>
          <a:stretch/>
        </p:blipFill>
        <p:spPr>
          <a:xfrm>
            <a:off x="2718254" y="3534600"/>
            <a:ext cx="1730688" cy="1239300"/>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18" name="Google Shape;918;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19" name="Google Shape;919;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20" name="Google Shape;920;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21" name="Google Shape;921;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r</a:t>
            </a:r>
            <a:r>
              <a:rPr lang="en-US" sz="5800" b="0" i="0" u="none" strike="noStrike" cap="none">
                <a:solidFill>
                  <a:srgbClr val="00904C"/>
                </a:solidFill>
                <a:latin typeface="Jost"/>
                <a:ea typeface="Jost"/>
                <a:cs typeface="Jost"/>
                <a:sym typeface="Jost"/>
              </a:rPr>
              <a:t>o</a:t>
            </a:r>
            <a:r>
              <a:rPr lang="en-US" sz="5000" b="0" i="0" u="none" strike="noStrike" cap="none">
                <a:solidFill>
                  <a:srgbClr val="00904C"/>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d</a:t>
            </a:r>
            <a:endParaRPr sz="5800" b="0" i="0" u="none" strike="noStrike" cap="none">
              <a:solidFill>
                <a:srgbClr val="2356AF"/>
              </a:solidFill>
              <a:latin typeface="Jost"/>
              <a:ea typeface="Jost"/>
              <a:cs typeface="Jost"/>
              <a:sym typeface="Jost"/>
            </a:endParaRPr>
          </a:p>
        </p:txBody>
      </p:sp>
      <p:sp>
        <p:nvSpPr>
          <p:cNvPr id="922" name="Google Shape;922;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b</a:t>
            </a:r>
            <a:r>
              <a:rPr lang="en-US" sz="5800" b="0" i="0" u="none" strike="noStrike" cap="none">
                <a:solidFill>
                  <a:srgbClr val="00904C"/>
                </a:solidFill>
                <a:latin typeface="Jost"/>
                <a:ea typeface="Jost"/>
                <a:cs typeface="Jost"/>
                <a:sym typeface="Jost"/>
              </a:rPr>
              <a:t>o</a:t>
            </a:r>
            <a:r>
              <a:rPr lang="en-US" sz="5000" b="0" i="0" u="none" strike="noStrike" cap="none">
                <a:solidFill>
                  <a:srgbClr val="00904C"/>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t</a:t>
            </a:r>
            <a:endParaRPr sz="5800" b="0" i="0" u="none" strike="noStrike" cap="none">
              <a:solidFill>
                <a:srgbClr val="2356AF"/>
              </a:solidFill>
              <a:latin typeface="Jost"/>
              <a:ea typeface="Jost"/>
              <a:cs typeface="Jost"/>
              <a:sym typeface="Jost"/>
            </a:endParaRPr>
          </a:p>
        </p:txBody>
      </p:sp>
      <p:sp>
        <p:nvSpPr>
          <p:cNvPr id="923" name="Google Shape;923;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s</a:t>
            </a:r>
            <a:r>
              <a:rPr lang="en-US" sz="5800" b="0" i="0" u="none" strike="noStrike" cap="none">
                <a:solidFill>
                  <a:srgbClr val="00904C"/>
                </a:solidFill>
                <a:latin typeface="Jost"/>
                <a:ea typeface="Jost"/>
                <a:cs typeface="Jost"/>
                <a:sym typeface="Jost"/>
              </a:rPr>
              <a:t>o</a:t>
            </a:r>
            <a:r>
              <a:rPr lang="en-US" sz="5000" b="0" i="0" u="none" strike="noStrike" cap="none">
                <a:solidFill>
                  <a:srgbClr val="00904C"/>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p</a:t>
            </a:r>
            <a:endParaRPr sz="5800" b="0" i="0" u="none" strike="noStrike" cap="none">
              <a:solidFill>
                <a:srgbClr val="2356AF"/>
              </a:solidFill>
              <a:latin typeface="Jost"/>
              <a:ea typeface="Jost"/>
              <a:cs typeface="Jost"/>
              <a:sym typeface="Jost"/>
            </a:endParaRPr>
          </a:p>
        </p:txBody>
      </p:sp>
      <p:sp>
        <p:nvSpPr>
          <p:cNvPr id="924" name="Google Shape;924;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3, Lesson 36</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g2d2874aeef5_0_8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1" name="Google Shape;931;g2d2874aeef5_0_8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32" name="Google Shape;932;g2d2874aeef5_0_87"/>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33" name="Google Shape;933;g2d2874aeef5_0_8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34" name="Google Shape;934;g2d2874aeef5_0_87"/>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cr</a:t>
            </a:r>
            <a:r>
              <a:rPr lang="en-US" sz="5800" b="0" i="0" u="none" strike="noStrike" cap="none">
                <a:solidFill>
                  <a:srgbClr val="815137"/>
                </a:solidFill>
                <a:latin typeface="Jost"/>
                <a:ea typeface="Jost"/>
                <a:cs typeface="Jost"/>
                <a:sym typeface="Jost"/>
              </a:rPr>
              <a:t>ow</a:t>
            </a:r>
            <a:endParaRPr sz="5800" b="0" i="0" u="none" strike="noStrike" cap="none">
              <a:solidFill>
                <a:srgbClr val="815137"/>
              </a:solidFill>
              <a:latin typeface="Jost"/>
              <a:ea typeface="Jost"/>
              <a:cs typeface="Jost"/>
              <a:sym typeface="Jost"/>
            </a:endParaRPr>
          </a:p>
        </p:txBody>
      </p:sp>
      <p:sp>
        <p:nvSpPr>
          <p:cNvPr id="935" name="Google Shape;935;g2d2874aeef5_0_87"/>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elb</a:t>
            </a:r>
            <a:r>
              <a:rPr lang="en-US" sz="5800" b="0" i="0" u="none" strike="noStrike" cap="none">
                <a:solidFill>
                  <a:srgbClr val="815137"/>
                </a:solidFill>
                <a:latin typeface="Jost"/>
                <a:ea typeface="Jost"/>
                <a:cs typeface="Jost"/>
                <a:sym typeface="Jost"/>
              </a:rPr>
              <a:t>ow</a:t>
            </a:r>
            <a:endParaRPr sz="5800" b="0" i="0" u="none" strike="noStrike" cap="none">
              <a:solidFill>
                <a:srgbClr val="2356AF"/>
              </a:solidFill>
              <a:latin typeface="Jost"/>
              <a:ea typeface="Jost"/>
              <a:cs typeface="Jost"/>
              <a:sym typeface="Jost"/>
            </a:endParaRPr>
          </a:p>
        </p:txBody>
      </p:sp>
      <p:sp>
        <p:nvSpPr>
          <p:cNvPr id="936" name="Google Shape;936;g2d2874aeef5_0_87"/>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bl</a:t>
            </a:r>
            <a:r>
              <a:rPr lang="en-US" sz="5800" b="0" i="0" u="none" strike="noStrike" cap="none">
                <a:solidFill>
                  <a:srgbClr val="815137"/>
                </a:solidFill>
                <a:latin typeface="Jost"/>
                <a:ea typeface="Jost"/>
                <a:cs typeface="Jost"/>
                <a:sym typeface="Jost"/>
              </a:rPr>
              <a:t>ow</a:t>
            </a:r>
            <a:endParaRPr sz="5800" b="0" i="0" u="none" strike="noStrike" cap="none">
              <a:solidFill>
                <a:srgbClr val="2356AF"/>
              </a:solidFill>
              <a:latin typeface="Jost"/>
              <a:ea typeface="Jost"/>
              <a:cs typeface="Jost"/>
              <a:sym typeface="Jost"/>
            </a:endParaRPr>
          </a:p>
        </p:txBody>
      </p:sp>
      <p:sp>
        <p:nvSpPr>
          <p:cNvPr id="937" name="Google Shape;937;g2d2874aeef5_0_87"/>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3, Lesson 42</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2"/>
        <p:cNvGrpSpPr/>
        <p:nvPr/>
      </p:nvGrpSpPr>
      <p:grpSpPr>
        <a:xfrm>
          <a:off x="0" y="0"/>
          <a:ext cx="0" cy="0"/>
          <a:chOff x="0" y="0"/>
          <a:chExt cx="0" cy="0"/>
        </a:xfrm>
      </p:grpSpPr>
      <p:sp>
        <p:nvSpPr>
          <p:cNvPr id="943" name="Google Shape;943;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44" name="Google Shape;944;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45" name="Google Shape;945;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46" name="Google Shape;946;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sp>
        <p:nvSpPr>
          <p:cNvPr id="952" name="Google Shape;952;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53" name="Google Shape;953;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54" name="Google Shape;954;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55" name="Google Shape;955;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60"/>
        <p:cNvGrpSpPr/>
        <p:nvPr/>
      </p:nvGrpSpPr>
      <p:grpSpPr>
        <a:xfrm>
          <a:off x="0" y="0"/>
          <a:ext cx="0" cy="0"/>
          <a:chOff x="0" y="0"/>
          <a:chExt cx="0" cy="0"/>
        </a:xfrm>
      </p:grpSpPr>
      <p:sp>
        <p:nvSpPr>
          <p:cNvPr id="961" name="Google Shape;961;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62" name="Google Shape;962;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63" name="Google Shape;963;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64" name="Google Shape;964;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970" name="Google Shape;970;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71" name="Google Shape;971;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72" name="Google Shape;972;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73" name="Google Shape;973;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79" name="Google Shape;979;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80" name="Google Shape;980;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81" name="Google Shape;981;g1f3daf8a844_0_64"/>
          <p:cNvGrpSpPr/>
          <p:nvPr/>
        </p:nvGrpSpPr>
        <p:grpSpPr>
          <a:xfrm>
            <a:off x="3024000" y="209875"/>
            <a:ext cx="3096000" cy="454800"/>
            <a:chOff x="3024000" y="209875"/>
            <a:chExt cx="3096000" cy="454800"/>
          </a:xfrm>
        </p:grpSpPr>
        <p:sp>
          <p:nvSpPr>
            <p:cNvPr id="982" name="Google Shape;982;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3" name="Google Shape;983;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84" name="Google Shape;984;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85" name="Google Shape;985;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6" name="Google Shape;986;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7" name="Google Shape;987;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88" name="Google Shape;988;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89" name="Google Shape;989;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90" name="Google Shape;990;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991" name="Google Shape;991;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o</a:t>
            </a:r>
            <a:r>
              <a:rPr lang="en-US" sz="4700" b="0" i="0" u="none" strike="noStrike" cap="none">
                <a:solidFill>
                  <a:srgbClr val="00904C"/>
                </a:solidFill>
                <a:latin typeface="Poppins"/>
                <a:ea typeface="Poppins"/>
                <a:cs typeface="Poppins"/>
                <a:sym typeface="Poppins"/>
              </a:rPr>
              <a:t>a</a:t>
            </a:r>
            <a:endParaRPr sz="5500" b="0" i="0" u="none" strike="noStrike" cap="none">
              <a:solidFill>
                <a:srgbClr val="00904C"/>
              </a:solidFill>
              <a:latin typeface="Jost"/>
              <a:ea typeface="Jost"/>
              <a:cs typeface="Jost"/>
              <a:sym typeface="Jost"/>
            </a:endParaRPr>
          </a:p>
        </p:txBody>
      </p:sp>
      <p:sp>
        <p:nvSpPr>
          <p:cNvPr id="992" name="Google Shape;992;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993" name="Google Shape;993;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94" name="Google Shape;994;g1f3daf8a844_0_64"/>
          <p:cNvSpPr txBox="1"/>
          <p:nvPr/>
        </p:nvSpPr>
        <p:spPr>
          <a:xfrm>
            <a:off x="207420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995" name="Google Shape;995;g1f3daf8a844_0_64"/>
          <p:cNvSpPr txBox="1"/>
          <p:nvPr/>
        </p:nvSpPr>
        <p:spPr>
          <a:xfrm>
            <a:off x="515913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FFD403"/>
              </a:solidFill>
              <a:latin typeface="Jost"/>
              <a:ea typeface="Jost"/>
              <a:cs typeface="Jost"/>
              <a:sym typeface="Jost"/>
            </a:endParaRPr>
          </a:p>
        </p:txBody>
      </p:sp>
      <p:sp>
        <p:nvSpPr>
          <p:cNvPr id="996" name="Google Shape;996;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97" name="Google Shape;997;g1f3daf8a844_0_64"/>
          <p:cNvSpPr txBox="1"/>
          <p:nvPr/>
        </p:nvSpPr>
        <p:spPr>
          <a:xfrm>
            <a:off x="2967318" y="2160375"/>
            <a:ext cx="1423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ow</a:t>
            </a:r>
            <a:endParaRPr sz="5500" b="0" i="0" u="none" strike="noStrike" cap="none">
              <a:solidFill>
                <a:srgbClr val="815137"/>
              </a:solidFill>
              <a:latin typeface="Jost"/>
              <a:ea typeface="Jost"/>
              <a:cs typeface="Jost"/>
              <a:sym typeface="Jost"/>
            </a:endParaRPr>
          </a:p>
        </p:txBody>
      </p:sp>
      <p:sp>
        <p:nvSpPr>
          <p:cNvPr id="998" name="Google Shape;998;g1f3daf8a844_0_64"/>
          <p:cNvSpPr txBox="1"/>
          <p:nvPr/>
        </p:nvSpPr>
        <p:spPr>
          <a:xfrm>
            <a:off x="426602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999" name="Google Shape;999;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00" name="Google Shape;1000;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sh</a:t>
            </a:r>
            <a:endParaRPr sz="5500" b="0" i="0" u="none" strike="noStrike" cap="none">
              <a:solidFill>
                <a:srgbClr val="FFD403"/>
              </a:solidFill>
              <a:latin typeface="Jost"/>
              <a:ea typeface="Jost"/>
              <a:cs typeface="Jost"/>
              <a:sym typeface="Jost"/>
            </a:endParaRPr>
          </a:p>
        </p:txBody>
      </p:sp>
      <p:sp>
        <p:nvSpPr>
          <p:cNvPr id="1001" name="Google Shape;1001;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002" name="Google Shape;1002;g1f3daf8a844_0_64"/>
          <p:cNvSpPr txBox="1"/>
          <p:nvPr/>
        </p:nvSpPr>
        <p:spPr>
          <a:xfrm>
            <a:off x="605224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cxnSp>
        <p:nvCxnSpPr>
          <p:cNvPr id="1003" name="Google Shape;1003;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sp>
        <p:nvSpPr>
          <p:cNvPr id="1009" name="Google Shape;1009;g2d2874aeef5_0_1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10" name="Google Shape;1010;g2d2874aeef5_0_10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11" name="Google Shape;1011;g2d2874aeef5_0_108"/>
          <p:cNvGrpSpPr/>
          <p:nvPr/>
        </p:nvGrpSpPr>
        <p:grpSpPr>
          <a:xfrm>
            <a:off x="3024000" y="209875"/>
            <a:ext cx="3096000" cy="454800"/>
            <a:chOff x="3024000" y="209875"/>
            <a:chExt cx="3096000" cy="454800"/>
          </a:xfrm>
        </p:grpSpPr>
        <p:sp>
          <p:nvSpPr>
            <p:cNvPr id="1012" name="Google Shape;1012;g2d2874aeef5_0_108"/>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3" name="Google Shape;1013;g2d2874aeef5_0_108"/>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14" name="Google Shape;1014;g2d2874aeef5_0_108"/>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15" name="Google Shape;1015;g2d2874aeef5_0_108"/>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16" name="Google Shape;1016;g2d2874aeef5_0_108"/>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7" name="Google Shape;1017;g2d2874aeef5_0_108"/>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8" name="Google Shape;1018;g2d2874aeef5_0_108"/>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19" name="Google Shape;1019;g2d2874aeef5_0_108"/>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20" name="Google Shape;1020;g2d2874aeef5_0_108"/>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o</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bo</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o</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k co</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to</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st snow grow low row slow show</a:t>
            </a:r>
            <a:endParaRPr sz="1800" b="0" i="0" u="none" strike="noStrike" cap="none">
              <a:solidFill>
                <a:srgbClr val="B7B7B7"/>
              </a:solidFill>
              <a:latin typeface="Jost"/>
              <a:ea typeface="Jost"/>
              <a:cs typeface="Jost"/>
              <a:sym typeface="Jost"/>
            </a:endParaRPr>
          </a:p>
        </p:txBody>
      </p:sp>
      <p:sp>
        <p:nvSpPr>
          <p:cNvPr id="1021" name="Google Shape;1021;g2d2874aeef5_0_108"/>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22" name="Google Shape;1022;g2d2874aeef5_0_108"/>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23" name="Google Shape;1023;g2d2874aeef5_0_108"/>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o</a:t>
            </a:r>
            <a:r>
              <a:rPr lang="en-US" sz="4700" b="0" i="0" u="none" strike="noStrike" cap="none">
                <a:solidFill>
                  <a:srgbClr val="00904C"/>
                </a:solidFill>
                <a:latin typeface="Poppins"/>
                <a:ea typeface="Poppins"/>
                <a:cs typeface="Poppins"/>
                <a:sym typeface="Poppins"/>
              </a:rPr>
              <a:t>a</a:t>
            </a:r>
            <a:endParaRPr sz="5500" b="0" i="0" u="none" strike="noStrike" cap="none">
              <a:solidFill>
                <a:srgbClr val="00904C"/>
              </a:solidFill>
              <a:latin typeface="Jost"/>
              <a:ea typeface="Jost"/>
              <a:cs typeface="Jost"/>
              <a:sym typeface="Jost"/>
            </a:endParaRPr>
          </a:p>
        </p:txBody>
      </p:sp>
      <p:sp>
        <p:nvSpPr>
          <p:cNvPr id="1024" name="Google Shape;1024;g2d2874aeef5_0_108"/>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cxnSp>
        <p:nvCxnSpPr>
          <p:cNvPr id="1025" name="Google Shape;1025;g2d2874aeef5_0_108"/>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26" name="Google Shape;1026;g2d2874aeef5_0_108"/>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27" name="Google Shape;1027;g2d2874aeef5_0_108"/>
          <p:cNvSpPr txBox="1"/>
          <p:nvPr/>
        </p:nvSpPr>
        <p:spPr>
          <a:xfrm>
            <a:off x="207420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28" name="Google Shape;1028;g2d2874aeef5_0_108"/>
          <p:cNvSpPr txBox="1"/>
          <p:nvPr/>
        </p:nvSpPr>
        <p:spPr>
          <a:xfrm>
            <a:off x="515913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FFD403"/>
              </a:solidFill>
              <a:latin typeface="Jost"/>
              <a:ea typeface="Jost"/>
              <a:cs typeface="Jost"/>
              <a:sym typeface="Jost"/>
            </a:endParaRPr>
          </a:p>
        </p:txBody>
      </p:sp>
      <p:sp>
        <p:nvSpPr>
          <p:cNvPr id="1029" name="Google Shape;1029;g2d2874aeef5_0_108"/>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30" name="Google Shape;1030;g2d2874aeef5_0_108"/>
          <p:cNvSpPr txBox="1"/>
          <p:nvPr/>
        </p:nvSpPr>
        <p:spPr>
          <a:xfrm>
            <a:off x="2967318" y="2160375"/>
            <a:ext cx="1423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ow</a:t>
            </a:r>
            <a:endParaRPr sz="5500" b="0" i="0" u="none" strike="noStrike" cap="none">
              <a:solidFill>
                <a:srgbClr val="815137"/>
              </a:solidFill>
              <a:latin typeface="Jost"/>
              <a:ea typeface="Jost"/>
              <a:cs typeface="Jost"/>
              <a:sym typeface="Jost"/>
            </a:endParaRPr>
          </a:p>
        </p:txBody>
      </p:sp>
      <p:sp>
        <p:nvSpPr>
          <p:cNvPr id="1031" name="Google Shape;1031;g2d2874aeef5_0_108"/>
          <p:cNvSpPr txBox="1"/>
          <p:nvPr/>
        </p:nvSpPr>
        <p:spPr>
          <a:xfrm>
            <a:off x="426602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32" name="Google Shape;1032;g2d2874aeef5_0_108"/>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33" name="Google Shape;1033;g2d2874aeef5_0_108"/>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sh</a:t>
            </a:r>
            <a:endParaRPr sz="5500" b="0" i="0" u="none" strike="noStrike" cap="none">
              <a:solidFill>
                <a:srgbClr val="FFD403"/>
              </a:solidFill>
              <a:latin typeface="Jost"/>
              <a:ea typeface="Jost"/>
              <a:cs typeface="Jost"/>
              <a:sym typeface="Jost"/>
            </a:endParaRPr>
          </a:p>
        </p:txBody>
      </p:sp>
      <p:sp>
        <p:nvSpPr>
          <p:cNvPr id="1034" name="Google Shape;1034;g2d2874aeef5_0_1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035" name="Google Shape;1035;g2d2874aeef5_0_108"/>
          <p:cNvSpPr txBox="1"/>
          <p:nvPr/>
        </p:nvSpPr>
        <p:spPr>
          <a:xfrm>
            <a:off x="605224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395</Words>
  <Application>Microsoft Office PowerPoint</Application>
  <PresentationFormat>On-screen Show (4:3)</PresentationFormat>
  <Paragraphs>123</Paragraphs>
  <Slides>19</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Poppins Medium</vt:lpstr>
      <vt:lpstr>Calibri</vt:lpstr>
      <vt:lpstr>Arial</vt:lpstr>
      <vt:lpstr>Nunito Black</vt:lpstr>
      <vt:lpstr>Jost</vt:lpstr>
      <vt:lpstr>Poppins SemiBold</vt:lpstr>
      <vt:lpstr>Poppins</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PowerPoint Presentation</vt:lpstr>
      <vt:lpstr>Review Grapheme Caption</vt:lpstr>
      <vt:lpstr>Review Grapheme Caption</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2026-05-22T04:56:56Z</dcterms:modified>
</cp:coreProperties>
</file>