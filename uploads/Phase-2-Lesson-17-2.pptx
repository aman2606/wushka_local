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Finger Paint" panose="020B0604020202020204" charset="0"/>
      <p:regular r:id="rId25"/>
    </p:embeddedFont>
    <p:embeddedFont>
      <p:font typeface="Jost" panose="020B0604020202020204" charset="0"/>
      <p:regular r:id="rId26"/>
      <p:bold r:id="rId27"/>
      <p:italic r:id="rId28"/>
      <p:boldItalic r:id="rId29"/>
    </p:embeddedFont>
    <p:embeddedFont>
      <p:font typeface="Mulish" panose="020B0604020202020204" charset="0"/>
      <p:regular r:id="rId30"/>
      <p:bold r:id="rId31"/>
      <p:italic r:id="rId32"/>
      <p:boldItalic r:id="rId33"/>
    </p:embeddedFont>
    <p:embeddedFont>
      <p:font typeface="Nunito Black" pitchFamily="2" charset="0"/>
      <p:bold r:id="rId34"/>
      <p:boldItalic r:id="rId35"/>
    </p:embeddedFont>
    <p:embeddedFont>
      <p:font typeface="Poppins" panose="00000500000000000000" pitchFamily="2" charset="0"/>
      <p:regular r:id="rId36"/>
      <p:bold r:id="rId37"/>
      <p:italic r:id="rId38"/>
      <p:boldItalic r:id="rId39"/>
    </p:embeddedFont>
    <p:embeddedFont>
      <p:font typeface="Poppins Medium" panose="00000600000000000000" pitchFamily="2" charset="0"/>
      <p:regular r:id="rId40"/>
      <p:bold r:id="rId41"/>
      <p:italic r:id="rId42"/>
      <p:boldItalic r:id="rId43"/>
    </p:embeddedFont>
    <p:embeddedFont>
      <p:font typeface="Poppins SemiBold" panose="000007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4" roundtripDataSignature="AMtx7mhJpnSbFUl3I8JWHaYodMUn/CQJ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8FC4FC-BB8D-4952-97E8-2BB1FF9841D0}">
  <a:tblStyle styleId="{378FC4FC-BB8D-4952-97E8-2BB1FF9841D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font" Target="fonts/font23.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font" Target="fonts/font21.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font" Target="fonts/font19.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font" Target="fonts/font22.fntdata"/><Relationship Id="rId20" Type="http://schemas.openxmlformats.org/officeDocument/2006/relationships/slide" Target="slides/slide19.xml"/><Relationship Id="rId41" Type="http://schemas.openxmlformats.org/officeDocument/2006/relationships/font" Target="fonts/font1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d9d66c9f7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d9d66c9f7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d9d66c9f7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1" name="Google Shape;761;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2" name="Google Shape;762;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0" name="Google Shape;770;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2c4266212a2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6" name="Google Shape;826;g2c4266212a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7" name="Google Shape;827;g2c4266212a2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c4266212a2_0_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c4266212a2_0_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c4266212a2_0_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1" name="Google Shape;92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2" name="Google Shape;92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0" name="Google Shape;930;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1" name="Google Shape;931;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0" name="Google Shape;940;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6"/>
        <p:cNvGrpSpPr/>
        <p:nvPr/>
      </p:nvGrpSpPr>
      <p:grpSpPr>
        <a:xfrm>
          <a:off x="0" y="0"/>
          <a:ext cx="0" cy="0"/>
          <a:chOff x="0" y="0"/>
          <a:chExt cx="0" cy="0"/>
        </a:xfrm>
      </p:grpSpPr>
      <p:sp>
        <p:nvSpPr>
          <p:cNvPr id="947" name="Google Shape;94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8" name="Google Shape;94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9" name="Google Shape;94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6c2c1361d8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6c2c1361d8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6c2c1361d8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'e'</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4 - Tuesday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17</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image" Target="../media/image7.png"/><Relationship Id="rId7" Type="http://schemas.openxmlformats.org/officeDocument/2006/relationships/image" Target="../media/image6.png"/><Relationship Id="rId12"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17.xml"/><Relationship Id="rId5" Type="http://schemas.openxmlformats.org/officeDocument/2006/relationships/image" Target="../media/image5.png"/><Relationship Id="rId10" Type="http://schemas.openxmlformats.org/officeDocument/2006/relationships/slide" Target="slide15.xml"/><Relationship Id="rId4" Type="http://schemas.openxmlformats.org/officeDocument/2006/relationships/image" Target="../media/image8.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'e'</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17</a:t>
            </a:r>
            <a:endParaRPr/>
          </a:p>
        </p:txBody>
      </p:sp>
      <p:pic>
        <p:nvPicPr>
          <p:cNvPr id="689" name="Google Shape;689;p1"/>
          <p:cNvPicPr preferRelativeResize="0"/>
          <p:nvPr/>
        </p:nvPicPr>
        <p:blipFill rotWithShape="1">
          <a:blip r:embed="rId3">
            <a:alphaModFix/>
          </a:blip>
          <a:srcRect t="99" b="109"/>
          <a:stretch/>
        </p:blipFill>
        <p:spPr>
          <a:xfrm rot="176118">
            <a:off x="4093991" y="4418160"/>
            <a:ext cx="2493521" cy="997850"/>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t="228" b="219"/>
          <a:stretch/>
        </p:blipFill>
        <p:spPr>
          <a:xfrm rot="-172073">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{378FC4FC-BB8D-4952-97E8-2BB1FF9841D0}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e</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e</a:t>
            </a:r>
            <a:r>
              <a:rPr lang="en-US"/>
              <a:t>.</a:t>
            </a:r>
            <a:endParaRPr/>
          </a:p>
        </p:txBody>
      </p:sp>
      <p:sp>
        <p:nvSpPr>
          <p:cNvPr id="699" name="Google Shape;69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a:t>
            </a:r>
            <a:r>
              <a:rPr lang="en-US"/>
              <a:t> using flashcards.</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t="99" b="109"/>
          <a:stretch/>
        </p:blipFill>
        <p:spPr>
          <a:xfrm>
            <a:off x="946800" y="4384154"/>
            <a:ext cx="1372151" cy="549101"/>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61464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JNL688</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59391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t="89" b="99"/>
          <a:stretch/>
        </p:blipFill>
        <p:spPr>
          <a:xfrm>
            <a:off x="6159846" y="4363493"/>
            <a:ext cx="786850" cy="590421"/>
          </a:xfrm>
          <a:prstGeom prst="rect">
            <a:avLst/>
          </a:prstGeom>
          <a:noFill/>
          <a:ln>
            <a:noFill/>
          </a:ln>
          <a:effectLst>
            <a:outerShdw blurRad="71438" dist="19050" dir="5220000" algn="bl" rotWithShape="0">
              <a:srgbClr val="D8D8D8"/>
            </a:outerShdw>
          </a:effectLst>
        </p:spPr>
      </p:pic>
      <p:sp>
        <p:nvSpPr>
          <p:cNvPr id="713" name="Google Shape;713;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4" name="Google Shape;714;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5" name="Google Shape;715;g2bee4f4af4b_0_204"/>
          <p:cNvPicPr preferRelativeResize="0"/>
          <p:nvPr/>
        </p:nvPicPr>
        <p:blipFill rotWithShape="1">
          <a:blip r:embed="rId7">
            <a:alphaModFix/>
          </a:blip>
          <a:srcRect t="228" b="219"/>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6" name="Google Shape;716;g2bee4f4af4b_0_204">
            <a:hlinkClick r:id="rId8" action="ppaction://hlinksldjump"/>
          </p:cNvPr>
          <p:cNvSpPr/>
          <p:nvPr/>
        </p:nvSpPr>
        <p:spPr>
          <a:xfrm>
            <a:off x="926987" y="3856935"/>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7" name="Google Shape;717;g2bee4f4af4b_0_204">
            <a:hlinkClick r:id="rId9" action="ppaction://hlinksldjump"/>
          </p:cNvPr>
          <p:cNvSpPr/>
          <p:nvPr/>
        </p:nvSpPr>
        <p:spPr>
          <a:xfrm>
            <a:off x="2368761" y="37741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8" name="Google Shape;718;g2bee4f4af4b_0_204">
            <a:hlinkClick r:id="rId10" action="ppaction://hlinksldjump"/>
          </p:cNvPr>
          <p:cNvSpPr/>
          <p:nvPr/>
        </p:nvSpPr>
        <p:spPr>
          <a:xfrm>
            <a:off x="3572361" y="381301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9" name="Google Shape;719;g2bee4f4af4b_0_204">
            <a:hlinkClick r:id="rId11" action="ppaction://hlinksldjump"/>
          </p:cNvPr>
          <p:cNvSpPr/>
          <p:nvPr/>
        </p:nvSpPr>
        <p:spPr>
          <a:xfrm>
            <a:off x="4877916" y="371893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12" action="ppaction://hlinksldjump"/>
          </p:cNvPr>
          <p:cNvSpPr/>
          <p:nvPr/>
        </p:nvSpPr>
        <p:spPr>
          <a:xfrm>
            <a:off x="6075761" y="3735078"/>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7" name="Google Shape;727;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a:t>
            </a:r>
            <a:r>
              <a:rPr lang="en-US"/>
              <a:t> using flashcards.</a:t>
            </a:r>
            <a:endParaRPr/>
          </a:p>
        </p:txBody>
      </p:sp>
      <p:pic>
        <p:nvPicPr>
          <p:cNvPr id="728" name="Google Shape;72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9" name="Google Shape;73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40" name="Google Shape;74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d9d66c9f70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7" name="Google Shape;747;g2d9d66c9f70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8" name="Google Shape;748;g2d9d66c9f70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9" name="Google Shape;749;g2d9d66c9f70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6" name="Google Shape;756;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7" name="Google Shape;757;g2c186218c5a_0_17"/>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8" name="Google Shape;758;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5" name="Google Shape;765;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6" name="Google Shape;766;g26b641b03cd_0_185"/>
          <p:cNvPicPr preferRelativeResize="0"/>
          <p:nvPr/>
        </p:nvPicPr>
        <p:blipFill rotWithShape="1">
          <a:blip r:embed="rId3">
            <a:alphaModFix/>
          </a:blip>
          <a:srcRect t="149" b="14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7" name="Google Shape;767;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4" name="Google Shape;774;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5" name="Google Shape;775;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76" name="Google Shape;776;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83" name="Google Shape;783;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84" name="Google Shape;784;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5" name="Google Shape;785;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2" name="Google Shape;7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3" name="Google Shape;7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00" name="Google Shape;800;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01" name="Google Shape;801;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2" name="Google Shape;802;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3" name="Google Shape;803;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4" name="Google Shape;804;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5" name="Google Shape;805;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6" name="Google Shape;806;g2c2ffdd0de5_0_0"/>
          <p:cNvGrpSpPr/>
          <p:nvPr/>
        </p:nvGrpSpPr>
        <p:grpSpPr>
          <a:xfrm>
            <a:off x="304250" y="6984600"/>
            <a:ext cx="8330829" cy="808600"/>
            <a:chOff x="-152950" y="7365600"/>
            <a:chExt cx="8330829" cy="808600"/>
          </a:xfrm>
        </p:grpSpPr>
        <p:sp>
          <p:nvSpPr>
            <p:cNvPr id="807" name="Google Shape;807;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8" name="Google Shape;808;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9" name="Google Shape;809;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10" name="Google Shape;810;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11" name="Google Shape;811;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2" name="Google Shape;812;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3" name="Google Shape;813;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4" name="Google Shape;814;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5" name="Google Shape;815;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6" name="Google Shape;816;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7" name="Google Shape;817;g2c2ffdd0de5_0_0"/>
          <p:cNvSpPr/>
          <p:nvPr/>
        </p:nvSpPr>
        <p:spPr>
          <a:xfrm>
            <a:off x="3211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8" name="Google Shape;818;g2c2ffdd0de5_0_0"/>
          <p:cNvSpPr/>
          <p:nvPr/>
        </p:nvSpPr>
        <p:spPr>
          <a:xfrm>
            <a:off x="44531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9" name="Google Shape;819;g2c2ffdd0de5_0_0"/>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20" name="Google Shape;820;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21" name="Google Shape;821;g2c2ffdd0de5_0_0"/>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22" name="Google Shape;822;g2c2ffdd0de5_0_0"/>
          <p:cNvSpPr txBox="1">
            <a:spLocks noGrp="1"/>
          </p:cNvSpPr>
          <p:nvPr>
            <p:ph type="subTitle" idx="4294967295"/>
          </p:nvPr>
        </p:nvSpPr>
        <p:spPr>
          <a:xfrm>
            <a:off x="2641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23" name="Google Shape;823;g2c2ffdd0de5_0_0"/>
          <p:cNvSpPr txBox="1">
            <a:spLocks noGrp="1"/>
          </p:cNvSpPr>
          <p:nvPr>
            <p:ph type="subTitle" idx="4294967295"/>
          </p:nvPr>
        </p:nvSpPr>
        <p:spPr>
          <a:xfrm>
            <a:off x="3883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sp>
        <p:nvSpPr>
          <p:cNvPr id="829" name="Google Shape;829;g2c4266212a2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30" name="Google Shape;830;g2c4266212a2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31" name="Google Shape;831;g2c4266212a2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266212a2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266212a2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4" name="Google Shape;834;g2c4266212a2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266212a2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6" name="Google Shape;836;g2c4266212a2_0_29"/>
          <p:cNvGrpSpPr/>
          <p:nvPr/>
        </p:nvGrpSpPr>
        <p:grpSpPr>
          <a:xfrm>
            <a:off x="304250" y="6984600"/>
            <a:ext cx="8330829" cy="808600"/>
            <a:chOff x="-152950" y="7365600"/>
            <a:chExt cx="8330829" cy="808600"/>
          </a:xfrm>
        </p:grpSpPr>
        <p:sp>
          <p:nvSpPr>
            <p:cNvPr id="837" name="Google Shape;837;g2c4266212a2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8" name="Google Shape;838;g2c4266212a2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9" name="Google Shape;839;g2c4266212a2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0" name="Google Shape;840;g2c4266212a2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1" name="Google Shape;841;g2c4266212a2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2" name="Google Shape;842;g2c4266212a2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3" name="Google Shape;843;g2c4266212a2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4" name="Google Shape;844;g2c4266212a2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5" name="Google Shape;845;g2c4266212a2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266212a2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266212a2_0_29"/>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8" name="Google Shape;848;g2c4266212a2_0_29"/>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266212a2_0_29"/>
          <p:cNvSpPr/>
          <p:nvPr/>
        </p:nvSpPr>
        <p:spPr>
          <a:xfrm>
            <a:off x="5466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50" name="Google Shape;850;g2c4266212a2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1" name="Google Shape;851;g2c4266212a2_0_29"/>
          <p:cNvSpPr txBox="1">
            <a:spLocks noGrp="1"/>
          </p:cNvSpPr>
          <p:nvPr>
            <p:ph type="subTitle" idx="4294967295"/>
          </p:nvPr>
        </p:nvSpPr>
        <p:spPr>
          <a:xfrm>
            <a:off x="489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2" name="Google Shape;852;g2c4266212a2_0_29"/>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53" name="Google Shape;853;g2c4266212a2_0_29"/>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c4266212a2_0_5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60" name="Google Shape;860;g2c4266212a2_0_5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61" name="Google Shape;861;g2c4266212a2_0_58"/>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4266212a2_0_58"/>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4266212a2_0_58"/>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c4266212a2_0_5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c4266212a2_0_5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6" name="Google Shape;866;g2c4266212a2_0_58"/>
          <p:cNvGrpSpPr/>
          <p:nvPr/>
        </p:nvGrpSpPr>
        <p:grpSpPr>
          <a:xfrm>
            <a:off x="304250" y="6984600"/>
            <a:ext cx="8330829" cy="808600"/>
            <a:chOff x="-152950" y="7365600"/>
            <a:chExt cx="8330829" cy="808600"/>
          </a:xfrm>
        </p:grpSpPr>
        <p:sp>
          <p:nvSpPr>
            <p:cNvPr id="867" name="Google Shape;867;g2c4266212a2_0_58"/>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8" name="Google Shape;868;g2c4266212a2_0_58"/>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9" name="Google Shape;869;g2c4266212a2_0_58"/>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0" name="Google Shape;870;g2c4266212a2_0_58"/>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1" name="Google Shape;871;g2c4266212a2_0_58"/>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2" name="Google Shape;872;g2c4266212a2_0_58"/>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3" name="Google Shape;873;g2c4266212a2_0_58"/>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4" name="Google Shape;874;g2c4266212a2_0_58"/>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5" name="Google Shape;875;g2c4266212a2_0_58"/>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4266212a2_0_58"/>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4266212a2_0_58"/>
          <p:cNvSpPr/>
          <p:nvPr/>
        </p:nvSpPr>
        <p:spPr>
          <a:xfrm>
            <a:off x="3154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c4266212a2_0_58"/>
          <p:cNvSpPr/>
          <p:nvPr/>
        </p:nvSpPr>
        <p:spPr>
          <a:xfrm>
            <a:off x="44912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c4266212a2_0_58"/>
          <p:cNvSpPr/>
          <p:nvPr/>
        </p:nvSpPr>
        <p:spPr>
          <a:xfrm>
            <a:off x="56570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80" name="Google Shape;880;g2c4266212a2_0_5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81" name="Google Shape;881;g2c4266212a2_0_58"/>
          <p:cNvSpPr txBox="1">
            <a:spLocks noGrp="1"/>
          </p:cNvSpPr>
          <p:nvPr>
            <p:ph type="subTitle" idx="4294967295"/>
          </p:nvPr>
        </p:nvSpPr>
        <p:spPr>
          <a:xfrm>
            <a:off x="50874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82" name="Google Shape;882;g2c4266212a2_0_58"/>
          <p:cNvSpPr txBox="1">
            <a:spLocks noGrp="1"/>
          </p:cNvSpPr>
          <p:nvPr>
            <p:ph type="subTitle" idx="4294967295"/>
          </p:nvPr>
        </p:nvSpPr>
        <p:spPr>
          <a:xfrm>
            <a:off x="25271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83" name="Google Shape;883;g2c4266212a2_0_58"/>
          <p:cNvSpPr txBox="1">
            <a:spLocks noGrp="1"/>
          </p:cNvSpPr>
          <p:nvPr>
            <p:ph type="subTitle" idx="4294967295"/>
          </p:nvPr>
        </p:nvSpPr>
        <p:spPr>
          <a:xfrm>
            <a:off x="39216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0" name="Google Shape;89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91" name="Google Shape;89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8" name="Google Shape;89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9" name="Google Shape;899;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00" name="Google Shape;90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7" name="Google Shape;90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8" name="Google Shape;908;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9" name="Google Shape;90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6" name="Google Shape;91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7" name="Google Shape;917;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8" name="Google Shape;91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5" name="Google Shape;92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6" name="Google Shape;926;g2c186218c5a_0_149"/>
          <p:cNvPicPr preferRelativeResize="0"/>
          <p:nvPr/>
        </p:nvPicPr>
        <p:blipFill rotWithShape="1">
          <a:blip r:embed="rId3">
            <a:alphaModFix/>
          </a:blip>
          <a:srcRect/>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7" name="Google Shape;92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34" name="Google Shape;934;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35" name="Google Shape;935;g26b641b03cd_0_315"/>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36" name="Google Shape;936;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43" name="Google Shape;943;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JNL688</a:t>
            </a:r>
            <a:endParaRPr dirty="0"/>
          </a:p>
        </p:txBody>
      </p:sp>
      <p:pic>
        <p:nvPicPr>
          <p:cNvPr id="944" name="Google Shape;944;g26b641b03cd_1_0"/>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945" name="Google Shape;945;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2" name="Google Shape;95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53" name="Google Shape;953;g1f3daf8a844_0_64"/>
          <p:cNvGrpSpPr/>
          <p:nvPr/>
        </p:nvGrpSpPr>
        <p:grpSpPr>
          <a:xfrm>
            <a:off x="3024000" y="209875"/>
            <a:ext cx="3096000" cy="454800"/>
            <a:chOff x="3024000" y="209875"/>
            <a:chExt cx="3096000" cy="454800"/>
          </a:xfrm>
        </p:grpSpPr>
        <p:sp>
          <p:nvSpPr>
            <p:cNvPr id="954" name="Google Shape;95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6" name="Google Shape;95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7" name="Google Shape;95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8" name="Google Shape;95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9" name="Google Shape;95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0" name="Google Shape;96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1" name="Google Shape;96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2" name="Google Shape;962;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63" name="Google Shape;96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64" name="Google Shape;964;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sp>
        <p:nvSpPr>
          <p:cNvPr id="965" name="Google Shape;96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66" name="Google Shape;966;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67" name="Google Shape;967;g1f3daf8a844_0_64"/>
          <p:cNvSpPr txBox="1"/>
          <p:nvPr/>
        </p:nvSpPr>
        <p:spPr>
          <a:xfrm>
            <a:off x="28341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68" name="Google Shape;968;g1f3daf8a844_0_64"/>
          <p:cNvSpPr txBox="1"/>
          <p:nvPr/>
        </p:nvSpPr>
        <p:spPr>
          <a:xfrm>
            <a:off x="5292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69" name="Google Shape;969;g1f3daf8a844_0_64"/>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ED1C24"/>
              </a:solidFill>
              <a:latin typeface="Jost"/>
              <a:ea typeface="Jost"/>
              <a:cs typeface="Jost"/>
              <a:sym typeface="Jost"/>
            </a:endParaRPr>
          </a:p>
        </p:txBody>
      </p:sp>
      <p:cxnSp>
        <p:nvCxnSpPr>
          <p:cNvPr id="970" name="Google Shape;970;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6c2c1361d8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77" name="Google Shape;977;g26c2c1361d8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78" name="Google Shape;978;g26c2c1361d8_0_742"/>
          <p:cNvGrpSpPr/>
          <p:nvPr/>
        </p:nvGrpSpPr>
        <p:grpSpPr>
          <a:xfrm>
            <a:off x="3024000" y="209875"/>
            <a:ext cx="3096000" cy="454800"/>
            <a:chOff x="3024000" y="209875"/>
            <a:chExt cx="3096000" cy="454800"/>
          </a:xfrm>
        </p:grpSpPr>
        <p:sp>
          <p:nvSpPr>
            <p:cNvPr id="979" name="Google Shape;979;g26c2c1361d8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6c2c1361d8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1" name="Google Shape;981;g26c2c1361d8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2" name="Google Shape;982;g26c2c1361d8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83" name="Google Shape;983;g26c2c1361d8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4" name="Google Shape;984;g26c2c1361d8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5" name="Google Shape;985;g26c2c1361d8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6" name="Google Shape;986;g26c2c1361d8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7" name="Google Shape;987;g26c2c1361d8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set pen men den ten net peg neck</a:t>
            </a:r>
            <a:endParaRPr sz="1800" b="0" i="0" u="none" strike="noStrike" cap="none">
              <a:solidFill>
                <a:srgbClr val="B7B7B7"/>
              </a:solidFill>
              <a:latin typeface="Jost"/>
              <a:ea typeface="Jost"/>
              <a:cs typeface="Jost"/>
              <a:sym typeface="Jost"/>
            </a:endParaRPr>
          </a:p>
        </p:txBody>
      </p:sp>
      <p:sp>
        <p:nvSpPr>
          <p:cNvPr id="988" name="Google Shape;988;g26c2c1361d8_0_7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89" name="Google Shape;989;g26c2c1361d8_0_742"/>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90" name="Google Shape;990;g26c2c1361d8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991" name="Google Shape;991;g26c2c1361d8_0_742"/>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ED1C24"/>
              </a:solidFill>
              <a:latin typeface="Jost"/>
              <a:ea typeface="Jost"/>
              <a:cs typeface="Jost"/>
              <a:sym typeface="Jost"/>
            </a:endParaRPr>
          </a:p>
        </p:txBody>
      </p:sp>
      <p:cxnSp>
        <p:nvCxnSpPr>
          <p:cNvPr id="992" name="Google Shape;992;g26c2c1361d8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93" name="Google Shape;993;g26c2c1361d8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4" name="Google Shape;994;g26c2c1361d8_0_74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95" name="Google Shape;995;g26c2c1361d8_0_742"/>
          <p:cNvSpPr txBox="1"/>
          <p:nvPr/>
        </p:nvSpPr>
        <p:spPr>
          <a:xfrm>
            <a:off x="28341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96" name="Google Shape;996;g26c2c1361d8_0_742"/>
          <p:cNvSpPr txBox="1"/>
          <p:nvPr/>
        </p:nvSpPr>
        <p:spPr>
          <a:xfrm>
            <a:off x="52922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97" name="Google Shape;997;g26c2c1361d8_0_742"/>
          <p:cNvSpPr txBox="1"/>
          <p:nvPr/>
        </p:nvSpPr>
        <p:spPr>
          <a:xfrm>
            <a:off x="463965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ED1C24"/>
              </a:solidFill>
              <a:latin typeface="Jost"/>
              <a:ea typeface="Jost"/>
              <a:cs typeface="Jost"/>
              <a:sym typeface="Jo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e</a:t>
            </a:r>
            <a:r>
              <a:rPr lang="en-US"/>
              <a:t>’ in a variety of sizes and media, for example using chalk to</a:t>
            </a:r>
            <a:endParaRPr/>
          </a:p>
          <a:p>
            <a:pPr marL="457200" lvl="0" indent="-330200" algn="l" rtl="0">
              <a:lnSpc>
                <a:spcPct val="115000"/>
              </a:lnSpc>
              <a:spcBef>
                <a:spcPts val="0"/>
              </a:spcBef>
              <a:spcAft>
                <a:spcPts val="0"/>
              </a:spcAft>
              <a:buSzPts val="1600"/>
              <a:buChar char="•"/>
            </a:pPr>
            <a:r>
              <a:rPr lang="en-US"/>
              <a:t>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p:txBody>
      </p:sp>
      <p:pic>
        <p:nvPicPr>
          <p:cNvPr id="1004" name="Google Shape;1004;g2c186218c5a_0_118"/>
          <p:cNvPicPr preferRelativeResize="0"/>
          <p:nvPr/>
        </p:nvPicPr>
        <p:blipFill rotWithShape="1">
          <a:blip r:embed="rId3">
            <a:alphaModFix/>
          </a:blip>
          <a:srcRect/>
          <a:stretch/>
        </p:blipFill>
        <p:spPr>
          <a:xfrm rot="-683459">
            <a:off x="1060875" y="3139250"/>
            <a:ext cx="1139002" cy="1090875"/>
          </a:xfrm>
          <a:prstGeom prst="rect">
            <a:avLst/>
          </a:prstGeom>
          <a:noFill/>
          <a:ln>
            <a:noFill/>
          </a:ln>
        </p:spPr>
      </p:pic>
      <p:sp>
        <p:nvSpPr>
          <p:cNvPr id="1005" name="Google Shape;1005;g2c186218c5a_0_118"/>
          <p:cNvSpPr txBox="1"/>
          <p:nvPr/>
        </p:nvSpPr>
        <p:spPr>
          <a:xfrm rot="362194">
            <a:off x="2323802" y="2085836"/>
            <a:ext cx="293829" cy="713485"/>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ED1C24"/>
                </a:solidFill>
                <a:latin typeface="Finger Paint"/>
                <a:ea typeface="Finger Paint"/>
                <a:cs typeface="Finger Paint"/>
                <a:sym typeface="Finger Paint"/>
              </a:rPr>
              <a:t>e</a:t>
            </a:r>
            <a:endParaRPr sz="10000" b="0" i="0" u="none" strike="noStrike" cap="none">
              <a:solidFill>
                <a:srgbClr val="ED1C24"/>
              </a:solidFill>
              <a:latin typeface="Finger Paint"/>
              <a:ea typeface="Finger Paint"/>
              <a:cs typeface="Finger Paint"/>
              <a:sym typeface="Finger Pain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424</Words>
  <Application>Microsoft Office PowerPoint</Application>
  <PresentationFormat>On-screen Show (4:3)</PresentationFormat>
  <Paragraphs>166</Paragraphs>
  <Slides>22</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Jost</vt:lpstr>
      <vt:lpstr>Nunito Black</vt:lpstr>
      <vt:lpstr>Finger Paint</vt:lpstr>
      <vt:lpstr>Calibri</vt:lpstr>
      <vt:lpstr>Poppins Medium</vt:lpstr>
      <vt:lpstr>Mulish</vt:lpstr>
      <vt:lpstr>Poppins</vt:lpstr>
      <vt:lpstr>Poppins SemiBold</vt:lpstr>
      <vt:lpstr>Arial</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High Frequency Words</vt:lpstr>
      <vt:lpstr>Practise High Frequency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2026-04-24T05:24:56Z</dcterms:modified>
</cp:coreProperties>
</file>