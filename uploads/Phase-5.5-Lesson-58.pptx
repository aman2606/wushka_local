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yVSSWRMleQZquXutt/r8LnN5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AC4179-BE7F-485F-B3F2-97E99A17F4C2}">
  <a:tblStyle styleId="{23AC4179-BE7F-485F-B3F2-97E99A17F4C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3" name="Google Shape;953;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4" name="Google Shape;954;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e67494c2fe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e67494c2fe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e67494c2fe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3" name="Google Shape;111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4" name="Google Shape;111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2e67494c2fe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3" name="Google Shape;1143;g2e67494c2fe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4" name="Google Shape;1144;g2e67494c2fe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35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/s/ - st</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12 -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58</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6.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16.png"/><Relationship Id="rId26" Type="http://schemas.openxmlformats.org/officeDocument/2006/relationships/image" Target="../media/image124.png"/><Relationship Id="rId3" Type="http://schemas.openxmlformats.org/officeDocument/2006/relationships/image" Target="../media/image101.png"/><Relationship Id="rId21" Type="http://schemas.openxmlformats.org/officeDocument/2006/relationships/image" Target="../media/image119.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5" Type="http://schemas.openxmlformats.org/officeDocument/2006/relationships/image" Target="../media/image123.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8.png"/><Relationship Id="rId29"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24" Type="http://schemas.openxmlformats.org/officeDocument/2006/relationships/image" Target="../media/image122.png"/><Relationship Id="rId5" Type="http://schemas.openxmlformats.org/officeDocument/2006/relationships/image" Target="../media/image103.png"/><Relationship Id="rId15" Type="http://schemas.openxmlformats.org/officeDocument/2006/relationships/image" Target="../media/image113.png"/><Relationship Id="rId23" Type="http://schemas.openxmlformats.org/officeDocument/2006/relationships/image" Target="../media/image121.png"/><Relationship Id="rId28" Type="http://schemas.openxmlformats.org/officeDocument/2006/relationships/image" Target="../media/image126.png"/><Relationship Id="rId10" Type="http://schemas.openxmlformats.org/officeDocument/2006/relationships/image" Target="../media/image108.png"/><Relationship Id="rId19" Type="http://schemas.openxmlformats.org/officeDocument/2006/relationships/image" Target="../media/image117.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120.png"/><Relationship Id="rId27" Type="http://schemas.openxmlformats.org/officeDocument/2006/relationships/image" Target="../media/image125.png"/><Relationship Id="rId30" Type="http://schemas.openxmlformats.org/officeDocument/2006/relationships/image" Target="../media/image128.png"/></Relationships>
</file>

<file path=ppt/slides/_rels/slide7.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png"/><Relationship Id="rId3" Type="http://schemas.openxmlformats.org/officeDocument/2006/relationships/image" Target="../media/image129.png"/><Relationship Id="rId7" Type="http://schemas.openxmlformats.org/officeDocument/2006/relationships/image" Target="../media/image133.png"/><Relationship Id="rId12" Type="http://schemas.openxmlformats.org/officeDocument/2006/relationships/image" Target="../media/image138.png"/><Relationship Id="rId2" Type="http://schemas.openxmlformats.org/officeDocument/2006/relationships/notesSlide" Target="../notesSlides/notesSlide7.xml"/><Relationship Id="rId16" Type="http://schemas.openxmlformats.org/officeDocument/2006/relationships/image" Target="../media/image142.png"/><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5" Type="http://schemas.openxmlformats.org/officeDocument/2006/relationships/image" Target="../media/image14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 Id="rId14"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18" Type="http://schemas.openxmlformats.org/officeDocument/2006/relationships/image" Target="../media/image158.png"/><Relationship Id="rId26" Type="http://schemas.openxmlformats.org/officeDocument/2006/relationships/image" Target="../media/image166.png"/><Relationship Id="rId3" Type="http://schemas.openxmlformats.org/officeDocument/2006/relationships/image" Target="../media/image143.png"/><Relationship Id="rId21" Type="http://schemas.openxmlformats.org/officeDocument/2006/relationships/image" Target="../media/image161.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5" Type="http://schemas.openxmlformats.org/officeDocument/2006/relationships/image" Target="../media/image165.png"/><Relationship Id="rId2" Type="http://schemas.openxmlformats.org/officeDocument/2006/relationships/notesSlide" Target="../notesSlides/notesSlide8.xml"/><Relationship Id="rId16" Type="http://schemas.openxmlformats.org/officeDocument/2006/relationships/image" Target="../media/image156.png"/><Relationship Id="rId20" Type="http://schemas.openxmlformats.org/officeDocument/2006/relationships/image" Target="../media/image160.png"/><Relationship Id="rId29"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24" Type="http://schemas.openxmlformats.org/officeDocument/2006/relationships/image" Target="../media/image164.png"/><Relationship Id="rId5" Type="http://schemas.openxmlformats.org/officeDocument/2006/relationships/image" Target="../media/image145.png"/><Relationship Id="rId15" Type="http://schemas.openxmlformats.org/officeDocument/2006/relationships/image" Target="../media/image155.png"/><Relationship Id="rId23" Type="http://schemas.openxmlformats.org/officeDocument/2006/relationships/image" Target="../media/image163.png"/><Relationship Id="rId28" Type="http://schemas.openxmlformats.org/officeDocument/2006/relationships/image" Target="../media/image168.png"/><Relationship Id="rId10" Type="http://schemas.openxmlformats.org/officeDocument/2006/relationships/image" Target="../media/image150.png"/><Relationship Id="rId19" Type="http://schemas.openxmlformats.org/officeDocument/2006/relationships/image" Target="../media/image159.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 Id="rId22" Type="http://schemas.openxmlformats.org/officeDocument/2006/relationships/image" Target="../media/image162.png"/><Relationship Id="rId27" Type="http://schemas.openxmlformats.org/officeDocument/2006/relationships/image" Target="../media/image167.png"/><Relationship Id="rId30" Type="http://schemas.openxmlformats.org/officeDocument/2006/relationships/image" Target="../media/image170.png"/></Relationships>
</file>

<file path=ppt/slides/_rels/slide9.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10.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3.png"/><Relationship Id="rId17" Type="http://schemas.openxmlformats.org/officeDocument/2006/relationships/image" Target="../media/image198.png"/><Relationship Id="rId2" Type="http://schemas.openxmlformats.org/officeDocument/2006/relationships/notesSlide" Target="../notesSlides/notesSlide10.xml"/><Relationship Id="rId16" Type="http://schemas.openxmlformats.org/officeDocument/2006/relationships/image" Target="../media/image197.png"/><Relationship Id="rId1" Type="http://schemas.openxmlformats.org/officeDocument/2006/relationships/slideLayout" Target="../slideLayouts/slideLayout3.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5" Type="http://schemas.openxmlformats.org/officeDocument/2006/relationships/image" Target="../media/image196.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s>
</file>

<file path=ppt/slides/_rels/slide11.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9.png"/><Relationship Id="rId18" Type="http://schemas.openxmlformats.org/officeDocument/2006/relationships/image" Target="../media/image214.png"/><Relationship Id="rId26" Type="http://schemas.openxmlformats.org/officeDocument/2006/relationships/image" Target="../media/image221.png"/><Relationship Id="rId3" Type="http://schemas.openxmlformats.org/officeDocument/2006/relationships/image" Target="../media/image199.png"/><Relationship Id="rId21" Type="http://schemas.openxmlformats.org/officeDocument/2006/relationships/image" Target="../media/image8.png"/><Relationship Id="rId7" Type="http://schemas.openxmlformats.org/officeDocument/2006/relationships/image" Target="../media/image203.png"/><Relationship Id="rId12" Type="http://schemas.openxmlformats.org/officeDocument/2006/relationships/image" Target="../media/image208.png"/><Relationship Id="rId17" Type="http://schemas.openxmlformats.org/officeDocument/2006/relationships/image" Target="../media/image213.png"/><Relationship Id="rId25" Type="http://schemas.openxmlformats.org/officeDocument/2006/relationships/image" Target="../media/image220.png"/><Relationship Id="rId2" Type="http://schemas.openxmlformats.org/officeDocument/2006/relationships/notesSlide" Target="../notesSlides/notesSlide11.xml"/><Relationship Id="rId16" Type="http://schemas.openxmlformats.org/officeDocument/2006/relationships/image" Target="../media/image212.png"/><Relationship Id="rId20" Type="http://schemas.openxmlformats.org/officeDocument/2006/relationships/image" Target="../media/image216.png"/><Relationship Id="rId1" Type="http://schemas.openxmlformats.org/officeDocument/2006/relationships/slideLayout" Target="../slideLayouts/slideLayout3.xml"/><Relationship Id="rId6" Type="http://schemas.openxmlformats.org/officeDocument/2006/relationships/image" Target="../media/image202.png"/><Relationship Id="rId11" Type="http://schemas.openxmlformats.org/officeDocument/2006/relationships/image" Target="../media/image207.png"/><Relationship Id="rId24" Type="http://schemas.openxmlformats.org/officeDocument/2006/relationships/image" Target="../media/image219.png"/><Relationship Id="rId5" Type="http://schemas.openxmlformats.org/officeDocument/2006/relationships/image" Target="../media/image201.png"/><Relationship Id="rId15" Type="http://schemas.openxmlformats.org/officeDocument/2006/relationships/image" Target="../media/image211.png"/><Relationship Id="rId23" Type="http://schemas.openxmlformats.org/officeDocument/2006/relationships/image" Target="../media/image218.png"/><Relationship Id="rId10" Type="http://schemas.openxmlformats.org/officeDocument/2006/relationships/image" Target="../media/image206.png"/><Relationship Id="rId19" Type="http://schemas.openxmlformats.org/officeDocument/2006/relationships/image" Target="../media/image215.png"/><Relationship Id="rId4" Type="http://schemas.openxmlformats.org/officeDocument/2006/relationships/image" Target="../media/image200.png"/><Relationship Id="rId9" Type="http://schemas.openxmlformats.org/officeDocument/2006/relationships/image" Target="../media/image205.png"/><Relationship Id="rId14" Type="http://schemas.openxmlformats.org/officeDocument/2006/relationships/image" Target="../media/image210.png"/><Relationship Id="rId22" Type="http://schemas.openxmlformats.org/officeDocument/2006/relationships/image" Target="../media/image217.png"/></Relationships>
</file>

<file path=ppt/slides/_rels/slide12.xml.rels><?xml version="1.0" encoding="UTF-8" standalone="yes"?>
<Relationships xmlns="http://schemas.openxmlformats.org/package/2006/relationships"><Relationship Id="rId8" Type="http://schemas.openxmlformats.org/officeDocument/2006/relationships/image" Target="../media/image227.png"/><Relationship Id="rId3" Type="http://schemas.openxmlformats.org/officeDocument/2006/relationships/image" Target="../media/image222.png"/><Relationship Id="rId7" Type="http://schemas.openxmlformats.org/officeDocument/2006/relationships/image" Target="../media/image2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5.png"/><Relationship Id="rId5" Type="http://schemas.openxmlformats.org/officeDocument/2006/relationships/image" Target="../media/image224.png"/><Relationship Id="rId4" Type="http://schemas.openxmlformats.org/officeDocument/2006/relationships/image" Target="../media/image22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/s/; </a:t>
            </a:r>
            <a:br>
              <a:rPr lang="en-US" sz="3000"/>
            </a:br>
            <a:r>
              <a:rPr lang="en-US" sz="3000"/>
              <a:t>st</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58</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{23AC4179-BE7F-485F-B3F2-97E99A17F4C2}</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/s/</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570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222499" y="5256525"/>
            <a:ext cx="1510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116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29226"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45030" y="367463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80393" y="375042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4244263" y="3892010"/>
            <a:ext cx="590656" cy="836045"/>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4">
            <a:alphaModFix/>
          </a:blip>
          <a:srcRect l="79" r="79"/>
          <a:stretch/>
        </p:blipFill>
        <p:spPr>
          <a:xfrm>
            <a:off x="3581490" y="3892009"/>
            <a:ext cx="590656" cy="836045"/>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5">
            <a:alphaModFix/>
          </a:blip>
          <a:srcRect l="79" r="79"/>
          <a:stretch/>
        </p:blipFill>
        <p:spPr>
          <a:xfrm>
            <a:off x="2918718" y="3892010"/>
            <a:ext cx="590656" cy="836045"/>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6">
            <a:alphaModFix/>
          </a:blip>
          <a:srcRect l="19" r="29"/>
          <a:stretch/>
        </p:blipFill>
        <p:spPr>
          <a:xfrm>
            <a:off x="2255945" y="3892010"/>
            <a:ext cx="590656" cy="836046"/>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7">
            <a:alphaModFix/>
          </a:blip>
          <a:srcRect l="79" r="79"/>
          <a:stretch/>
        </p:blipFill>
        <p:spPr>
          <a:xfrm>
            <a:off x="1593172" y="3892009"/>
            <a:ext cx="590656" cy="836045"/>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8">
            <a:alphaModFix/>
          </a:blip>
          <a:srcRect l="79" r="79"/>
          <a:stretch/>
        </p:blipFill>
        <p:spPr>
          <a:xfrm>
            <a:off x="930400" y="3892009"/>
            <a:ext cx="590656" cy="836045"/>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9">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10">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11">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12">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13">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4">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5">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6">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7">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8">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9">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20">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21">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22">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23">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4">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5">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6">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7">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8">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9">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30">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9" name="Google Shape;829;g26b7edf6e71_0_109"/>
          <p:cNvGrpSpPr/>
          <p:nvPr/>
        </p:nvGrpSpPr>
        <p:grpSpPr>
          <a:xfrm>
            <a:off x="930596" y="2135925"/>
            <a:ext cx="7282807" cy="2686611"/>
            <a:chOff x="867357" y="2129450"/>
            <a:chExt cx="7282807" cy="2686611"/>
          </a:xfrm>
        </p:grpSpPr>
        <p:pic>
          <p:nvPicPr>
            <p:cNvPr id="830" name="Google Shape;83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0" name="Google Shape;850;g2c298d33e0c_0_6"/>
          <p:cNvGrpSpPr/>
          <p:nvPr/>
        </p:nvGrpSpPr>
        <p:grpSpPr>
          <a:xfrm>
            <a:off x="931068" y="2129296"/>
            <a:ext cx="7281864" cy="2684601"/>
            <a:chOff x="868300" y="2129450"/>
            <a:chExt cx="7281864" cy="2684601"/>
          </a:xfrm>
        </p:grpSpPr>
        <p:pic>
          <p:nvPicPr>
            <p:cNvPr id="851" name="Google Shape;85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5" name="Google Shape;85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5" name="Google Shape;885;g2c298da1f27_0_455"/>
          <p:cNvGrpSpPr/>
          <p:nvPr/>
        </p:nvGrpSpPr>
        <p:grpSpPr>
          <a:xfrm>
            <a:off x="931068" y="2129450"/>
            <a:ext cx="7281864" cy="2684601"/>
            <a:chOff x="868300" y="2053250"/>
            <a:chExt cx="7281864" cy="2684601"/>
          </a:xfrm>
        </p:grpSpPr>
        <p:pic>
          <p:nvPicPr>
            <p:cNvPr id="886" name="Google Shape;886;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house mouse hour where should could would move use want</a:t>
            </a:r>
            <a:r>
              <a:rPr lang="en-US"/>
              <a:t>.</a:t>
            </a:r>
            <a:endParaRPr/>
          </a:p>
        </p:txBody>
      </p:sp>
      <p:grpSp>
        <p:nvGrpSpPr>
          <p:cNvPr id="905" name="Google Shape;905;g2c298da1f27_1_0"/>
          <p:cNvGrpSpPr/>
          <p:nvPr/>
        </p:nvGrpSpPr>
        <p:grpSpPr>
          <a:xfrm>
            <a:off x="931068" y="2148475"/>
            <a:ext cx="7281864" cy="2688001"/>
            <a:chOff x="868300" y="2129450"/>
            <a:chExt cx="7281864" cy="2688001"/>
          </a:xfrm>
        </p:grpSpPr>
        <p:pic>
          <p:nvPicPr>
            <p:cNvPr id="906" name="Google Shape;90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4" name="Google Shape;91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5" name="Google Shape;91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0" name="Google Shape;92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pic>
        <p:nvPicPr>
          <p:cNvPr id="926" name="Google Shape;926;g2cdbdd193bb_0_343"/>
          <p:cNvPicPr preferRelativeResize="0"/>
          <p:nvPr/>
        </p:nvPicPr>
        <p:blipFill>
          <a:blip r:embed="rId3">
            <a:alphaModFix/>
          </a:blip>
          <a:stretch>
            <a:fillRect/>
          </a:stretch>
        </p:blipFill>
        <p:spPr>
          <a:xfrm>
            <a:off x="924592" y="2154083"/>
            <a:ext cx="1147324" cy="819918"/>
          </a:xfrm>
          <a:prstGeom prst="rect">
            <a:avLst/>
          </a:prstGeom>
          <a:noFill/>
          <a:ln>
            <a:noFill/>
          </a:ln>
          <a:effectLst>
            <a:outerShdw blurRad="71438" dist="19050" dir="5400000" algn="bl" rotWithShape="0">
              <a:srgbClr val="000000">
                <a:alpha val="18000"/>
              </a:srgbClr>
            </a:outerShdw>
          </a:effectLst>
        </p:spPr>
      </p:pic>
      <p:pic>
        <p:nvPicPr>
          <p:cNvPr id="927" name="Google Shape;927;g2cdbdd193bb_0_343"/>
          <p:cNvPicPr preferRelativeResize="0"/>
          <p:nvPr/>
        </p:nvPicPr>
        <p:blipFill>
          <a:blip r:embed="rId4">
            <a:alphaModFix/>
          </a:blip>
          <a:stretch>
            <a:fillRect/>
          </a:stretch>
        </p:blipFill>
        <p:spPr>
          <a:xfrm>
            <a:off x="2151321" y="2154083"/>
            <a:ext cx="1145440" cy="818569"/>
          </a:xfrm>
          <a:prstGeom prst="rect">
            <a:avLst/>
          </a:prstGeom>
          <a:noFill/>
          <a:ln>
            <a:noFill/>
          </a:ln>
          <a:effectLst>
            <a:outerShdw blurRad="71438" dist="19050" dir="5400000" algn="bl" rotWithShape="0">
              <a:srgbClr val="000000">
                <a:alpha val="18000"/>
              </a:srgbClr>
            </a:outerShdw>
          </a:effectLst>
        </p:spPr>
      </p:pic>
      <p:pic>
        <p:nvPicPr>
          <p:cNvPr id="928" name="Google Shape;928;g2cdbdd193bb_0_343"/>
          <p:cNvPicPr preferRelativeResize="0"/>
          <p:nvPr/>
        </p:nvPicPr>
        <p:blipFill>
          <a:blip r:embed="rId5">
            <a:alphaModFix/>
          </a:blip>
          <a:stretch>
            <a:fillRect/>
          </a:stretch>
        </p:blipFill>
        <p:spPr>
          <a:xfrm>
            <a:off x="3378054" y="2154083"/>
            <a:ext cx="1145440" cy="818569"/>
          </a:xfrm>
          <a:prstGeom prst="rect">
            <a:avLst/>
          </a:prstGeom>
          <a:noFill/>
          <a:ln>
            <a:noFill/>
          </a:ln>
          <a:effectLst>
            <a:outerShdw blurRad="71438" dist="19050" dir="5400000" algn="bl" rotWithShape="0">
              <a:srgbClr val="000000">
                <a:alpha val="18000"/>
              </a:srgbClr>
            </a:outerShdw>
          </a:effectLst>
        </p:spPr>
      </p:pic>
      <p:pic>
        <p:nvPicPr>
          <p:cNvPr id="929" name="Google Shape;929;g2cdbdd193bb_0_343"/>
          <p:cNvPicPr preferRelativeResize="0"/>
          <p:nvPr/>
        </p:nvPicPr>
        <p:blipFill>
          <a:blip r:embed="rId6">
            <a:alphaModFix/>
          </a:blip>
          <a:stretch>
            <a:fillRect/>
          </a:stretch>
        </p:blipFill>
        <p:spPr>
          <a:xfrm>
            <a:off x="4604786" y="2154083"/>
            <a:ext cx="1145440" cy="819954"/>
          </a:xfrm>
          <a:prstGeom prst="rect">
            <a:avLst/>
          </a:prstGeom>
          <a:noFill/>
          <a:ln>
            <a:noFill/>
          </a:ln>
          <a:effectLst>
            <a:outerShdw blurRad="71438" dist="19050" dir="5400000" algn="bl" rotWithShape="0">
              <a:srgbClr val="000000">
                <a:alpha val="18000"/>
              </a:srgbClr>
            </a:outerShdw>
          </a:effectLst>
        </p:spPr>
      </p:pic>
      <p:pic>
        <p:nvPicPr>
          <p:cNvPr id="930" name="Google Shape;930;g2cdbdd193bb_0_343"/>
          <p:cNvPicPr preferRelativeResize="0"/>
          <p:nvPr/>
        </p:nvPicPr>
        <p:blipFill>
          <a:blip r:embed="rId7">
            <a:alphaModFix/>
          </a:blip>
          <a:stretch>
            <a:fillRect/>
          </a:stretch>
        </p:blipFill>
        <p:spPr>
          <a:xfrm>
            <a:off x="5831519" y="2154083"/>
            <a:ext cx="1145440" cy="818569"/>
          </a:xfrm>
          <a:prstGeom prst="rect">
            <a:avLst/>
          </a:prstGeom>
          <a:noFill/>
          <a:ln>
            <a:noFill/>
          </a:ln>
          <a:effectLst>
            <a:outerShdw blurRad="71438" dist="19050" dir="5400000" algn="bl" rotWithShape="0">
              <a:srgbClr val="000000">
                <a:alpha val="18000"/>
              </a:srgbClr>
            </a:outerShdw>
          </a:effectLst>
        </p:spPr>
      </p:pic>
      <p:pic>
        <p:nvPicPr>
          <p:cNvPr id="931" name="Google Shape;931;g2cdbdd193bb_0_343"/>
          <p:cNvPicPr preferRelativeResize="0"/>
          <p:nvPr/>
        </p:nvPicPr>
        <p:blipFill>
          <a:blip r:embed="rId8">
            <a:alphaModFix/>
          </a:blip>
          <a:stretch>
            <a:fillRect/>
          </a:stretch>
        </p:blipFill>
        <p:spPr>
          <a:xfrm>
            <a:off x="7058263" y="2154083"/>
            <a:ext cx="1145440" cy="819954"/>
          </a:xfrm>
          <a:prstGeom prst="rect">
            <a:avLst/>
          </a:prstGeom>
          <a:noFill/>
          <a:ln>
            <a:noFill/>
          </a:ln>
          <a:effectLst>
            <a:outerShdw blurRad="71438" dist="19050" dir="5400000" algn="bl" rotWithShape="0">
              <a:srgbClr val="000000">
                <a:alpha val="18000"/>
              </a:srgbClr>
            </a:outerShdw>
          </a:effectLst>
        </p:spPr>
      </p:pic>
      <p:pic>
        <p:nvPicPr>
          <p:cNvPr id="932" name="Google Shape;932;g2cdbdd193bb_0_343"/>
          <p:cNvPicPr preferRelativeResize="0"/>
          <p:nvPr/>
        </p:nvPicPr>
        <p:blipFill>
          <a:blip r:embed="rId9">
            <a:alphaModFix/>
          </a:blip>
          <a:stretch>
            <a:fillRect/>
          </a:stretch>
        </p:blipFill>
        <p:spPr>
          <a:xfrm>
            <a:off x="925538" y="3088467"/>
            <a:ext cx="1145440" cy="819954"/>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10">
            <a:alphaModFix/>
          </a:blip>
          <a:stretch>
            <a:fillRect/>
          </a:stretch>
        </p:blipFill>
        <p:spPr>
          <a:xfrm>
            <a:off x="2151325" y="3088467"/>
            <a:ext cx="1145440" cy="819954"/>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11">
            <a:alphaModFix/>
          </a:blip>
          <a:stretch>
            <a:fillRect/>
          </a:stretch>
        </p:blipFill>
        <p:spPr>
          <a:xfrm>
            <a:off x="3377120" y="3089165"/>
            <a:ext cx="1146826" cy="818569"/>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12">
            <a:alphaModFix/>
          </a:blip>
          <a:stretch>
            <a:fillRect/>
          </a:stretch>
        </p:blipFill>
        <p:spPr>
          <a:xfrm>
            <a:off x="4604295" y="3089165"/>
            <a:ext cx="1146826" cy="818569"/>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13">
            <a:alphaModFix/>
          </a:blip>
          <a:stretch>
            <a:fillRect/>
          </a:stretch>
        </p:blipFill>
        <p:spPr>
          <a:xfrm>
            <a:off x="5831470" y="3089165"/>
            <a:ext cx="1146826" cy="818569"/>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14">
            <a:alphaModFix/>
          </a:blip>
          <a:stretch>
            <a:fillRect/>
          </a:stretch>
        </p:blipFill>
        <p:spPr>
          <a:xfrm>
            <a:off x="7058645" y="3088467"/>
            <a:ext cx="1146826" cy="819954"/>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15">
            <a:alphaModFix/>
          </a:blip>
          <a:stretch>
            <a:fillRect/>
          </a:stretch>
        </p:blipFill>
        <p:spPr>
          <a:xfrm>
            <a:off x="924845" y="4023495"/>
            <a:ext cx="1146826" cy="818569"/>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6">
            <a:alphaModFix/>
          </a:blip>
          <a:stretch>
            <a:fillRect/>
          </a:stretch>
        </p:blipFill>
        <p:spPr>
          <a:xfrm>
            <a:off x="2151570" y="4024248"/>
            <a:ext cx="1146826" cy="819954"/>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17">
            <a:alphaModFix/>
          </a:blip>
          <a:stretch>
            <a:fillRect/>
          </a:stretch>
        </p:blipFill>
        <p:spPr>
          <a:xfrm>
            <a:off x="3378295" y="4024248"/>
            <a:ext cx="1146826" cy="819954"/>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18">
            <a:alphaModFix/>
          </a:blip>
          <a:stretch>
            <a:fillRect/>
          </a:stretch>
        </p:blipFill>
        <p:spPr>
          <a:xfrm>
            <a:off x="4605020" y="4022848"/>
            <a:ext cx="1146826" cy="819954"/>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19">
            <a:alphaModFix/>
          </a:blip>
          <a:stretch>
            <a:fillRect/>
          </a:stretch>
        </p:blipFill>
        <p:spPr>
          <a:xfrm>
            <a:off x="5831745" y="4024258"/>
            <a:ext cx="1146826" cy="818569"/>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20">
            <a:alphaModFix/>
          </a:blip>
          <a:stretch>
            <a:fillRect/>
          </a:stretch>
        </p:blipFill>
        <p:spPr>
          <a:xfrm>
            <a:off x="7058470" y="4022858"/>
            <a:ext cx="1146826" cy="818569"/>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21">
            <a:alphaModFix/>
          </a:blip>
          <a:stretch>
            <a:fillRect/>
          </a:stretch>
        </p:blipFill>
        <p:spPr>
          <a:xfrm>
            <a:off x="924845" y="4960015"/>
            <a:ext cx="1146826" cy="818569"/>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22">
            <a:alphaModFix/>
          </a:blip>
          <a:stretch>
            <a:fillRect/>
          </a:stretch>
        </p:blipFill>
        <p:spPr>
          <a:xfrm>
            <a:off x="2151570" y="4960030"/>
            <a:ext cx="1146826" cy="819954"/>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23">
            <a:alphaModFix/>
          </a:blip>
          <a:stretch>
            <a:fillRect/>
          </a:stretch>
        </p:blipFill>
        <p:spPr>
          <a:xfrm>
            <a:off x="3378295" y="4960715"/>
            <a:ext cx="1146826" cy="818569"/>
          </a:xfrm>
          <a:prstGeom prst="rect">
            <a:avLst/>
          </a:prstGeom>
          <a:noFill/>
          <a:ln>
            <a:noFill/>
          </a:ln>
          <a:effectLst>
            <a:outerShdw blurRad="71438" dist="19050" dir="5400000" algn="bl" rotWithShape="0">
              <a:srgbClr val="000000">
                <a:alpha val="18000"/>
              </a:srgbClr>
            </a:outerShdw>
          </a:effectLst>
        </p:spPr>
      </p:pic>
      <p:pic>
        <p:nvPicPr>
          <p:cNvPr id="947" name="Google Shape;947;g2cdbdd193bb_0_343"/>
          <p:cNvPicPr preferRelativeResize="0"/>
          <p:nvPr/>
        </p:nvPicPr>
        <p:blipFill>
          <a:blip r:embed="rId24">
            <a:alphaModFix/>
          </a:blip>
          <a:stretch>
            <a:fillRect/>
          </a:stretch>
        </p:blipFill>
        <p:spPr>
          <a:xfrm>
            <a:off x="4605020" y="4957930"/>
            <a:ext cx="1146826" cy="819954"/>
          </a:xfrm>
          <a:prstGeom prst="rect">
            <a:avLst/>
          </a:prstGeom>
          <a:noFill/>
          <a:ln>
            <a:noFill/>
          </a:ln>
          <a:effectLst>
            <a:outerShdw blurRad="71438" dist="19050" dir="5400000" algn="bl" rotWithShape="0">
              <a:srgbClr val="000000">
                <a:alpha val="18000"/>
              </a:srgbClr>
            </a:outerShdw>
          </a:effectLst>
        </p:spPr>
      </p:pic>
      <p:pic>
        <p:nvPicPr>
          <p:cNvPr id="948" name="Google Shape;948;g2cdbdd193bb_0_343"/>
          <p:cNvPicPr preferRelativeResize="0"/>
          <p:nvPr/>
        </p:nvPicPr>
        <p:blipFill>
          <a:blip r:embed="rId25">
            <a:alphaModFix/>
          </a:blip>
          <a:stretch>
            <a:fillRect/>
          </a:stretch>
        </p:blipFill>
        <p:spPr>
          <a:xfrm>
            <a:off x="5831745" y="4959355"/>
            <a:ext cx="1146826" cy="819954"/>
          </a:xfrm>
          <a:prstGeom prst="rect">
            <a:avLst/>
          </a:prstGeom>
          <a:noFill/>
          <a:ln>
            <a:noFill/>
          </a:ln>
          <a:effectLst>
            <a:outerShdw blurRad="71438" dist="19050" dir="5400000" algn="bl" rotWithShape="0">
              <a:srgbClr val="000000">
                <a:alpha val="18000"/>
              </a:srgbClr>
            </a:outerShdw>
          </a:effectLst>
        </p:spPr>
      </p:pic>
      <p:pic>
        <p:nvPicPr>
          <p:cNvPr id="949" name="Google Shape;949;g2cdbdd193bb_0_343"/>
          <p:cNvPicPr preferRelativeResize="0"/>
          <p:nvPr/>
        </p:nvPicPr>
        <p:blipFill>
          <a:blip r:embed="rId26">
            <a:alphaModFix/>
          </a:blip>
          <a:stretch>
            <a:fillRect/>
          </a:stretch>
        </p:blipFill>
        <p:spPr>
          <a:xfrm>
            <a:off x="7058463" y="4960715"/>
            <a:ext cx="1145440" cy="818569"/>
          </a:xfrm>
          <a:prstGeom prst="rect">
            <a:avLst/>
          </a:prstGeom>
          <a:noFill/>
          <a:ln>
            <a:noFill/>
          </a:ln>
          <a:effectLst>
            <a:outerShdw blurRad="71438" dist="19050" dir="5400000" algn="bl" rotWithShape="0">
              <a:srgbClr val="000000">
                <a:alpha val="18000"/>
              </a:srgbClr>
            </a:outerShdw>
          </a:effectLst>
        </p:spPr>
      </p:pic>
      <p:sp>
        <p:nvSpPr>
          <p:cNvPr id="950" name="Google Shape;950;g2cdbdd193bb_0_343"/>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a:latin typeface="Poppins"/>
                <a:ea typeface="Poppins"/>
                <a:cs typeface="Poppins"/>
                <a:sym typeface="Poppins"/>
              </a:rPr>
              <a:t>Review Phase 5.5 Common Exception Words </a:t>
            </a:r>
            <a:br>
              <a:rPr lang="en-US" sz="2000">
                <a:latin typeface="Poppins"/>
                <a:ea typeface="Poppins"/>
                <a:cs typeface="Poppins"/>
                <a:sym typeface="Poppins"/>
              </a:rPr>
            </a:br>
            <a:r>
              <a:rPr lang="en-US" sz="2000">
                <a:solidFill>
                  <a:srgbClr val="2356AF"/>
                </a:solidFill>
                <a:latin typeface="Poppins"/>
                <a:ea typeface="Poppins"/>
                <a:cs typeface="Poppins"/>
                <a:sym typeface="Poppins"/>
              </a:rPr>
              <a:t>people wild child mind kind behind eye oh most only both though through who prove shoe beautiful climb Christmas school sugar love money any</a:t>
            </a:r>
            <a:r>
              <a:rPr lang="en-US" sz="2000">
                <a:latin typeface="Poppins"/>
                <a:ea typeface="Poppins"/>
                <a:cs typeface="Poppins"/>
                <a:sym typeface="Poppins"/>
              </a:rPr>
              <a:t>…</a:t>
            </a:r>
            <a:endParaRPr sz="20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many friend very busy pretty once</a:t>
            </a:r>
            <a:r>
              <a:rPr lang="en-US" sz="2000"/>
              <a:t>.</a:t>
            </a:r>
            <a:endParaRPr sz="2000"/>
          </a:p>
        </p:txBody>
      </p:sp>
      <p:pic>
        <p:nvPicPr>
          <p:cNvPr id="957" name="Google Shape;957;g2cdbdd193bb_0_376"/>
          <p:cNvPicPr preferRelativeResize="0"/>
          <p:nvPr/>
        </p:nvPicPr>
        <p:blipFill>
          <a:blip r:embed="rId3">
            <a:alphaModFix/>
          </a:blip>
          <a:stretch>
            <a:fillRect/>
          </a:stretch>
        </p:blipFill>
        <p:spPr>
          <a:xfrm>
            <a:off x="924592" y="2154083"/>
            <a:ext cx="1147421" cy="819976"/>
          </a:xfrm>
          <a:prstGeom prst="rect">
            <a:avLst/>
          </a:prstGeom>
          <a:noFill/>
          <a:ln>
            <a:noFill/>
          </a:ln>
          <a:effectLst>
            <a:outerShdw blurRad="71438" dist="19050" dir="5400000" algn="bl" rotWithShape="0">
              <a:srgbClr val="000000">
                <a:alpha val="18000"/>
              </a:srgbClr>
            </a:outerShdw>
          </a:effectLst>
        </p:spPr>
      </p:pic>
      <p:pic>
        <p:nvPicPr>
          <p:cNvPr id="958" name="Google Shape;958;g2cdbdd193bb_0_376"/>
          <p:cNvPicPr preferRelativeResize="0"/>
          <p:nvPr/>
        </p:nvPicPr>
        <p:blipFill>
          <a:blip r:embed="rId4">
            <a:alphaModFix/>
          </a:blip>
          <a:stretch>
            <a:fillRect/>
          </a:stretch>
        </p:blipFill>
        <p:spPr>
          <a:xfrm>
            <a:off x="2151321" y="2154083"/>
            <a:ext cx="1145486" cy="819967"/>
          </a:xfrm>
          <a:prstGeom prst="rect">
            <a:avLst/>
          </a:prstGeom>
          <a:noFill/>
          <a:ln>
            <a:noFill/>
          </a:ln>
          <a:effectLst>
            <a:outerShdw blurRad="71438" dist="19050" dir="5400000" algn="bl" rotWithShape="0">
              <a:srgbClr val="000000">
                <a:alpha val="18000"/>
              </a:srgbClr>
            </a:outerShdw>
          </a:effectLst>
        </p:spPr>
      </p:pic>
      <p:pic>
        <p:nvPicPr>
          <p:cNvPr id="959" name="Google Shape;959;g2cdbdd193bb_0_376"/>
          <p:cNvPicPr preferRelativeResize="0"/>
          <p:nvPr/>
        </p:nvPicPr>
        <p:blipFill>
          <a:blip r:embed="rId5">
            <a:alphaModFix/>
          </a:blip>
          <a:stretch>
            <a:fillRect/>
          </a:stretch>
        </p:blipFill>
        <p:spPr>
          <a:xfrm>
            <a:off x="3378054" y="2154083"/>
            <a:ext cx="1145486" cy="818582"/>
          </a:xfrm>
          <a:prstGeom prst="rect">
            <a:avLst/>
          </a:prstGeom>
          <a:noFill/>
          <a:ln>
            <a:noFill/>
          </a:ln>
          <a:effectLst>
            <a:outerShdw blurRad="71438" dist="19050" dir="5400000" algn="bl" rotWithShape="0">
              <a:srgbClr val="000000">
                <a:alpha val="18000"/>
              </a:srgbClr>
            </a:outerShdw>
          </a:effectLst>
        </p:spPr>
      </p:pic>
      <p:pic>
        <p:nvPicPr>
          <p:cNvPr id="960" name="Google Shape;960;g2cdbdd193bb_0_376"/>
          <p:cNvPicPr preferRelativeResize="0"/>
          <p:nvPr/>
        </p:nvPicPr>
        <p:blipFill>
          <a:blip r:embed="rId6">
            <a:alphaModFix/>
          </a:blip>
          <a:stretch>
            <a:fillRect/>
          </a:stretch>
        </p:blipFill>
        <p:spPr>
          <a:xfrm>
            <a:off x="4604786" y="2154083"/>
            <a:ext cx="1145486" cy="819967"/>
          </a:xfrm>
          <a:prstGeom prst="rect">
            <a:avLst/>
          </a:prstGeom>
          <a:noFill/>
          <a:ln>
            <a:noFill/>
          </a:ln>
          <a:effectLst>
            <a:outerShdw blurRad="71438" dist="19050" dir="5400000" algn="bl" rotWithShape="0">
              <a:srgbClr val="000000">
                <a:alpha val="18000"/>
              </a:srgbClr>
            </a:outerShdw>
          </a:effectLst>
        </p:spPr>
      </p:pic>
      <p:pic>
        <p:nvPicPr>
          <p:cNvPr id="961" name="Google Shape;961;g2cdbdd193bb_0_376"/>
          <p:cNvPicPr preferRelativeResize="0"/>
          <p:nvPr/>
        </p:nvPicPr>
        <p:blipFill>
          <a:blip r:embed="rId7">
            <a:alphaModFix/>
          </a:blip>
          <a:stretch>
            <a:fillRect/>
          </a:stretch>
        </p:blipFill>
        <p:spPr>
          <a:xfrm>
            <a:off x="5831519" y="2154083"/>
            <a:ext cx="1145486" cy="819967"/>
          </a:xfrm>
          <a:prstGeom prst="rect">
            <a:avLst/>
          </a:prstGeom>
          <a:noFill/>
          <a:ln>
            <a:noFill/>
          </a:ln>
          <a:effectLst>
            <a:outerShdw blurRad="71438" dist="19050" dir="5400000" algn="bl" rotWithShape="0">
              <a:srgbClr val="000000">
                <a:alpha val="18000"/>
              </a:srgbClr>
            </a:outerShdw>
          </a:effectLst>
        </p:spPr>
      </p:pic>
      <p:pic>
        <p:nvPicPr>
          <p:cNvPr id="962" name="Google Shape;962;g2cdbdd193bb_0_376"/>
          <p:cNvPicPr preferRelativeResize="0"/>
          <p:nvPr/>
        </p:nvPicPr>
        <p:blipFill>
          <a:blip r:embed="rId8">
            <a:alphaModFix/>
          </a:blip>
          <a:stretch>
            <a:fillRect/>
          </a:stretch>
        </p:blipFill>
        <p:spPr>
          <a:xfrm>
            <a:off x="7060082" y="2154083"/>
            <a:ext cx="1145486" cy="818582"/>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9" name="Google Shape;96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70" name="Google Shape;97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1" name="Google Shape;971;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a:t>
            </a:r>
            <a:endParaRPr/>
          </a:p>
        </p:txBody>
      </p:sp>
      <p:pic>
        <p:nvPicPr>
          <p:cNvPr id="972" name="Google Shape;972;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73" name="Google Shape;973;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t</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r</a:t>
            </a:r>
            <a:endParaRPr sz="5800" b="0" i="0" u="none" strike="noStrike" cap="none">
              <a:solidFill>
                <a:srgbClr val="2356AF"/>
              </a:solidFill>
              <a:latin typeface="Jost"/>
              <a:ea typeface="Jost"/>
              <a:cs typeface="Jost"/>
              <a:sym typeface="Jost"/>
            </a:endParaRPr>
          </a:p>
        </p:txBody>
      </p:sp>
      <p:sp>
        <p:nvSpPr>
          <p:cNvPr id="974" name="Google Shape;974;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n</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il</a:t>
            </a:r>
            <a:endParaRPr sz="5800" b="0" i="0" u="none" strike="noStrike" cap="none">
              <a:solidFill>
                <a:srgbClr val="2356AF"/>
              </a:solidFill>
              <a:latin typeface="Jost"/>
              <a:ea typeface="Jost"/>
              <a:cs typeface="Jost"/>
              <a:sym typeface="Jost"/>
            </a:endParaRPr>
          </a:p>
        </p:txBody>
      </p:sp>
      <p:sp>
        <p:nvSpPr>
          <p:cNvPr id="975" name="Google Shape;975;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ock</a:t>
            </a:r>
            <a:endParaRPr sz="5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2" name="Google Shape;982;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83" name="Google Shape;983;g2e5653a5c66_0_0"/>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6666"/>
              </a:srgbClr>
            </a:outerShdw>
          </a:effectLst>
        </p:spPr>
      </p:pic>
      <p:sp>
        <p:nvSpPr>
          <p:cNvPr id="984" name="Google Shape;984;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85" name="Google Shape;985;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wre</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t</a:t>
            </a:r>
            <a:r>
              <a:rPr lang="en-US" sz="5800" b="0" i="0" u="none" strike="noStrike" cap="none">
                <a:solidFill>
                  <a:srgbClr val="2356AF"/>
                </a:solidFill>
                <a:latin typeface="Jost"/>
                <a:ea typeface="Jost"/>
                <a:cs typeface="Jost"/>
                <a:sym typeface="Jost"/>
              </a:rPr>
              <a:t>le</a:t>
            </a:r>
            <a:endParaRPr sz="5800" b="0" i="0" u="none" strike="noStrike" cap="none">
              <a:solidFill>
                <a:srgbClr val="2356AF"/>
              </a:solidFill>
              <a:latin typeface="Jost"/>
              <a:ea typeface="Jost"/>
              <a:cs typeface="Jost"/>
              <a:sym typeface="Jost"/>
            </a:endParaRPr>
          </a:p>
        </p:txBody>
      </p:sp>
      <p:sp>
        <p:nvSpPr>
          <p:cNvPr id="986" name="Google Shape;986;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bri</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t</a:t>
            </a:r>
            <a:r>
              <a:rPr lang="en-US" sz="5800" b="0" i="0" u="none" strike="noStrike" cap="none">
                <a:solidFill>
                  <a:srgbClr val="2356AF"/>
                </a:solidFill>
                <a:latin typeface="Jost"/>
                <a:ea typeface="Jost"/>
                <a:cs typeface="Jost"/>
                <a:sym typeface="Jost"/>
              </a:rPr>
              <a:t>le</a:t>
            </a:r>
            <a:endParaRPr sz="5800" b="0" i="0" u="none" strike="noStrike" cap="none">
              <a:solidFill>
                <a:srgbClr val="2356AF"/>
              </a:solidFill>
              <a:latin typeface="Jost"/>
              <a:ea typeface="Jost"/>
              <a:cs typeface="Jost"/>
              <a:sym typeface="Jost"/>
            </a:endParaRPr>
          </a:p>
        </p:txBody>
      </p:sp>
      <p:sp>
        <p:nvSpPr>
          <p:cNvPr id="987" name="Google Shape;987;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gli</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t</a:t>
            </a:r>
            <a:r>
              <a:rPr lang="en-US" sz="5800" b="0" i="0" u="none" strike="noStrike" cap="none">
                <a:solidFill>
                  <a:srgbClr val="2356AF"/>
                </a:solidFill>
                <a:latin typeface="Jost"/>
                <a:ea typeface="Jost"/>
                <a:cs typeface="Jost"/>
                <a:sym typeface="Jost"/>
              </a:rPr>
              <a:t>en</a:t>
            </a:r>
            <a:endParaRPr sz="5800" b="0" i="0" u="none" strike="noStrike" cap="none">
              <a:solidFill>
                <a:srgbClr val="2356AF"/>
              </a:solidFill>
              <a:latin typeface="Jost"/>
              <a:ea typeface="Jost"/>
              <a:cs typeface="Jost"/>
              <a:sym typeface="Jost"/>
            </a:endParaRPr>
          </a:p>
        </p:txBody>
      </p:sp>
      <p:sp>
        <p:nvSpPr>
          <p:cNvPr id="988" name="Google Shape;988;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58</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95" name="Google Shape;99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2" name="Google Shape;100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3" name="Google Shape;1003;g2c4fb7f6616_1_0"/>
          <p:cNvSpPr/>
          <p:nvPr/>
        </p:nvSpPr>
        <p:spPr>
          <a:xfrm>
            <a:off x="246331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4" name="Google Shape;100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5" name="Google Shape;1005;g2c4fb7f6616_1_0"/>
          <p:cNvSpPr txBox="1">
            <a:spLocks noGrp="1"/>
          </p:cNvSpPr>
          <p:nvPr>
            <p:ph type="subTitle" idx="4294967295"/>
          </p:nvPr>
        </p:nvSpPr>
        <p:spPr>
          <a:xfrm>
            <a:off x="407286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r>
              <a:rPr lang="en-US" sz="15000" b="0" i="0" u="none" strike="noStrike" cap="none">
                <a:solidFill>
                  <a:srgbClr val="D0CECE"/>
                </a:solidFill>
                <a:latin typeface="Jost"/>
                <a:ea typeface="Jost"/>
                <a:cs typeface="Jost"/>
                <a:sym typeface="Jost"/>
              </a:rPr>
              <a:t>t</a:t>
            </a:r>
            <a:endParaRPr sz="15000" b="0" i="0" u="none" strike="noStrike" cap="none">
              <a:solidFill>
                <a:srgbClr val="D0CECE"/>
              </a:solidFill>
              <a:latin typeface="Jost"/>
              <a:ea typeface="Jost"/>
              <a:cs typeface="Jost"/>
              <a:sym typeface="Jost"/>
            </a:endParaRPr>
          </a:p>
        </p:txBody>
      </p:sp>
      <p:sp>
        <p:nvSpPr>
          <p:cNvPr id="1006" name="Google Shape;1006;g2c4fb7f6616_1_0"/>
          <p:cNvSpPr txBox="1">
            <a:spLocks noGrp="1"/>
          </p:cNvSpPr>
          <p:nvPr>
            <p:ph type="subTitle" idx="4294967295"/>
          </p:nvPr>
        </p:nvSpPr>
        <p:spPr>
          <a:xfrm>
            <a:off x="189361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07" name="Google Shape;100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5" name="Google Shape;1015;g2c4fb7f6616_1_0"/>
          <p:cNvGrpSpPr/>
          <p:nvPr/>
        </p:nvGrpSpPr>
        <p:grpSpPr>
          <a:xfrm>
            <a:off x="-550" y="6984600"/>
            <a:ext cx="8596479" cy="808600"/>
            <a:chOff x="-550" y="6984600"/>
            <a:chExt cx="8596479" cy="808600"/>
          </a:xfrm>
        </p:grpSpPr>
        <p:sp>
          <p:nvSpPr>
            <p:cNvPr id="1016" name="Google Shape;101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7" name="Google Shape;101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8" name="Google Shape;101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9" name="Google Shape;101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0" name="Google Shape;102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2" name="Google Shape;102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5" name="Google Shape;1025;g2c4fb7f6616_1_0"/>
          <p:cNvSpPr txBox="1">
            <a:spLocks noGrp="1"/>
          </p:cNvSpPr>
          <p:nvPr>
            <p:ph type="subTitle" idx="4294967295"/>
          </p:nvPr>
        </p:nvSpPr>
        <p:spPr>
          <a:xfrm>
            <a:off x="572098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A9A4"/>
                </a:solidFill>
                <a:latin typeface="Jost"/>
                <a:ea typeface="Jost"/>
                <a:cs typeface="Jost"/>
                <a:sym typeface="Jost"/>
              </a:rPr>
              <a:t>e</a:t>
            </a:r>
            <a:endParaRPr sz="15000" b="0" i="0" u="none" strike="noStrike" cap="none">
              <a:solidFill>
                <a:srgbClr val="00A9A4"/>
              </a:solidFill>
              <a:latin typeface="Jost"/>
              <a:ea typeface="Jost"/>
              <a:cs typeface="Jost"/>
              <a:sym typeface="Jost"/>
            </a:endParaRPr>
          </a:p>
        </p:txBody>
      </p:sp>
      <p:sp>
        <p:nvSpPr>
          <p:cNvPr id="1026" name="Google Shape;1026;g2c4fb7f6616_1_0"/>
          <p:cNvSpPr txBox="1">
            <a:spLocks noGrp="1"/>
          </p:cNvSpPr>
          <p:nvPr>
            <p:ph type="subTitle" idx="4294967295"/>
          </p:nvPr>
        </p:nvSpPr>
        <p:spPr>
          <a:xfrm>
            <a:off x="5389573" y="1308025"/>
            <a:ext cx="774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27" name="Google Shape;1027;g2c4fb7f6616_1_0"/>
          <p:cNvSpPr/>
          <p:nvPr/>
        </p:nvSpPr>
        <p:spPr>
          <a:xfrm>
            <a:off x="4191642" y="4011900"/>
            <a:ext cx="12519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4fb7f6616_1_0"/>
          <p:cNvSpPr/>
          <p:nvPr/>
        </p:nvSpPr>
        <p:spPr>
          <a:xfrm>
            <a:off x="348520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9" name="Google Shape;1029;g2c4fb7f6616_1_0"/>
          <p:cNvSpPr txBox="1"/>
          <p:nvPr/>
        </p:nvSpPr>
        <p:spPr>
          <a:xfrm>
            <a:off x="2792501"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1030" name="Google Shape;1030;g2c4fb7f6616_1_0"/>
          <p:cNvSpPr/>
          <p:nvPr/>
        </p:nvSpPr>
        <p:spPr>
          <a:xfrm>
            <a:off x="5674150" y="4011900"/>
            <a:ext cx="1285500" cy="180000"/>
          </a:xfrm>
          <a:prstGeom prst="rect">
            <a:avLst/>
          </a:prstGeom>
          <a:solidFill>
            <a:srgbClr val="00A9A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c4fb7f6616_1_0"/>
          <p:cNvSpPr/>
          <p:nvPr/>
        </p:nvSpPr>
        <p:spPr>
          <a:xfrm>
            <a:off x="482615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e67494c2fe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38" name="Google Shape;1038;g2e67494c2fe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39" name="Google Shape;1039;g2e67494c2fe_0_17"/>
          <p:cNvSpPr/>
          <p:nvPr/>
        </p:nvSpPr>
        <p:spPr>
          <a:xfrm>
            <a:off x="407399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40" name="Google Shape;1040;g2e67494c2fe_0_1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1" name="Google Shape;1041;g2e67494c2fe_0_17"/>
          <p:cNvSpPr txBox="1">
            <a:spLocks noGrp="1"/>
          </p:cNvSpPr>
          <p:nvPr>
            <p:ph type="subTitle" idx="4294967295"/>
          </p:nvPr>
        </p:nvSpPr>
        <p:spPr>
          <a:xfrm>
            <a:off x="444154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r>
              <a:rPr lang="en-US" sz="15000" b="0" i="0" u="none" strike="noStrike" cap="none">
                <a:solidFill>
                  <a:srgbClr val="D0CECE"/>
                </a:solidFill>
                <a:latin typeface="Jost"/>
                <a:ea typeface="Jost"/>
                <a:cs typeface="Jost"/>
                <a:sym typeface="Jost"/>
              </a:rPr>
              <a:t>t</a:t>
            </a:r>
            <a:endParaRPr sz="15000" b="0" i="0" u="none" strike="noStrike" cap="none">
              <a:solidFill>
                <a:srgbClr val="D0CECE"/>
              </a:solidFill>
              <a:latin typeface="Jost"/>
              <a:ea typeface="Jost"/>
              <a:cs typeface="Jost"/>
              <a:sym typeface="Jost"/>
            </a:endParaRPr>
          </a:p>
        </p:txBody>
      </p:sp>
      <p:sp>
        <p:nvSpPr>
          <p:cNvPr id="1042" name="Google Shape;1042;g2e67494c2fe_0_17"/>
          <p:cNvSpPr txBox="1">
            <a:spLocks noGrp="1"/>
          </p:cNvSpPr>
          <p:nvPr>
            <p:ph type="subTitle" idx="4294967295"/>
          </p:nvPr>
        </p:nvSpPr>
        <p:spPr>
          <a:xfrm>
            <a:off x="1572853" y="1308025"/>
            <a:ext cx="2563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wh</a:t>
            </a:r>
            <a:endParaRPr sz="15000" b="0" i="0" u="none" strike="noStrike" cap="none">
              <a:solidFill>
                <a:srgbClr val="FFD400"/>
              </a:solidFill>
              <a:latin typeface="Jost"/>
              <a:ea typeface="Jost"/>
              <a:cs typeface="Jost"/>
              <a:sym typeface="Jost"/>
            </a:endParaRPr>
          </a:p>
        </p:txBody>
      </p:sp>
      <p:sp>
        <p:nvSpPr>
          <p:cNvPr id="1043" name="Google Shape;1043;g2e67494c2fe_0_17"/>
          <p:cNvSpPr txBox="1">
            <a:spLocks noGrp="1"/>
          </p:cNvSpPr>
          <p:nvPr>
            <p:ph type="subTitle" idx="4294967295"/>
          </p:nvPr>
        </p:nvSpPr>
        <p:spPr>
          <a:xfrm>
            <a:off x="350429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1044" name="Google Shape;1044;g2e67494c2fe_0_1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e67494c2fe_0_1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e67494c2fe_0_1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e67494c2fe_0_1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e67494c2fe_0_1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2e67494c2fe_0_1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2e67494c2fe_0_1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2e67494c2fe_0_1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2" name="Google Shape;1052;g2e67494c2fe_0_17"/>
          <p:cNvGrpSpPr/>
          <p:nvPr/>
        </p:nvGrpSpPr>
        <p:grpSpPr>
          <a:xfrm>
            <a:off x="-550" y="6984600"/>
            <a:ext cx="8596479" cy="808600"/>
            <a:chOff x="-550" y="6984600"/>
            <a:chExt cx="8596479" cy="808600"/>
          </a:xfrm>
        </p:grpSpPr>
        <p:sp>
          <p:nvSpPr>
            <p:cNvPr id="1053" name="Google Shape;1053;g2e67494c2fe_0_1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4" name="Google Shape;1054;g2e67494c2fe_0_1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5" name="Google Shape;1055;g2e67494c2fe_0_1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6" name="Google Shape;1056;g2e67494c2fe_0_1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7" name="Google Shape;1057;g2e67494c2fe_0_1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8" name="Google Shape;1058;g2e67494c2fe_0_1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9" name="Google Shape;1059;g2e67494c2fe_0_1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0" name="Google Shape;1060;g2e67494c2fe_0_1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1" name="Google Shape;1061;g2e67494c2fe_0_1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2" name="Google Shape;1062;g2e67494c2fe_0_17"/>
          <p:cNvSpPr txBox="1">
            <a:spLocks noGrp="1"/>
          </p:cNvSpPr>
          <p:nvPr>
            <p:ph type="subTitle" idx="4294967295"/>
          </p:nvPr>
        </p:nvSpPr>
        <p:spPr>
          <a:xfrm>
            <a:off x="604174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A9A4"/>
                </a:solidFill>
                <a:latin typeface="Jost"/>
                <a:ea typeface="Jost"/>
                <a:cs typeface="Jost"/>
                <a:sym typeface="Jost"/>
              </a:rPr>
              <a:t>e</a:t>
            </a:r>
            <a:endParaRPr sz="15000" b="0" i="0" u="none" strike="noStrike" cap="none">
              <a:solidFill>
                <a:srgbClr val="00A9A4"/>
              </a:solidFill>
              <a:latin typeface="Jost"/>
              <a:ea typeface="Jost"/>
              <a:cs typeface="Jost"/>
              <a:sym typeface="Jost"/>
            </a:endParaRPr>
          </a:p>
        </p:txBody>
      </p:sp>
      <p:sp>
        <p:nvSpPr>
          <p:cNvPr id="1063" name="Google Shape;1063;g2e67494c2fe_0_17"/>
          <p:cNvSpPr txBox="1">
            <a:spLocks noGrp="1"/>
          </p:cNvSpPr>
          <p:nvPr>
            <p:ph type="subTitle" idx="4294967295"/>
          </p:nvPr>
        </p:nvSpPr>
        <p:spPr>
          <a:xfrm>
            <a:off x="5658774" y="1308025"/>
            <a:ext cx="87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64" name="Google Shape;1064;g2e67494c2fe_0_17"/>
          <p:cNvSpPr/>
          <p:nvPr/>
        </p:nvSpPr>
        <p:spPr>
          <a:xfrm>
            <a:off x="4768850" y="4011900"/>
            <a:ext cx="10197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5" name="Google Shape;1065;g2e67494c2fe_0_17"/>
          <p:cNvSpPr/>
          <p:nvPr/>
        </p:nvSpPr>
        <p:spPr>
          <a:xfrm>
            <a:off x="1888603" y="4011888"/>
            <a:ext cx="1932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6" name="Google Shape;1066;g2e67494c2fe_0_17"/>
          <p:cNvSpPr/>
          <p:nvPr/>
        </p:nvSpPr>
        <p:spPr>
          <a:xfrm>
            <a:off x="5948500" y="4011900"/>
            <a:ext cx="1285500" cy="180000"/>
          </a:xfrm>
          <a:prstGeom prst="rect">
            <a:avLst/>
          </a:prstGeom>
          <a:solidFill>
            <a:srgbClr val="00A9A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7" name="Google Shape;1067;g2e67494c2fe_0_17"/>
          <p:cNvSpPr/>
          <p:nvPr/>
        </p:nvSpPr>
        <p:spPr>
          <a:xfrm>
            <a:off x="5246712"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74" name="Google Shape;107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1" name="Google Shape;108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2" name="Google Shape;1082;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3" name="Google Shape;108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90" name="Google Shape;109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91" name="Google Shape;1091;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92" name="Google Shape;109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6b641b03cd_0_301"/>
          <p:cNvSpPr txBox="1">
            <a:spLocks noGrp="1"/>
          </p:cNvSpPr>
          <p:nvPr>
            <p:ph type="title"/>
          </p:nvPr>
        </p:nvSpPr>
        <p:spPr>
          <a:xfrm>
            <a:off x="852150" y="5568500"/>
            <a:ext cx="7439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99" name="Google Shape;109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0" name="Google Shape;110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01" name="Google Shape;1101;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8" name="Google Shape;110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09" name="Google Shape;1109;g26b641b03cd_0_308"/>
          <p:cNvSpPr txBox="1">
            <a:spLocks noGrp="1"/>
          </p:cNvSpPr>
          <p:nvPr>
            <p:ph type="title"/>
          </p:nvPr>
        </p:nvSpPr>
        <p:spPr>
          <a:xfrm>
            <a:off x="858500" y="5568500"/>
            <a:ext cx="7426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10" name="Google Shape;1110;g26b641b03cd_0_30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7" name="Google Shape;111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8" name="Google Shape;1118;g1f3daf8a844_0_64"/>
          <p:cNvGrpSpPr/>
          <p:nvPr/>
        </p:nvGrpSpPr>
        <p:grpSpPr>
          <a:xfrm>
            <a:off x="3024000" y="209875"/>
            <a:ext cx="3096000" cy="454800"/>
            <a:chOff x="3024000" y="209875"/>
            <a:chExt cx="3096000" cy="454800"/>
          </a:xfrm>
        </p:grpSpPr>
        <p:sp>
          <p:nvSpPr>
            <p:cNvPr id="1119" name="Google Shape;111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0" name="Google Shape;112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1" name="Google Shape;112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2" name="Google Shape;112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3" name="Google Shape;112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4" name="Google Shape;112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5" name="Google Shape;112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6" name="Google Shape;1126;g1f3daf8a844_0_64"/>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7" name="Google Shape;1127;g1f3daf8a844_0_6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28" name="Google Shape;1128;g1f3daf8a844_0_64"/>
          <p:cNvSpPr txBox="1"/>
          <p:nvPr/>
        </p:nvSpPr>
        <p:spPr>
          <a:xfrm>
            <a:off x="1181100" y="960050"/>
            <a:ext cx="1089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wh</a:t>
            </a:r>
            <a:endParaRPr sz="5500" b="0" i="0" u="none" strike="noStrike" cap="none">
              <a:solidFill>
                <a:srgbClr val="FFD400"/>
              </a:solidFill>
              <a:latin typeface="Jost"/>
              <a:ea typeface="Jost"/>
              <a:cs typeface="Jost"/>
              <a:sym typeface="Jost"/>
            </a:endParaRPr>
          </a:p>
        </p:txBody>
      </p:sp>
      <p:sp>
        <p:nvSpPr>
          <p:cNvPr id="1129" name="Google Shape;1129;g1f3daf8a844_0_6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0" name="Google Shape;1130;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1" name="Google Shape;1131;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1133" name="Google Shape;1133;g1f3daf8a844_0_64"/>
          <p:cNvSpPr txBox="1"/>
          <p:nvPr/>
        </p:nvSpPr>
        <p:spPr>
          <a:xfrm>
            <a:off x="1181100" y="219231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134" name="Google Shape;1134;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5" name="Google Shape;1135;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7" name="Google Shape;1137;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38" name="Google Shape;1138;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39" name="Google Shape;1139;g1f3daf8a844_0_6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cxnSp>
        <p:nvCxnSpPr>
          <p:cNvPr id="1140" name="Google Shape;1140;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5"/>
        <p:cNvGrpSpPr/>
        <p:nvPr/>
      </p:nvGrpSpPr>
      <p:grpSpPr>
        <a:xfrm>
          <a:off x="0" y="0"/>
          <a:ext cx="0" cy="0"/>
          <a:chOff x="0" y="0"/>
          <a:chExt cx="0" cy="0"/>
        </a:xfrm>
      </p:grpSpPr>
      <p:sp>
        <p:nvSpPr>
          <p:cNvPr id="1146" name="Google Shape;1146;g2e67494c2fe_0_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7" name="Google Shape;1147;g2e67494c2fe_0_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8" name="Google Shape;1148;g2e67494c2fe_0_56"/>
          <p:cNvGrpSpPr/>
          <p:nvPr/>
        </p:nvGrpSpPr>
        <p:grpSpPr>
          <a:xfrm>
            <a:off x="3024000" y="209875"/>
            <a:ext cx="3096000" cy="454800"/>
            <a:chOff x="3024000" y="209875"/>
            <a:chExt cx="3096000" cy="454800"/>
          </a:xfrm>
        </p:grpSpPr>
        <p:sp>
          <p:nvSpPr>
            <p:cNvPr id="1149" name="Google Shape;1149;g2e67494c2fe_0_5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0" name="Google Shape;1150;g2e67494c2fe_0_5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1" name="Google Shape;1151;g2e67494c2fe_0_5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2" name="Google Shape;1152;g2e67494c2fe_0_5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3" name="Google Shape;1153;g2e67494c2fe_0_5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4" name="Google Shape;1154;g2e67494c2fe_0_5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5" name="Google Shape;1155;g2e67494c2fe_0_5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6" name="Google Shape;1156;g2e67494c2fe_0_5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7" name="Google Shape;1157;g2e67494c2fe_0_56"/>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whistle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stle bustle listen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sten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sten</a:t>
            </a:r>
            <a:endParaRPr sz="1800" b="0" i="0" u="none" strike="noStrike" cap="none">
              <a:solidFill>
                <a:srgbClr val="B7B7B7"/>
              </a:solidFill>
              <a:latin typeface="Jost"/>
              <a:ea typeface="Jost"/>
              <a:cs typeface="Jost"/>
              <a:sym typeface="Jost"/>
            </a:endParaRPr>
          </a:p>
        </p:txBody>
      </p:sp>
      <p:sp>
        <p:nvSpPr>
          <p:cNvPr id="1158" name="Google Shape;1158;g2e67494c2fe_0_56"/>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59" name="Google Shape;1159;g2e67494c2fe_0_56"/>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60" name="Google Shape;1160;g2e67494c2fe_0_56"/>
          <p:cNvSpPr txBox="1"/>
          <p:nvPr/>
        </p:nvSpPr>
        <p:spPr>
          <a:xfrm>
            <a:off x="1181100" y="960050"/>
            <a:ext cx="1089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wh</a:t>
            </a:r>
            <a:endParaRPr sz="5500" b="0" i="0" u="none" strike="noStrike" cap="none">
              <a:solidFill>
                <a:srgbClr val="FFD400"/>
              </a:solidFill>
              <a:latin typeface="Jost"/>
              <a:ea typeface="Jost"/>
              <a:cs typeface="Jost"/>
              <a:sym typeface="Jost"/>
            </a:endParaRPr>
          </a:p>
        </p:txBody>
      </p:sp>
      <p:sp>
        <p:nvSpPr>
          <p:cNvPr id="1161" name="Google Shape;1161;g2e67494c2fe_0_56"/>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62" name="Google Shape;1162;g2e67494c2fe_0_5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3" name="Google Shape;1163;g2e67494c2fe_0_5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4" name="Google Shape;1164;g2e67494c2fe_0_56"/>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65" name="Google Shape;1165;g2e67494c2fe_0_56"/>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1166" name="Google Shape;1166;g2e67494c2fe_0_56"/>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67" name="Google Shape;1167;g2e67494c2fe_0_56"/>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68" name="Google Shape;1168;g2e67494c2fe_0_56"/>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9" name="Google Shape;1169;g2e67494c2fe_0_56"/>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70" name="Google Shape;1170;g2e67494c2fe_0_5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71" name="Google Shape;1171;g2e67494c2fe_0_56"/>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2" name="Google Shape;1172;g2e67494c2fe_0_56"/>
          <p:cNvSpPr txBox="1"/>
          <p:nvPr/>
        </p:nvSpPr>
        <p:spPr>
          <a:xfrm>
            <a:off x="1181100" y="219231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487</Words>
  <Application>Microsoft Office PowerPoint</Application>
  <PresentationFormat>On-screen Show (4:3)</PresentationFormat>
  <Paragraphs>163</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Jost</vt:lpstr>
      <vt:lpstr>Poppins</vt:lpstr>
      <vt:lpstr>Arial</vt:lpstr>
      <vt:lpstr>Nunito Black</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house mouse hour where should could would move use want.</vt:lpstr>
      <vt:lpstr>PowerPoint Presentation</vt:lpstr>
      <vt:lpstr>Review Phase 5.5 Common Exception Words…  many friend very busy pretty once.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2026-05-29T02:48:41Z</dcterms:modified>
</cp:coreProperties>
</file>