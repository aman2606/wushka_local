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72" r:id="rId2"/>
  </p:sldMasterIdLst>
  <p:notesMasterIdLst>
    <p:notesMasterId r:id="rId1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9144000" cy="6858000" type="screen4x3"/>
  <p:notesSz cx="6858000" cy="9144000"/>
  <p:embeddedFontLst>
    <p:embeddedFont>
      <p:font typeface="Jost" panose="020B0604020202020204" charset="0"/>
      <p:regular r:id="rId17"/>
      <p:bold r:id="rId18"/>
      <p:italic r:id="rId19"/>
      <p:boldItalic r:id="rId20"/>
    </p:embeddedFont>
    <p:embeddedFont>
      <p:font typeface="Mulish" panose="020B0604020202020204" charset="0"/>
      <p:regular r:id="rId21"/>
      <p:bold r:id="rId22"/>
      <p:italic r:id="rId23"/>
      <p:boldItalic r:id="rId24"/>
    </p:embeddedFont>
    <p:embeddedFont>
      <p:font typeface="Nunito Black" pitchFamily="2" charset="0"/>
      <p:bold r:id="rId25"/>
      <p:boldItalic r:id="rId26"/>
    </p:embeddedFont>
    <p:embeddedFont>
      <p:font typeface="Poppins" panose="00000500000000000000" pitchFamily="2" charset="0"/>
      <p:regular r:id="rId27"/>
      <p:bold r:id="rId28"/>
      <p:italic r:id="rId29"/>
      <p:boldItalic r:id="rId30"/>
    </p:embeddedFont>
    <p:embeddedFont>
      <p:font typeface="Poppins Medium" panose="00000600000000000000" pitchFamily="2" charset="0"/>
      <p:regular r:id="rId31"/>
      <p:bold r:id="rId32"/>
      <p:italic r:id="rId33"/>
      <p:boldItalic r:id="rId34"/>
    </p:embeddedFont>
    <p:embeddedFont>
      <p:font typeface="Poppins SemiBold" panose="000007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49" roundtripDataSignature="AMtx7mgf4P+y+GebdSNM8+ntp25Q+sKRA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49A888-0302-DCD5-9C42-EA0D3E19B71B}" v="27" dt="2026-04-22T02:37:40.905"/>
  </p1510:revLst>
</p1510:revInfo>
</file>

<file path=ppt/tableStyles.xml><?xml version="1.0" encoding="utf-8"?>
<a:tblStyleLst xmlns:a="http://schemas.openxmlformats.org/drawingml/2006/main" def="{5854247C-F457-4D25-B0CF-768DAFA34272}">
  <a:tblStyle styleId="{5854247C-F457-4D25-B0CF-768DAFA3427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34" Type="http://schemas.openxmlformats.org/officeDocument/2006/relationships/font" Target="fonts/font18.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notesMaster" Target="notesMasters/notesMaster1.xml"/><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49" Type="http://customschemas.google.com/relationships/presentationmetadata" Target="metadata"/><Relationship Id="rId10" Type="http://schemas.openxmlformats.org/officeDocument/2006/relationships/slide" Target="slides/slide8.xml"/><Relationship Id="rId19" Type="http://schemas.openxmlformats.org/officeDocument/2006/relationships/font" Target="fonts/font3.fntdata"/><Relationship Id="rId31" Type="http://schemas.openxmlformats.org/officeDocument/2006/relationships/font" Target="fonts/font15.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 Id="rId20" Type="http://schemas.openxmlformats.org/officeDocument/2006/relationships/font" Target="fonts/font4.fntdata"/><Relationship Id="rId5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McNally" userId="f41ca301-1e42-4df6-b366-de7a1f7b738f" providerId="ADAL" clId="{6CFED5F7-CA71-4C86-9636-282E33979310}"/>
    <pc:docChg chg="custSel modMainMaster">
      <pc:chgData name="Lauren McNally" userId="f41ca301-1e42-4df6-b366-de7a1f7b738f" providerId="ADAL" clId="{6CFED5F7-CA71-4C86-9636-282E33979310}" dt="2026-04-22T02:18:53.697" v="1" actId="478"/>
      <pc:docMkLst>
        <pc:docMk/>
      </pc:docMkLst>
      <pc:sldMasterChg chg="modSldLayout">
        <pc:chgData name="Lauren McNally" userId="f41ca301-1e42-4df6-b366-de7a1f7b738f" providerId="ADAL" clId="{6CFED5F7-CA71-4C86-9636-282E33979310}" dt="2026-04-22T02:18:53.697" v="1" actId="478"/>
        <pc:sldMasterMkLst>
          <pc:docMk/>
          <pc:sldMasterMk cId="0" sldId="2147483648"/>
        </pc:sldMasterMkLst>
        <pc:sldLayoutChg chg="delSp mod">
          <pc:chgData name="Lauren McNally" userId="f41ca301-1e42-4df6-b366-de7a1f7b738f" providerId="ADAL" clId="{6CFED5F7-CA71-4C86-9636-282E33979310}" dt="2026-04-22T02:18:33.039" v="0" actId="478"/>
          <pc:sldLayoutMkLst>
            <pc:docMk/>
            <pc:sldMasterMk cId="0" sldId="2147483648"/>
            <pc:sldLayoutMk cId="0" sldId="2147483649"/>
          </pc:sldLayoutMkLst>
          <pc:picChg chg="del">
            <ac:chgData name="Lauren McNally" userId="f41ca301-1e42-4df6-b366-de7a1f7b738f" providerId="ADAL" clId="{6CFED5F7-CA71-4C86-9636-282E33979310}" dt="2026-04-22T02:18:33.039" v="0" actId="478"/>
            <ac:picMkLst>
              <pc:docMk/>
              <pc:sldMasterMk cId="0" sldId="2147483648"/>
              <pc:sldLayoutMk cId="0" sldId="2147483649"/>
              <ac:picMk id="24" creationId="{00000000-0000-0000-0000-000000000000}"/>
            </ac:picMkLst>
          </pc:picChg>
        </pc:sldLayoutChg>
        <pc:sldLayoutChg chg="delSp mod">
          <pc:chgData name="Lauren McNally" userId="f41ca301-1e42-4df6-b366-de7a1f7b738f" providerId="ADAL" clId="{6CFED5F7-CA71-4C86-9636-282E33979310}" dt="2026-04-22T02:18:53.697" v="1" actId="478"/>
          <pc:sldLayoutMkLst>
            <pc:docMk/>
            <pc:sldMasterMk cId="0" sldId="2147483648"/>
            <pc:sldLayoutMk cId="0" sldId="2147483654"/>
          </pc:sldLayoutMkLst>
          <pc:picChg chg="del">
            <ac:chgData name="Lauren McNally" userId="f41ca301-1e42-4df6-b366-de7a1f7b738f" providerId="ADAL" clId="{6CFED5F7-CA71-4C86-9636-282E33979310}" dt="2026-04-22T02:18:53.697" v="1" actId="478"/>
            <ac:picMkLst>
              <pc:docMk/>
              <pc:sldMasterMk cId="0" sldId="2147483648"/>
              <pc:sldLayoutMk cId="0" sldId="2147483654"/>
              <ac:picMk id="169" creationId="{00000000-0000-0000-0000-000000000000}"/>
            </ac:picMkLst>
          </pc:picChg>
        </pc:sldLayoutChg>
      </pc:sldMasterChg>
    </pc:docChg>
  </pc:docChgLst>
  <pc:docChgLst>
    <pc:chgData name="Lauren McNally" userId="S::lmcnally@teaching.com.au::f41ca301-1e42-4df6-b366-de7a1f7b738f" providerId="AD" clId="Web-{CE49A888-0302-DCD5-9C42-EA0D3E19B71B}"/>
    <pc:docChg chg="delSld modSld">
      <pc:chgData name="Lauren McNally" userId="S::lmcnally@teaching.com.au::f41ca301-1e42-4df6-b366-de7a1f7b738f" providerId="AD" clId="Web-{CE49A888-0302-DCD5-9C42-EA0D3E19B71B}" dt="2026-04-22T02:37:40.905" v="24"/>
      <pc:docMkLst>
        <pc:docMk/>
      </pc:docMkLst>
      <pc:sldChg chg="modSp">
        <pc:chgData name="Lauren McNally" userId="S::lmcnally@teaching.com.au::f41ca301-1e42-4df6-b366-de7a1f7b738f" providerId="AD" clId="Web-{CE49A888-0302-DCD5-9C42-EA0D3E19B71B}" dt="2026-04-22T02:36:23.685" v="5" actId="20577"/>
        <pc:sldMkLst>
          <pc:docMk/>
          <pc:sldMk cId="0" sldId="257"/>
        </pc:sldMkLst>
        <pc:spChg chg="mod">
          <ac:chgData name="Lauren McNally" userId="S::lmcnally@teaching.com.au::f41ca301-1e42-4df6-b366-de7a1f7b738f" providerId="AD" clId="Web-{CE49A888-0302-DCD5-9C42-EA0D3E19B71B}" dt="2026-04-22T02:36:15.622" v="3" actId="20577"/>
          <ac:spMkLst>
            <pc:docMk/>
            <pc:sldMk cId="0" sldId="257"/>
            <ac:spMk id="1509" creationId="{00000000-0000-0000-0000-000000000000}"/>
          </ac:spMkLst>
        </pc:spChg>
        <pc:spChg chg="mod">
          <ac:chgData name="Lauren McNally" userId="S::lmcnally@teaching.com.au::f41ca301-1e42-4df6-b366-de7a1f7b738f" providerId="AD" clId="Web-{CE49A888-0302-DCD5-9C42-EA0D3E19B71B}" dt="2026-04-22T02:36:08.950" v="2" actId="20577"/>
          <ac:spMkLst>
            <pc:docMk/>
            <pc:sldMk cId="0" sldId="257"/>
            <ac:spMk id="1512" creationId="{00000000-0000-0000-0000-000000000000}"/>
          </ac:spMkLst>
        </pc:spChg>
        <pc:spChg chg="mod">
          <ac:chgData name="Lauren McNally" userId="S::lmcnally@teaching.com.au::f41ca301-1e42-4df6-b366-de7a1f7b738f" providerId="AD" clId="Web-{CE49A888-0302-DCD5-9C42-EA0D3E19B71B}" dt="2026-04-22T02:36:20.403" v="4" actId="20577"/>
          <ac:spMkLst>
            <pc:docMk/>
            <pc:sldMk cId="0" sldId="257"/>
            <ac:spMk id="1515" creationId="{00000000-0000-0000-0000-000000000000}"/>
          </ac:spMkLst>
        </pc:spChg>
        <pc:spChg chg="mod">
          <ac:chgData name="Lauren McNally" userId="S::lmcnally@teaching.com.au::f41ca301-1e42-4df6-b366-de7a1f7b738f" providerId="AD" clId="Web-{CE49A888-0302-DCD5-9C42-EA0D3E19B71B}" dt="2026-04-22T02:36:23.685" v="5" actId="20577"/>
          <ac:spMkLst>
            <pc:docMk/>
            <pc:sldMk cId="0" sldId="257"/>
            <ac:spMk id="1518" creationId="{00000000-0000-0000-0000-000000000000}"/>
          </ac:spMkLst>
        </pc:spChg>
      </pc:sldChg>
      <pc:sldChg chg="modSp">
        <pc:chgData name="Lauren McNally" userId="S::lmcnally@teaching.com.au::f41ca301-1e42-4df6-b366-de7a1f7b738f" providerId="AD" clId="Web-{CE49A888-0302-DCD5-9C42-EA0D3E19B71B}" dt="2026-04-22T02:36:33.654" v="7" actId="20577"/>
        <pc:sldMkLst>
          <pc:docMk/>
          <pc:sldMk cId="0" sldId="260"/>
        </pc:sldMkLst>
        <pc:spChg chg="mod">
          <ac:chgData name="Lauren McNally" userId="S::lmcnally@teaching.com.au::f41ca301-1e42-4df6-b366-de7a1f7b738f" providerId="AD" clId="Web-{CE49A888-0302-DCD5-9C42-EA0D3E19B71B}" dt="2026-04-22T02:36:33.654" v="7" actId="20577"/>
          <ac:spMkLst>
            <pc:docMk/>
            <pc:sldMk cId="0" sldId="260"/>
            <ac:spMk id="1546" creationId="{00000000-0000-0000-0000-000000000000}"/>
          </ac:spMkLst>
        </pc:spChg>
      </pc:sldChg>
      <pc:sldChg chg="modSp">
        <pc:chgData name="Lauren McNally" userId="S::lmcnally@teaching.com.au::f41ca301-1e42-4df6-b366-de7a1f7b738f" providerId="AD" clId="Web-{CE49A888-0302-DCD5-9C42-EA0D3E19B71B}" dt="2026-04-22T02:37:19.030" v="22" actId="20577"/>
        <pc:sldMkLst>
          <pc:docMk/>
          <pc:sldMk cId="0" sldId="261"/>
        </pc:sldMkLst>
        <pc:spChg chg="mod">
          <ac:chgData name="Lauren McNally" userId="S::lmcnally@teaching.com.au::f41ca301-1e42-4df6-b366-de7a1f7b738f" providerId="AD" clId="Web-{CE49A888-0302-DCD5-9C42-EA0D3E19B71B}" dt="2026-04-22T02:37:19.030" v="22" actId="20577"/>
          <ac:spMkLst>
            <pc:docMk/>
            <pc:sldMk cId="0" sldId="261"/>
            <ac:spMk id="1555" creationId="{00000000-0000-0000-0000-000000000000}"/>
          </ac:spMkLst>
        </pc:spChg>
      </pc:sldChg>
      <pc:sldChg chg="modSp">
        <pc:chgData name="Lauren McNally" userId="S::lmcnally@teaching.com.au::f41ca301-1e42-4df6-b366-de7a1f7b738f" providerId="AD" clId="Web-{CE49A888-0302-DCD5-9C42-EA0D3E19B71B}" dt="2026-04-22T02:37:13.780" v="20" actId="20577"/>
        <pc:sldMkLst>
          <pc:docMk/>
          <pc:sldMk cId="0" sldId="262"/>
        </pc:sldMkLst>
        <pc:spChg chg="mod">
          <ac:chgData name="Lauren McNally" userId="S::lmcnally@teaching.com.au::f41ca301-1e42-4df6-b366-de7a1f7b738f" providerId="AD" clId="Web-{CE49A888-0302-DCD5-9C42-EA0D3E19B71B}" dt="2026-04-22T02:37:13.780" v="20" actId="20577"/>
          <ac:spMkLst>
            <pc:docMk/>
            <pc:sldMk cId="0" sldId="262"/>
            <ac:spMk id="1564" creationId="{00000000-0000-0000-0000-000000000000}"/>
          </ac:spMkLst>
        </pc:spChg>
      </pc:sldChg>
      <pc:sldChg chg="modSp">
        <pc:chgData name="Lauren McNally" userId="S::lmcnally@teaching.com.au::f41ca301-1e42-4df6-b366-de7a1f7b738f" providerId="AD" clId="Web-{CE49A888-0302-DCD5-9C42-EA0D3E19B71B}" dt="2026-04-22T02:36:41.841" v="9" actId="20577"/>
        <pc:sldMkLst>
          <pc:docMk/>
          <pc:sldMk cId="0" sldId="263"/>
        </pc:sldMkLst>
        <pc:spChg chg="mod">
          <ac:chgData name="Lauren McNally" userId="S::lmcnally@teaching.com.au::f41ca301-1e42-4df6-b366-de7a1f7b738f" providerId="AD" clId="Web-{CE49A888-0302-DCD5-9C42-EA0D3E19B71B}" dt="2026-04-22T02:36:41.841" v="9" actId="20577"/>
          <ac:spMkLst>
            <pc:docMk/>
            <pc:sldMk cId="0" sldId="263"/>
            <ac:spMk id="1573" creationId="{00000000-0000-0000-0000-000000000000}"/>
          </ac:spMkLst>
        </pc:spChg>
      </pc:sldChg>
      <pc:sldChg chg="modSp">
        <pc:chgData name="Lauren McNally" userId="S::lmcnally@teaching.com.au::f41ca301-1e42-4df6-b366-de7a1f7b738f" providerId="AD" clId="Web-{CE49A888-0302-DCD5-9C42-EA0D3E19B71B}" dt="2026-04-22T02:36:44.888" v="11" actId="20577"/>
        <pc:sldMkLst>
          <pc:docMk/>
          <pc:sldMk cId="0" sldId="264"/>
        </pc:sldMkLst>
        <pc:spChg chg="mod">
          <ac:chgData name="Lauren McNally" userId="S::lmcnally@teaching.com.au::f41ca301-1e42-4df6-b366-de7a1f7b738f" providerId="AD" clId="Web-{CE49A888-0302-DCD5-9C42-EA0D3E19B71B}" dt="2026-04-22T02:36:44.888" v="11" actId="20577"/>
          <ac:spMkLst>
            <pc:docMk/>
            <pc:sldMk cId="0" sldId="264"/>
            <ac:spMk id="1583" creationId="{00000000-0000-0000-0000-000000000000}"/>
          </ac:spMkLst>
        </pc:spChg>
      </pc:sldChg>
      <pc:sldChg chg="modSp">
        <pc:chgData name="Lauren McNally" userId="S::lmcnally@teaching.com.au::f41ca301-1e42-4df6-b366-de7a1f7b738f" providerId="AD" clId="Web-{CE49A888-0302-DCD5-9C42-EA0D3E19B71B}" dt="2026-04-22T02:36:49.389" v="13" actId="20577"/>
        <pc:sldMkLst>
          <pc:docMk/>
          <pc:sldMk cId="0" sldId="265"/>
        </pc:sldMkLst>
        <pc:spChg chg="mod">
          <ac:chgData name="Lauren McNally" userId="S::lmcnally@teaching.com.au::f41ca301-1e42-4df6-b366-de7a1f7b738f" providerId="AD" clId="Web-{CE49A888-0302-DCD5-9C42-EA0D3E19B71B}" dt="2026-04-22T02:36:49.389" v="13" actId="20577"/>
          <ac:spMkLst>
            <pc:docMk/>
            <pc:sldMk cId="0" sldId="265"/>
            <ac:spMk id="1592" creationId="{00000000-0000-0000-0000-000000000000}"/>
          </ac:spMkLst>
        </pc:spChg>
      </pc:sldChg>
      <pc:sldChg chg="modSp">
        <pc:chgData name="Lauren McNally" userId="S::lmcnally@teaching.com.au::f41ca301-1e42-4df6-b366-de7a1f7b738f" providerId="AD" clId="Web-{CE49A888-0302-DCD5-9C42-EA0D3E19B71B}" dt="2026-04-22T02:36:54.717" v="15" actId="20577"/>
        <pc:sldMkLst>
          <pc:docMk/>
          <pc:sldMk cId="0" sldId="266"/>
        </pc:sldMkLst>
        <pc:spChg chg="mod">
          <ac:chgData name="Lauren McNally" userId="S::lmcnally@teaching.com.au::f41ca301-1e42-4df6-b366-de7a1f7b738f" providerId="AD" clId="Web-{CE49A888-0302-DCD5-9C42-EA0D3E19B71B}" dt="2026-04-22T02:36:54.717" v="15" actId="20577"/>
          <ac:spMkLst>
            <pc:docMk/>
            <pc:sldMk cId="0" sldId="266"/>
            <ac:spMk id="1601" creationId="{00000000-0000-0000-0000-000000000000}"/>
          </ac:spMkLst>
        </pc:spChg>
      </pc:sldChg>
      <pc:sldChg chg="modSp">
        <pc:chgData name="Lauren McNally" userId="S::lmcnally@teaching.com.au::f41ca301-1e42-4df6-b366-de7a1f7b738f" providerId="AD" clId="Web-{CE49A888-0302-DCD5-9C42-EA0D3E19B71B}" dt="2026-04-22T02:37:00.967" v="17" actId="20577"/>
        <pc:sldMkLst>
          <pc:docMk/>
          <pc:sldMk cId="0" sldId="267"/>
        </pc:sldMkLst>
        <pc:spChg chg="mod">
          <ac:chgData name="Lauren McNally" userId="S::lmcnally@teaching.com.au::f41ca301-1e42-4df6-b366-de7a1f7b738f" providerId="AD" clId="Web-{CE49A888-0302-DCD5-9C42-EA0D3E19B71B}" dt="2026-04-22T02:37:00.967" v="17" actId="20577"/>
          <ac:spMkLst>
            <pc:docMk/>
            <pc:sldMk cId="0" sldId="267"/>
            <ac:spMk id="1610" creationId="{00000000-0000-0000-0000-000000000000}"/>
          </ac:spMkLst>
        </pc:spChg>
      </pc:sldChg>
      <pc:sldChg chg="del">
        <pc:chgData name="Lauren McNally" userId="S::lmcnally@teaching.com.au::f41ca301-1e42-4df6-b366-de7a1f7b738f" providerId="AD" clId="Web-{CE49A888-0302-DCD5-9C42-EA0D3E19B71B}" dt="2026-04-22T02:37:37.780" v="23"/>
        <pc:sldMkLst>
          <pc:docMk/>
          <pc:sldMk cId="0" sldId="269"/>
        </pc:sldMkLst>
      </pc:sldChg>
      <pc:sldChg chg="del">
        <pc:chgData name="Lauren McNally" userId="S::lmcnally@teaching.com.au::f41ca301-1e42-4df6-b366-de7a1f7b738f" providerId="AD" clId="Web-{CE49A888-0302-DCD5-9C42-EA0D3E19B71B}" dt="2026-04-22T02:37:40.905" v="24"/>
        <pc:sldMkLst>
          <pc:docMk/>
          <pc:sldMk cId="0"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p:cNvGrpSpPr/>
        <p:nvPr/>
      </p:nvGrpSpPr>
      <p:grpSpPr>
        <a:xfrm>
          <a:off x="0" y="0"/>
          <a:ext cx="0" cy="0"/>
          <a:chOff x="0" y="0"/>
          <a:chExt cx="0" cy="0"/>
        </a:xfrm>
      </p:grpSpPr>
      <p:sp>
        <p:nvSpPr>
          <p:cNvPr id="1489" name="Google Shape;148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0" name="Google Shape;149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1"/>
        <p:cNvGrpSpPr/>
        <p:nvPr/>
      </p:nvGrpSpPr>
      <p:grpSpPr>
        <a:xfrm>
          <a:off x="0" y="0"/>
          <a:ext cx="0" cy="0"/>
          <a:chOff x="0" y="0"/>
          <a:chExt cx="0" cy="0"/>
        </a:xfrm>
      </p:grpSpPr>
      <p:sp>
        <p:nvSpPr>
          <p:cNvPr id="1502" name="Google Shape;150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3" name="Google Shape;150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4" name="Google Shape;150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5"/>
        <p:cNvGrpSpPr/>
        <p:nvPr/>
      </p:nvGrpSpPr>
      <p:grpSpPr>
        <a:xfrm>
          <a:off x="0" y="0"/>
          <a:ext cx="0" cy="0"/>
          <a:chOff x="0" y="0"/>
          <a:chExt cx="0" cy="0"/>
        </a:xfrm>
      </p:grpSpPr>
      <p:sp>
        <p:nvSpPr>
          <p:cNvPr id="1526" name="Google Shape;152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7" name="Google Shape;152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8" name="Google Shape;152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p:cNvGrpSpPr/>
        <p:nvPr/>
      </p:nvGrpSpPr>
      <p:grpSpPr>
        <a:xfrm>
          <a:off x="0" y="0"/>
          <a:ext cx="0" cy="0"/>
          <a:chOff x="0" y="0"/>
          <a:chExt cx="0" cy="0"/>
        </a:xfrm>
      </p:grpSpPr>
      <p:sp>
        <p:nvSpPr>
          <p:cNvPr id="1533" name="Google Shape;1533;g2d9e0faeff1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4" name="Google Shape;1534;g2d9e0faeff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5" name="Google Shape;1535;g2d9e0faeff1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3" name="Google Shape;154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4" name="Google Shape;154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0"/>
        <p:cNvGrpSpPr/>
        <p:nvPr/>
      </p:nvGrpSpPr>
      <p:grpSpPr>
        <a:xfrm>
          <a:off x="0" y="0"/>
          <a:ext cx="0" cy="0"/>
          <a:chOff x="0" y="0"/>
          <a:chExt cx="0" cy="0"/>
        </a:xfrm>
      </p:grpSpPr>
      <p:sp>
        <p:nvSpPr>
          <p:cNvPr id="1551" name="Google Shape;155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2" name="Google Shape;155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3" name="Google Shape;155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1" name="Google Shape;156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2" name="Google Shape;156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8"/>
        <p:cNvGrpSpPr/>
        <p:nvPr/>
      </p:nvGrpSpPr>
      <p:grpSpPr>
        <a:xfrm>
          <a:off x="0" y="0"/>
          <a:ext cx="0" cy="0"/>
          <a:chOff x="0" y="0"/>
          <a:chExt cx="0" cy="0"/>
        </a:xfrm>
      </p:grpSpPr>
      <p:sp>
        <p:nvSpPr>
          <p:cNvPr id="1569" name="Google Shape;156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0" name="Google Shape;157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1" name="Google Shape;157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7"/>
        <p:cNvGrpSpPr/>
        <p:nvPr/>
      </p:nvGrpSpPr>
      <p:grpSpPr>
        <a:xfrm>
          <a:off x="0" y="0"/>
          <a:ext cx="0" cy="0"/>
          <a:chOff x="0" y="0"/>
          <a:chExt cx="0" cy="0"/>
        </a:xfrm>
      </p:grpSpPr>
      <p:sp>
        <p:nvSpPr>
          <p:cNvPr id="1578" name="Google Shape;157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9" name="Google Shape;157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0" name="Google Shape;158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6"/>
        <p:cNvGrpSpPr/>
        <p:nvPr/>
      </p:nvGrpSpPr>
      <p:grpSpPr>
        <a:xfrm>
          <a:off x="0" y="0"/>
          <a:ext cx="0" cy="0"/>
          <a:chOff x="0" y="0"/>
          <a:chExt cx="0" cy="0"/>
        </a:xfrm>
      </p:grpSpPr>
      <p:sp>
        <p:nvSpPr>
          <p:cNvPr id="1587" name="Google Shape;158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8" name="Google Shape;158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9" name="Google Shape;158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5"/>
        <p:cNvGrpSpPr/>
        <p:nvPr/>
      </p:nvGrpSpPr>
      <p:grpSpPr>
        <a:xfrm>
          <a:off x="0" y="0"/>
          <a:ext cx="0" cy="0"/>
          <a:chOff x="0" y="0"/>
          <a:chExt cx="0" cy="0"/>
        </a:xfrm>
      </p:grpSpPr>
      <p:sp>
        <p:nvSpPr>
          <p:cNvPr id="1596" name="Google Shape;1596;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7" name="Google Shape;1597;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8" name="Google Shape;1598;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4"/>
        <p:cNvGrpSpPr/>
        <p:nvPr/>
      </p:nvGrpSpPr>
      <p:grpSpPr>
        <a:xfrm>
          <a:off x="0" y="0"/>
          <a:ext cx="0" cy="0"/>
          <a:chOff x="0" y="0"/>
          <a:chExt cx="0" cy="0"/>
        </a:xfrm>
      </p:grpSpPr>
      <p:sp>
        <p:nvSpPr>
          <p:cNvPr id="1605" name="Google Shape;1605;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6" name="Google Shape;1606;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7" name="Google Shape;1607;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3"/>
        <p:cNvGrpSpPr/>
        <p:nvPr/>
      </p:nvGrpSpPr>
      <p:grpSpPr>
        <a:xfrm>
          <a:off x="0" y="0"/>
          <a:ext cx="0" cy="0"/>
          <a:chOff x="0" y="0"/>
          <a:chExt cx="0" cy="0"/>
        </a:xfrm>
      </p:grpSpPr>
      <p:sp>
        <p:nvSpPr>
          <p:cNvPr id="1614" name="Google Shape;1614;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5" name="Google Shape;1615;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6" name="Google Shape;1616;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hyperlink" Target="https://www.rainbowphonics.com/" TargetMode="External"/><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www.beanstalkbooks.co.nz" TargetMode="External"/><Relationship Id="rId7" Type="http://schemas.openxmlformats.org/officeDocument/2006/relationships/image" Target="../media/image9.png"/><Relationship Id="rId2" Type="http://schemas.openxmlformats.org/officeDocument/2006/relationships/hyperlink" Target="http://www.rainbowphonics.co.nz" TargetMode="External"/><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12.png"/><Relationship Id="rId4" Type="http://schemas.openxmlformats.org/officeDocument/2006/relationships/hyperlink" Target="http://www.juniorlearning.co.nz" TargetMode="External"/><Relationship Id="rId9"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8" name="Google Shape;8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9" name="Google Shape;89;g26b641b03cd_1_92"/>
          <p:cNvGrpSpPr/>
          <p:nvPr/>
        </p:nvGrpSpPr>
        <p:grpSpPr>
          <a:xfrm>
            <a:off x="-36800" y="-52000"/>
            <a:ext cx="9236100" cy="543750"/>
            <a:chOff x="-36800" y="-52000"/>
            <a:chExt cx="9236100" cy="543750"/>
          </a:xfrm>
        </p:grpSpPr>
        <p:sp>
          <p:nvSpPr>
            <p:cNvPr id="90" name="Google Shape;90;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1" name="Google Shape;91;g26b641b03cd_1_92"/>
            <p:cNvGrpSpPr/>
            <p:nvPr/>
          </p:nvGrpSpPr>
          <p:grpSpPr>
            <a:xfrm>
              <a:off x="565600" y="88250"/>
              <a:ext cx="1337400" cy="403500"/>
              <a:chOff x="565600" y="88250"/>
              <a:chExt cx="1337400" cy="403500"/>
            </a:xfrm>
          </p:grpSpPr>
          <p:grpSp>
            <p:nvGrpSpPr>
              <p:cNvPr id="92" name="Google Shape;92;g26b641b03cd_1_92"/>
              <p:cNvGrpSpPr/>
              <p:nvPr/>
            </p:nvGrpSpPr>
            <p:grpSpPr>
              <a:xfrm>
                <a:off x="565600" y="88250"/>
                <a:ext cx="1337400" cy="403500"/>
                <a:chOff x="565600" y="88250"/>
                <a:chExt cx="1337400" cy="403500"/>
              </a:xfrm>
            </p:grpSpPr>
            <p:sp>
              <p:nvSpPr>
                <p:cNvPr id="93" name="Google Shape;93;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 name="Google Shape;94;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5" name="Google Shape;95;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6" name="Google Shape;96;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3" name="Google Shape;103;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5" name="Google Shape;105;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106"/>
        <p:cNvGrpSpPr/>
        <p:nvPr/>
      </p:nvGrpSpPr>
      <p:grpSpPr>
        <a:xfrm>
          <a:off x="0" y="0"/>
          <a:ext cx="0" cy="0"/>
          <a:chOff x="0" y="0"/>
          <a:chExt cx="0" cy="0"/>
        </a:xfrm>
      </p:grpSpPr>
      <p:sp>
        <p:nvSpPr>
          <p:cNvPr id="107" name="Google Shape;107;g2d9e0faeff1_0_94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8" name="Google Shape;108;g2d9e0faeff1_0_942"/>
          <p:cNvGrpSpPr/>
          <p:nvPr/>
        </p:nvGrpSpPr>
        <p:grpSpPr>
          <a:xfrm>
            <a:off x="357775" y="5983875"/>
            <a:ext cx="586800" cy="571500"/>
            <a:chOff x="662575" y="6212475"/>
            <a:chExt cx="586800" cy="571500"/>
          </a:xfrm>
        </p:grpSpPr>
        <p:sp>
          <p:nvSpPr>
            <p:cNvPr id="109" name="Google Shape;109;g2d9e0faeff1_0_94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d9e0faeff1_0_94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 name="Google Shape;111;g2d9e0faeff1_0_94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2" name="Google Shape;112;g2d9e0faeff1_0_942"/>
          <p:cNvGrpSpPr/>
          <p:nvPr/>
        </p:nvGrpSpPr>
        <p:grpSpPr>
          <a:xfrm>
            <a:off x="8199150" y="5983875"/>
            <a:ext cx="586800" cy="571500"/>
            <a:chOff x="7894350" y="6212475"/>
            <a:chExt cx="586800" cy="571500"/>
          </a:xfrm>
        </p:grpSpPr>
        <p:sp>
          <p:nvSpPr>
            <p:cNvPr id="113" name="Google Shape;113;g2d9e0faeff1_0_94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d9e0faeff1_0_94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d9e0faeff1_0_94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16" name="Google Shape;116;g2d9e0faeff1_0_9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117" name="Google Shape;117;g2d9e0faeff1_0_94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118" name="Google Shape;118;g2d9e0faeff1_0_94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19" name="Google Shape;119;g2d9e0faeff1_0_942"/>
          <p:cNvGrpSpPr/>
          <p:nvPr/>
        </p:nvGrpSpPr>
        <p:grpSpPr>
          <a:xfrm>
            <a:off x="-36800" y="-52000"/>
            <a:ext cx="9236100" cy="543750"/>
            <a:chOff x="-36800" y="-52000"/>
            <a:chExt cx="9236100" cy="543750"/>
          </a:xfrm>
        </p:grpSpPr>
        <p:sp>
          <p:nvSpPr>
            <p:cNvPr id="120" name="Google Shape;120;g2d9e0faeff1_0_94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1" name="Google Shape;121;g2d9e0faeff1_0_942"/>
            <p:cNvGrpSpPr/>
            <p:nvPr/>
          </p:nvGrpSpPr>
          <p:grpSpPr>
            <a:xfrm>
              <a:off x="565600" y="88250"/>
              <a:ext cx="1337400" cy="403500"/>
              <a:chOff x="565600" y="88250"/>
              <a:chExt cx="1337400" cy="403500"/>
            </a:xfrm>
          </p:grpSpPr>
          <p:grpSp>
            <p:nvGrpSpPr>
              <p:cNvPr id="122" name="Google Shape;122;g2d9e0faeff1_0_942"/>
              <p:cNvGrpSpPr/>
              <p:nvPr/>
            </p:nvGrpSpPr>
            <p:grpSpPr>
              <a:xfrm>
                <a:off x="565600" y="88250"/>
                <a:ext cx="1337400" cy="403500"/>
                <a:chOff x="565600" y="88250"/>
                <a:chExt cx="1337400" cy="403500"/>
              </a:xfrm>
            </p:grpSpPr>
            <p:sp>
              <p:nvSpPr>
                <p:cNvPr id="123" name="Google Shape;123;g2d9e0faeff1_0_94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d9e0faeff1_0_94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5" name="Google Shape;125;g2d9e0faeff1_0_94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26" name="Google Shape;126;g2d9e0faeff1_0_94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27" name="Google Shape;127;g2d9e0faeff1_0_94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 name="Google Shape;128;g2d9e0faeff1_0_94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9" name="Google Shape;129;g2d9e0faeff1_0_94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0" name="Google Shape;130;g2d9e0faeff1_0_94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31" name="Google Shape;131;g2d9e0faeff1_0_94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d9e0faeff1_0_94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33" name="Google Shape;133;g2d9e0faeff1_0_94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d9e0faeff1_0_94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35" name="Google Shape;135;g2d9e0faeff1_0_94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6"/>
        <p:cNvGrpSpPr/>
        <p:nvPr/>
      </p:nvGrpSpPr>
      <p:grpSpPr>
        <a:xfrm>
          <a:off x="0" y="0"/>
          <a:ext cx="0" cy="0"/>
          <a:chOff x="0" y="0"/>
          <a:chExt cx="0" cy="0"/>
        </a:xfrm>
      </p:grpSpPr>
      <p:sp>
        <p:nvSpPr>
          <p:cNvPr id="137" name="Google Shape;137;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0" name="Google Shape;140;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1" name="Google Shape;141;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2" name="Google Shape;142;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43" name="Google Shape;143;g26b641b03cd_0_33"/>
          <p:cNvGrpSpPr/>
          <p:nvPr/>
        </p:nvGrpSpPr>
        <p:grpSpPr>
          <a:xfrm>
            <a:off x="662575" y="6212475"/>
            <a:ext cx="586800" cy="571500"/>
            <a:chOff x="662575" y="6212475"/>
            <a:chExt cx="586800" cy="571500"/>
          </a:xfrm>
        </p:grpSpPr>
        <p:sp>
          <p:nvSpPr>
            <p:cNvPr id="144" name="Google Shape;14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7" name="Google Shape;147;g26b641b03cd_0_33"/>
          <p:cNvGrpSpPr/>
          <p:nvPr/>
        </p:nvGrpSpPr>
        <p:grpSpPr>
          <a:xfrm>
            <a:off x="7894350" y="6212475"/>
            <a:ext cx="586800" cy="571500"/>
            <a:chOff x="7894350" y="6212475"/>
            <a:chExt cx="586800" cy="571500"/>
          </a:xfrm>
        </p:grpSpPr>
        <p:sp>
          <p:nvSpPr>
            <p:cNvPr id="148" name="Google Shape;14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51" name="Google Shape;15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'a'</a:t>
            </a:r>
            <a:endParaRPr sz="1800" b="0" i="0" u="none" strike="noStrike" cap="none">
              <a:solidFill>
                <a:srgbClr val="FFFFFF"/>
              </a:solidFill>
              <a:latin typeface="Poppins SemiBold"/>
              <a:ea typeface="Poppins SemiBold"/>
              <a:cs typeface="Poppins SemiBold"/>
              <a:sym typeface="Poppins SemiBold"/>
            </a:endParaRPr>
          </a:p>
        </p:txBody>
      </p:sp>
      <p:sp>
        <p:nvSpPr>
          <p:cNvPr id="152" name="Google Shape;15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1 - Tuesday</a:t>
            </a:r>
            <a:endParaRPr sz="1800" b="0" i="0" u="none" strike="noStrike" cap="none">
              <a:solidFill>
                <a:srgbClr val="F7941D"/>
              </a:solidFill>
              <a:latin typeface="Poppins Medium"/>
              <a:ea typeface="Poppins Medium"/>
              <a:cs typeface="Poppins Medium"/>
              <a:sym typeface="Poppins Medium"/>
            </a:endParaRPr>
          </a:p>
        </p:txBody>
      </p:sp>
      <p:sp>
        <p:nvSpPr>
          <p:cNvPr id="153" name="Google Shape;15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2</a:t>
            </a:r>
            <a:endParaRPr sz="1800" b="0" i="0" u="none" strike="noStrike" cap="none">
              <a:solidFill>
                <a:srgbClr val="F7941D"/>
              </a:solidFill>
              <a:latin typeface="Poppins Medium"/>
              <a:ea typeface="Poppins Medium"/>
              <a:cs typeface="Poppins Medium"/>
              <a:sym typeface="Poppins Medium"/>
            </a:endParaRPr>
          </a:p>
        </p:txBody>
      </p:sp>
      <p:sp>
        <p:nvSpPr>
          <p:cNvPr id="154" name="Google Shape;154;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55" name="Google Shape;15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56" name="Google Shape;15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57" name="Google Shape;15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58" name="Google Shape;15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4" name="Google Shape;164;g26b641b03cd_0_260"/>
          <p:cNvGrpSpPr/>
          <p:nvPr/>
        </p:nvGrpSpPr>
        <p:grpSpPr>
          <a:xfrm>
            <a:off x="8199150" y="5983875"/>
            <a:ext cx="586800" cy="571500"/>
            <a:chOff x="7894350" y="6212475"/>
            <a:chExt cx="586800" cy="571500"/>
          </a:xfrm>
        </p:grpSpPr>
        <p:sp>
          <p:nvSpPr>
            <p:cNvPr id="165" name="Google Shape;16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6" name="Google Shape;166;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7" name="Google Shape;167;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68" name="Google Shape;168;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70" name="Google Shape;170;g26b641b03cd_0_260"/>
          <p:cNvGrpSpPr/>
          <p:nvPr/>
        </p:nvGrpSpPr>
        <p:grpSpPr>
          <a:xfrm>
            <a:off x="-36800" y="-52000"/>
            <a:ext cx="9236100" cy="543750"/>
            <a:chOff x="-36800" y="-52000"/>
            <a:chExt cx="9236100" cy="54375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565600" y="88250"/>
              <a:ext cx="1337400" cy="403500"/>
              <a:chOff x="565600" y="88250"/>
              <a:chExt cx="1337400" cy="403500"/>
            </a:xfrm>
          </p:grpSpPr>
          <p:grpSp>
            <p:nvGrpSpPr>
              <p:cNvPr id="173" name="Google Shape;173;g26b641b03cd_0_260"/>
              <p:cNvGrpSpPr/>
              <p:nvPr/>
            </p:nvGrpSpPr>
            <p:grpSpPr>
              <a:xfrm>
                <a:off x="56560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76" name="Google Shape;176;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77" name="Google Shape;177;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d title slide">
  <p:cSld name="End title slide">
    <p:spTree>
      <p:nvGrpSpPr>
        <p:cNvPr id="1" name="Shape 187"/>
        <p:cNvGrpSpPr/>
        <p:nvPr/>
      </p:nvGrpSpPr>
      <p:grpSpPr>
        <a:xfrm>
          <a:off x="0" y="0"/>
          <a:ext cx="0" cy="0"/>
          <a:chOff x="0" y="0"/>
          <a:chExt cx="0" cy="0"/>
        </a:xfrm>
      </p:grpSpPr>
      <p:grpSp>
        <p:nvGrpSpPr>
          <p:cNvPr id="188" name="Google Shape;188;p25"/>
          <p:cNvGrpSpPr/>
          <p:nvPr/>
        </p:nvGrpSpPr>
        <p:grpSpPr>
          <a:xfrm>
            <a:off x="-400050" y="-342900"/>
            <a:ext cx="9944100" cy="7258200"/>
            <a:chOff x="-400050" y="-342900"/>
            <a:chExt cx="9944100" cy="7258200"/>
          </a:xfrm>
        </p:grpSpPr>
        <p:grpSp>
          <p:nvGrpSpPr>
            <p:cNvPr id="189" name="Google Shape;189;p25"/>
            <p:cNvGrpSpPr/>
            <p:nvPr/>
          </p:nvGrpSpPr>
          <p:grpSpPr>
            <a:xfrm>
              <a:off x="-400050" y="-342900"/>
              <a:ext cx="9944100" cy="7258200"/>
              <a:chOff x="-400050" y="-342900"/>
              <a:chExt cx="9944100" cy="7258200"/>
            </a:xfrm>
          </p:grpSpPr>
          <p:grpSp>
            <p:nvGrpSpPr>
              <p:cNvPr id="190" name="Google Shape;190;p25"/>
              <p:cNvGrpSpPr/>
              <p:nvPr/>
            </p:nvGrpSpPr>
            <p:grpSpPr>
              <a:xfrm>
                <a:off x="-36925" y="-42000"/>
                <a:ext cx="9236225" cy="6957300"/>
                <a:chOff x="-36925" y="-42000"/>
                <a:chExt cx="9236225" cy="6957300"/>
              </a:xfrm>
            </p:grpSpPr>
            <p:sp>
              <p:nvSpPr>
                <p:cNvPr id="191" name="Google Shape;191;p25"/>
                <p:cNvSpPr/>
                <p:nvPr/>
              </p:nvSpPr>
              <p:spPr>
                <a:xfrm>
                  <a:off x="-36800" y="-42000"/>
                  <a:ext cx="9236100" cy="69573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25"/>
                <p:cNvSpPr/>
                <p:nvPr/>
              </p:nvSpPr>
              <p:spPr>
                <a:xfrm>
                  <a:off x="-36925" y="-42000"/>
                  <a:ext cx="9236100" cy="6019800"/>
                </a:xfrm>
                <a:prstGeom prst="rect">
                  <a:avLst/>
                </a:prstGeom>
                <a:gradFill>
                  <a:gsLst>
                    <a:gs pos="0">
                      <a:srgbClr val="163B7E"/>
                    </a:gs>
                    <a:gs pos="100000">
                      <a:srgbClr val="073763"/>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93" name="Google Shape;193;p25"/>
              <p:cNvPicPr preferRelativeResize="0"/>
              <p:nvPr/>
            </p:nvPicPr>
            <p:blipFill rotWithShape="1">
              <a:blip r:embed="rId2">
                <a:alphaModFix amt="3000"/>
              </a:blip>
              <a:srcRect l="9008" t="34049" r="10560"/>
              <a:stretch/>
            </p:blipFill>
            <p:spPr>
              <a:xfrm>
                <a:off x="-400050" y="-342900"/>
                <a:ext cx="9944100" cy="7236426"/>
              </a:xfrm>
              <a:prstGeom prst="rect">
                <a:avLst/>
              </a:prstGeom>
              <a:noFill/>
              <a:ln>
                <a:noFill/>
              </a:ln>
            </p:spPr>
          </p:pic>
        </p:grpSp>
        <p:pic>
          <p:nvPicPr>
            <p:cNvPr id="194" name="Google Shape;194;p25"/>
            <p:cNvPicPr preferRelativeResize="0"/>
            <p:nvPr/>
          </p:nvPicPr>
          <p:blipFill rotWithShape="1">
            <a:blip r:embed="rId3">
              <a:alphaModFix amt="40000"/>
            </a:blip>
            <a:srcRect/>
            <a:stretch/>
          </p:blipFill>
          <p:spPr>
            <a:xfrm>
              <a:off x="0" y="0"/>
              <a:ext cx="9144000" cy="6858000"/>
            </a:xfrm>
            <a:prstGeom prst="rect">
              <a:avLst/>
            </a:prstGeom>
            <a:noFill/>
            <a:ln>
              <a:noFill/>
            </a:ln>
          </p:spPr>
        </p:pic>
      </p:grpSp>
      <p:sp>
        <p:nvSpPr>
          <p:cNvPr id="195" name="Google Shape;195;p25"/>
          <p:cNvSpPr/>
          <p:nvPr/>
        </p:nvSpPr>
        <p:spPr>
          <a:xfrm>
            <a:off x="-18025" y="5985275"/>
            <a:ext cx="9236100" cy="930000"/>
          </a:xfrm>
          <a:prstGeom prst="rect">
            <a:avLst/>
          </a:prstGeom>
          <a:solidFill>
            <a:srgbClr val="3D85C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25"/>
          <p:cNvSpPr/>
          <p:nvPr/>
        </p:nvSpPr>
        <p:spPr>
          <a:xfrm>
            <a:off x="-409550" y="5977725"/>
            <a:ext cx="2739772" cy="937791"/>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p25"/>
          <p:cNvSpPr txBox="1"/>
          <p:nvPr/>
        </p:nvSpPr>
        <p:spPr>
          <a:xfrm>
            <a:off x="363059" y="6084791"/>
            <a:ext cx="1658400" cy="73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Next Lesson:</a:t>
            </a: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p25"/>
          <p:cNvSpPr txBox="1">
            <a:spLocks noGrp="1"/>
          </p:cNvSpPr>
          <p:nvPr>
            <p:ph type="subTitle" idx="1"/>
          </p:nvPr>
        </p:nvSpPr>
        <p:spPr>
          <a:xfrm>
            <a:off x="2521374" y="6081000"/>
            <a:ext cx="6472500" cy="73470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rgbClr val="FFFFFF"/>
              </a:buClr>
              <a:buSzPts val="1800"/>
              <a:buFont typeface="Poppins Medium"/>
              <a:buNone/>
              <a:defRPr sz="1800" i="1">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pic>
        <p:nvPicPr>
          <p:cNvPr id="199" name="Google Shape;199;p25"/>
          <p:cNvPicPr preferRelativeResize="0"/>
          <p:nvPr/>
        </p:nvPicPr>
        <p:blipFill rotWithShape="1">
          <a:blip r:embed="rId4">
            <a:alphaModFix/>
          </a:blip>
          <a:srcRect/>
          <a:stretch/>
        </p:blipFill>
        <p:spPr>
          <a:xfrm>
            <a:off x="1622550" y="1379125"/>
            <a:ext cx="5910751" cy="2848550"/>
          </a:xfrm>
          <a:prstGeom prst="rect">
            <a:avLst/>
          </a:prstGeom>
          <a:noFill/>
          <a:ln>
            <a:noFill/>
          </a:ln>
          <a:effectLst>
            <a:outerShdw blurRad="57150" dist="19050" dir="5400000" algn="bl" rotWithShape="0">
              <a:srgbClr val="000000">
                <a:alpha val="49020"/>
              </a:srgbClr>
            </a:outerShdw>
          </a:effec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1"/>
        <p:cNvGrpSpPr/>
        <p:nvPr/>
      </p:nvGrpSpPr>
      <p:grpSpPr>
        <a:xfrm>
          <a:off x="0" y="0"/>
          <a:ext cx="0" cy="0"/>
          <a:chOff x="0" y="0"/>
          <a:chExt cx="0" cy="0"/>
        </a:xfrm>
      </p:grpSpPr>
      <p:sp>
        <p:nvSpPr>
          <p:cNvPr id="222" name="Google Shape;222;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3" name="Google Shape;223;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9" name="Google Shape;229;g2c235dd0dad_1_87"/>
          <p:cNvGrpSpPr/>
          <p:nvPr/>
        </p:nvGrpSpPr>
        <p:grpSpPr>
          <a:xfrm>
            <a:off x="662575" y="6212475"/>
            <a:ext cx="586800" cy="571500"/>
            <a:chOff x="662575" y="6212475"/>
            <a:chExt cx="586800" cy="571500"/>
          </a:xfrm>
        </p:grpSpPr>
        <p:sp>
          <p:nvSpPr>
            <p:cNvPr id="230" name="Google Shape;23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2c235dd0dad_1_87"/>
          <p:cNvGrpSpPr/>
          <p:nvPr/>
        </p:nvGrpSpPr>
        <p:grpSpPr>
          <a:xfrm>
            <a:off x="7894350" y="6212475"/>
            <a:ext cx="586800" cy="571500"/>
            <a:chOff x="7894350" y="6212475"/>
            <a:chExt cx="586800" cy="571500"/>
          </a:xfrm>
        </p:grpSpPr>
        <p:sp>
          <p:nvSpPr>
            <p:cNvPr id="234" name="Google Shape;23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8" name="Google Shape;238;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9" name="Google Shape;239;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1" name="Google Shape;241;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2" name="Google Shape;242;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3" name="Google Shape;243;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44" name="Google Shape;244;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45" name="Google Shape;245;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6" name="Google Shape;246;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7" name="Google Shape;247;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8" name="Google Shape;248;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1" name="Google Shape;251;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2" name="Google Shape;252;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3"/>
        <p:cNvGrpSpPr/>
        <p:nvPr/>
      </p:nvGrpSpPr>
      <p:grpSpPr>
        <a:xfrm>
          <a:off x="0" y="0"/>
          <a:ext cx="0" cy="0"/>
          <a:chOff x="0" y="0"/>
          <a:chExt cx="0" cy="0"/>
        </a:xfrm>
      </p:grpSpPr>
      <p:sp>
        <p:nvSpPr>
          <p:cNvPr id="254" name="Google Shape;254;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0" name="Google Shape;260;g2c157a2fb06_0_53"/>
          <p:cNvGrpSpPr/>
          <p:nvPr/>
        </p:nvGrpSpPr>
        <p:grpSpPr>
          <a:xfrm>
            <a:off x="662575" y="6212475"/>
            <a:ext cx="586800" cy="571500"/>
            <a:chOff x="662575" y="6212475"/>
            <a:chExt cx="586800" cy="571500"/>
          </a:xfrm>
        </p:grpSpPr>
        <p:sp>
          <p:nvSpPr>
            <p:cNvPr id="261" name="Google Shape;261;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4" name="Google Shape;264;g2c157a2fb06_0_53"/>
          <p:cNvGrpSpPr/>
          <p:nvPr/>
        </p:nvGrpSpPr>
        <p:grpSpPr>
          <a:xfrm>
            <a:off x="7894350" y="6212475"/>
            <a:ext cx="586800" cy="571500"/>
            <a:chOff x="7894350" y="6212475"/>
            <a:chExt cx="586800" cy="571500"/>
          </a:xfrm>
        </p:grpSpPr>
        <p:sp>
          <p:nvSpPr>
            <p:cNvPr id="265" name="Google Shape;265;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8" name="Google Shape;268;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9" name="Google Shape;269;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0" name="Google Shape;270;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1" name="Google Shape;27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4" name="Google Shape;27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5" name="Google Shape;27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6" name="Google Shape;27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9" name="Google Shape;27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0" name="Google Shape;28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4" name="Google Shape;284;g2c157a2fb06_0_53"/>
          <p:cNvGrpSpPr/>
          <p:nvPr/>
        </p:nvGrpSpPr>
        <p:grpSpPr>
          <a:xfrm>
            <a:off x="1403031" y="6958923"/>
            <a:ext cx="6774848" cy="1291477"/>
            <a:chOff x="717231" y="7263723"/>
            <a:chExt cx="6774848" cy="1291477"/>
          </a:xfrm>
        </p:grpSpPr>
        <p:sp>
          <p:nvSpPr>
            <p:cNvPr id="285" name="Google Shape;28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6" name="Google Shape;28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3" name="Google Shape;29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6" name="Google Shape;29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7" name="Google Shape;29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8"/>
        <p:cNvGrpSpPr/>
        <p:nvPr/>
      </p:nvGrpSpPr>
      <p:grpSpPr>
        <a:xfrm>
          <a:off x="0" y="0"/>
          <a:ext cx="0" cy="0"/>
          <a:chOff x="0" y="0"/>
          <a:chExt cx="0" cy="0"/>
        </a:xfrm>
      </p:grpSpPr>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6" name="Google Shape;306;g2c157a2fb06_0_158"/>
          <p:cNvGrpSpPr/>
          <p:nvPr/>
        </p:nvGrpSpPr>
        <p:grpSpPr>
          <a:xfrm>
            <a:off x="662575" y="6212475"/>
            <a:ext cx="586800" cy="571500"/>
            <a:chOff x="662575" y="6212475"/>
            <a:chExt cx="586800" cy="571500"/>
          </a:xfrm>
        </p:grpSpPr>
        <p:sp>
          <p:nvSpPr>
            <p:cNvPr id="307" name="Google Shape;30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0" name="Google Shape;310;g2c157a2fb06_0_158"/>
          <p:cNvGrpSpPr/>
          <p:nvPr/>
        </p:nvGrpSpPr>
        <p:grpSpPr>
          <a:xfrm>
            <a:off x="7894350" y="6212475"/>
            <a:ext cx="586800" cy="571500"/>
            <a:chOff x="7894350" y="6212475"/>
            <a:chExt cx="586800" cy="571500"/>
          </a:xfrm>
        </p:grpSpPr>
        <p:sp>
          <p:nvSpPr>
            <p:cNvPr id="311" name="Google Shape;31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4" name="Google Shape;314;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5" name="Google Shape;315;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6" name="Google Shape;316;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7" name="Google Shape;31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8" name="Google Shape;31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0" name="Google Shape;32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1" name="Google Shape;32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2" name="Google Shape;32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6" name="Google Shape;32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7"/>
        <p:cNvGrpSpPr/>
        <p:nvPr/>
      </p:nvGrpSpPr>
      <p:grpSpPr>
        <a:xfrm>
          <a:off x="0" y="0"/>
          <a:ext cx="0" cy="0"/>
          <a:chOff x="0" y="0"/>
          <a:chExt cx="0" cy="0"/>
        </a:xfrm>
      </p:grpSpPr>
      <p:sp>
        <p:nvSpPr>
          <p:cNvPr id="328" name="Google Shape;328;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4" name="Google Shape;334;g2c157a2fb06_0_263"/>
          <p:cNvGrpSpPr/>
          <p:nvPr/>
        </p:nvGrpSpPr>
        <p:grpSpPr>
          <a:xfrm>
            <a:off x="662575" y="6212475"/>
            <a:ext cx="586800" cy="571500"/>
            <a:chOff x="662575" y="6212475"/>
            <a:chExt cx="586800" cy="571500"/>
          </a:xfrm>
        </p:grpSpPr>
        <p:sp>
          <p:nvSpPr>
            <p:cNvPr id="335" name="Google Shape;335;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6" name="Google Shape;336;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8" name="Google Shape;338;g2c157a2fb06_0_263"/>
          <p:cNvGrpSpPr/>
          <p:nvPr/>
        </p:nvGrpSpPr>
        <p:grpSpPr>
          <a:xfrm>
            <a:off x="7894350" y="6212475"/>
            <a:ext cx="586800" cy="571500"/>
            <a:chOff x="7894350" y="6212475"/>
            <a:chExt cx="586800" cy="571500"/>
          </a:xfrm>
        </p:grpSpPr>
        <p:sp>
          <p:nvSpPr>
            <p:cNvPr id="339" name="Google Shape;339;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2" name="Google Shape;342;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3" name="Google Shape;34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4" name="Google Shape;344;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5" name="Google Shape;34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6" name="Google Shape;34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8" name="Google Shape;34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49" name="Google Shape;34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0" name="Google Shape;35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a:spLocks noGrp="1"/>
          </p:cNvSpPr>
          <p:nvPr>
            <p:ph type="pic" idx="8"/>
          </p:nvPr>
        </p:nvSpPr>
        <p:spPr>
          <a:xfrm>
            <a:off x="5086375" y="4412425"/>
            <a:ext cx="2668800" cy="1291500"/>
          </a:xfrm>
          <a:prstGeom prst="rect">
            <a:avLst/>
          </a:prstGeom>
          <a:noFill/>
          <a:ln>
            <a:noFill/>
          </a:ln>
        </p:spPr>
      </p:sp>
      <p:sp>
        <p:nvSpPr>
          <p:cNvPr id="354" name="Google Shape;354;g2c157a2fb06_0_263"/>
          <p:cNvSpPr>
            <a:spLocks noGrp="1"/>
          </p:cNvSpPr>
          <p:nvPr>
            <p:ph type="pic" idx="9"/>
          </p:nvPr>
        </p:nvSpPr>
        <p:spPr>
          <a:xfrm>
            <a:off x="5086375" y="797675"/>
            <a:ext cx="2668800" cy="1291500"/>
          </a:xfrm>
          <a:prstGeom prst="rect">
            <a:avLst/>
          </a:prstGeom>
          <a:noFill/>
          <a:ln>
            <a:noFill/>
          </a:ln>
        </p:spPr>
      </p:sp>
      <p:sp>
        <p:nvSpPr>
          <p:cNvPr id="355" name="Google Shape;355;g2c157a2fb06_0_263"/>
          <p:cNvSpPr>
            <a:spLocks noGrp="1"/>
          </p:cNvSpPr>
          <p:nvPr>
            <p:ph type="pic" idx="13"/>
          </p:nvPr>
        </p:nvSpPr>
        <p:spPr>
          <a:xfrm>
            <a:off x="5086375" y="2002592"/>
            <a:ext cx="2668800" cy="1291500"/>
          </a:xfrm>
          <a:prstGeom prst="rect">
            <a:avLst/>
          </a:prstGeom>
          <a:noFill/>
          <a:ln>
            <a:noFill/>
          </a:ln>
        </p:spPr>
      </p:sp>
      <p:sp>
        <p:nvSpPr>
          <p:cNvPr id="356" name="Google Shape;356;g2c157a2fb06_0_263"/>
          <p:cNvSpPr>
            <a:spLocks noGrp="1"/>
          </p:cNvSpPr>
          <p:nvPr>
            <p:ph type="pic" idx="14"/>
          </p:nvPr>
        </p:nvSpPr>
        <p:spPr>
          <a:xfrm>
            <a:off x="5086375" y="3207508"/>
            <a:ext cx="2668800" cy="1291500"/>
          </a:xfrm>
          <a:prstGeom prst="rect">
            <a:avLst/>
          </a:prstGeom>
          <a:noFill/>
          <a:ln>
            <a:noFill/>
          </a:ln>
        </p:spPr>
      </p:sp>
      <p:sp>
        <p:nvSpPr>
          <p:cNvPr id="357" name="Google Shape;35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8" name="Google Shape;35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9"/>
        <p:cNvGrpSpPr/>
        <p:nvPr/>
      </p:nvGrpSpPr>
      <p:grpSpPr>
        <a:xfrm>
          <a:off x="0" y="0"/>
          <a:ext cx="0" cy="0"/>
          <a:chOff x="0" y="0"/>
          <a:chExt cx="0" cy="0"/>
        </a:xfrm>
      </p:grpSpPr>
      <p:cxnSp>
        <p:nvCxnSpPr>
          <p:cNvPr id="360" name="Google Shape;36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1" name="Google Shape;36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2" name="Google Shape;36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6" name="Google Shape;366;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9" name="Google Shape;369;g2c157a2fb06_0_467"/>
          <p:cNvGrpSpPr/>
          <p:nvPr/>
        </p:nvGrpSpPr>
        <p:grpSpPr>
          <a:xfrm>
            <a:off x="662575" y="6212475"/>
            <a:ext cx="586800" cy="571500"/>
            <a:chOff x="662575" y="6212475"/>
            <a:chExt cx="586800" cy="571500"/>
          </a:xfrm>
        </p:grpSpPr>
        <p:sp>
          <p:nvSpPr>
            <p:cNvPr id="370" name="Google Shape;37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3" name="Google Shape;373;g2c157a2fb06_0_467"/>
          <p:cNvGrpSpPr/>
          <p:nvPr/>
        </p:nvGrpSpPr>
        <p:grpSpPr>
          <a:xfrm>
            <a:off x="7894350" y="6212475"/>
            <a:ext cx="586800" cy="571500"/>
            <a:chOff x="7894350" y="6212475"/>
            <a:chExt cx="586800" cy="571500"/>
          </a:xfrm>
        </p:grpSpPr>
        <p:sp>
          <p:nvSpPr>
            <p:cNvPr id="374" name="Google Shape;37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7" name="Google Shape;377;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8" name="Google Shape;378;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9" name="Google Shape;379;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80" name="Google Shape;38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1" name="Google Shape;38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3" name="Google Shape;38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4" name="Google Shape;38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5" name="Google Shape;38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6"/>
        <p:cNvGrpSpPr/>
        <p:nvPr/>
      </p:nvGrpSpPr>
      <p:grpSpPr>
        <a:xfrm>
          <a:off x="0" y="0"/>
          <a:ext cx="0" cy="0"/>
          <a:chOff x="0" y="0"/>
          <a:chExt cx="0" cy="0"/>
        </a:xfrm>
      </p:grpSpPr>
      <p:cxnSp>
        <p:nvCxnSpPr>
          <p:cNvPr id="387" name="Google Shape;387;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8" name="Google Shape;388;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9" name="Google Shape;389;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5" name="Google Shape;395;g2c157a2fb06_0_629"/>
          <p:cNvGrpSpPr/>
          <p:nvPr/>
        </p:nvGrpSpPr>
        <p:grpSpPr>
          <a:xfrm>
            <a:off x="662575" y="6212475"/>
            <a:ext cx="586800" cy="571500"/>
            <a:chOff x="662575" y="6212475"/>
            <a:chExt cx="586800" cy="571500"/>
          </a:xfrm>
        </p:grpSpPr>
        <p:sp>
          <p:nvSpPr>
            <p:cNvPr id="396" name="Google Shape;39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629"/>
          <p:cNvGrpSpPr/>
          <p:nvPr/>
        </p:nvGrpSpPr>
        <p:grpSpPr>
          <a:xfrm>
            <a:off x="7894350" y="6212475"/>
            <a:ext cx="586800" cy="571500"/>
            <a:chOff x="7894350" y="6212475"/>
            <a:chExt cx="586800" cy="571500"/>
          </a:xfrm>
        </p:grpSpPr>
        <p:sp>
          <p:nvSpPr>
            <p:cNvPr id="400" name="Google Shape;40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4" name="Google Shape;40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5" name="Google Shape;405;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6" name="Google Shape;40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7" name="Google Shape;40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09" name="Google Shape;40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0" name="Google Shape;41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1" name="Google Shape;41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2" name="Google Shape;41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1" name="Google Shape;421;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4" name="Google Shape;424;g2c157a2fb06_0_798"/>
          <p:cNvGrpSpPr/>
          <p:nvPr/>
        </p:nvGrpSpPr>
        <p:grpSpPr>
          <a:xfrm>
            <a:off x="662575" y="6212475"/>
            <a:ext cx="586800" cy="571500"/>
            <a:chOff x="662575" y="6212475"/>
            <a:chExt cx="586800" cy="571500"/>
          </a:xfrm>
        </p:grpSpPr>
        <p:sp>
          <p:nvSpPr>
            <p:cNvPr id="425" name="Google Shape;42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8" name="Google Shape;428;g2c157a2fb06_0_798"/>
          <p:cNvGrpSpPr/>
          <p:nvPr/>
        </p:nvGrpSpPr>
        <p:grpSpPr>
          <a:xfrm>
            <a:off x="7894350" y="6212475"/>
            <a:ext cx="586800" cy="571500"/>
            <a:chOff x="7894350" y="6212475"/>
            <a:chExt cx="586800" cy="571500"/>
          </a:xfrm>
        </p:grpSpPr>
        <p:sp>
          <p:nvSpPr>
            <p:cNvPr id="429" name="Google Shape;42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2" name="Google Shape;432;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3" name="Google Shape;43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4" name="Google Shape;434;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5" name="Google Shape;43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6" name="Google Shape;43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8" name="Google Shape;43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39" name="Google Shape;43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0" name="Google Shape;44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1"/>
        <p:cNvGrpSpPr/>
        <p:nvPr/>
      </p:nvGrpSpPr>
      <p:grpSpPr>
        <a:xfrm>
          <a:off x="0" y="0"/>
          <a:ext cx="0" cy="0"/>
          <a:chOff x="0" y="0"/>
          <a:chExt cx="0" cy="0"/>
        </a:xfrm>
      </p:grpSpPr>
      <p:cxnSp>
        <p:nvCxnSpPr>
          <p:cNvPr id="442" name="Google Shape;442;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3" name="Google Shape;443;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4" name="Google Shape;444;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5" name="Google Shape;445;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6" name="Google Shape;446;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9" name="Google Shape;449;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2" name="Google Shape;452;g2c157a2fb06_0_825"/>
          <p:cNvGrpSpPr/>
          <p:nvPr/>
        </p:nvGrpSpPr>
        <p:grpSpPr>
          <a:xfrm>
            <a:off x="662575" y="6212475"/>
            <a:ext cx="586800" cy="571500"/>
            <a:chOff x="662575" y="6212475"/>
            <a:chExt cx="586800" cy="571500"/>
          </a:xfrm>
        </p:grpSpPr>
        <p:sp>
          <p:nvSpPr>
            <p:cNvPr id="453" name="Google Shape;45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6" name="Google Shape;456;g2c157a2fb06_0_825"/>
          <p:cNvGrpSpPr/>
          <p:nvPr/>
        </p:nvGrpSpPr>
        <p:grpSpPr>
          <a:xfrm>
            <a:off x="7894350" y="6212475"/>
            <a:ext cx="586800" cy="571500"/>
            <a:chOff x="7894350" y="6212475"/>
            <a:chExt cx="586800" cy="571500"/>
          </a:xfrm>
        </p:grpSpPr>
        <p:sp>
          <p:nvSpPr>
            <p:cNvPr id="457" name="Google Shape;45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0" name="Google Shape;460;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1" name="Google Shape;46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2" name="Google Shape;462;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4" name="Google Shape;46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6" name="Google Shape;46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7" name="Google Shape;46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8" name="Google Shape;46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9"/>
        <p:cNvGrpSpPr/>
        <p:nvPr/>
      </p:nvGrpSpPr>
      <p:grpSpPr>
        <a:xfrm>
          <a:off x="0" y="0"/>
          <a:ext cx="0" cy="0"/>
          <a:chOff x="0" y="0"/>
          <a:chExt cx="0" cy="0"/>
        </a:xfrm>
      </p:grpSpPr>
      <p:sp>
        <p:nvSpPr>
          <p:cNvPr id="470" name="Google Shape;47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9" name="Google Shape;479;g2c157a2fb06_0_700"/>
          <p:cNvGrpSpPr/>
          <p:nvPr/>
        </p:nvGrpSpPr>
        <p:grpSpPr>
          <a:xfrm>
            <a:off x="662575" y="6212475"/>
            <a:ext cx="586800" cy="571500"/>
            <a:chOff x="662575" y="6212475"/>
            <a:chExt cx="586800" cy="571500"/>
          </a:xfrm>
        </p:grpSpPr>
        <p:sp>
          <p:nvSpPr>
            <p:cNvPr id="480" name="Google Shape;48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3" name="Google Shape;483;g2c157a2fb06_0_700"/>
          <p:cNvGrpSpPr/>
          <p:nvPr/>
        </p:nvGrpSpPr>
        <p:grpSpPr>
          <a:xfrm>
            <a:off x="7894350" y="6212475"/>
            <a:ext cx="586800" cy="571500"/>
            <a:chOff x="7894350" y="6212475"/>
            <a:chExt cx="586800" cy="571500"/>
          </a:xfrm>
        </p:grpSpPr>
        <p:sp>
          <p:nvSpPr>
            <p:cNvPr id="484" name="Google Shape;48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7" name="Google Shape;487;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8" name="Google Shape;48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9" name="Google Shape;489;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0" name="Google Shape;49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1" name="Google Shape;49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3" name="Google Shape;49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4" name="Google Shape;49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9" name="Google Shape;49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8" name="Google Shape;50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9"/>
        <p:cNvGrpSpPr/>
        <p:nvPr/>
      </p:nvGrpSpPr>
      <p:grpSpPr>
        <a:xfrm>
          <a:off x="0" y="0"/>
          <a:ext cx="0" cy="0"/>
          <a:chOff x="0" y="0"/>
          <a:chExt cx="0" cy="0"/>
        </a:xfrm>
      </p:grpSpPr>
      <p:sp>
        <p:nvSpPr>
          <p:cNvPr id="510" name="Google Shape;510;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3" name="Google Shape;513;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6" name="Google Shape;516;g2c157a2fb06_0_932"/>
          <p:cNvGrpSpPr/>
          <p:nvPr/>
        </p:nvGrpSpPr>
        <p:grpSpPr>
          <a:xfrm>
            <a:off x="662575" y="6212475"/>
            <a:ext cx="586800" cy="571500"/>
            <a:chOff x="662575" y="6212475"/>
            <a:chExt cx="586800" cy="571500"/>
          </a:xfrm>
        </p:grpSpPr>
        <p:sp>
          <p:nvSpPr>
            <p:cNvPr id="517" name="Google Shape;51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0" name="Google Shape;520;g2c157a2fb06_0_932"/>
          <p:cNvGrpSpPr/>
          <p:nvPr/>
        </p:nvGrpSpPr>
        <p:grpSpPr>
          <a:xfrm>
            <a:off x="7894350" y="6212475"/>
            <a:ext cx="586800" cy="571500"/>
            <a:chOff x="7894350" y="6212475"/>
            <a:chExt cx="586800" cy="571500"/>
          </a:xfrm>
        </p:grpSpPr>
        <p:sp>
          <p:nvSpPr>
            <p:cNvPr id="521" name="Google Shape;52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4" name="Google Shape;524;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5" name="Google Shape;525;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7" name="Google Shape;52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8" name="Google Shape;52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0" name="Google Shape;53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1" name="Google Shape;53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8" name="Google Shape;53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9" name="Google Shape;53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0" name="Google Shape;54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1" name="Google Shape;54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9"/>
        <p:cNvGrpSpPr/>
        <p:nvPr/>
      </p:nvGrpSpPr>
      <p:grpSpPr>
        <a:xfrm>
          <a:off x="0" y="0"/>
          <a:ext cx="0" cy="0"/>
          <a:chOff x="0" y="0"/>
          <a:chExt cx="0" cy="0"/>
        </a:xfrm>
      </p:grpSpPr>
      <p:cxnSp>
        <p:nvCxnSpPr>
          <p:cNvPr id="550" name="Google Shape;55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1" name="Google Shape;55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2" name="Google Shape;55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4" name="Google Shape;564;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7" name="Google Shape;567;g2c157a2fb06_0_1045"/>
          <p:cNvGrpSpPr/>
          <p:nvPr/>
        </p:nvGrpSpPr>
        <p:grpSpPr>
          <a:xfrm>
            <a:off x="662575" y="6212475"/>
            <a:ext cx="586800" cy="571500"/>
            <a:chOff x="662575" y="6212475"/>
            <a:chExt cx="586800" cy="571500"/>
          </a:xfrm>
        </p:grpSpPr>
        <p:sp>
          <p:nvSpPr>
            <p:cNvPr id="568" name="Google Shape;56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045"/>
          <p:cNvGrpSpPr/>
          <p:nvPr/>
        </p:nvGrpSpPr>
        <p:grpSpPr>
          <a:xfrm>
            <a:off x="7894350" y="6212475"/>
            <a:ext cx="586800" cy="571500"/>
            <a:chOff x="7894350" y="6212475"/>
            <a:chExt cx="586800" cy="571500"/>
          </a:xfrm>
        </p:grpSpPr>
        <p:sp>
          <p:nvSpPr>
            <p:cNvPr id="572" name="Google Shape;57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6" name="Google Shape;576;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1" name="Google Shape;58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2" name="Google Shape;58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4" name="Google Shape;58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5" name="Google Shape;58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6"/>
        <p:cNvGrpSpPr/>
        <p:nvPr/>
      </p:nvGrpSpPr>
      <p:grpSpPr>
        <a:xfrm>
          <a:off x="0" y="0"/>
          <a:ext cx="0" cy="0"/>
          <a:chOff x="0" y="0"/>
          <a:chExt cx="0" cy="0"/>
        </a:xfrm>
      </p:grpSpPr>
      <p:sp>
        <p:nvSpPr>
          <p:cNvPr id="587" name="Google Shape;587;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3" name="Google Shape;593;g2c157a2fb06_0_1110"/>
          <p:cNvGrpSpPr/>
          <p:nvPr/>
        </p:nvGrpSpPr>
        <p:grpSpPr>
          <a:xfrm>
            <a:off x="662575" y="6212475"/>
            <a:ext cx="586800" cy="571500"/>
            <a:chOff x="662575" y="6212475"/>
            <a:chExt cx="586800" cy="571500"/>
          </a:xfrm>
        </p:grpSpPr>
        <p:sp>
          <p:nvSpPr>
            <p:cNvPr id="594" name="Google Shape;59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7894350" y="6212475"/>
            <a:ext cx="586800" cy="571500"/>
            <a:chOff x="7894350" y="6212475"/>
            <a:chExt cx="586800" cy="571500"/>
          </a:xfrm>
        </p:grpSpPr>
        <p:sp>
          <p:nvSpPr>
            <p:cNvPr id="598" name="Google Shape;59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1" name="Google Shape;601;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2" name="Google Shape;602;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3" name="Google Shape;603;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4" name="Google Shape;60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7" name="Google Shape;60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8" name="Google Shape;60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9" name="Google Shape;60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2" name="Google Shape;612;g2c157a2fb06_0_1110"/>
          <p:cNvGrpSpPr/>
          <p:nvPr/>
        </p:nvGrpSpPr>
        <p:grpSpPr>
          <a:xfrm>
            <a:off x="5806200" y="180746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6" name="Google Shape;61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7" name="Google Shape;61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8" name="Google Shape;618;g2c157a2fb06_0_1110"/>
          <p:cNvGrpSpPr/>
          <p:nvPr/>
        </p:nvGrpSpPr>
        <p:grpSpPr>
          <a:xfrm>
            <a:off x="5806200" y="2842438"/>
            <a:ext cx="756300" cy="146700"/>
            <a:chOff x="5806200" y="1807463"/>
            <a:chExt cx="756300" cy="146700"/>
          </a:xfrm>
        </p:grpSpPr>
        <p:sp>
          <p:nvSpPr>
            <p:cNvPr id="619" name="Google Shape;619;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2" name="Google Shape;622;g2c157a2fb06_0_1110"/>
          <p:cNvGrpSpPr/>
          <p:nvPr/>
        </p:nvGrpSpPr>
        <p:grpSpPr>
          <a:xfrm>
            <a:off x="5806200" y="3877413"/>
            <a:ext cx="756300" cy="146700"/>
            <a:chOff x="5806200" y="1807463"/>
            <a:chExt cx="756300" cy="146700"/>
          </a:xfrm>
        </p:grpSpPr>
        <p:sp>
          <p:nvSpPr>
            <p:cNvPr id="623" name="Google Shape;62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6"/>
        <p:cNvGrpSpPr/>
        <p:nvPr/>
      </p:nvGrpSpPr>
      <p:grpSpPr>
        <a:xfrm>
          <a:off x="0" y="0"/>
          <a:ext cx="0" cy="0"/>
          <a:chOff x="0" y="0"/>
          <a:chExt cx="0" cy="0"/>
        </a:xfrm>
      </p:grpSpPr>
      <p:sp>
        <p:nvSpPr>
          <p:cNvPr id="627" name="Google Shape;62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1" name="Google Shape;63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0" name="Google Shape;640;p30"/>
          <p:cNvGrpSpPr/>
          <p:nvPr/>
        </p:nvGrpSpPr>
        <p:grpSpPr>
          <a:xfrm>
            <a:off x="6022940" y="5341706"/>
            <a:ext cx="594501" cy="305904"/>
            <a:chOff x="5672081" y="1914352"/>
            <a:chExt cx="792668" cy="305904"/>
          </a:xfrm>
        </p:grpSpPr>
        <p:sp>
          <p:nvSpPr>
            <p:cNvPr id="641" name="Google Shape;64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3" name="Google Shape;64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4" name="Google Shape;64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3" name="Google Shape;65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7" name="Google Shape;66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0" name="Google Shape;67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1" name="Google Shape;67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2"/>
        <p:cNvGrpSpPr/>
        <p:nvPr/>
      </p:nvGrpSpPr>
      <p:grpSpPr>
        <a:xfrm>
          <a:off x="0" y="0"/>
          <a:ext cx="0" cy="0"/>
          <a:chOff x="0" y="0"/>
          <a:chExt cx="0" cy="0"/>
        </a:xfrm>
      </p:grpSpPr>
      <p:sp>
        <p:nvSpPr>
          <p:cNvPr id="673" name="Google Shape;67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4" name="Google Shape;67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5" name="Google Shape;67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6"/>
        <p:cNvGrpSpPr/>
        <p:nvPr/>
      </p:nvGrpSpPr>
      <p:grpSpPr>
        <a:xfrm>
          <a:off x="0" y="0"/>
          <a:ext cx="0" cy="0"/>
          <a:chOff x="0" y="0"/>
          <a:chExt cx="0" cy="0"/>
        </a:xfrm>
      </p:grpSpPr>
      <p:sp>
        <p:nvSpPr>
          <p:cNvPr id="677" name="Google Shape;67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8" name="Google Shape;67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9" name="Google Shape;67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686"/>
        <p:cNvGrpSpPr/>
        <p:nvPr/>
      </p:nvGrpSpPr>
      <p:grpSpPr>
        <a:xfrm>
          <a:off x="0" y="0"/>
          <a:ext cx="0" cy="0"/>
          <a:chOff x="0" y="0"/>
          <a:chExt cx="0" cy="0"/>
        </a:xfrm>
      </p:grpSpPr>
      <p:sp>
        <p:nvSpPr>
          <p:cNvPr id="687" name="Google Shape;687;g3165257d2d0_0_163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688" name="Google Shape;688;g3165257d2d0_0_163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b="0" i="0" u="none" strike="noStrike" cap="none">
                <a:solidFill>
                  <a:srgbClr val="F7941D"/>
                </a:solidFill>
                <a:latin typeface="Poppins SemiBold"/>
                <a:ea typeface="Poppins SemiBold"/>
                <a:cs typeface="Poppins SemiBold"/>
                <a:sym typeface="Poppins SemiBold"/>
              </a:rPr>
              <a:t>Grade K</a:t>
            </a:r>
            <a:endParaRPr sz="6000" b="0" i="0" u="none" strike="noStrike" cap="none">
              <a:solidFill>
                <a:schemeClr val="dk1"/>
              </a:solidFill>
              <a:latin typeface="Poppins SemiBold"/>
              <a:ea typeface="Poppins SemiBold"/>
              <a:cs typeface="Poppins SemiBold"/>
              <a:sym typeface="Poppins SemiBold"/>
            </a:endParaRPr>
          </a:p>
        </p:txBody>
      </p:sp>
      <p:sp>
        <p:nvSpPr>
          <p:cNvPr id="689" name="Google Shape;689;g3165257d2d0_0_163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0" name="Google Shape;690;g3165257d2d0_0_163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691" name="Google Shape;691;g3165257d2d0_0_1634"/>
          <p:cNvGrpSpPr/>
          <p:nvPr/>
        </p:nvGrpSpPr>
        <p:grpSpPr>
          <a:xfrm>
            <a:off x="8199150" y="5983875"/>
            <a:ext cx="586800" cy="571500"/>
            <a:chOff x="7894350" y="6212475"/>
            <a:chExt cx="586800" cy="571500"/>
          </a:xfrm>
        </p:grpSpPr>
        <p:sp>
          <p:nvSpPr>
            <p:cNvPr id="692" name="Google Shape;692;g3165257d2d0_0_163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g3165257d2d0_0_163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3165257d2d0_0_163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695" name="Google Shape;695;g3165257d2d0_0_1634"/>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9020"/>
              </a:srgbClr>
            </a:outerShdw>
          </a:effectLst>
        </p:spPr>
      </p:pic>
      <p:grpSp>
        <p:nvGrpSpPr>
          <p:cNvPr id="696" name="Google Shape;696;g3165257d2d0_0_1634"/>
          <p:cNvGrpSpPr/>
          <p:nvPr/>
        </p:nvGrpSpPr>
        <p:grpSpPr>
          <a:xfrm>
            <a:off x="-36800" y="-52000"/>
            <a:ext cx="9236100" cy="543750"/>
            <a:chOff x="-36800" y="-52000"/>
            <a:chExt cx="9236100" cy="543750"/>
          </a:xfrm>
        </p:grpSpPr>
        <p:sp>
          <p:nvSpPr>
            <p:cNvPr id="697" name="Google Shape;697;g3165257d2d0_0_163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98" name="Google Shape;698;g3165257d2d0_0_1634"/>
            <p:cNvGrpSpPr/>
            <p:nvPr/>
          </p:nvGrpSpPr>
          <p:grpSpPr>
            <a:xfrm>
              <a:off x="565600" y="88250"/>
              <a:ext cx="1337400" cy="403500"/>
              <a:chOff x="565600" y="88250"/>
              <a:chExt cx="1337400" cy="403500"/>
            </a:xfrm>
          </p:grpSpPr>
          <p:grpSp>
            <p:nvGrpSpPr>
              <p:cNvPr id="699" name="Google Shape;699;g3165257d2d0_0_1634"/>
              <p:cNvGrpSpPr/>
              <p:nvPr/>
            </p:nvGrpSpPr>
            <p:grpSpPr>
              <a:xfrm>
                <a:off x="565600" y="88250"/>
                <a:ext cx="1337400" cy="403500"/>
                <a:chOff x="565600" y="88250"/>
                <a:chExt cx="1337400" cy="403500"/>
              </a:xfrm>
            </p:grpSpPr>
            <p:sp>
              <p:nvSpPr>
                <p:cNvPr id="700" name="Google Shape;700;g3165257d2d0_0_163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1" name="Google Shape;701;g3165257d2d0_0_163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02" name="Google Shape;702;g3165257d2d0_0_163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03" name="Google Shape;703;g3165257d2d0_0_163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04" name="Google Shape;704;g3165257d2d0_0_163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5" name="Google Shape;705;g3165257d2d0_0_163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6" name="Google Shape;706;g3165257d2d0_0_163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7" name="Google Shape;707;g3165257d2d0_0_163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08" name="Google Shape;708;g3165257d2d0_0_163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9" name="Google Shape;709;g3165257d2d0_0_163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10" name="Google Shape;710;g3165257d2d0_0_163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1" name="Google Shape;711;g3165257d2d0_0_163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2" name="Google Shape;712;g3165257d2d0_0_163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713"/>
        <p:cNvGrpSpPr/>
        <p:nvPr/>
      </p:nvGrpSpPr>
      <p:grpSpPr>
        <a:xfrm>
          <a:off x="0" y="0"/>
          <a:ext cx="0" cy="0"/>
          <a:chOff x="0" y="0"/>
          <a:chExt cx="0" cy="0"/>
        </a:xfrm>
      </p:grpSpPr>
      <p:sp>
        <p:nvSpPr>
          <p:cNvPr id="714" name="Google Shape;714;g3165257d2d0_0_1661"/>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715" name="Google Shape;715;g3165257d2d0_0_1661"/>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716" name="Google Shape;716;g3165257d2d0_0_1661"/>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717" name="Google Shape;717;g3165257d2d0_0_1661"/>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718" name="Google Shape;718;g3165257d2d0_0_1661"/>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719" name="Google Shape;719;g3165257d2d0_0_1661"/>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720" name="Google Shape;720;g3165257d2d0_0_1661"/>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721" name="Google Shape;721;g3165257d2d0_0_1661"/>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22" name="Google Shape;722;g3165257d2d0_0_1661"/>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23" name="Google Shape;723;g3165257d2d0_0_1661"/>
          <p:cNvGrpSpPr/>
          <p:nvPr/>
        </p:nvGrpSpPr>
        <p:grpSpPr>
          <a:xfrm>
            <a:off x="357775" y="5983875"/>
            <a:ext cx="586800" cy="571500"/>
            <a:chOff x="662575" y="6212475"/>
            <a:chExt cx="586800" cy="571500"/>
          </a:xfrm>
        </p:grpSpPr>
        <p:sp>
          <p:nvSpPr>
            <p:cNvPr id="724" name="Google Shape;724;g3165257d2d0_0_1661">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5" name="Google Shape;725;g3165257d2d0_0_1661">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6" name="Google Shape;726;g3165257d2d0_0_1661">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27" name="Google Shape;727;g3165257d2d0_0_1661"/>
          <p:cNvGrpSpPr/>
          <p:nvPr/>
        </p:nvGrpSpPr>
        <p:grpSpPr>
          <a:xfrm>
            <a:off x="8199150" y="5983875"/>
            <a:ext cx="586800" cy="571500"/>
            <a:chOff x="7894350" y="6212475"/>
            <a:chExt cx="586800" cy="571500"/>
          </a:xfrm>
        </p:grpSpPr>
        <p:sp>
          <p:nvSpPr>
            <p:cNvPr id="728" name="Google Shape;728;g3165257d2d0_0_1661">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9" name="Google Shape;729;g3165257d2d0_0_1661">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0" name="Google Shape;730;g3165257d2d0_0_1661">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31" name="Google Shape;731;g3165257d2d0_0_1661"/>
          <p:cNvGrpSpPr/>
          <p:nvPr/>
        </p:nvGrpSpPr>
        <p:grpSpPr>
          <a:xfrm>
            <a:off x="-36800" y="-52000"/>
            <a:ext cx="9236100" cy="543750"/>
            <a:chOff x="-36800" y="-52000"/>
            <a:chExt cx="9236100" cy="543750"/>
          </a:xfrm>
        </p:grpSpPr>
        <p:sp>
          <p:nvSpPr>
            <p:cNvPr id="732" name="Google Shape;732;g3165257d2d0_0_1661"/>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33" name="Google Shape;733;g3165257d2d0_0_1661"/>
            <p:cNvGrpSpPr/>
            <p:nvPr/>
          </p:nvGrpSpPr>
          <p:grpSpPr>
            <a:xfrm>
              <a:off x="565600" y="88250"/>
              <a:ext cx="1337400" cy="403500"/>
              <a:chOff x="565600" y="88250"/>
              <a:chExt cx="1337400" cy="403500"/>
            </a:xfrm>
          </p:grpSpPr>
          <p:grpSp>
            <p:nvGrpSpPr>
              <p:cNvPr id="734" name="Google Shape;734;g3165257d2d0_0_1661"/>
              <p:cNvGrpSpPr/>
              <p:nvPr/>
            </p:nvGrpSpPr>
            <p:grpSpPr>
              <a:xfrm>
                <a:off x="565600" y="88250"/>
                <a:ext cx="1337400" cy="403500"/>
                <a:chOff x="565600" y="88250"/>
                <a:chExt cx="1337400" cy="403500"/>
              </a:xfrm>
            </p:grpSpPr>
            <p:sp>
              <p:nvSpPr>
                <p:cNvPr id="735" name="Google Shape;735;g3165257d2d0_0_1661"/>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6" name="Google Shape;736;g3165257d2d0_0_1661"/>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37" name="Google Shape;737;g3165257d2d0_0_1661"/>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38" name="Google Shape;738;g3165257d2d0_0_1661"/>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9" name="Google Shape;739;g3165257d2d0_0_1661"/>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0" name="Google Shape;740;g3165257d2d0_0_1661"/>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41" name="Google Shape;741;g3165257d2d0_0_1661"/>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3165257d2d0_0_1661"/>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43" name="Google Shape;743;g3165257d2d0_0_1661"/>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3165257d2d0_0_1661"/>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5" name="Google Shape;745;g3165257d2d0_0_1661"/>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3165257d2d0_0_1661"/>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47" name="Google Shape;747;g3165257d2d0_0_1661"/>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8"/>
        <p:cNvGrpSpPr/>
        <p:nvPr/>
      </p:nvGrpSpPr>
      <p:grpSpPr>
        <a:xfrm>
          <a:off x="0" y="0"/>
          <a:ext cx="0" cy="0"/>
          <a:chOff x="0" y="0"/>
          <a:chExt cx="0" cy="0"/>
        </a:xfrm>
      </p:grpSpPr>
      <p:sp>
        <p:nvSpPr>
          <p:cNvPr id="749" name="Google Shape;749;g3165257d2d0_0_1696"/>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50" name="Google Shape;750;g3165257d2d0_0_1696"/>
          <p:cNvGrpSpPr/>
          <p:nvPr/>
        </p:nvGrpSpPr>
        <p:grpSpPr>
          <a:xfrm>
            <a:off x="357775" y="5983875"/>
            <a:ext cx="586800" cy="571500"/>
            <a:chOff x="662575" y="6212475"/>
            <a:chExt cx="586800" cy="571500"/>
          </a:xfrm>
        </p:grpSpPr>
        <p:sp>
          <p:nvSpPr>
            <p:cNvPr id="751" name="Google Shape;751;g3165257d2d0_0_169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2" name="Google Shape;752;g3165257d2d0_0_1696">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3" name="Google Shape;753;g3165257d2d0_0_1696">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54" name="Google Shape;754;g3165257d2d0_0_1696"/>
          <p:cNvGrpSpPr/>
          <p:nvPr/>
        </p:nvGrpSpPr>
        <p:grpSpPr>
          <a:xfrm>
            <a:off x="8199150" y="5983875"/>
            <a:ext cx="586800" cy="571500"/>
            <a:chOff x="7894350" y="6212475"/>
            <a:chExt cx="586800" cy="571500"/>
          </a:xfrm>
        </p:grpSpPr>
        <p:sp>
          <p:nvSpPr>
            <p:cNvPr id="755" name="Google Shape;755;g3165257d2d0_0_169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6" name="Google Shape;756;g3165257d2d0_0_1696">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7" name="Google Shape;757;g3165257d2d0_0_1696">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58" name="Google Shape;758;g3165257d2d0_0_169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759" name="Google Shape;759;g3165257d2d0_0_1696"/>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760" name="Google Shape;760;g3165257d2d0_0_1696"/>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61" name="Google Shape;761;g3165257d2d0_0_1696"/>
          <p:cNvGrpSpPr/>
          <p:nvPr/>
        </p:nvGrpSpPr>
        <p:grpSpPr>
          <a:xfrm>
            <a:off x="-36800" y="-52000"/>
            <a:ext cx="9236100" cy="543750"/>
            <a:chOff x="-36800" y="-52000"/>
            <a:chExt cx="9236100" cy="543750"/>
          </a:xfrm>
        </p:grpSpPr>
        <p:sp>
          <p:nvSpPr>
            <p:cNvPr id="762" name="Google Shape;762;g3165257d2d0_0_1696"/>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63" name="Google Shape;763;g3165257d2d0_0_1696"/>
            <p:cNvGrpSpPr/>
            <p:nvPr/>
          </p:nvGrpSpPr>
          <p:grpSpPr>
            <a:xfrm>
              <a:off x="565600" y="88250"/>
              <a:ext cx="1337400" cy="403500"/>
              <a:chOff x="565600" y="88250"/>
              <a:chExt cx="1337400" cy="403500"/>
            </a:xfrm>
          </p:grpSpPr>
          <p:grpSp>
            <p:nvGrpSpPr>
              <p:cNvPr id="764" name="Google Shape;764;g3165257d2d0_0_1696"/>
              <p:cNvGrpSpPr/>
              <p:nvPr/>
            </p:nvGrpSpPr>
            <p:grpSpPr>
              <a:xfrm>
                <a:off x="565600" y="88250"/>
                <a:ext cx="1337400" cy="403500"/>
                <a:chOff x="565600" y="88250"/>
                <a:chExt cx="1337400" cy="403500"/>
              </a:xfrm>
            </p:grpSpPr>
            <p:sp>
              <p:nvSpPr>
                <p:cNvPr id="765" name="Google Shape;765;g3165257d2d0_0_1696"/>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6" name="Google Shape;766;g3165257d2d0_0_1696"/>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67" name="Google Shape;767;g3165257d2d0_0_1696"/>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68" name="Google Shape;768;g3165257d2d0_0_1696"/>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69" name="Google Shape;769;g3165257d2d0_0_1696"/>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0" name="Google Shape;770;g3165257d2d0_0_1696"/>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71" name="Google Shape;771;g3165257d2d0_0_1696"/>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2" name="Google Shape;772;g3165257d2d0_0_1696"/>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73" name="Google Shape;773;g3165257d2d0_0_1696"/>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4" name="Google Shape;774;g3165257d2d0_0_1696"/>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75" name="Google Shape;775;g3165257d2d0_0_1696"/>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6" name="Google Shape;776;g3165257d2d0_0_1696"/>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77" name="Google Shape;777;g3165257d2d0_0_1696"/>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778"/>
        <p:cNvGrpSpPr/>
        <p:nvPr/>
      </p:nvGrpSpPr>
      <p:grpSpPr>
        <a:xfrm>
          <a:off x="0" y="0"/>
          <a:ext cx="0" cy="0"/>
          <a:chOff x="0" y="0"/>
          <a:chExt cx="0" cy="0"/>
        </a:xfrm>
      </p:grpSpPr>
      <p:sp>
        <p:nvSpPr>
          <p:cNvPr id="779" name="Google Shape;779;g3165257d2d0_0_1726"/>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0" name="Google Shape;780;g3165257d2d0_0_1726"/>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1" name="Google Shape;781;g3165257d2d0_0_172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82" name="Google Shape;782;g3165257d2d0_0_1726"/>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3" name="Google Shape;783;g3165257d2d0_0_1726"/>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4" name="Google Shape;784;g3165257d2d0_0_172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85" name="Google Shape;785;g3165257d2d0_0_1726"/>
          <p:cNvGrpSpPr/>
          <p:nvPr/>
        </p:nvGrpSpPr>
        <p:grpSpPr>
          <a:xfrm>
            <a:off x="662575" y="6212475"/>
            <a:ext cx="586800" cy="571500"/>
            <a:chOff x="662575" y="6212475"/>
            <a:chExt cx="586800" cy="571500"/>
          </a:xfrm>
        </p:grpSpPr>
        <p:sp>
          <p:nvSpPr>
            <p:cNvPr id="786" name="Google Shape;786;g3165257d2d0_0_172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7" name="Google Shape;787;g3165257d2d0_0_1726">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8" name="Google Shape;788;g3165257d2d0_0_1726">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89" name="Google Shape;789;g3165257d2d0_0_1726"/>
          <p:cNvGrpSpPr/>
          <p:nvPr/>
        </p:nvGrpSpPr>
        <p:grpSpPr>
          <a:xfrm>
            <a:off x="7894350" y="6212475"/>
            <a:ext cx="586800" cy="571500"/>
            <a:chOff x="7894350" y="6212475"/>
            <a:chExt cx="586800" cy="571500"/>
          </a:xfrm>
        </p:grpSpPr>
        <p:sp>
          <p:nvSpPr>
            <p:cNvPr id="790" name="Google Shape;790;g3165257d2d0_0_172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1" name="Google Shape;791;g3165257d2d0_0_1726">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2" name="Google Shape;792;g3165257d2d0_0_1726">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93" name="Google Shape;793;g3165257d2d0_0_1726"/>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'i'</a:t>
            </a:r>
            <a:endParaRPr sz="1800" b="0" i="0" u="none" strike="noStrike" cap="none">
              <a:solidFill>
                <a:srgbClr val="FFFFFF"/>
              </a:solidFill>
              <a:latin typeface="Poppins SemiBold"/>
              <a:ea typeface="Poppins SemiBold"/>
              <a:cs typeface="Poppins SemiBold"/>
              <a:sym typeface="Poppins SemiBold"/>
            </a:endParaRPr>
          </a:p>
        </p:txBody>
      </p:sp>
      <p:sp>
        <p:nvSpPr>
          <p:cNvPr id="794" name="Google Shape;794;g3165257d2d0_0_1726"/>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2 - Monday</a:t>
            </a:r>
            <a:endParaRPr sz="1800" b="0" i="0" u="none" strike="noStrike" cap="none">
              <a:solidFill>
                <a:srgbClr val="F7941D"/>
              </a:solidFill>
              <a:latin typeface="Poppins Medium"/>
              <a:ea typeface="Poppins Medium"/>
              <a:cs typeface="Poppins Medium"/>
              <a:sym typeface="Poppins Medium"/>
            </a:endParaRPr>
          </a:p>
        </p:txBody>
      </p:sp>
      <p:sp>
        <p:nvSpPr>
          <p:cNvPr id="795" name="Google Shape;795;g3165257d2d0_0_1726"/>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6</a:t>
            </a:r>
            <a:endParaRPr sz="1800" b="0" i="0" u="none" strike="noStrike" cap="none">
              <a:solidFill>
                <a:srgbClr val="F7941D"/>
              </a:solidFill>
              <a:latin typeface="Poppins Medium"/>
              <a:ea typeface="Poppins Medium"/>
              <a:cs typeface="Poppins Medium"/>
              <a:sym typeface="Poppins Medium"/>
            </a:endParaRPr>
          </a:p>
        </p:txBody>
      </p:sp>
      <p:sp>
        <p:nvSpPr>
          <p:cNvPr id="796" name="Google Shape;796;g3165257d2d0_0_1726"/>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797" name="Google Shape;797;g3165257d2d0_0_172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98" name="Google Shape;798;g3165257d2d0_0_1726"/>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799" name="Google Shape;799;g3165257d2d0_0_17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800" name="Google Shape;800;g3165257d2d0_0_17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801"/>
        <p:cNvGrpSpPr/>
        <p:nvPr/>
      </p:nvGrpSpPr>
      <p:grpSpPr>
        <a:xfrm>
          <a:off x="0" y="0"/>
          <a:ext cx="0" cy="0"/>
          <a:chOff x="0" y="0"/>
          <a:chExt cx="0" cy="0"/>
        </a:xfrm>
      </p:grpSpPr>
      <p:sp>
        <p:nvSpPr>
          <p:cNvPr id="802" name="Google Shape;802;g3165257d2d0_0_1749"/>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803" name="Google Shape;803;g3165257d2d0_0_1749"/>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804" name="Google Shape;804;g3165257d2d0_0_1749"/>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805" name="Google Shape;805;g3165257d2d0_0_1749"/>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06" name="Google Shape;806;g3165257d2d0_0_1749"/>
          <p:cNvGrpSpPr/>
          <p:nvPr/>
        </p:nvGrpSpPr>
        <p:grpSpPr>
          <a:xfrm>
            <a:off x="8199150" y="5983875"/>
            <a:ext cx="586800" cy="571500"/>
            <a:chOff x="7894350" y="6212475"/>
            <a:chExt cx="586800" cy="571500"/>
          </a:xfrm>
        </p:grpSpPr>
        <p:sp>
          <p:nvSpPr>
            <p:cNvPr id="807" name="Google Shape;807;g3165257d2d0_0_174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8" name="Google Shape;808;g3165257d2d0_0_174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9" name="Google Shape;809;g3165257d2d0_0_174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10" name="Google Shape;810;g3165257d2d0_0_1749"/>
          <p:cNvSpPr>
            <a:spLocks noGrp="1"/>
          </p:cNvSpPr>
          <p:nvPr>
            <p:ph type="pic" idx="2"/>
          </p:nvPr>
        </p:nvSpPr>
        <p:spPr>
          <a:xfrm>
            <a:off x="960225" y="1993200"/>
            <a:ext cx="2946000" cy="1949700"/>
          </a:xfrm>
          <a:prstGeom prst="roundRect">
            <a:avLst>
              <a:gd name="adj" fmla="val 16667"/>
            </a:avLst>
          </a:prstGeom>
          <a:noFill/>
          <a:ln>
            <a:noFill/>
          </a:ln>
        </p:spPr>
      </p:sp>
      <p:pic>
        <p:nvPicPr>
          <p:cNvPr id="811" name="Google Shape;811;g3165257d2d0_0_1749"/>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9020"/>
              </a:srgbClr>
            </a:outerShdw>
          </a:effectLst>
        </p:spPr>
      </p:pic>
      <p:grpSp>
        <p:nvGrpSpPr>
          <p:cNvPr id="812" name="Google Shape;812;g3165257d2d0_0_1749"/>
          <p:cNvGrpSpPr/>
          <p:nvPr/>
        </p:nvGrpSpPr>
        <p:grpSpPr>
          <a:xfrm>
            <a:off x="-36800" y="-52000"/>
            <a:ext cx="9236100" cy="543750"/>
            <a:chOff x="-36800" y="-52000"/>
            <a:chExt cx="9236100" cy="543750"/>
          </a:xfrm>
        </p:grpSpPr>
        <p:sp>
          <p:nvSpPr>
            <p:cNvPr id="813" name="Google Shape;813;g3165257d2d0_0_1749"/>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14" name="Google Shape;814;g3165257d2d0_0_1749"/>
            <p:cNvGrpSpPr/>
            <p:nvPr/>
          </p:nvGrpSpPr>
          <p:grpSpPr>
            <a:xfrm>
              <a:off x="565600" y="88250"/>
              <a:ext cx="1337400" cy="403500"/>
              <a:chOff x="565600" y="88250"/>
              <a:chExt cx="1337400" cy="403500"/>
            </a:xfrm>
          </p:grpSpPr>
          <p:grpSp>
            <p:nvGrpSpPr>
              <p:cNvPr id="815" name="Google Shape;815;g3165257d2d0_0_1749"/>
              <p:cNvGrpSpPr/>
              <p:nvPr/>
            </p:nvGrpSpPr>
            <p:grpSpPr>
              <a:xfrm>
                <a:off x="565600" y="88250"/>
                <a:ext cx="1337400" cy="403500"/>
                <a:chOff x="565600" y="88250"/>
                <a:chExt cx="1337400" cy="403500"/>
              </a:xfrm>
            </p:grpSpPr>
            <p:sp>
              <p:nvSpPr>
                <p:cNvPr id="816" name="Google Shape;816;g3165257d2d0_0_1749"/>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7" name="Google Shape;817;g3165257d2d0_0_1749"/>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18" name="Google Shape;818;g3165257d2d0_0_1749"/>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819" name="Google Shape;819;g3165257d2d0_0_1749"/>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820" name="Google Shape;820;g3165257d2d0_0_1749"/>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1" name="Google Shape;821;g3165257d2d0_0_1749"/>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822" name="Google Shape;822;g3165257d2d0_0_1749"/>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3" name="Google Shape;823;g3165257d2d0_0_1749"/>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824" name="Google Shape;824;g3165257d2d0_0_1749"/>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5" name="Google Shape;825;g3165257d2d0_0_1749"/>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826" name="Google Shape;826;g3165257d2d0_0_1749"/>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7" name="Google Shape;827;g3165257d2d0_0_1749"/>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828" name="Google Shape;828;g3165257d2d0_0_1749"/>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End title slide">
  <p:cSld name="End title slide">
    <p:spTree>
      <p:nvGrpSpPr>
        <p:cNvPr id="1" name="Shape 829"/>
        <p:cNvGrpSpPr/>
        <p:nvPr/>
      </p:nvGrpSpPr>
      <p:grpSpPr>
        <a:xfrm>
          <a:off x="0" y="0"/>
          <a:ext cx="0" cy="0"/>
          <a:chOff x="0" y="0"/>
          <a:chExt cx="0" cy="0"/>
        </a:xfrm>
      </p:grpSpPr>
      <p:grpSp>
        <p:nvGrpSpPr>
          <p:cNvPr id="830" name="Google Shape;830;g3165257d2d0_0_1777"/>
          <p:cNvGrpSpPr/>
          <p:nvPr/>
        </p:nvGrpSpPr>
        <p:grpSpPr>
          <a:xfrm>
            <a:off x="-400050" y="-342900"/>
            <a:ext cx="9944100" cy="7258200"/>
            <a:chOff x="-400050" y="-342900"/>
            <a:chExt cx="9944100" cy="7258200"/>
          </a:xfrm>
        </p:grpSpPr>
        <p:grpSp>
          <p:nvGrpSpPr>
            <p:cNvPr id="831" name="Google Shape;831;g3165257d2d0_0_1777"/>
            <p:cNvGrpSpPr/>
            <p:nvPr/>
          </p:nvGrpSpPr>
          <p:grpSpPr>
            <a:xfrm>
              <a:off x="-400050" y="-342900"/>
              <a:ext cx="9944100" cy="7258200"/>
              <a:chOff x="-400050" y="-342900"/>
              <a:chExt cx="9944100" cy="7258200"/>
            </a:xfrm>
          </p:grpSpPr>
          <p:grpSp>
            <p:nvGrpSpPr>
              <p:cNvPr id="832" name="Google Shape;832;g3165257d2d0_0_1777"/>
              <p:cNvGrpSpPr/>
              <p:nvPr/>
            </p:nvGrpSpPr>
            <p:grpSpPr>
              <a:xfrm>
                <a:off x="-36925" y="-42000"/>
                <a:ext cx="9236225" cy="6957300"/>
                <a:chOff x="-36925" y="-42000"/>
                <a:chExt cx="9236225" cy="6957300"/>
              </a:xfrm>
            </p:grpSpPr>
            <p:sp>
              <p:nvSpPr>
                <p:cNvPr id="833" name="Google Shape;833;g3165257d2d0_0_1777"/>
                <p:cNvSpPr/>
                <p:nvPr/>
              </p:nvSpPr>
              <p:spPr>
                <a:xfrm>
                  <a:off x="-36800" y="-42000"/>
                  <a:ext cx="9236100" cy="69573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4" name="Google Shape;834;g3165257d2d0_0_1777"/>
                <p:cNvSpPr/>
                <p:nvPr/>
              </p:nvSpPr>
              <p:spPr>
                <a:xfrm>
                  <a:off x="-36925" y="-42000"/>
                  <a:ext cx="9236100" cy="6019800"/>
                </a:xfrm>
                <a:prstGeom prst="rect">
                  <a:avLst/>
                </a:prstGeom>
                <a:gradFill>
                  <a:gsLst>
                    <a:gs pos="0">
                      <a:srgbClr val="163B7E"/>
                    </a:gs>
                    <a:gs pos="100000">
                      <a:srgbClr val="073763"/>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835" name="Google Shape;835;g3165257d2d0_0_1777"/>
              <p:cNvPicPr preferRelativeResize="0"/>
              <p:nvPr/>
            </p:nvPicPr>
            <p:blipFill rotWithShape="1">
              <a:blip r:embed="rId2">
                <a:alphaModFix amt="3000"/>
              </a:blip>
              <a:srcRect l="9008" t="34049" r="10560"/>
              <a:stretch/>
            </p:blipFill>
            <p:spPr>
              <a:xfrm>
                <a:off x="-400050" y="-342900"/>
                <a:ext cx="9944100" cy="7236426"/>
              </a:xfrm>
              <a:prstGeom prst="rect">
                <a:avLst/>
              </a:prstGeom>
              <a:noFill/>
              <a:ln>
                <a:noFill/>
              </a:ln>
            </p:spPr>
          </p:pic>
        </p:grpSp>
        <p:pic>
          <p:nvPicPr>
            <p:cNvPr id="836" name="Google Shape;836;g3165257d2d0_0_1777"/>
            <p:cNvPicPr preferRelativeResize="0"/>
            <p:nvPr/>
          </p:nvPicPr>
          <p:blipFill rotWithShape="1">
            <a:blip r:embed="rId3">
              <a:alphaModFix amt="40000"/>
            </a:blip>
            <a:srcRect/>
            <a:stretch/>
          </p:blipFill>
          <p:spPr>
            <a:xfrm>
              <a:off x="0" y="0"/>
              <a:ext cx="9144000" cy="6858000"/>
            </a:xfrm>
            <a:prstGeom prst="rect">
              <a:avLst/>
            </a:prstGeom>
            <a:noFill/>
            <a:ln>
              <a:noFill/>
            </a:ln>
          </p:spPr>
        </p:pic>
      </p:grpSp>
      <p:sp>
        <p:nvSpPr>
          <p:cNvPr id="837" name="Google Shape;837;g3165257d2d0_0_1777"/>
          <p:cNvSpPr/>
          <p:nvPr/>
        </p:nvSpPr>
        <p:spPr>
          <a:xfrm>
            <a:off x="-18025" y="5985275"/>
            <a:ext cx="9236100" cy="930000"/>
          </a:xfrm>
          <a:prstGeom prst="rect">
            <a:avLst/>
          </a:prstGeom>
          <a:solidFill>
            <a:srgbClr val="3D85C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g3165257d2d0_0_1777"/>
          <p:cNvSpPr/>
          <p:nvPr/>
        </p:nvSpPr>
        <p:spPr>
          <a:xfrm>
            <a:off x="-409550" y="5977725"/>
            <a:ext cx="2739772" cy="937791"/>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9" name="Google Shape;839;g3165257d2d0_0_1777"/>
          <p:cNvSpPr txBox="1"/>
          <p:nvPr/>
        </p:nvSpPr>
        <p:spPr>
          <a:xfrm>
            <a:off x="363059" y="6084791"/>
            <a:ext cx="1658400" cy="73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Next Lesson:</a:t>
            </a:r>
            <a:endParaRPr sz="1800" b="0" i="0" u="none" strike="noStrike" cap="none">
              <a:solidFill>
                <a:srgbClr val="FFFFFF"/>
              </a:solidFill>
              <a:latin typeface="Poppins SemiBold"/>
              <a:ea typeface="Poppins SemiBold"/>
              <a:cs typeface="Poppins SemiBold"/>
              <a:sym typeface="Poppins SemiBold"/>
            </a:endParaRPr>
          </a:p>
        </p:txBody>
      </p:sp>
      <p:sp>
        <p:nvSpPr>
          <p:cNvPr id="840" name="Google Shape;840;g3165257d2d0_0_1777"/>
          <p:cNvSpPr txBox="1">
            <a:spLocks noGrp="1"/>
          </p:cNvSpPr>
          <p:nvPr>
            <p:ph type="subTitle" idx="1"/>
          </p:nvPr>
        </p:nvSpPr>
        <p:spPr>
          <a:xfrm>
            <a:off x="2521374" y="6081000"/>
            <a:ext cx="6472500" cy="73470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rgbClr val="FFFFFF"/>
              </a:buClr>
              <a:buSzPts val="1800"/>
              <a:buFont typeface="Poppins Medium"/>
              <a:buNone/>
              <a:defRPr sz="1800" i="1">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841" name="Google Shape;841;g3165257d2d0_0_1777"/>
          <p:cNvSpPr txBox="1"/>
          <p:nvPr/>
        </p:nvSpPr>
        <p:spPr>
          <a:xfrm>
            <a:off x="1990700" y="4218225"/>
            <a:ext cx="5162700" cy="303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Medium"/>
                <a:ea typeface="Poppins Medium"/>
                <a:cs typeface="Poppins Medium"/>
                <a:sym typeface="Poppins Medium"/>
              </a:rPr>
              <a:t>Discover more at www.rainbowphonics.com</a:t>
            </a:r>
            <a:endParaRPr sz="1600" b="0" i="0" u="none" strike="noStrike" cap="none">
              <a:solidFill>
                <a:srgbClr val="FFFFFF"/>
              </a:solidFill>
              <a:latin typeface="Poppins Medium"/>
              <a:ea typeface="Poppins Medium"/>
              <a:cs typeface="Poppins Medium"/>
              <a:sym typeface="Poppins Medium"/>
            </a:endParaRPr>
          </a:p>
        </p:txBody>
      </p:sp>
      <p:pic>
        <p:nvPicPr>
          <p:cNvPr id="842" name="Google Shape;842;g3165257d2d0_0_1777"/>
          <p:cNvPicPr preferRelativeResize="0"/>
          <p:nvPr/>
        </p:nvPicPr>
        <p:blipFill rotWithShape="1">
          <a:blip r:embed="rId4">
            <a:alphaModFix/>
          </a:blip>
          <a:srcRect/>
          <a:stretch/>
        </p:blipFill>
        <p:spPr>
          <a:xfrm>
            <a:off x="2206201" y="1660400"/>
            <a:ext cx="4743449" cy="2286000"/>
          </a:xfrm>
          <a:prstGeom prst="rect">
            <a:avLst/>
          </a:prstGeom>
          <a:noFill/>
          <a:ln>
            <a:noFill/>
          </a:ln>
          <a:effectLst>
            <a:outerShdw blurRad="57150" dist="19050" dir="5400000" algn="bl" rotWithShape="0">
              <a:srgbClr val="000000">
                <a:alpha val="49020"/>
              </a:srgbClr>
            </a:outerShdw>
          </a:effectLst>
        </p:spPr>
      </p:pic>
      <p:sp>
        <p:nvSpPr>
          <p:cNvPr id="843" name="Google Shape;843;g3165257d2d0_0_1777">
            <a:hlinkClick r:id="rId5"/>
          </p:cNvPr>
          <p:cNvSpPr/>
          <p:nvPr/>
        </p:nvSpPr>
        <p:spPr>
          <a:xfrm>
            <a:off x="1990700" y="1171200"/>
            <a:ext cx="5485500" cy="3898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Legal Notice">
  <p:cSld name="Alien Word of the Day_2_1_1_1">
    <p:spTree>
      <p:nvGrpSpPr>
        <p:cNvPr id="1" name="Shape 844"/>
        <p:cNvGrpSpPr/>
        <p:nvPr/>
      </p:nvGrpSpPr>
      <p:grpSpPr>
        <a:xfrm>
          <a:off x="0" y="0"/>
          <a:ext cx="0" cy="0"/>
          <a:chOff x="0" y="0"/>
          <a:chExt cx="0" cy="0"/>
        </a:xfrm>
      </p:grpSpPr>
      <p:sp>
        <p:nvSpPr>
          <p:cNvPr id="845" name="Google Shape;845;g3165257d2d0_0_17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6" name="Google Shape;846;g3165257d2d0_0_17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7" name="Google Shape;847;g3165257d2d0_0_1792"/>
          <p:cNvSpPr txBox="1"/>
          <p:nvPr/>
        </p:nvSpPr>
        <p:spPr>
          <a:xfrm>
            <a:off x="995275" y="76740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Legal notice and Sharing Permissions </a:t>
            </a:r>
            <a:endParaRPr sz="1400" b="0" i="0" u="none" strike="noStrike" cap="none">
              <a:solidFill>
                <a:srgbClr val="000000"/>
              </a:solidFill>
              <a:latin typeface="Arial"/>
              <a:ea typeface="Arial"/>
              <a:cs typeface="Arial"/>
              <a:sym typeface="Arial"/>
            </a:endParaRPr>
          </a:p>
        </p:txBody>
      </p:sp>
      <p:sp>
        <p:nvSpPr>
          <p:cNvPr id="848" name="Google Shape;848;g3165257d2d0_0_1792"/>
          <p:cNvSpPr txBox="1"/>
          <p:nvPr/>
        </p:nvSpPr>
        <p:spPr>
          <a:xfrm>
            <a:off x="995275" y="1370825"/>
            <a:ext cx="4673400" cy="2243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All rights reserved. © Copyright 2024 by Rainbow Phonics.</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lang="en-US" sz="939" u="sng">
                <a:solidFill>
                  <a:schemeClr val="hlink"/>
                </a:solidFill>
                <a:hlinkClick r:id="rId2"/>
              </a:rPr>
              <a:t>www.rainbowphonics.co.nz</a:t>
            </a:r>
            <a:r>
              <a:rPr lang="en-US" sz="939" b="0" i="0" u="none" strike="noStrike" cap="none">
                <a:solidFill>
                  <a:srgbClr val="000000"/>
                </a:solidFill>
                <a:latin typeface="Arial"/>
                <a:ea typeface="Arial"/>
                <a:cs typeface="Arial"/>
                <a:sym typeface="Arial"/>
              </a:rPr>
              <a:t>. Decodable readers displayed are published by Beanstalk Books and are available at </a:t>
            </a:r>
            <a:r>
              <a:rPr lang="en-US" sz="939" u="sng">
                <a:solidFill>
                  <a:schemeClr val="hlink"/>
                </a:solidFill>
                <a:hlinkClick r:id="rId3"/>
              </a:rPr>
              <a:t>www.beanstalkbooks.co.nz</a:t>
            </a:r>
            <a:r>
              <a:rPr lang="en-US" sz="939" b="0" i="0" u="none" strike="noStrike" cap="none">
                <a:solidFill>
                  <a:srgbClr val="000000"/>
                </a:solidFill>
                <a:latin typeface="Arial"/>
                <a:ea typeface="Arial"/>
                <a:cs typeface="Arial"/>
                <a:sym typeface="Arial"/>
              </a:rPr>
              <a:t>, teaching resources and games referenced are available at </a:t>
            </a:r>
            <a:r>
              <a:rPr lang="en-US" sz="939" u="sng">
                <a:solidFill>
                  <a:schemeClr val="hlink"/>
                </a:solidFill>
                <a:hlinkClick r:id="rId4"/>
              </a:rPr>
              <a:t>www.juniorlearning.co.nz</a:t>
            </a:r>
            <a:r>
              <a:rPr lang="en-US" sz="939" b="0" i="0" u="none" strike="noStrike" cap="none">
                <a:solidFill>
                  <a:srgbClr val="000000"/>
                </a:solidFill>
                <a:latin typeface="Arial"/>
                <a:ea typeface="Arial"/>
                <a:cs typeface="Arial"/>
                <a:sym typeface="Arial"/>
              </a:rPr>
              <a:t>. </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chemeClr val="dk1"/>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Programme, with additional teacher-led activities, visual examples, phonics assessments and much more, all of which aid in successful phonics instruction. </a:t>
            </a:r>
            <a:endParaRPr sz="939" b="0" i="0" u="none" strike="noStrike" cap="none">
              <a:solidFill>
                <a:srgbClr val="000000"/>
              </a:solidFill>
              <a:latin typeface="Arial"/>
              <a:ea typeface="Arial"/>
              <a:cs typeface="Arial"/>
              <a:sym typeface="Arial"/>
            </a:endParaRPr>
          </a:p>
        </p:txBody>
      </p:sp>
      <p:sp>
        <p:nvSpPr>
          <p:cNvPr id="849" name="Google Shape;849;g3165257d2d0_0_1792"/>
          <p:cNvSpPr txBox="1"/>
          <p:nvPr/>
        </p:nvSpPr>
        <p:spPr>
          <a:xfrm>
            <a:off x="1422825" y="3597900"/>
            <a:ext cx="3149700" cy="18243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 do with this </a:t>
            </a:r>
            <a:r>
              <a:rPr lang="en-US" sz="1240" b="0" i="0" u="none" strike="noStrike" cap="none">
                <a:solidFill>
                  <a:schemeClr val="dk1"/>
                </a:solidFill>
                <a:latin typeface="Arial"/>
                <a:ea typeface="Arial"/>
                <a:cs typeface="Arial"/>
                <a:sym typeface="Arial"/>
              </a:rPr>
              <a:t>resource</a:t>
            </a:r>
            <a:r>
              <a:rPr lang="en-US" sz="1240" b="0" i="0" u="none" strike="noStrike" cap="none">
                <a:solidFill>
                  <a:srgbClr val="000000"/>
                </a:solidFill>
                <a:latin typeface="Arial"/>
                <a:ea typeface="Arial"/>
                <a:cs typeface="Arial"/>
                <a:sym typeface="Arial"/>
              </a:rPr>
              <a:t>:</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Use this resource for personal / classroom use, </a:t>
            </a:r>
            <a:r>
              <a:rPr lang="en-US" sz="1040" b="0" i="0" u="none" strike="noStrike" cap="none">
                <a:solidFill>
                  <a:srgbClr val="000000"/>
                </a:solidFill>
                <a:latin typeface="Poppins SemiBold"/>
                <a:ea typeface="Poppins SemiBold"/>
                <a:cs typeface="Poppins SemiBold"/>
                <a:sym typeface="Poppins SemiBold"/>
              </a:rPr>
              <a:t>with</a:t>
            </a:r>
            <a:r>
              <a:rPr lang="en-US" sz="1040" b="0" i="0" u="none" strike="noStrike" cap="none">
                <a:solidFill>
                  <a:srgbClr val="000000"/>
                </a:solidFill>
                <a:latin typeface="Arial"/>
                <a:ea typeface="Arial"/>
                <a:cs typeface="Arial"/>
                <a:sym typeface="Arial"/>
              </a:rPr>
              <a:t> proper acknowledgement given to Rainbow Phonics.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sz="1040" b="0" i="0" u="none" strike="noStrike" cap="none">
              <a:solidFill>
                <a:srgbClr val="000000"/>
              </a:solidFill>
              <a:latin typeface="Arial"/>
              <a:ea typeface="Arial"/>
              <a:cs typeface="Arial"/>
              <a:sym typeface="Arial"/>
            </a:endParaRPr>
          </a:p>
        </p:txBody>
      </p:sp>
      <p:sp>
        <p:nvSpPr>
          <p:cNvPr id="850" name="Google Shape;850;g3165257d2d0_0_1792"/>
          <p:cNvSpPr txBox="1"/>
          <p:nvPr/>
        </p:nvSpPr>
        <p:spPr>
          <a:xfrm>
            <a:off x="4756150" y="3597900"/>
            <a:ext cx="3535800" cy="24117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can’t do with this resource:</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Make a copy of this resource and edit it for commercial distribution or other purposes.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Distribute images or assets in this presentation outside of this resource, as this is copywritten material.</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Sell any of the displayed resources commercially.</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Host or share these resources with other parties, without written consent from </a:t>
            </a:r>
            <a:r>
              <a:rPr lang="en-US" sz="1040" b="0" i="0" u="none" strike="noStrike" cap="none">
                <a:solidFill>
                  <a:schemeClr val="dk1"/>
                </a:solidFill>
                <a:latin typeface="Arial"/>
                <a:ea typeface="Arial"/>
                <a:cs typeface="Arial"/>
                <a:sym typeface="Arial"/>
              </a:rPr>
              <a:t>Rainbow Phonics</a:t>
            </a:r>
            <a:r>
              <a:rPr lang="en-US" sz="1040" b="0" i="0" u="none" strike="noStrike" cap="none">
                <a:solidFill>
                  <a:srgbClr val="000000"/>
                </a:solidFill>
                <a:latin typeface="Arial"/>
                <a:ea typeface="Arial"/>
                <a:cs typeface="Arial"/>
                <a:sym typeface="Arial"/>
              </a:rPr>
              <a:t>.</a:t>
            </a:r>
            <a:endParaRPr sz="1040" b="0" i="0" u="none" strike="noStrike" cap="none">
              <a:solidFill>
                <a:srgbClr val="000000"/>
              </a:solidFill>
              <a:latin typeface="Arial"/>
              <a:ea typeface="Arial"/>
              <a:cs typeface="Arial"/>
              <a:sym typeface="Arial"/>
            </a:endParaRPr>
          </a:p>
        </p:txBody>
      </p:sp>
      <p:cxnSp>
        <p:nvCxnSpPr>
          <p:cNvPr id="851" name="Google Shape;851;g3165257d2d0_0_1792"/>
          <p:cNvCxnSpPr/>
          <p:nvPr/>
        </p:nvCxnSpPr>
        <p:spPr>
          <a:xfrm>
            <a:off x="865586" y="1350235"/>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852" name="Google Shape;852;g3165257d2d0_0_1792"/>
          <p:cNvSpPr/>
          <p:nvPr/>
        </p:nvSpPr>
        <p:spPr>
          <a:xfrm>
            <a:off x="4442194" y="3596257"/>
            <a:ext cx="363000" cy="363000"/>
          </a:xfrm>
          <a:prstGeom prst="mathMultiply">
            <a:avLst>
              <a:gd name="adj1" fmla="val 23520"/>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853" name="Google Shape;853;g3165257d2d0_0_1792"/>
          <p:cNvGrpSpPr/>
          <p:nvPr/>
        </p:nvGrpSpPr>
        <p:grpSpPr>
          <a:xfrm>
            <a:off x="1050674" y="3528973"/>
            <a:ext cx="508472" cy="472349"/>
            <a:chOff x="718913" y="3178865"/>
            <a:chExt cx="825441" cy="766800"/>
          </a:xfrm>
        </p:grpSpPr>
        <p:sp>
          <p:nvSpPr>
            <p:cNvPr id="854" name="Google Shape;854;g3165257d2d0_0_1792"/>
            <p:cNvSpPr/>
            <p:nvPr/>
          </p:nvSpPr>
          <p:spPr>
            <a:xfrm rot="8100000">
              <a:off x="865666" y="3315344"/>
              <a:ext cx="590576"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5" name="Google Shape;855;g3165257d2d0_0_1792"/>
            <p:cNvSpPr/>
            <p:nvPr/>
          </p:nvSpPr>
          <p:spPr>
            <a:xfrm rot="2700000">
              <a:off x="847908" y="3390222"/>
              <a:ext cx="311410"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856" name="Google Shape;856;g3165257d2d0_0_1792"/>
          <p:cNvPicPr preferRelativeResize="0"/>
          <p:nvPr/>
        </p:nvPicPr>
        <p:blipFill rotWithShape="1">
          <a:blip r:embed="rId5">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9020"/>
              </a:srgbClr>
            </a:outerShdw>
          </a:effectLst>
        </p:spPr>
      </p:pic>
      <p:sp>
        <p:nvSpPr>
          <p:cNvPr id="857" name="Google Shape;857;g3165257d2d0_0_1792"/>
          <p:cNvSpPr txBox="1"/>
          <p:nvPr/>
        </p:nvSpPr>
        <p:spPr>
          <a:xfrm>
            <a:off x="995275" y="100839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by accessing this resource you accept the following terms and conditions</a:t>
            </a:r>
            <a:endParaRPr sz="1000" b="0" i="0" u="none" strike="noStrike" cap="none">
              <a:solidFill>
                <a:srgbClr val="000000"/>
              </a:solidFill>
              <a:latin typeface="Arial"/>
              <a:ea typeface="Arial"/>
              <a:cs typeface="Arial"/>
              <a:sym typeface="Arial"/>
            </a:endParaRPr>
          </a:p>
        </p:txBody>
      </p:sp>
      <p:sp>
        <p:nvSpPr>
          <p:cNvPr id="858" name="Google Shape;858;g3165257d2d0_0_1792"/>
          <p:cNvSpPr txBox="1"/>
          <p:nvPr/>
        </p:nvSpPr>
        <p:spPr>
          <a:xfrm>
            <a:off x="3694625" y="6352800"/>
            <a:ext cx="5162700" cy="30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Medium"/>
                <a:ea typeface="Poppins Medium"/>
                <a:cs typeface="Poppins Medium"/>
                <a:sym typeface="Poppins Medium"/>
              </a:rPr>
              <a:t>Discover more at </a:t>
            </a:r>
            <a:r>
              <a:rPr lang="en-US" sz="1600">
                <a:solidFill>
                  <a:srgbClr val="FFFFFF"/>
                </a:solidFill>
                <a:latin typeface="Poppins Medium"/>
                <a:ea typeface="Poppins Medium"/>
                <a:cs typeface="Poppins Medium"/>
                <a:sym typeface="Poppins Medium"/>
              </a:rPr>
              <a:t>www.rainbowphonics.co.nz</a:t>
            </a:r>
            <a:endParaRPr sz="1600" b="0" i="0" u="none" strike="noStrike" cap="none">
              <a:solidFill>
                <a:srgbClr val="FFFFFF"/>
              </a:solidFill>
              <a:latin typeface="Poppins Medium"/>
              <a:ea typeface="Poppins Medium"/>
              <a:cs typeface="Poppins Medium"/>
              <a:sym typeface="Poppins Medium"/>
            </a:endParaRPr>
          </a:p>
        </p:txBody>
      </p:sp>
      <p:grpSp>
        <p:nvGrpSpPr>
          <p:cNvPr id="859" name="Google Shape;859;g3165257d2d0_0_1792"/>
          <p:cNvGrpSpPr/>
          <p:nvPr/>
        </p:nvGrpSpPr>
        <p:grpSpPr>
          <a:xfrm>
            <a:off x="5434991" y="1479991"/>
            <a:ext cx="3079157" cy="2411780"/>
            <a:chOff x="5434991" y="1479991"/>
            <a:chExt cx="3079157" cy="2411780"/>
          </a:xfrm>
        </p:grpSpPr>
        <p:pic>
          <p:nvPicPr>
            <p:cNvPr id="860" name="Google Shape;860;g3165257d2d0_0_1792"/>
            <p:cNvPicPr preferRelativeResize="0"/>
            <p:nvPr/>
          </p:nvPicPr>
          <p:blipFill rotWithShape="1">
            <a:blip r:embed="rId6">
              <a:alphaModFix/>
            </a:blip>
            <a:srcRect/>
            <a:stretch/>
          </p:blipFill>
          <p:spPr>
            <a:xfrm rot="512460">
              <a:off x="7037628" y="1625095"/>
              <a:ext cx="1315271" cy="1315264"/>
            </a:xfrm>
            <a:prstGeom prst="rect">
              <a:avLst/>
            </a:prstGeom>
            <a:noFill/>
            <a:ln>
              <a:noFill/>
            </a:ln>
            <a:effectLst>
              <a:outerShdw blurRad="57150" dist="19050" dir="5400000" algn="bl" rotWithShape="0">
                <a:srgbClr val="000000">
                  <a:alpha val="20780"/>
                </a:srgbClr>
              </a:outerShdw>
            </a:effectLst>
          </p:spPr>
        </p:pic>
        <p:pic>
          <p:nvPicPr>
            <p:cNvPr id="861" name="Google Shape;861;g3165257d2d0_0_1792"/>
            <p:cNvPicPr preferRelativeResize="0"/>
            <p:nvPr/>
          </p:nvPicPr>
          <p:blipFill rotWithShape="1">
            <a:blip r:embed="rId7">
              <a:alphaModFix/>
            </a:blip>
            <a:srcRect/>
            <a:stretch/>
          </p:blipFill>
          <p:spPr>
            <a:xfrm rot="251087">
              <a:off x="6595023" y="1526228"/>
              <a:ext cx="1315273" cy="1315264"/>
            </a:xfrm>
            <a:prstGeom prst="rect">
              <a:avLst/>
            </a:prstGeom>
            <a:noFill/>
            <a:ln>
              <a:noFill/>
            </a:ln>
            <a:effectLst>
              <a:outerShdw blurRad="57150" dist="19050" dir="5400000" algn="bl" rotWithShape="0">
                <a:srgbClr val="000000">
                  <a:alpha val="20780"/>
                </a:srgbClr>
              </a:outerShdw>
            </a:effectLst>
          </p:spPr>
        </p:pic>
        <p:pic>
          <p:nvPicPr>
            <p:cNvPr id="862" name="Google Shape;862;g3165257d2d0_0_1792"/>
            <p:cNvPicPr preferRelativeResize="0"/>
            <p:nvPr/>
          </p:nvPicPr>
          <p:blipFill rotWithShape="1">
            <a:blip r:embed="rId8">
              <a:alphaModFix/>
            </a:blip>
            <a:srcRect/>
            <a:stretch/>
          </p:blipFill>
          <p:spPr>
            <a:xfrm rot="-198790">
              <a:off x="6033849" y="1525113"/>
              <a:ext cx="1317502" cy="1317490"/>
            </a:xfrm>
            <a:prstGeom prst="rect">
              <a:avLst/>
            </a:prstGeom>
            <a:noFill/>
            <a:ln>
              <a:noFill/>
            </a:ln>
            <a:effectLst>
              <a:outerShdw blurRad="57150" dist="19050" dir="5400000" algn="bl" rotWithShape="0">
                <a:srgbClr val="000000">
                  <a:alpha val="20780"/>
                </a:srgbClr>
              </a:outerShdw>
            </a:effectLst>
          </p:spPr>
        </p:pic>
        <p:pic>
          <p:nvPicPr>
            <p:cNvPr id="863" name="Google Shape;863;g3165257d2d0_0_1792"/>
            <p:cNvPicPr preferRelativeResize="0"/>
            <p:nvPr/>
          </p:nvPicPr>
          <p:blipFill rotWithShape="1">
            <a:blip r:embed="rId9">
              <a:alphaModFix/>
            </a:blip>
            <a:srcRect/>
            <a:stretch/>
          </p:blipFill>
          <p:spPr>
            <a:xfrm rot="-505317">
              <a:off x="5528790" y="1629680"/>
              <a:ext cx="1382684" cy="1382664"/>
            </a:xfrm>
            <a:prstGeom prst="rect">
              <a:avLst/>
            </a:prstGeom>
            <a:noFill/>
            <a:ln>
              <a:noFill/>
            </a:ln>
            <a:effectLst>
              <a:outerShdw blurRad="57150" dist="19050" dir="5400000" algn="bl" rotWithShape="0">
                <a:srgbClr val="000000">
                  <a:alpha val="20780"/>
                </a:srgbClr>
              </a:outerShdw>
            </a:effectLst>
          </p:spPr>
        </p:pic>
        <p:pic>
          <p:nvPicPr>
            <p:cNvPr id="864" name="Google Shape;864;g3165257d2d0_0_1792"/>
            <p:cNvPicPr preferRelativeResize="0"/>
            <p:nvPr/>
          </p:nvPicPr>
          <p:blipFill rotWithShape="1">
            <a:blip r:embed="rId10">
              <a:alphaModFix/>
            </a:blip>
            <a:srcRect/>
            <a:stretch/>
          </p:blipFill>
          <p:spPr>
            <a:xfrm rot="381644">
              <a:off x="6748755" y="2126378"/>
              <a:ext cx="1677627" cy="1677627"/>
            </a:xfrm>
            <a:prstGeom prst="rect">
              <a:avLst/>
            </a:prstGeom>
            <a:noFill/>
            <a:ln>
              <a:noFill/>
            </a:ln>
            <a:effectLst>
              <a:outerShdw blurRad="57150" dist="19050" dir="5400000" algn="bl" rotWithShape="0">
                <a:srgbClr val="000000">
                  <a:alpha val="20780"/>
                </a:srgbClr>
              </a:outerShdw>
            </a:effectLst>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Hear Phonemes">
  <p:cSld name="Alien Word of the Day_1">
    <p:spTree>
      <p:nvGrpSpPr>
        <p:cNvPr id="1" name="Shape 865"/>
        <p:cNvGrpSpPr/>
        <p:nvPr/>
      </p:nvGrpSpPr>
      <p:grpSpPr>
        <a:xfrm>
          <a:off x="0" y="0"/>
          <a:ext cx="0" cy="0"/>
          <a:chOff x="0" y="0"/>
          <a:chExt cx="0" cy="0"/>
        </a:xfrm>
      </p:grpSpPr>
      <p:sp>
        <p:nvSpPr>
          <p:cNvPr id="866" name="Google Shape;866;g3165257d2d0_0_181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sp>
        <p:nvSpPr>
          <p:cNvPr id="867" name="Google Shape;867;g3165257d2d0_0_181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8" name="Google Shape;868;g3165257d2d0_0_181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9" name="Google Shape;869;g3165257d2d0_0_181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0" name="Google Shape;870;g3165257d2d0_0_181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1" name="Google Shape;871;g3165257d2d0_0_181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2" name="Google Shape;872;g3165257d2d0_0_181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3" name="Google Shape;873;g3165257d2d0_0_1813"/>
          <p:cNvGrpSpPr/>
          <p:nvPr/>
        </p:nvGrpSpPr>
        <p:grpSpPr>
          <a:xfrm>
            <a:off x="662575" y="6212475"/>
            <a:ext cx="586800" cy="571500"/>
            <a:chOff x="662575" y="6212475"/>
            <a:chExt cx="586800" cy="571500"/>
          </a:xfrm>
        </p:grpSpPr>
        <p:sp>
          <p:nvSpPr>
            <p:cNvPr id="874" name="Google Shape;874;g3165257d2d0_0_181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3165257d2d0_0_181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3165257d2d0_0_181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7" name="Google Shape;877;g3165257d2d0_0_1813"/>
          <p:cNvGrpSpPr/>
          <p:nvPr/>
        </p:nvGrpSpPr>
        <p:grpSpPr>
          <a:xfrm>
            <a:off x="7894350" y="6212475"/>
            <a:ext cx="586800" cy="571500"/>
            <a:chOff x="7894350" y="6212475"/>
            <a:chExt cx="586800" cy="571500"/>
          </a:xfrm>
        </p:grpSpPr>
        <p:sp>
          <p:nvSpPr>
            <p:cNvPr id="878" name="Google Shape;878;g3165257d2d0_0_181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9" name="Google Shape;879;g3165257d2d0_0_181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0" name="Google Shape;880;g3165257d2d0_0_181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81" name="Google Shape;881;g3165257d2d0_0_181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882" name="Google Shape;882;g3165257d2d0_0_181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883" name="Google Shape;883;g3165257d2d0_0_181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884" name="Google Shape;884;g3165257d2d0_0_181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885" name="Google Shape;885;g3165257d2d0_0_181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886" name="Google Shape;886;g3165257d2d0_0_181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RP106</a:t>
            </a:r>
            <a:endParaRPr sz="1400" b="0" i="0" u="none" strike="noStrike" cap="none">
              <a:solidFill>
                <a:srgbClr val="000000"/>
              </a:solidFill>
              <a:latin typeface="Arial"/>
              <a:ea typeface="Arial"/>
              <a:cs typeface="Arial"/>
              <a:sym typeface="Arial"/>
            </a:endParaRPr>
          </a:p>
        </p:txBody>
      </p:sp>
      <p:sp>
        <p:nvSpPr>
          <p:cNvPr id="887" name="Google Shape;887;g3165257d2d0_0_1813"/>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Hear Phonemes</a:t>
            </a:r>
            <a:endParaRPr sz="3000" b="0" i="0" u="none" strike="noStrike" cap="none">
              <a:solidFill>
                <a:srgbClr val="F7941D"/>
              </a:solidFill>
              <a:latin typeface="Poppins Medium"/>
              <a:ea typeface="Poppins Medium"/>
              <a:cs typeface="Poppins Medium"/>
              <a:sym typeface="Poppins Medium"/>
            </a:endParaRPr>
          </a:p>
        </p:txBody>
      </p:sp>
      <p:pic>
        <p:nvPicPr>
          <p:cNvPr id="888" name="Google Shape;888;g3165257d2d0_0_181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Teach Grapheme Captions">
  <p:cSld name="Alien Word of the Day_1_1">
    <p:spTree>
      <p:nvGrpSpPr>
        <p:cNvPr id="1" name="Shape 889"/>
        <p:cNvGrpSpPr/>
        <p:nvPr/>
      </p:nvGrpSpPr>
      <p:grpSpPr>
        <a:xfrm>
          <a:off x="0" y="0"/>
          <a:ext cx="0" cy="0"/>
          <a:chOff x="0" y="0"/>
          <a:chExt cx="0" cy="0"/>
        </a:xfrm>
      </p:grpSpPr>
      <p:sp>
        <p:nvSpPr>
          <p:cNvPr id="890" name="Google Shape;890;g3165257d2d0_0_183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1" name="Google Shape;891;g3165257d2d0_0_183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2" name="Google Shape;892;g3165257d2d0_0_183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3" name="Google Shape;893;g3165257d2d0_0_183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4" name="Google Shape;894;g3165257d2d0_0_183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5" name="Google Shape;895;g3165257d2d0_0_183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6" name="Google Shape;896;g3165257d2d0_0_1837"/>
          <p:cNvGrpSpPr/>
          <p:nvPr/>
        </p:nvGrpSpPr>
        <p:grpSpPr>
          <a:xfrm>
            <a:off x="662575" y="6212475"/>
            <a:ext cx="586800" cy="571500"/>
            <a:chOff x="662575" y="6212475"/>
            <a:chExt cx="586800" cy="571500"/>
          </a:xfrm>
        </p:grpSpPr>
        <p:sp>
          <p:nvSpPr>
            <p:cNvPr id="897" name="Google Shape;897;g3165257d2d0_0_183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8" name="Google Shape;898;g3165257d2d0_0_183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9" name="Google Shape;899;g3165257d2d0_0_183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900" name="Google Shape;900;g3165257d2d0_0_1837"/>
          <p:cNvGrpSpPr/>
          <p:nvPr/>
        </p:nvGrpSpPr>
        <p:grpSpPr>
          <a:xfrm>
            <a:off x="7894350" y="6212475"/>
            <a:ext cx="586800" cy="571500"/>
            <a:chOff x="7894350" y="6212475"/>
            <a:chExt cx="586800" cy="571500"/>
          </a:xfrm>
        </p:grpSpPr>
        <p:sp>
          <p:nvSpPr>
            <p:cNvPr id="901" name="Google Shape;901;g3165257d2d0_0_183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2" name="Google Shape;902;g3165257d2d0_0_183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3165257d2d0_0_183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04" name="Google Shape;904;g3165257d2d0_0_183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905" name="Google Shape;905;g3165257d2d0_0_183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906" name="Google Shape;906;g3165257d2d0_0_183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907" name="Google Shape;907;g3165257d2d0_0_183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908" name="Google Shape;908;g3165257d2d0_0_183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909" name="Google Shape;909;g3165257d2d0_0_183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Teach Grapheme Caption</a:t>
            </a:r>
            <a:endParaRPr sz="3000" b="0" i="0" u="none" strike="noStrike" cap="none">
              <a:solidFill>
                <a:srgbClr val="F7941D"/>
              </a:solidFill>
              <a:latin typeface="Poppins Medium"/>
              <a:ea typeface="Poppins Medium"/>
              <a:cs typeface="Poppins Medium"/>
              <a:sym typeface="Poppins Medium"/>
            </a:endParaRPr>
          </a:p>
        </p:txBody>
      </p:sp>
      <p:sp>
        <p:nvSpPr>
          <p:cNvPr id="910" name="Google Shape;910;g3165257d2d0_0_183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RP104</a:t>
            </a:r>
            <a:endParaRPr sz="1400" b="0" i="0" u="none" strike="noStrike" cap="none">
              <a:solidFill>
                <a:srgbClr val="000000"/>
              </a:solidFill>
              <a:latin typeface="Arial"/>
              <a:ea typeface="Arial"/>
              <a:cs typeface="Arial"/>
              <a:sym typeface="Arial"/>
            </a:endParaRPr>
          </a:p>
        </p:txBody>
      </p:sp>
      <p:sp>
        <p:nvSpPr>
          <p:cNvPr id="911" name="Google Shape;911;g3165257d2d0_0_183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912" name="Google Shape;912;g3165257d2d0_0_183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3-Teach Lowercase Formation">
  <p:cSld name="Alien Word of the Day_1_1_1">
    <p:spTree>
      <p:nvGrpSpPr>
        <p:cNvPr id="1" name="Shape 913"/>
        <p:cNvGrpSpPr/>
        <p:nvPr/>
      </p:nvGrpSpPr>
      <p:grpSpPr>
        <a:xfrm>
          <a:off x="0" y="0"/>
          <a:ext cx="0" cy="0"/>
          <a:chOff x="0" y="0"/>
          <a:chExt cx="0" cy="0"/>
        </a:xfrm>
      </p:grpSpPr>
      <p:sp>
        <p:nvSpPr>
          <p:cNvPr id="914" name="Google Shape;914;g3165257d2d0_0_1861"/>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3165257d2d0_0_1861"/>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6" name="Google Shape;916;g3165257d2d0_0_1861"/>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3165257d2d0_0_1861"/>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8" name="Google Shape;918;g3165257d2d0_0_1861"/>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9" name="Google Shape;919;g3165257d2d0_0_1861"/>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0" name="Google Shape;920;g3165257d2d0_0_1861"/>
          <p:cNvGrpSpPr/>
          <p:nvPr/>
        </p:nvGrpSpPr>
        <p:grpSpPr>
          <a:xfrm>
            <a:off x="662575" y="6212475"/>
            <a:ext cx="586800" cy="571500"/>
            <a:chOff x="662575" y="6212475"/>
            <a:chExt cx="586800" cy="571500"/>
          </a:xfrm>
        </p:grpSpPr>
        <p:sp>
          <p:nvSpPr>
            <p:cNvPr id="921" name="Google Shape;921;g3165257d2d0_0_1861">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2" name="Google Shape;922;g3165257d2d0_0_1861">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3165257d2d0_0_1861">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924" name="Google Shape;924;g3165257d2d0_0_1861"/>
          <p:cNvGrpSpPr/>
          <p:nvPr/>
        </p:nvGrpSpPr>
        <p:grpSpPr>
          <a:xfrm>
            <a:off x="7894350" y="6212475"/>
            <a:ext cx="586800" cy="571500"/>
            <a:chOff x="7894350" y="6212475"/>
            <a:chExt cx="586800" cy="571500"/>
          </a:xfrm>
        </p:grpSpPr>
        <p:sp>
          <p:nvSpPr>
            <p:cNvPr id="925" name="Google Shape;925;g3165257d2d0_0_1861">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3165257d2d0_0_1861">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3165257d2d0_0_1861">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28" name="Google Shape;928;g3165257d2d0_0_1861"/>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929" name="Google Shape;929;g3165257d2d0_0_1861"/>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930" name="Google Shape;930;g3165257d2d0_0_1861"/>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931" name="Google Shape;931;g3165257d2d0_0_1861"/>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932" name="Google Shape;932;g3165257d2d0_0_1861"/>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933" name="Google Shape;933;g3165257d2d0_0_1861"/>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RP104</a:t>
            </a:r>
            <a:endParaRPr sz="1400" b="0" i="0" u="none" strike="noStrike" cap="none">
              <a:solidFill>
                <a:srgbClr val="000000"/>
              </a:solidFill>
              <a:latin typeface="Arial"/>
              <a:ea typeface="Arial"/>
              <a:cs typeface="Arial"/>
              <a:sym typeface="Arial"/>
            </a:endParaRPr>
          </a:p>
        </p:txBody>
      </p:sp>
      <p:sp>
        <p:nvSpPr>
          <p:cNvPr id="934" name="Google Shape;934;g3165257d2d0_0_1861"/>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Teach Lowercase Formation</a:t>
            </a:r>
            <a:endParaRPr sz="3000" b="0" i="0" u="none" strike="noStrike" cap="none">
              <a:solidFill>
                <a:srgbClr val="F7941D"/>
              </a:solidFill>
              <a:latin typeface="Poppins Medium"/>
              <a:ea typeface="Poppins Medium"/>
              <a:cs typeface="Poppins Medium"/>
              <a:sym typeface="Poppins Medium"/>
            </a:endParaRPr>
          </a:p>
        </p:txBody>
      </p:sp>
      <p:sp>
        <p:nvSpPr>
          <p:cNvPr id="935" name="Google Shape;935;g3165257d2d0_0_1861"/>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936" name="Google Shape;936;g3165257d2d0_0_1861"/>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6-Build a Decodable Word">
  <p:cSld name="Alien Word of the Day_1_1_1_1_1_1">
    <p:spTree>
      <p:nvGrpSpPr>
        <p:cNvPr id="1" name="Shape 937"/>
        <p:cNvGrpSpPr/>
        <p:nvPr/>
      </p:nvGrpSpPr>
      <p:grpSpPr>
        <a:xfrm>
          <a:off x="0" y="0"/>
          <a:ext cx="0" cy="0"/>
          <a:chOff x="0" y="0"/>
          <a:chExt cx="0" cy="0"/>
        </a:xfrm>
      </p:grpSpPr>
      <p:sp>
        <p:nvSpPr>
          <p:cNvPr id="938" name="Google Shape;938;g3165257d2d0_0_188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3165257d2d0_0_188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3165257d2d0_0_188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3165257d2d0_0_188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2" name="Google Shape;942;g3165257d2d0_0_188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3165257d2d0_0_188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4" name="Google Shape;944;g3165257d2d0_0_1885"/>
          <p:cNvGrpSpPr/>
          <p:nvPr/>
        </p:nvGrpSpPr>
        <p:grpSpPr>
          <a:xfrm>
            <a:off x="662575" y="6212475"/>
            <a:ext cx="586800" cy="571500"/>
            <a:chOff x="662575" y="6212475"/>
            <a:chExt cx="586800" cy="571500"/>
          </a:xfrm>
        </p:grpSpPr>
        <p:sp>
          <p:nvSpPr>
            <p:cNvPr id="945" name="Google Shape;945;g3165257d2d0_0_188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3165257d2d0_0_188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7" name="Google Shape;947;g3165257d2d0_0_188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948" name="Google Shape;948;g3165257d2d0_0_1885"/>
          <p:cNvGrpSpPr/>
          <p:nvPr/>
        </p:nvGrpSpPr>
        <p:grpSpPr>
          <a:xfrm>
            <a:off x="7894350" y="6212475"/>
            <a:ext cx="586800" cy="571500"/>
            <a:chOff x="7894350" y="6212475"/>
            <a:chExt cx="586800" cy="571500"/>
          </a:xfrm>
        </p:grpSpPr>
        <p:sp>
          <p:nvSpPr>
            <p:cNvPr id="949" name="Google Shape;949;g3165257d2d0_0_188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3165257d2d0_0_188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3165257d2d0_0_188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52" name="Google Shape;952;g3165257d2d0_0_188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953" name="Google Shape;953;g3165257d2d0_0_1885"/>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954" name="Google Shape;954;g3165257d2d0_0_188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955" name="Google Shape;955;g3165257d2d0_0_1885"/>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956" name="Google Shape;956;g3165257d2d0_0_1885"/>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957" name="Google Shape;957;g3165257d2d0_0_188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RP105</a:t>
            </a:r>
            <a:endParaRPr sz="1400" b="0" i="0" u="none" strike="noStrike" cap="none">
              <a:solidFill>
                <a:srgbClr val="000000"/>
              </a:solidFill>
              <a:latin typeface="Arial"/>
              <a:ea typeface="Arial"/>
              <a:cs typeface="Arial"/>
              <a:sym typeface="Arial"/>
            </a:endParaRPr>
          </a:p>
        </p:txBody>
      </p:sp>
      <p:sp>
        <p:nvSpPr>
          <p:cNvPr id="958" name="Google Shape;958;g3165257d2d0_0_1885"/>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Build a Decodable Word</a:t>
            </a:r>
            <a:endParaRPr sz="3000" b="0" i="0" u="none" strike="noStrike" cap="none">
              <a:solidFill>
                <a:srgbClr val="F7941D"/>
              </a:solidFill>
              <a:latin typeface="Poppins Medium"/>
              <a:ea typeface="Poppins Medium"/>
              <a:cs typeface="Poppins Medium"/>
              <a:sym typeface="Poppins Medium"/>
            </a:endParaRPr>
          </a:p>
        </p:txBody>
      </p:sp>
      <p:sp>
        <p:nvSpPr>
          <p:cNvPr id="959" name="Google Shape;959;g3165257d2d0_0_188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960" name="Google Shape;960;g3165257d2d0_0_188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7-Practice with Alien Words">
  <p:cSld name="Alien Word of the Day_1_1_1_1_1_1_1">
    <p:spTree>
      <p:nvGrpSpPr>
        <p:cNvPr id="1" name="Shape 961"/>
        <p:cNvGrpSpPr/>
        <p:nvPr/>
      </p:nvGrpSpPr>
      <p:grpSpPr>
        <a:xfrm>
          <a:off x="0" y="0"/>
          <a:ext cx="0" cy="0"/>
          <a:chOff x="0" y="0"/>
          <a:chExt cx="0" cy="0"/>
        </a:xfrm>
      </p:grpSpPr>
      <p:sp>
        <p:nvSpPr>
          <p:cNvPr id="962" name="Google Shape;962;g3165257d2d0_0_190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3165257d2d0_0_190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4" name="Google Shape;964;g3165257d2d0_0_190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3165257d2d0_0_190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3165257d2d0_0_190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7" name="Google Shape;967;g3165257d2d0_0_190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8" name="Google Shape;968;g3165257d2d0_0_1909"/>
          <p:cNvGrpSpPr/>
          <p:nvPr/>
        </p:nvGrpSpPr>
        <p:grpSpPr>
          <a:xfrm>
            <a:off x="662575" y="6212475"/>
            <a:ext cx="586800" cy="571500"/>
            <a:chOff x="662575" y="6212475"/>
            <a:chExt cx="586800" cy="571500"/>
          </a:xfrm>
        </p:grpSpPr>
        <p:sp>
          <p:nvSpPr>
            <p:cNvPr id="969" name="Google Shape;969;g3165257d2d0_0_190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0" name="Google Shape;970;g3165257d2d0_0_190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3165257d2d0_0_190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972" name="Google Shape;972;g3165257d2d0_0_1909"/>
          <p:cNvGrpSpPr/>
          <p:nvPr/>
        </p:nvGrpSpPr>
        <p:grpSpPr>
          <a:xfrm>
            <a:off x="7894350" y="6212475"/>
            <a:ext cx="586800" cy="571500"/>
            <a:chOff x="7894350" y="6212475"/>
            <a:chExt cx="586800" cy="571500"/>
          </a:xfrm>
        </p:grpSpPr>
        <p:sp>
          <p:nvSpPr>
            <p:cNvPr id="973" name="Google Shape;973;g3165257d2d0_0_190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4" name="Google Shape;974;g3165257d2d0_0_190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3165257d2d0_0_190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76" name="Google Shape;976;g3165257d2d0_0_190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977" name="Google Shape;977;g3165257d2d0_0_190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978" name="Google Shape;978;g3165257d2d0_0_190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979" name="Google Shape;979;g3165257d2d0_0_1909"/>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980" name="Google Shape;980;g3165257d2d0_0_1909"/>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981" name="Google Shape;981;g3165257d2d0_0_190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RP109</a:t>
            </a:r>
            <a:endParaRPr sz="1400" b="0" i="0" u="none" strike="noStrike" cap="none">
              <a:solidFill>
                <a:srgbClr val="000000"/>
              </a:solidFill>
              <a:latin typeface="Arial"/>
              <a:ea typeface="Arial"/>
              <a:cs typeface="Arial"/>
              <a:sym typeface="Arial"/>
            </a:endParaRPr>
          </a:p>
        </p:txBody>
      </p:sp>
      <p:sp>
        <p:nvSpPr>
          <p:cNvPr id="982" name="Google Shape;982;g3165257d2d0_0_190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Practice with Alien Words</a:t>
            </a:r>
            <a:endParaRPr sz="3000" b="0" i="0" u="none" strike="noStrike" cap="none">
              <a:solidFill>
                <a:srgbClr val="F7941D"/>
              </a:solidFill>
              <a:latin typeface="Poppins Medium"/>
              <a:ea typeface="Poppins Medium"/>
              <a:cs typeface="Poppins Medium"/>
              <a:sym typeface="Poppins Medium"/>
            </a:endParaRPr>
          </a:p>
        </p:txBody>
      </p:sp>
      <p:sp>
        <p:nvSpPr>
          <p:cNvPr id="983" name="Google Shape;983;g3165257d2d0_0_190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984" name="Google Shape;984;g3165257d2d0_0_190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8-Practice Heart Words">
  <p:cSld name="Alien Word of the Day_1_1_1_1_1_1_1_1">
    <p:spTree>
      <p:nvGrpSpPr>
        <p:cNvPr id="1" name="Shape 985"/>
        <p:cNvGrpSpPr/>
        <p:nvPr/>
      </p:nvGrpSpPr>
      <p:grpSpPr>
        <a:xfrm>
          <a:off x="0" y="0"/>
          <a:ext cx="0" cy="0"/>
          <a:chOff x="0" y="0"/>
          <a:chExt cx="0" cy="0"/>
        </a:xfrm>
      </p:grpSpPr>
      <p:sp>
        <p:nvSpPr>
          <p:cNvPr id="986" name="Google Shape;986;g3165257d2d0_0_19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3165257d2d0_0_19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3165257d2d0_0_19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3165257d2d0_0_19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3165257d2d0_0_19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1" name="Google Shape;991;g3165257d2d0_0_19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2" name="Google Shape;992;g3165257d2d0_0_1933"/>
          <p:cNvGrpSpPr/>
          <p:nvPr/>
        </p:nvGrpSpPr>
        <p:grpSpPr>
          <a:xfrm>
            <a:off x="662575" y="6212475"/>
            <a:ext cx="586800" cy="571500"/>
            <a:chOff x="662575" y="6212475"/>
            <a:chExt cx="586800" cy="571500"/>
          </a:xfrm>
        </p:grpSpPr>
        <p:sp>
          <p:nvSpPr>
            <p:cNvPr id="993" name="Google Shape;993;g3165257d2d0_0_19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4" name="Google Shape;994;g3165257d2d0_0_19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3165257d2d0_0_19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996" name="Google Shape;996;g3165257d2d0_0_1933"/>
          <p:cNvGrpSpPr/>
          <p:nvPr/>
        </p:nvGrpSpPr>
        <p:grpSpPr>
          <a:xfrm>
            <a:off x="7894350" y="6212475"/>
            <a:ext cx="586800" cy="571500"/>
            <a:chOff x="7894350" y="6212475"/>
            <a:chExt cx="586800" cy="571500"/>
          </a:xfrm>
        </p:grpSpPr>
        <p:sp>
          <p:nvSpPr>
            <p:cNvPr id="997" name="Google Shape;997;g3165257d2d0_0_19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8" name="Google Shape;998;g3165257d2d0_0_19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9" name="Google Shape;999;g3165257d2d0_0_19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000" name="Google Shape;1000;g3165257d2d0_0_19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001" name="Google Shape;1001;g3165257d2d0_0_193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02" name="Google Shape;1002;g3165257d2d0_0_193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003" name="Google Shape;1003;g3165257d2d0_0_193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004" name="Google Shape;1004;g3165257d2d0_0_193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005" name="Google Shape;1005;g3165257d2d0_0_193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RP107</a:t>
            </a:r>
            <a:endParaRPr sz="1400" b="0" i="0" u="none" strike="noStrike" cap="none">
              <a:solidFill>
                <a:srgbClr val="000000"/>
              </a:solidFill>
              <a:latin typeface="Arial"/>
              <a:ea typeface="Arial"/>
              <a:cs typeface="Arial"/>
              <a:sym typeface="Arial"/>
            </a:endParaRPr>
          </a:p>
        </p:txBody>
      </p:sp>
      <p:sp>
        <p:nvSpPr>
          <p:cNvPr id="1006" name="Google Shape;1006;g3165257d2d0_0_193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Practice with Tricky Heart Words</a:t>
            </a:r>
            <a:endParaRPr sz="3000" b="0" i="0" u="none" strike="noStrike" cap="none">
              <a:solidFill>
                <a:srgbClr val="F7941D"/>
              </a:solidFill>
              <a:latin typeface="Poppins Medium"/>
              <a:ea typeface="Poppins Medium"/>
              <a:cs typeface="Poppins Medium"/>
              <a:sym typeface="Poppins Medium"/>
            </a:endParaRPr>
          </a:p>
        </p:txBody>
      </p:sp>
      <p:sp>
        <p:nvSpPr>
          <p:cNvPr id="1007" name="Google Shape;1007;g3165257d2d0_0_19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008" name="Google Shape;1008;g3165257d2d0_0_193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9-Practice Sight Words">
  <p:cSld name="Alien Word of the Day_1_1_1_1_1_1_1_1_1">
    <p:spTree>
      <p:nvGrpSpPr>
        <p:cNvPr id="1" name="Shape 1009"/>
        <p:cNvGrpSpPr/>
        <p:nvPr/>
      </p:nvGrpSpPr>
      <p:grpSpPr>
        <a:xfrm>
          <a:off x="0" y="0"/>
          <a:ext cx="0" cy="0"/>
          <a:chOff x="0" y="0"/>
          <a:chExt cx="0" cy="0"/>
        </a:xfrm>
      </p:grpSpPr>
      <p:sp>
        <p:nvSpPr>
          <p:cNvPr id="1010" name="Google Shape;1010;g3165257d2d0_0_195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1" name="Google Shape;1011;g3165257d2d0_0_195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3165257d2d0_0_195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3165257d2d0_0_195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4" name="Google Shape;1014;g3165257d2d0_0_195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5" name="Google Shape;1015;g3165257d2d0_0_195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6" name="Google Shape;1016;g3165257d2d0_0_1957"/>
          <p:cNvGrpSpPr/>
          <p:nvPr/>
        </p:nvGrpSpPr>
        <p:grpSpPr>
          <a:xfrm>
            <a:off x="662575" y="6212475"/>
            <a:ext cx="586800" cy="571500"/>
            <a:chOff x="662575" y="6212475"/>
            <a:chExt cx="586800" cy="571500"/>
          </a:xfrm>
        </p:grpSpPr>
        <p:sp>
          <p:nvSpPr>
            <p:cNvPr id="1017" name="Google Shape;1017;g3165257d2d0_0_195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3165257d2d0_0_195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3165257d2d0_0_195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020" name="Google Shape;1020;g3165257d2d0_0_1957"/>
          <p:cNvGrpSpPr/>
          <p:nvPr/>
        </p:nvGrpSpPr>
        <p:grpSpPr>
          <a:xfrm>
            <a:off x="7894350" y="6212475"/>
            <a:ext cx="586800" cy="571500"/>
            <a:chOff x="7894350" y="6212475"/>
            <a:chExt cx="586800" cy="571500"/>
          </a:xfrm>
        </p:grpSpPr>
        <p:sp>
          <p:nvSpPr>
            <p:cNvPr id="1021" name="Google Shape;1021;g3165257d2d0_0_195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2" name="Google Shape;1022;g3165257d2d0_0_195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3" name="Google Shape;1023;g3165257d2d0_0_195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024" name="Google Shape;1024;g3165257d2d0_0_195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025" name="Google Shape;1025;g3165257d2d0_0_195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26" name="Google Shape;1026;g3165257d2d0_0_195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027" name="Google Shape;1027;g3165257d2d0_0_195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028" name="Google Shape;1028;g3165257d2d0_0_195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029" name="Google Shape;1029;g3165257d2d0_0_195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RP108</a:t>
            </a:r>
            <a:endParaRPr sz="1400" b="0" i="0" u="none" strike="noStrike" cap="none">
              <a:solidFill>
                <a:srgbClr val="000000"/>
              </a:solidFill>
              <a:latin typeface="Arial"/>
              <a:ea typeface="Arial"/>
              <a:cs typeface="Arial"/>
              <a:sym typeface="Arial"/>
            </a:endParaRPr>
          </a:p>
        </p:txBody>
      </p:sp>
      <p:sp>
        <p:nvSpPr>
          <p:cNvPr id="1030" name="Google Shape;1030;g3165257d2d0_0_195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Practice with Sight Words</a:t>
            </a:r>
            <a:endParaRPr sz="3000" b="0" i="0" u="none" strike="noStrike" cap="none">
              <a:solidFill>
                <a:srgbClr val="F7941D"/>
              </a:solidFill>
              <a:latin typeface="Poppins Medium"/>
              <a:ea typeface="Poppins Medium"/>
              <a:cs typeface="Poppins Medium"/>
              <a:sym typeface="Poppins Medium"/>
            </a:endParaRPr>
          </a:p>
        </p:txBody>
      </p:sp>
      <p:sp>
        <p:nvSpPr>
          <p:cNvPr id="1031" name="Google Shape;1031;g3165257d2d0_0_195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032" name="Google Shape;1032;g3165257d2d0_0_195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0-Magnetic Letters">
  <p:cSld name="Alien Word of the Day_1_1_1_1_1_1_1_1_1_1">
    <p:spTree>
      <p:nvGrpSpPr>
        <p:cNvPr id="1" name="Shape 1033"/>
        <p:cNvGrpSpPr/>
        <p:nvPr/>
      </p:nvGrpSpPr>
      <p:grpSpPr>
        <a:xfrm>
          <a:off x="0" y="0"/>
          <a:ext cx="0" cy="0"/>
          <a:chOff x="0" y="0"/>
          <a:chExt cx="0" cy="0"/>
        </a:xfrm>
      </p:grpSpPr>
      <p:sp>
        <p:nvSpPr>
          <p:cNvPr id="1034" name="Google Shape;1034;g3165257d2d0_0_1981"/>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5" name="Google Shape;1035;g3165257d2d0_0_1981"/>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6" name="Google Shape;1036;g3165257d2d0_0_1981"/>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7" name="Google Shape;1037;g3165257d2d0_0_1981"/>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8" name="Google Shape;1038;g3165257d2d0_0_1981"/>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9" name="Google Shape;1039;g3165257d2d0_0_1981"/>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40" name="Google Shape;1040;g3165257d2d0_0_1981"/>
          <p:cNvGrpSpPr/>
          <p:nvPr/>
        </p:nvGrpSpPr>
        <p:grpSpPr>
          <a:xfrm>
            <a:off x="662575" y="6212475"/>
            <a:ext cx="586800" cy="571500"/>
            <a:chOff x="662575" y="6212475"/>
            <a:chExt cx="586800" cy="571500"/>
          </a:xfrm>
        </p:grpSpPr>
        <p:sp>
          <p:nvSpPr>
            <p:cNvPr id="1041" name="Google Shape;1041;g3165257d2d0_0_1981">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2" name="Google Shape;1042;g3165257d2d0_0_1981">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3" name="Google Shape;1043;g3165257d2d0_0_1981">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044" name="Google Shape;1044;g3165257d2d0_0_1981"/>
          <p:cNvGrpSpPr/>
          <p:nvPr/>
        </p:nvGrpSpPr>
        <p:grpSpPr>
          <a:xfrm>
            <a:off x="7894350" y="6212475"/>
            <a:ext cx="586800" cy="571500"/>
            <a:chOff x="7894350" y="6212475"/>
            <a:chExt cx="586800" cy="571500"/>
          </a:xfrm>
        </p:grpSpPr>
        <p:sp>
          <p:nvSpPr>
            <p:cNvPr id="1045" name="Google Shape;1045;g3165257d2d0_0_1981">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6" name="Google Shape;1046;g3165257d2d0_0_1981">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7" name="Google Shape;1047;g3165257d2d0_0_1981">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048" name="Google Shape;1048;g3165257d2d0_0_1981"/>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049" name="Google Shape;1049;g3165257d2d0_0_1981"/>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50" name="Google Shape;1050;g3165257d2d0_0_1981"/>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051" name="Google Shape;1051;g3165257d2d0_0_1981"/>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052" name="Google Shape;1052;g3165257d2d0_0_1981"/>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053" name="Google Shape;1053;g3165257d2d0_0_1981"/>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a:t>
            </a:r>
            <a:endParaRPr sz="1400" b="0" i="0" u="none" strike="noStrike" cap="none">
              <a:solidFill>
                <a:srgbClr val="000000"/>
              </a:solidFill>
              <a:latin typeface="Arial"/>
              <a:ea typeface="Arial"/>
              <a:cs typeface="Arial"/>
              <a:sym typeface="Arial"/>
            </a:endParaRPr>
          </a:p>
        </p:txBody>
      </p:sp>
      <p:sp>
        <p:nvSpPr>
          <p:cNvPr id="1054" name="Google Shape;1054;g3165257d2d0_0_1981"/>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Practice Building Words</a:t>
            </a:r>
            <a:endParaRPr sz="3000" b="0" i="0" u="none" strike="noStrike" cap="none">
              <a:solidFill>
                <a:srgbClr val="F7941D"/>
              </a:solidFill>
              <a:latin typeface="Poppins Medium"/>
              <a:ea typeface="Poppins Medium"/>
              <a:cs typeface="Poppins Medium"/>
              <a:sym typeface="Poppins Medium"/>
            </a:endParaRPr>
          </a:p>
        </p:txBody>
      </p:sp>
      <p:sp>
        <p:nvSpPr>
          <p:cNvPr id="1055" name="Google Shape;1055;g3165257d2d0_0_1981"/>
          <p:cNvSpPr txBox="1">
            <a:spLocks noGrp="1"/>
          </p:cNvSpPr>
          <p:nvPr>
            <p:ph type="subTitle" idx="4"/>
          </p:nvPr>
        </p:nvSpPr>
        <p:spPr>
          <a:xfrm>
            <a:off x="1257300" y="36576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56" name="Google Shape;1056;g3165257d2d0_0_1981"/>
          <p:cNvSpPr txBox="1">
            <a:spLocks noGrp="1"/>
          </p:cNvSpPr>
          <p:nvPr>
            <p:ph type="subTitle" idx="5"/>
          </p:nvPr>
        </p:nvSpPr>
        <p:spPr>
          <a:xfrm>
            <a:off x="3495600" y="36576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57" name="Google Shape;1057;g3165257d2d0_0_1981"/>
          <p:cNvSpPr txBox="1">
            <a:spLocks noGrp="1"/>
          </p:cNvSpPr>
          <p:nvPr>
            <p:ph type="subTitle" idx="6"/>
          </p:nvPr>
        </p:nvSpPr>
        <p:spPr>
          <a:xfrm>
            <a:off x="5733900" y="36576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58" name="Google Shape;1058;g3165257d2d0_0_1981"/>
          <p:cNvSpPr txBox="1">
            <a:spLocks noGrp="1"/>
          </p:cNvSpPr>
          <p:nvPr>
            <p:ph type="subTitle" idx="7"/>
          </p:nvPr>
        </p:nvSpPr>
        <p:spPr>
          <a:xfrm>
            <a:off x="1257300" y="42924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59" name="Google Shape;1059;g3165257d2d0_0_1981"/>
          <p:cNvSpPr txBox="1">
            <a:spLocks noGrp="1"/>
          </p:cNvSpPr>
          <p:nvPr>
            <p:ph type="subTitle" idx="8"/>
          </p:nvPr>
        </p:nvSpPr>
        <p:spPr>
          <a:xfrm>
            <a:off x="3495600" y="42924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60" name="Google Shape;1060;g3165257d2d0_0_1981"/>
          <p:cNvSpPr txBox="1">
            <a:spLocks noGrp="1"/>
          </p:cNvSpPr>
          <p:nvPr>
            <p:ph type="subTitle" idx="9"/>
          </p:nvPr>
        </p:nvSpPr>
        <p:spPr>
          <a:xfrm>
            <a:off x="5733900" y="42924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61" name="Google Shape;1061;g3165257d2d0_0_1981"/>
          <p:cNvSpPr txBox="1">
            <a:spLocks noGrp="1"/>
          </p:cNvSpPr>
          <p:nvPr>
            <p:ph type="subTitle" idx="13"/>
          </p:nvPr>
        </p:nvSpPr>
        <p:spPr>
          <a:xfrm>
            <a:off x="1257300" y="49304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62" name="Google Shape;1062;g3165257d2d0_0_1981"/>
          <p:cNvSpPr txBox="1">
            <a:spLocks noGrp="1"/>
          </p:cNvSpPr>
          <p:nvPr>
            <p:ph type="subTitle" idx="14"/>
          </p:nvPr>
        </p:nvSpPr>
        <p:spPr>
          <a:xfrm>
            <a:off x="3495600" y="49304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63" name="Google Shape;1063;g3165257d2d0_0_1981"/>
          <p:cNvSpPr txBox="1">
            <a:spLocks noGrp="1"/>
          </p:cNvSpPr>
          <p:nvPr>
            <p:ph type="subTitle" idx="15"/>
          </p:nvPr>
        </p:nvSpPr>
        <p:spPr>
          <a:xfrm>
            <a:off x="5733900" y="49304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64" name="Google Shape;1064;g3165257d2d0_0_1981"/>
          <p:cNvSpPr txBox="1">
            <a:spLocks noGrp="1"/>
          </p:cNvSpPr>
          <p:nvPr>
            <p:ph type="subTitle" idx="16"/>
          </p:nvPr>
        </p:nvSpPr>
        <p:spPr>
          <a:xfrm>
            <a:off x="1181100" y="100427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163B7E"/>
              </a:buClr>
              <a:buSzPts val="2500"/>
              <a:buFont typeface="Mulish Medium"/>
              <a:buNone/>
              <a:defRPr sz="2500">
                <a:solidFill>
                  <a:srgbClr val="163B7E"/>
                </a:solidFill>
                <a:latin typeface="Mulish Medium"/>
                <a:ea typeface="Mulish Medium"/>
                <a:cs typeface="Mulish Medium"/>
                <a:sym typeface="Mulish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065" name="Google Shape;1065;g3165257d2d0_0_1981"/>
          <p:cNvCxnSpPr/>
          <p:nvPr/>
        </p:nvCxnSpPr>
        <p:spPr>
          <a:xfrm>
            <a:off x="1181100" y="3385650"/>
            <a:ext cx="6781800" cy="0"/>
          </a:xfrm>
          <a:prstGeom prst="straightConnector1">
            <a:avLst/>
          </a:prstGeom>
          <a:noFill/>
          <a:ln w="28575" cap="flat" cmpd="sng">
            <a:solidFill>
              <a:srgbClr val="BFBFBF"/>
            </a:solidFill>
            <a:prstDash val="solid"/>
            <a:miter lim="800000"/>
            <a:headEnd type="none" w="sm" len="sm"/>
            <a:tailEnd type="none" w="sm" len="sm"/>
          </a:ln>
        </p:spPr>
      </p:cxnSp>
      <p:sp>
        <p:nvSpPr>
          <p:cNvPr id="1066" name="Google Shape;1066;g3165257d2d0_0_1981"/>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067" name="Google Shape;1067;g3165257d2d0_0_1981"/>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1068"/>
        <p:cNvGrpSpPr/>
        <p:nvPr/>
      </p:nvGrpSpPr>
      <p:grpSpPr>
        <a:xfrm>
          <a:off x="0" y="0"/>
          <a:ext cx="0" cy="0"/>
          <a:chOff x="0" y="0"/>
          <a:chExt cx="0" cy="0"/>
        </a:xfrm>
      </p:grpSpPr>
      <p:sp>
        <p:nvSpPr>
          <p:cNvPr id="1069" name="Google Shape;1069;g3165257d2d0_0_2016"/>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0" name="Google Shape;1070;g3165257d2d0_0_2016"/>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1" name="Google Shape;1071;g3165257d2d0_0_201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2" name="Google Shape;1072;g3165257d2d0_0_2016"/>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3" name="Google Shape;1073;g3165257d2d0_0_2016"/>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4" name="Google Shape;1074;g3165257d2d0_0_201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75" name="Google Shape;1075;g3165257d2d0_0_2016"/>
          <p:cNvGrpSpPr/>
          <p:nvPr/>
        </p:nvGrpSpPr>
        <p:grpSpPr>
          <a:xfrm>
            <a:off x="662575" y="6212475"/>
            <a:ext cx="586800" cy="571500"/>
            <a:chOff x="662575" y="6212475"/>
            <a:chExt cx="586800" cy="571500"/>
          </a:xfrm>
        </p:grpSpPr>
        <p:sp>
          <p:nvSpPr>
            <p:cNvPr id="1076" name="Google Shape;1076;g3165257d2d0_0_201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7" name="Google Shape;1077;g3165257d2d0_0_2016">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8" name="Google Shape;1078;g3165257d2d0_0_2016">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079" name="Google Shape;1079;g3165257d2d0_0_2016"/>
          <p:cNvGrpSpPr/>
          <p:nvPr/>
        </p:nvGrpSpPr>
        <p:grpSpPr>
          <a:xfrm>
            <a:off x="7894350" y="6212475"/>
            <a:ext cx="586800" cy="571500"/>
            <a:chOff x="7894350" y="6212475"/>
            <a:chExt cx="586800" cy="571500"/>
          </a:xfrm>
        </p:grpSpPr>
        <p:sp>
          <p:nvSpPr>
            <p:cNvPr id="1080" name="Google Shape;1080;g3165257d2d0_0_201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1" name="Google Shape;1081;g3165257d2d0_0_2016">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2" name="Google Shape;1082;g3165257d2d0_0_2016">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083" name="Google Shape;1083;g3165257d2d0_0_2016"/>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084" name="Google Shape;1084;g3165257d2d0_0_201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85" name="Google Shape;1085;g3165257d2d0_0_2016"/>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086" name="Google Shape;1086;g3165257d2d0_0_201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087" name="Google Shape;1087;g3165257d2d0_0_201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088" name="Google Shape;1088;g3165257d2d0_0_2016"/>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1089" name="Google Shape;1089;g3165257d2d0_0_201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cxnSp>
        <p:nvCxnSpPr>
          <p:cNvPr id="1090" name="Google Shape;1090;g3165257d2d0_0_2016"/>
          <p:cNvCxnSpPr/>
          <p:nvPr/>
        </p:nvCxnSpPr>
        <p:spPr>
          <a:xfrm>
            <a:off x="1181100" y="3233250"/>
            <a:ext cx="6781800" cy="0"/>
          </a:xfrm>
          <a:prstGeom prst="straightConnector1">
            <a:avLst/>
          </a:prstGeom>
          <a:noFill/>
          <a:ln w="28575" cap="flat" cmpd="sng">
            <a:solidFill>
              <a:srgbClr val="BFBFBF"/>
            </a:solidFill>
            <a:prstDash val="solid"/>
            <a:miter lim="800000"/>
            <a:headEnd type="none" w="sm" len="sm"/>
            <a:tailEnd type="none" w="sm" len="sm"/>
          </a:ln>
        </p:spPr>
      </p:cxnSp>
      <p:sp>
        <p:nvSpPr>
          <p:cNvPr id="1091" name="Google Shape;1091;g3165257d2d0_0_2016"/>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092" name="Google Shape;1092;g3165257d2d0_0_2016"/>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093" name="Google Shape;1093;g3165257d2d0_0_2016"/>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094" name="Google Shape;1094;g3165257d2d0_0_2016"/>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095" name="Google Shape;1095;g3165257d2d0_0_2016"/>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96" name="Google Shape;1096;g3165257d2d0_0_2016"/>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97" name="Google Shape;1097;g3165257d2d0_0_2016"/>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98" name="Google Shape;1098;g3165257d2d0_0_2016"/>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99" name="Google Shape;1099;g3165257d2d0_0_2016"/>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00" name="Google Shape;1100;g3165257d2d0_0_2016"/>
          <p:cNvGrpSpPr/>
          <p:nvPr/>
        </p:nvGrpSpPr>
        <p:grpSpPr>
          <a:xfrm>
            <a:off x="1403031" y="6958923"/>
            <a:ext cx="6774848" cy="1291477"/>
            <a:chOff x="717231" y="7263723"/>
            <a:chExt cx="6774848" cy="1291477"/>
          </a:xfrm>
        </p:grpSpPr>
        <p:sp>
          <p:nvSpPr>
            <p:cNvPr id="1101" name="Google Shape;1101;g3165257d2d0_0_2016"/>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1102" name="Google Shape;1102;g3165257d2d0_0_2016"/>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1103" name="Google Shape;1103;g3165257d2d0_0_2016"/>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1104" name="Google Shape;1104;g3165257d2d0_0_2016"/>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1105" name="Google Shape;1105;g3165257d2d0_0_2016"/>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1106" name="Google Shape;1106;g3165257d2d0_0_2016"/>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1107" name="Google Shape;1107;g3165257d2d0_0_2016"/>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1108" name="Google Shape;1108;g3165257d2d0_0_2016"/>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1109" name="Google Shape;1109;g3165257d2d0_0_2016"/>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0" name="Google Shape;1110;g3165257d2d0_0_2016"/>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1" name="Google Shape;1111;g3165257d2d0_0_201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12" name="Google Shape;1112;g3165257d2d0_0_2016"/>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1113"/>
        <p:cNvGrpSpPr/>
        <p:nvPr/>
      </p:nvGrpSpPr>
      <p:grpSpPr>
        <a:xfrm>
          <a:off x="0" y="0"/>
          <a:ext cx="0" cy="0"/>
          <a:chOff x="0" y="0"/>
          <a:chExt cx="0" cy="0"/>
        </a:xfrm>
      </p:grpSpPr>
      <p:sp>
        <p:nvSpPr>
          <p:cNvPr id="1114" name="Google Shape;1114;g3165257d2d0_0_2061"/>
          <p:cNvSpPr/>
          <p:nvPr/>
        </p:nvSpPr>
        <p:spPr>
          <a:xfrm>
            <a:off x="2638800" y="1391875"/>
            <a:ext cx="3866400" cy="3866400"/>
          </a:xfrm>
          <a:prstGeom prst="ellipse">
            <a:avLst/>
          </a:prstGeom>
          <a:noFill/>
          <a:ln w="76200" cap="flat" cmpd="sng">
            <a:solidFill>
              <a:srgbClr val="EAEAF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5" name="Google Shape;1115;g3165257d2d0_0_2061"/>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6" name="Google Shape;1116;g3165257d2d0_0_2061"/>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7" name="Google Shape;1117;g3165257d2d0_0_2061"/>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8" name="Google Shape;1118;g3165257d2d0_0_2061"/>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9" name="Google Shape;1119;g3165257d2d0_0_2061"/>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0" name="Google Shape;1120;g3165257d2d0_0_2061"/>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21" name="Google Shape;1121;g3165257d2d0_0_2061"/>
          <p:cNvGrpSpPr/>
          <p:nvPr/>
        </p:nvGrpSpPr>
        <p:grpSpPr>
          <a:xfrm>
            <a:off x="662575" y="6212475"/>
            <a:ext cx="586800" cy="571500"/>
            <a:chOff x="662575" y="6212475"/>
            <a:chExt cx="586800" cy="571500"/>
          </a:xfrm>
        </p:grpSpPr>
        <p:sp>
          <p:nvSpPr>
            <p:cNvPr id="1122" name="Google Shape;1122;g3165257d2d0_0_2061">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3" name="Google Shape;1123;g3165257d2d0_0_2061">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4" name="Google Shape;1124;g3165257d2d0_0_2061">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25" name="Google Shape;1125;g3165257d2d0_0_2061"/>
          <p:cNvGrpSpPr/>
          <p:nvPr/>
        </p:nvGrpSpPr>
        <p:grpSpPr>
          <a:xfrm>
            <a:off x="7894350" y="6212475"/>
            <a:ext cx="586800" cy="571500"/>
            <a:chOff x="7894350" y="6212475"/>
            <a:chExt cx="586800" cy="571500"/>
          </a:xfrm>
        </p:grpSpPr>
        <p:sp>
          <p:nvSpPr>
            <p:cNvPr id="1126" name="Google Shape;1126;g3165257d2d0_0_2061">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7" name="Google Shape;1127;g3165257d2d0_0_2061">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8" name="Google Shape;1128;g3165257d2d0_0_2061">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129" name="Google Shape;1129;g3165257d2d0_0_2061"/>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130" name="Google Shape;1130;g3165257d2d0_0_2061"/>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131" name="Google Shape;1131;g3165257d2d0_0_2061"/>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132" name="Google Shape;1132;g3165257d2d0_0_2061"/>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133" name="Google Shape;1133;g3165257d2d0_0_2061"/>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134" name="Google Shape;1134;g3165257d2d0_0_2061"/>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1135" name="Google Shape;1135;g3165257d2d0_0_2061"/>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1136" name="Google Shape;1136;g3165257d2d0_0_2061"/>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1137" name="Google Shape;1137;g3165257d2d0_0_2061"/>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1138" name="Google Shape;1138;g3165257d2d0_0_2061"/>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1139" name="Google Shape;1139;g3165257d2d0_0_2061"/>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1140" name="Google Shape;1140;g3165257d2d0_0_2061"/>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1" name="Google Shape;1141;g3165257d2d0_0_2061"/>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1142"/>
        <p:cNvGrpSpPr/>
        <p:nvPr/>
      </p:nvGrpSpPr>
      <p:grpSpPr>
        <a:xfrm>
          <a:off x="0" y="0"/>
          <a:ext cx="0" cy="0"/>
          <a:chOff x="0" y="0"/>
          <a:chExt cx="0" cy="0"/>
        </a:xfrm>
      </p:grpSpPr>
      <p:sp>
        <p:nvSpPr>
          <p:cNvPr id="1143" name="Google Shape;1143;g3165257d2d0_0_209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4" name="Google Shape;1144;g3165257d2d0_0_209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5" name="Google Shape;1145;g3165257d2d0_0_209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6" name="Google Shape;1146;g3165257d2d0_0_209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7" name="Google Shape;1147;g3165257d2d0_0_209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8" name="Google Shape;1148;g3165257d2d0_0_209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9" name="Google Shape;1149;g3165257d2d0_0_2090"/>
          <p:cNvGrpSpPr/>
          <p:nvPr/>
        </p:nvGrpSpPr>
        <p:grpSpPr>
          <a:xfrm>
            <a:off x="662575" y="6212475"/>
            <a:ext cx="586800" cy="571500"/>
            <a:chOff x="662575" y="6212475"/>
            <a:chExt cx="586800" cy="571500"/>
          </a:xfrm>
        </p:grpSpPr>
        <p:sp>
          <p:nvSpPr>
            <p:cNvPr id="1150" name="Google Shape;1150;g3165257d2d0_0_209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1" name="Google Shape;1151;g3165257d2d0_0_209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2" name="Google Shape;1152;g3165257d2d0_0_209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53" name="Google Shape;1153;g3165257d2d0_0_2090"/>
          <p:cNvGrpSpPr/>
          <p:nvPr/>
        </p:nvGrpSpPr>
        <p:grpSpPr>
          <a:xfrm>
            <a:off x="7894350" y="6212475"/>
            <a:ext cx="586800" cy="571500"/>
            <a:chOff x="7894350" y="6212475"/>
            <a:chExt cx="586800" cy="571500"/>
          </a:xfrm>
        </p:grpSpPr>
        <p:sp>
          <p:nvSpPr>
            <p:cNvPr id="1154" name="Google Shape;1154;g3165257d2d0_0_209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5" name="Google Shape;1155;g3165257d2d0_0_209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6" name="Google Shape;1156;g3165257d2d0_0_209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157" name="Google Shape;1157;g3165257d2d0_0_209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158" name="Google Shape;1158;g3165257d2d0_0_209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159" name="Google Shape;1159;g3165257d2d0_0_209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160" name="Google Shape;1160;g3165257d2d0_0_209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161" name="Google Shape;1161;g3165257d2d0_0_209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162" name="Google Shape;1162;g3165257d2d0_0_209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1163" name="Google Shape;1163;g3165257d2d0_0_209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1164" name="Google Shape;1164;g3165257d2d0_0_2090"/>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1165" name="Google Shape;1165;g3165257d2d0_0_2090"/>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1166" name="Google Shape;1166;g3165257d2d0_0_2090"/>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1167" name="Google Shape;1167;g3165257d2d0_0_2090"/>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1168" name="Google Shape;1168;g3165257d2d0_0_2090"/>
          <p:cNvSpPr>
            <a:spLocks noGrp="1"/>
          </p:cNvSpPr>
          <p:nvPr>
            <p:ph type="pic" idx="8"/>
          </p:nvPr>
        </p:nvSpPr>
        <p:spPr>
          <a:xfrm>
            <a:off x="5086375" y="4412425"/>
            <a:ext cx="2668800" cy="1291500"/>
          </a:xfrm>
          <a:prstGeom prst="rect">
            <a:avLst/>
          </a:prstGeom>
          <a:noFill/>
          <a:ln>
            <a:noFill/>
          </a:ln>
        </p:spPr>
      </p:sp>
      <p:sp>
        <p:nvSpPr>
          <p:cNvPr id="1169" name="Google Shape;1169;g3165257d2d0_0_2090"/>
          <p:cNvSpPr>
            <a:spLocks noGrp="1"/>
          </p:cNvSpPr>
          <p:nvPr>
            <p:ph type="pic" idx="9"/>
          </p:nvPr>
        </p:nvSpPr>
        <p:spPr>
          <a:xfrm>
            <a:off x="5086375" y="797675"/>
            <a:ext cx="2668800" cy="1291500"/>
          </a:xfrm>
          <a:prstGeom prst="rect">
            <a:avLst/>
          </a:prstGeom>
          <a:noFill/>
          <a:ln>
            <a:noFill/>
          </a:ln>
        </p:spPr>
      </p:sp>
      <p:sp>
        <p:nvSpPr>
          <p:cNvPr id="1170" name="Google Shape;1170;g3165257d2d0_0_2090"/>
          <p:cNvSpPr>
            <a:spLocks noGrp="1"/>
          </p:cNvSpPr>
          <p:nvPr>
            <p:ph type="pic" idx="13"/>
          </p:nvPr>
        </p:nvSpPr>
        <p:spPr>
          <a:xfrm>
            <a:off x="5086375" y="2002592"/>
            <a:ext cx="2668800" cy="1291500"/>
          </a:xfrm>
          <a:prstGeom prst="rect">
            <a:avLst/>
          </a:prstGeom>
          <a:noFill/>
          <a:ln>
            <a:noFill/>
          </a:ln>
        </p:spPr>
      </p:sp>
      <p:sp>
        <p:nvSpPr>
          <p:cNvPr id="1171" name="Google Shape;1171;g3165257d2d0_0_2090"/>
          <p:cNvSpPr>
            <a:spLocks noGrp="1"/>
          </p:cNvSpPr>
          <p:nvPr>
            <p:ph type="pic" idx="14"/>
          </p:nvPr>
        </p:nvSpPr>
        <p:spPr>
          <a:xfrm>
            <a:off x="5086375" y="3207508"/>
            <a:ext cx="2668800" cy="1291500"/>
          </a:xfrm>
          <a:prstGeom prst="rect">
            <a:avLst/>
          </a:prstGeom>
          <a:noFill/>
          <a:ln>
            <a:noFill/>
          </a:ln>
        </p:spPr>
      </p:sp>
      <p:sp>
        <p:nvSpPr>
          <p:cNvPr id="1172" name="Google Shape;1172;g3165257d2d0_0_209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73" name="Google Shape;1173;g3165257d2d0_0_209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1174"/>
        <p:cNvGrpSpPr/>
        <p:nvPr/>
      </p:nvGrpSpPr>
      <p:grpSpPr>
        <a:xfrm>
          <a:off x="0" y="0"/>
          <a:ext cx="0" cy="0"/>
          <a:chOff x="0" y="0"/>
          <a:chExt cx="0" cy="0"/>
        </a:xfrm>
      </p:grpSpPr>
      <p:sp>
        <p:nvSpPr>
          <p:cNvPr id="1175" name="Google Shape;1175;g3165257d2d0_0_2122"/>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176" name="Google Shape;1176;g3165257d2d0_0_2122"/>
          <p:cNvSpPr>
            <a:spLocks noGrp="1"/>
          </p:cNvSpPr>
          <p:nvPr>
            <p:ph type="pic" idx="2"/>
          </p:nvPr>
        </p:nvSpPr>
        <p:spPr>
          <a:xfrm>
            <a:off x="1181100" y="852975"/>
            <a:ext cx="6781800" cy="2771700"/>
          </a:xfrm>
          <a:prstGeom prst="roundRect">
            <a:avLst>
              <a:gd name="adj" fmla="val 16667"/>
            </a:avLst>
          </a:prstGeom>
          <a:noFill/>
          <a:ln>
            <a:noFill/>
          </a:ln>
        </p:spPr>
      </p:sp>
      <p:sp>
        <p:nvSpPr>
          <p:cNvPr id="1177" name="Google Shape;1177;g3165257d2d0_0_212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8" name="Google Shape;1178;g3165257d2d0_0_212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9" name="Google Shape;1179;g3165257d2d0_0_212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0" name="Google Shape;1180;g3165257d2d0_0_212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1" name="Google Shape;1181;g3165257d2d0_0_212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2" name="Google Shape;1182;g3165257d2d0_0_212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83" name="Google Shape;1183;g3165257d2d0_0_2122"/>
          <p:cNvGrpSpPr/>
          <p:nvPr/>
        </p:nvGrpSpPr>
        <p:grpSpPr>
          <a:xfrm>
            <a:off x="662575" y="6212475"/>
            <a:ext cx="586800" cy="571500"/>
            <a:chOff x="662575" y="6212475"/>
            <a:chExt cx="586800" cy="571500"/>
          </a:xfrm>
        </p:grpSpPr>
        <p:sp>
          <p:nvSpPr>
            <p:cNvPr id="1184" name="Google Shape;1184;g3165257d2d0_0_212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5" name="Google Shape;1185;g3165257d2d0_0_212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6" name="Google Shape;1186;g3165257d2d0_0_212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7" name="Google Shape;1187;g3165257d2d0_0_2122"/>
          <p:cNvGrpSpPr/>
          <p:nvPr/>
        </p:nvGrpSpPr>
        <p:grpSpPr>
          <a:xfrm>
            <a:off x="7894350" y="6212475"/>
            <a:ext cx="586800" cy="571500"/>
            <a:chOff x="7894350" y="6212475"/>
            <a:chExt cx="586800" cy="571500"/>
          </a:xfrm>
        </p:grpSpPr>
        <p:sp>
          <p:nvSpPr>
            <p:cNvPr id="1188" name="Google Shape;1188;g3165257d2d0_0_212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9" name="Google Shape;1189;g3165257d2d0_0_212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0" name="Google Shape;1190;g3165257d2d0_0_212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191" name="Google Shape;1191;g3165257d2d0_0_212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192" name="Google Shape;1192;g3165257d2d0_0_2122"/>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193" name="Google Shape;1193;g3165257d2d0_0_212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194" name="Google Shape;1194;g3165257d2d0_0_2122"/>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195" name="Google Shape;1195;g3165257d2d0_0_2122"/>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196" name="Google Shape;1196;g3165257d2d0_0_2122"/>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1197" name="Google Shape;1197;g3165257d2d0_0_212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cxnSp>
        <p:nvCxnSpPr>
          <p:cNvPr id="1198" name="Google Shape;1198;g3165257d2d0_0_2122"/>
          <p:cNvCxnSpPr/>
          <p:nvPr/>
        </p:nvCxnSpPr>
        <p:spPr>
          <a:xfrm>
            <a:off x="1181100" y="4909650"/>
            <a:ext cx="6781800" cy="0"/>
          </a:xfrm>
          <a:prstGeom prst="straightConnector1">
            <a:avLst/>
          </a:prstGeom>
          <a:noFill/>
          <a:ln w="28575" cap="flat" cmpd="sng">
            <a:solidFill>
              <a:srgbClr val="BFBFBF"/>
            </a:solidFill>
            <a:prstDash val="lgDash"/>
            <a:miter lim="800000"/>
            <a:headEnd type="none" w="sm" len="sm"/>
            <a:tailEnd type="none" w="sm" len="sm"/>
          </a:ln>
        </p:spPr>
      </p:cxnSp>
      <p:sp>
        <p:nvSpPr>
          <p:cNvPr id="1199" name="Google Shape;1199;g3165257d2d0_0_212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00" name="Google Shape;1200;g3165257d2d0_0_2122"/>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1201"/>
        <p:cNvGrpSpPr/>
        <p:nvPr/>
      </p:nvGrpSpPr>
      <p:grpSpPr>
        <a:xfrm>
          <a:off x="0" y="0"/>
          <a:ext cx="0" cy="0"/>
          <a:chOff x="0" y="0"/>
          <a:chExt cx="0" cy="0"/>
        </a:xfrm>
      </p:grpSpPr>
      <p:sp>
        <p:nvSpPr>
          <p:cNvPr id="1202" name="Google Shape;1202;g3165257d2d0_0_2149"/>
          <p:cNvSpPr>
            <a:spLocks noGrp="1"/>
          </p:cNvSpPr>
          <p:nvPr>
            <p:ph type="pic" idx="2"/>
          </p:nvPr>
        </p:nvSpPr>
        <p:spPr>
          <a:xfrm>
            <a:off x="1181100" y="852975"/>
            <a:ext cx="6781800" cy="2771700"/>
          </a:xfrm>
          <a:prstGeom prst="roundRect">
            <a:avLst>
              <a:gd name="adj" fmla="val 16667"/>
            </a:avLst>
          </a:prstGeom>
          <a:noFill/>
          <a:ln>
            <a:noFill/>
          </a:ln>
        </p:spPr>
      </p:sp>
      <p:sp>
        <p:nvSpPr>
          <p:cNvPr id="1203" name="Google Shape;1203;g3165257d2d0_0_214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4" name="Google Shape;1204;g3165257d2d0_0_214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5" name="Google Shape;1205;g3165257d2d0_0_214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06" name="Google Shape;1206;g3165257d2d0_0_214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7" name="Google Shape;1207;g3165257d2d0_0_214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8" name="Google Shape;1208;g3165257d2d0_0_214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209" name="Google Shape;1209;g3165257d2d0_0_2149"/>
          <p:cNvGrpSpPr/>
          <p:nvPr/>
        </p:nvGrpSpPr>
        <p:grpSpPr>
          <a:xfrm>
            <a:off x="662575" y="6212475"/>
            <a:ext cx="586800" cy="571500"/>
            <a:chOff x="662575" y="6212475"/>
            <a:chExt cx="586800" cy="571500"/>
          </a:xfrm>
        </p:grpSpPr>
        <p:sp>
          <p:nvSpPr>
            <p:cNvPr id="1210" name="Google Shape;1210;g3165257d2d0_0_214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1" name="Google Shape;1211;g3165257d2d0_0_214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2" name="Google Shape;1212;g3165257d2d0_0_214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3" name="Google Shape;1213;g3165257d2d0_0_2149"/>
          <p:cNvGrpSpPr/>
          <p:nvPr/>
        </p:nvGrpSpPr>
        <p:grpSpPr>
          <a:xfrm>
            <a:off x="7894350" y="6212475"/>
            <a:ext cx="586800" cy="571500"/>
            <a:chOff x="7894350" y="6212475"/>
            <a:chExt cx="586800" cy="571500"/>
          </a:xfrm>
        </p:grpSpPr>
        <p:sp>
          <p:nvSpPr>
            <p:cNvPr id="1214" name="Google Shape;1214;g3165257d2d0_0_214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5" name="Google Shape;1215;g3165257d2d0_0_214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6" name="Google Shape;1216;g3165257d2d0_0_214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7" name="Google Shape;1217;g3165257d2d0_0_214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18" name="Google Shape;1218;g3165257d2d0_0_214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219" name="Google Shape;1219;g3165257d2d0_0_214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220" name="Google Shape;1220;g3165257d2d0_0_214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221" name="Google Shape;1221;g3165257d2d0_0_214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222" name="Google Shape;1222;g3165257d2d0_0_214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1223" name="Google Shape;1223;g3165257d2d0_0_214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1224" name="Google Shape;1224;g3165257d2d0_0_214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cxnSp>
        <p:nvCxnSpPr>
          <p:cNvPr id="1225" name="Google Shape;1225;g3165257d2d0_0_2149"/>
          <p:cNvCxnSpPr/>
          <p:nvPr/>
        </p:nvCxnSpPr>
        <p:spPr>
          <a:xfrm>
            <a:off x="1181100" y="4909650"/>
            <a:ext cx="6781800" cy="0"/>
          </a:xfrm>
          <a:prstGeom prst="straightConnector1">
            <a:avLst/>
          </a:prstGeom>
          <a:noFill/>
          <a:ln w="28575" cap="flat" cmpd="sng">
            <a:solidFill>
              <a:srgbClr val="BFBFBF"/>
            </a:solidFill>
            <a:prstDash val="lgDash"/>
            <a:miter lim="800000"/>
            <a:headEnd type="none" w="sm" len="sm"/>
            <a:tailEnd type="none" w="sm" len="sm"/>
          </a:ln>
        </p:spPr>
      </p:cxnSp>
      <p:sp>
        <p:nvSpPr>
          <p:cNvPr id="1226" name="Google Shape;1226;g3165257d2d0_0_214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27" name="Google Shape;1227;g3165257d2d0_0_214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1228"/>
        <p:cNvGrpSpPr/>
        <p:nvPr/>
      </p:nvGrpSpPr>
      <p:grpSpPr>
        <a:xfrm>
          <a:off x="0" y="0"/>
          <a:ext cx="0" cy="0"/>
          <a:chOff x="0" y="0"/>
          <a:chExt cx="0" cy="0"/>
        </a:xfrm>
      </p:grpSpPr>
      <p:sp>
        <p:nvSpPr>
          <p:cNvPr id="1229" name="Google Shape;1229;g3165257d2d0_0_2176"/>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230" name="Google Shape;1230;g3165257d2d0_0_2176"/>
          <p:cNvSpPr>
            <a:spLocks noGrp="1"/>
          </p:cNvSpPr>
          <p:nvPr>
            <p:ph type="pic" idx="2"/>
          </p:nvPr>
        </p:nvSpPr>
        <p:spPr>
          <a:xfrm>
            <a:off x="1181100" y="852975"/>
            <a:ext cx="6781800" cy="2771700"/>
          </a:xfrm>
          <a:prstGeom prst="roundRect">
            <a:avLst>
              <a:gd name="adj" fmla="val 16667"/>
            </a:avLst>
          </a:prstGeom>
          <a:noFill/>
          <a:ln>
            <a:noFill/>
          </a:ln>
        </p:spPr>
      </p:sp>
      <p:sp>
        <p:nvSpPr>
          <p:cNvPr id="1231" name="Google Shape;1231;g3165257d2d0_0_2176"/>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2" name="Google Shape;1232;g3165257d2d0_0_2176"/>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3" name="Google Shape;1233;g3165257d2d0_0_217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34" name="Google Shape;1234;g3165257d2d0_0_2176"/>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5" name="Google Shape;1235;g3165257d2d0_0_2176"/>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6" name="Google Shape;1236;g3165257d2d0_0_217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237" name="Google Shape;1237;g3165257d2d0_0_2176"/>
          <p:cNvGrpSpPr/>
          <p:nvPr/>
        </p:nvGrpSpPr>
        <p:grpSpPr>
          <a:xfrm>
            <a:off x="662575" y="6212475"/>
            <a:ext cx="586800" cy="571500"/>
            <a:chOff x="662575" y="6212475"/>
            <a:chExt cx="586800" cy="571500"/>
          </a:xfrm>
        </p:grpSpPr>
        <p:sp>
          <p:nvSpPr>
            <p:cNvPr id="1238" name="Google Shape;1238;g3165257d2d0_0_217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9" name="Google Shape;1239;g3165257d2d0_0_2176">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0" name="Google Shape;1240;g3165257d2d0_0_2176">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41" name="Google Shape;1241;g3165257d2d0_0_2176"/>
          <p:cNvGrpSpPr/>
          <p:nvPr/>
        </p:nvGrpSpPr>
        <p:grpSpPr>
          <a:xfrm>
            <a:off x="7894350" y="6212475"/>
            <a:ext cx="586800" cy="571500"/>
            <a:chOff x="7894350" y="6212475"/>
            <a:chExt cx="586800" cy="571500"/>
          </a:xfrm>
        </p:grpSpPr>
        <p:sp>
          <p:nvSpPr>
            <p:cNvPr id="1242" name="Google Shape;1242;g3165257d2d0_0_217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3" name="Google Shape;1243;g3165257d2d0_0_2176">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4" name="Google Shape;1244;g3165257d2d0_0_2176">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45" name="Google Shape;1245;g3165257d2d0_0_2176"/>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46" name="Google Shape;1246;g3165257d2d0_0_2176"/>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247" name="Google Shape;1247;g3165257d2d0_0_2176"/>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248" name="Google Shape;1248;g3165257d2d0_0_2176"/>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249" name="Google Shape;1249;g3165257d2d0_0_2176"/>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250" name="Google Shape;1250;g3165257d2d0_0_2176"/>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1251" name="Google Shape;1251;g3165257d2d0_0_217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cxnSp>
        <p:nvCxnSpPr>
          <p:cNvPr id="1252" name="Google Shape;1252;g3165257d2d0_0_2176"/>
          <p:cNvCxnSpPr/>
          <p:nvPr/>
        </p:nvCxnSpPr>
        <p:spPr>
          <a:xfrm>
            <a:off x="1181100" y="4528650"/>
            <a:ext cx="6781800" cy="0"/>
          </a:xfrm>
          <a:prstGeom prst="straightConnector1">
            <a:avLst/>
          </a:prstGeom>
          <a:noFill/>
          <a:ln w="28575" cap="flat" cmpd="sng">
            <a:solidFill>
              <a:srgbClr val="BFBFBF"/>
            </a:solidFill>
            <a:prstDash val="lgDash"/>
            <a:miter lim="800000"/>
            <a:headEnd type="none" w="sm" len="sm"/>
            <a:tailEnd type="none" w="sm" len="sm"/>
          </a:ln>
        </p:spPr>
      </p:cxnSp>
      <p:cxnSp>
        <p:nvCxnSpPr>
          <p:cNvPr id="1253" name="Google Shape;1253;g3165257d2d0_0_2176"/>
          <p:cNvCxnSpPr/>
          <p:nvPr/>
        </p:nvCxnSpPr>
        <p:spPr>
          <a:xfrm>
            <a:off x="1181100" y="5369000"/>
            <a:ext cx="6781800" cy="0"/>
          </a:xfrm>
          <a:prstGeom prst="straightConnector1">
            <a:avLst/>
          </a:prstGeom>
          <a:noFill/>
          <a:ln w="28575" cap="flat" cmpd="sng">
            <a:solidFill>
              <a:srgbClr val="BFBFBF"/>
            </a:solidFill>
            <a:prstDash val="lgDash"/>
            <a:miter lim="800000"/>
            <a:headEnd type="none" w="sm" len="sm"/>
            <a:tailEnd type="none" w="sm" len="sm"/>
          </a:ln>
        </p:spPr>
      </p:cxnSp>
      <p:sp>
        <p:nvSpPr>
          <p:cNvPr id="1254" name="Google Shape;1254;g3165257d2d0_0_217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55" name="Google Shape;1255;g3165257d2d0_0_2176"/>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1256"/>
        <p:cNvGrpSpPr/>
        <p:nvPr/>
      </p:nvGrpSpPr>
      <p:grpSpPr>
        <a:xfrm>
          <a:off x="0" y="0"/>
          <a:ext cx="0" cy="0"/>
          <a:chOff x="0" y="0"/>
          <a:chExt cx="0" cy="0"/>
        </a:xfrm>
      </p:grpSpPr>
      <p:sp>
        <p:nvSpPr>
          <p:cNvPr id="1257" name="Google Shape;1257;g3165257d2d0_0_2204"/>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258" name="Google Shape;1258;g3165257d2d0_0_2204"/>
          <p:cNvSpPr>
            <a:spLocks noGrp="1"/>
          </p:cNvSpPr>
          <p:nvPr>
            <p:ph type="pic" idx="2"/>
          </p:nvPr>
        </p:nvSpPr>
        <p:spPr>
          <a:xfrm>
            <a:off x="1181100" y="852975"/>
            <a:ext cx="6781800" cy="2771700"/>
          </a:xfrm>
          <a:prstGeom prst="roundRect">
            <a:avLst>
              <a:gd name="adj" fmla="val 16667"/>
            </a:avLst>
          </a:prstGeom>
          <a:noFill/>
          <a:ln>
            <a:noFill/>
          </a:ln>
        </p:spPr>
      </p:sp>
      <p:sp>
        <p:nvSpPr>
          <p:cNvPr id="1259" name="Google Shape;1259;g3165257d2d0_0_2204"/>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0" name="Google Shape;1260;g3165257d2d0_0_2204"/>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1" name="Google Shape;1261;g3165257d2d0_0_2204"/>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62" name="Google Shape;1262;g3165257d2d0_0_2204"/>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3" name="Google Shape;1263;g3165257d2d0_0_2204"/>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4" name="Google Shape;1264;g3165257d2d0_0_2204"/>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265" name="Google Shape;1265;g3165257d2d0_0_2204"/>
          <p:cNvGrpSpPr/>
          <p:nvPr/>
        </p:nvGrpSpPr>
        <p:grpSpPr>
          <a:xfrm>
            <a:off x="662575" y="6212475"/>
            <a:ext cx="586800" cy="571500"/>
            <a:chOff x="662575" y="6212475"/>
            <a:chExt cx="586800" cy="571500"/>
          </a:xfrm>
        </p:grpSpPr>
        <p:sp>
          <p:nvSpPr>
            <p:cNvPr id="1266" name="Google Shape;1266;g3165257d2d0_0_2204">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7" name="Google Shape;1267;g3165257d2d0_0_2204">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8" name="Google Shape;1268;g3165257d2d0_0_2204">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69" name="Google Shape;1269;g3165257d2d0_0_2204"/>
          <p:cNvGrpSpPr/>
          <p:nvPr/>
        </p:nvGrpSpPr>
        <p:grpSpPr>
          <a:xfrm>
            <a:off x="7894350" y="6212475"/>
            <a:ext cx="586800" cy="571500"/>
            <a:chOff x="7894350" y="6212475"/>
            <a:chExt cx="586800" cy="571500"/>
          </a:xfrm>
        </p:grpSpPr>
        <p:sp>
          <p:nvSpPr>
            <p:cNvPr id="1270" name="Google Shape;1270;g3165257d2d0_0_220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1" name="Google Shape;1271;g3165257d2d0_0_220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2" name="Google Shape;1272;g3165257d2d0_0_220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73" name="Google Shape;1273;g3165257d2d0_0_2204"/>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74" name="Google Shape;1274;g3165257d2d0_0_2204"/>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275" name="Google Shape;1275;g3165257d2d0_0_2204"/>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276" name="Google Shape;1276;g3165257d2d0_0_2204"/>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277" name="Google Shape;1277;g3165257d2d0_0_2204"/>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278" name="Google Shape;1278;g3165257d2d0_0_2204"/>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1279" name="Google Shape;1279;g3165257d2d0_0_2204"/>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cxnSp>
        <p:nvCxnSpPr>
          <p:cNvPr id="1280" name="Google Shape;1280;g3165257d2d0_0_2204"/>
          <p:cNvCxnSpPr/>
          <p:nvPr/>
        </p:nvCxnSpPr>
        <p:spPr>
          <a:xfrm>
            <a:off x="1181100" y="4528650"/>
            <a:ext cx="6781800" cy="0"/>
          </a:xfrm>
          <a:prstGeom prst="straightConnector1">
            <a:avLst/>
          </a:prstGeom>
          <a:noFill/>
          <a:ln w="28575" cap="flat" cmpd="sng">
            <a:solidFill>
              <a:srgbClr val="BFBFBF"/>
            </a:solidFill>
            <a:prstDash val="lgDash"/>
            <a:miter lim="800000"/>
            <a:headEnd type="none" w="sm" len="sm"/>
            <a:tailEnd type="none" w="sm" len="sm"/>
          </a:ln>
        </p:spPr>
      </p:cxnSp>
      <p:cxnSp>
        <p:nvCxnSpPr>
          <p:cNvPr id="1281" name="Google Shape;1281;g3165257d2d0_0_2204"/>
          <p:cNvCxnSpPr/>
          <p:nvPr/>
        </p:nvCxnSpPr>
        <p:spPr>
          <a:xfrm>
            <a:off x="1181100" y="5369000"/>
            <a:ext cx="6781800" cy="0"/>
          </a:xfrm>
          <a:prstGeom prst="straightConnector1">
            <a:avLst/>
          </a:prstGeom>
          <a:noFill/>
          <a:ln w="28575" cap="flat" cmpd="sng">
            <a:solidFill>
              <a:srgbClr val="BFBFBF"/>
            </a:solidFill>
            <a:prstDash val="lgDash"/>
            <a:miter lim="800000"/>
            <a:headEnd type="none" w="sm" len="sm"/>
            <a:tailEnd type="none" w="sm" len="sm"/>
          </a:ln>
        </p:spPr>
      </p:cxnSp>
      <p:sp>
        <p:nvSpPr>
          <p:cNvPr id="1282" name="Google Shape;1282;g3165257d2d0_0_2204"/>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83" name="Google Shape;1283;g3165257d2d0_0_2204"/>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1284"/>
        <p:cNvGrpSpPr/>
        <p:nvPr/>
      </p:nvGrpSpPr>
      <p:grpSpPr>
        <a:xfrm>
          <a:off x="0" y="0"/>
          <a:ext cx="0" cy="0"/>
          <a:chOff x="0" y="0"/>
          <a:chExt cx="0" cy="0"/>
        </a:xfrm>
      </p:grpSpPr>
      <p:sp>
        <p:nvSpPr>
          <p:cNvPr id="1285" name="Google Shape;1285;g3165257d2d0_0_2232"/>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6" name="Google Shape;1286;g3165257d2d0_0_2232"/>
          <p:cNvSpPr/>
          <p:nvPr/>
        </p:nvSpPr>
        <p:spPr>
          <a:xfrm rot="-513789" flipH="1">
            <a:off x="3539169" y="1038090"/>
            <a:ext cx="2012770" cy="1269983"/>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7" name="Google Shape;1287;g3165257d2d0_0_2232"/>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8" name="Google Shape;1288;g3165257d2d0_0_22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9" name="Google Shape;1289;g3165257d2d0_0_22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0" name="Google Shape;1290;g3165257d2d0_0_22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91" name="Google Shape;1291;g3165257d2d0_0_22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2" name="Google Shape;1292;g3165257d2d0_0_22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3" name="Google Shape;1293;g3165257d2d0_0_22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294" name="Google Shape;1294;g3165257d2d0_0_2232"/>
          <p:cNvGrpSpPr/>
          <p:nvPr/>
        </p:nvGrpSpPr>
        <p:grpSpPr>
          <a:xfrm>
            <a:off x="662575" y="6212475"/>
            <a:ext cx="586800" cy="571500"/>
            <a:chOff x="662575" y="6212475"/>
            <a:chExt cx="586800" cy="571500"/>
          </a:xfrm>
        </p:grpSpPr>
        <p:sp>
          <p:nvSpPr>
            <p:cNvPr id="1295" name="Google Shape;1295;g3165257d2d0_0_22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6" name="Google Shape;1296;g3165257d2d0_0_22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7" name="Google Shape;1297;g3165257d2d0_0_22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98" name="Google Shape;1298;g3165257d2d0_0_2232"/>
          <p:cNvGrpSpPr/>
          <p:nvPr/>
        </p:nvGrpSpPr>
        <p:grpSpPr>
          <a:xfrm>
            <a:off x="7894350" y="6212475"/>
            <a:ext cx="586800" cy="571500"/>
            <a:chOff x="7894350" y="6212475"/>
            <a:chExt cx="586800" cy="571500"/>
          </a:xfrm>
        </p:grpSpPr>
        <p:sp>
          <p:nvSpPr>
            <p:cNvPr id="1299" name="Google Shape;1299;g3165257d2d0_0_22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00" name="Google Shape;1300;g3165257d2d0_0_22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01" name="Google Shape;1301;g3165257d2d0_0_22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02" name="Google Shape;1302;g3165257d2d0_0_22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303" name="Google Shape;1303;g3165257d2d0_0_22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04" name="Google Shape;1304;g3165257d2d0_0_22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305" name="Google Shape;1305;g3165257d2d0_0_22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306" name="Google Shape;1306;g3165257d2d0_0_22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307" name="Google Shape;1307;g3165257d2d0_0_22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1308" name="Google Shape;1308;g3165257d2d0_0_2232"/>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1309" name="Google Shape;1309;g3165257d2d0_0_2232"/>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1310" name="Google Shape;1310;g3165257d2d0_0_2232"/>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1311" name="Google Shape;1311;g3165257d2d0_0_2232"/>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1312" name="Google Shape;1312;g3165257d2d0_0_2232"/>
          <p:cNvSpPr/>
          <p:nvPr/>
        </p:nvSpPr>
        <p:spPr>
          <a:xfrm rot="-10251123">
            <a:off x="5784891" y="2390273"/>
            <a:ext cx="2012801" cy="126991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3" name="Google Shape;1313;g3165257d2d0_0_2232"/>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1314" name="Google Shape;1314;g3165257d2d0_0_2232"/>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5" name="Google Shape;1315;g3165257d2d0_0_2232"/>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1316" name="Google Shape;1316;g3165257d2d0_0_2232"/>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7" name="Google Shape;1317;g3165257d2d0_0_2232"/>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1318" name="Google Shape;1318;g3165257d2d0_0_2232"/>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9" name="Google Shape;1319;g3165257d2d0_0_2232"/>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1320" name="Google Shape;1320;g3165257d2d0_0_2232"/>
          <p:cNvSpPr/>
          <p:nvPr/>
        </p:nvSpPr>
        <p:spPr>
          <a:xfrm rot="-513789" flipH="1">
            <a:off x="6058044" y="4333065"/>
            <a:ext cx="2012770" cy="1269983"/>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1" name="Google Shape;1321;g3165257d2d0_0_2232"/>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1322" name="Google Shape;1322;g3165257d2d0_0_22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323" name="Google Shape;1323;g3165257d2d0_0_2232"/>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1324"/>
        <p:cNvGrpSpPr/>
        <p:nvPr/>
      </p:nvGrpSpPr>
      <p:grpSpPr>
        <a:xfrm>
          <a:off x="0" y="0"/>
          <a:ext cx="0" cy="0"/>
          <a:chOff x="0" y="0"/>
          <a:chExt cx="0" cy="0"/>
        </a:xfrm>
      </p:grpSpPr>
      <p:sp>
        <p:nvSpPr>
          <p:cNvPr id="1325" name="Google Shape;1325;g3165257d2d0_0_227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6" name="Google Shape;1326;g3165257d2d0_0_227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7" name="Google Shape;1327;g3165257d2d0_0_227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28" name="Google Shape;1328;g3165257d2d0_0_227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9" name="Google Shape;1329;g3165257d2d0_0_227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0" name="Google Shape;1330;g3165257d2d0_0_227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331" name="Google Shape;1331;g3165257d2d0_0_2272"/>
          <p:cNvGrpSpPr/>
          <p:nvPr/>
        </p:nvGrpSpPr>
        <p:grpSpPr>
          <a:xfrm>
            <a:off x="662575" y="6212475"/>
            <a:ext cx="586800" cy="571500"/>
            <a:chOff x="662575" y="6212475"/>
            <a:chExt cx="586800" cy="571500"/>
          </a:xfrm>
        </p:grpSpPr>
        <p:sp>
          <p:nvSpPr>
            <p:cNvPr id="1332" name="Google Shape;1332;g3165257d2d0_0_227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3" name="Google Shape;1333;g3165257d2d0_0_227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4" name="Google Shape;1334;g3165257d2d0_0_227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35" name="Google Shape;1335;g3165257d2d0_0_2272"/>
          <p:cNvGrpSpPr/>
          <p:nvPr/>
        </p:nvGrpSpPr>
        <p:grpSpPr>
          <a:xfrm>
            <a:off x="7894350" y="6212475"/>
            <a:ext cx="586800" cy="571500"/>
            <a:chOff x="7894350" y="6212475"/>
            <a:chExt cx="586800" cy="571500"/>
          </a:xfrm>
        </p:grpSpPr>
        <p:sp>
          <p:nvSpPr>
            <p:cNvPr id="1336" name="Google Shape;1336;g3165257d2d0_0_227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7" name="Google Shape;1337;g3165257d2d0_0_227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8" name="Google Shape;1338;g3165257d2d0_0_227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39" name="Google Shape;1339;g3165257d2d0_0_227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340" name="Google Shape;1340;g3165257d2d0_0_227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41" name="Google Shape;1341;g3165257d2d0_0_227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342" name="Google Shape;1342;g3165257d2d0_0_227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343" name="Google Shape;1343;g3165257d2d0_0_227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344" name="Google Shape;1344;g3165257d2d0_0_227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sp>
        <p:nvSpPr>
          <p:cNvPr id="1345" name="Google Shape;1345;g3165257d2d0_0_2272"/>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a:t>
            </a:r>
            <a:endParaRPr sz="1800" b="0" i="0" u="none" strike="noStrike" cap="none">
              <a:solidFill>
                <a:srgbClr val="AEABAB"/>
              </a:solidFill>
              <a:latin typeface="Poppins Medium"/>
              <a:ea typeface="Poppins Medium"/>
              <a:cs typeface="Poppins Medium"/>
              <a:sym typeface="Poppins Medium"/>
            </a:endParaRPr>
          </a:p>
        </p:txBody>
      </p:sp>
      <p:cxnSp>
        <p:nvCxnSpPr>
          <p:cNvPr id="1346" name="Google Shape;1346;g3165257d2d0_0_2272"/>
          <p:cNvCxnSpPr/>
          <p:nvPr/>
        </p:nvCxnSpPr>
        <p:spPr>
          <a:xfrm>
            <a:off x="1181100" y="2307667"/>
            <a:ext cx="6781800" cy="0"/>
          </a:xfrm>
          <a:prstGeom prst="straightConnector1">
            <a:avLst/>
          </a:prstGeom>
          <a:noFill/>
          <a:ln w="28575" cap="flat" cmpd="sng">
            <a:solidFill>
              <a:srgbClr val="BFBFBF"/>
            </a:solidFill>
            <a:prstDash val="lgDash"/>
            <a:miter lim="800000"/>
            <a:headEnd type="none" w="sm" len="sm"/>
            <a:tailEnd type="none" w="sm" len="sm"/>
          </a:ln>
        </p:spPr>
      </p:cxnSp>
      <p:cxnSp>
        <p:nvCxnSpPr>
          <p:cNvPr id="1347" name="Google Shape;1347;g3165257d2d0_0_2272"/>
          <p:cNvCxnSpPr/>
          <p:nvPr/>
        </p:nvCxnSpPr>
        <p:spPr>
          <a:xfrm>
            <a:off x="1181100" y="3853333"/>
            <a:ext cx="6781800" cy="0"/>
          </a:xfrm>
          <a:prstGeom prst="straightConnector1">
            <a:avLst/>
          </a:prstGeom>
          <a:noFill/>
          <a:ln w="28575" cap="flat" cmpd="sng">
            <a:solidFill>
              <a:srgbClr val="BFBFBF"/>
            </a:solidFill>
            <a:prstDash val="lgDash"/>
            <a:miter lim="800000"/>
            <a:headEnd type="none" w="sm" len="sm"/>
            <a:tailEnd type="none" w="sm" len="sm"/>
          </a:ln>
        </p:spPr>
      </p:cxnSp>
      <p:cxnSp>
        <p:nvCxnSpPr>
          <p:cNvPr id="1348" name="Google Shape;1348;g3165257d2d0_0_2272"/>
          <p:cNvCxnSpPr/>
          <p:nvPr/>
        </p:nvCxnSpPr>
        <p:spPr>
          <a:xfrm>
            <a:off x="1181100" y="5399000"/>
            <a:ext cx="6781800" cy="0"/>
          </a:xfrm>
          <a:prstGeom prst="straightConnector1">
            <a:avLst/>
          </a:prstGeom>
          <a:noFill/>
          <a:ln w="28575" cap="flat" cmpd="sng">
            <a:solidFill>
              <a:srgbClr val="BFBFBF"/>
            </a:solidFill>
            <a:prstDash val="lgDash"/>
            <a:miter lim="800000"/>
            <a:headEnd type="none" w="sm" len="sm"/>
            <a:tailEnd type="none" w="sm" len="sm"/>
          </a:ln>
        </p:spPr>
      </p:cxnSp>
      <p:cxnSp>
        <p:nvCxnSpPr>
          <p:cNvPr id="1349" name="Google Shape;1349;g3165257d2d0_0_2272"/>
          <p:cNvCxnSpPr/>
          <p:nvPr/>
        </p:nvCxnSpPr>
        <p:spPr>
          <a:xfrm>
            <a:off x="1181100" y="762000"/>
            <a:ext cx="6781800" cy="0"/>
          </a:xfrm>
          <a:prstGeom prst="straightConnector1">
            <a:avLst/>
          </a:prstGeom>
          <a:noFill/>
          <a:ln w="28575" cap="flat" cmpd="sng">
            <a:solidFill>
              <a:srgbClr val="BFBFBF"/>
            </a:solidFill>
            <a:prstDash val="lgDash"/>
            <a:miter lim="800000"/>
            <a:headEnd type="none" w="sm" len="sm"/>
            <a:tailEnd type="none" w="sm" len="sm"/>
          </a:ln>
        </p:spPr>
      </p:cxnSp>
      <p:cxnSp>
        <p:nvCxnSpPr>
          <p:cNvPr id="1350" name="Google Shape;1350;g3165257d2d0_0_2272"/>
          <p:cNvCxnSpPr/>
          <p:nvPr/>
        </p:nvCxnSpPr>
        <p:spPr>
          <a:xfrm>
            <a:off x="1181100" y="795350"/>
            <a:ext cx="0" cy="4562100"/>
          </a:xfrm>
          <a:prstGeom prst="straightConnector1">
            <a:avLst/>
          </a:prstGeom>
          <a:noFill/>
          <a:ln w="28575" cap="flat" cmpd="sng">
            <a:solidFill>
              <a:srgbClr val="BFBFBF"/>
            </a:solidFill>
            <a:prstDash val="lgDash"/>
            <a:miter lim="800000"/>
            <a:headEnd type="none" w="sm" len="sm"/>
            <a:tailEnd type="none" w="sm" len="sm"/>
          </a:ln>
        </p:spPr>
      </p:cxnSp>
      <p:cxnSp>
        <p:nvCxnSpPr>
          <p:cNvPr id="1351" name="Google Shape;1351;g3165257d2d0_0_2272"/>
          <p:cNvCxnSpPr/>
          <p:nvPr/>
        </p:nvCxnSpPr>
        <p:spPr>
          <a:xfrm>
            <a:off x="7994100" y="795350"/>
            <a:ext cx="0" cy="4562100"/>
          </a:xfrm>
          <a:prstGeom prst="straightConnector1">
            <a:avLst/>
          </a:prstGeom>
          <a:noFill/>
          <a:ln w="28575" cap="flat" cmpd="sng">
            <a:solidFill>
              <a:srgbClr val="BFBFBF"/>
            </a:solidFill>
            <a:prstDash val="lgDash"/>
            <a:miter lim="800000"/>
            <a:headEnd type="none" w="sm" len="sm"/>
            <a:tailEnd type="none" w="sm" len="sm"/>
          </a:ln>
        </p:spPr>
      </p:cxnSp>
      <p:cxnSp>
        <p:nvCxnSpPr>
          <p:cNvPr id="1352" name="Google Shape;1352;g3165257d2d0_0_2272"/>
          <p:cNvCxnSpPr/>
          <p:nvPr/>
        </p:nvCxnSpPr>
        <p:spPr>
          <a:xfrm>
            <a:off x="3452100" y="795350"/>
            <a:ext cx="0" cy="4562100"/>
          </a:xfrm>
          <a:prstGeom prst="straightConnector1">
            <a:avLst/>
          </a:prstGeom>
          <a:noFill/>
          <a:ln w="28575" cap="flat" cmpd="sng">
            <a:solidFill>
              <a:srgbClr val="BFBFBF"/>
            </a:solidFill>
            <a:prstDash val="lgDash"/>
            <a:miter lim="800000"/>
            <a:headEnd type="none" w="sm" len="sm"/>
            <a:tailEnd type="none" w="sm" len="sm"/>
          </a:ln>
        </p:spPr>
      </p:cxnSp>
      <p:cxnSp>
        <p:nvCxnSpPr>
          <p:cNvPr id="1353" name="Google Shape;1353;g3165257d2d0_0_2272"/>
          <p:cNvCxnSpPr/>
          <p:nvPr/>
        </p:nvCxnSpPr>
        <p:spPr>
          <a:xfrm>
            <a:off x="5723100" y="795350"/>
            <a:ext cx="0" cy="4562100"/>
          </a:xfrm>
          <a:prstGeom prst="straightConnector1">
            <a:avLst/>
          </a:prstGeom>
          <a:noFill/>
          <a:ln w="28575" cap="flat" cmpd="sng">
            <a:solidFill>
              <a:srgbClr val="BFBFBF"/>
            </a:solidFill>
            <a:prstDash val="lgDash"/>
            <a:miter lim="800000"/>
            <a:headEnd type="none" w="sm" len="sm"/>
            <a:tailEnd type="none" w="sm" len="sm"/>
          </a:ln>
        </p:spPr>
      </p:cxnSp>
      <p:sp>
        <p:nvSpPr>
          <p:cNvPr id="1354" name="Google Shape;1354;g3165257d2d0_0_227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355" name="Google Shape;1355;g3165257d2d0_0_227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356" name="Google Shape;1356;g3165257d2d0_0_227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357" name="Google Shape;1357;g3165257d2d0_0_227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358" name="Google Shape;1358;g3165257d2d0_0_227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359" name="Google Shape;1359;g3165257d2d0_0_227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360" name="Google Shape;1360;g3165257d2d0_0_227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361" name="Google Shape;1361;g3165257d2d0_0_227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362" name="Google Shape;1362;g3165257d2d0_0_227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1363" name="Google Shape;1363;g3165257d2d0_0_227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364" name="Google Shape;1364;g3165257d2d0_0_2272"/>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1365"/>
        <p:cNvGrpSpPr/>
        <p:nvPr/>
      </p:nvGrpSpPr>
      <p:grpSpPr>
        <a:xfrm>
          <a:off x="0" y="0"/>
          <a:ext cx="0" cy="0"/>
          <a:chOff x="0" y="0"/>
          <a:chExt cx="0" cy="0"/>
        </a:xfrm>
      </p:grpSpPr>
      <p:pic>
        <p:nvPicPr>
          <p:cNvPr id="1366" name="Google Shape;1366;g3165257d2d0_0_2313"/>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1367" name="Google Shape;1367;g3165257d2d0_0_2313"/>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68" name="Google Shape;1368;g3165257d2d0_0_2313"/>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69" name="Google Shape;1369;g3165257d2d0_0_2313"/>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70" name="Google Shape;1370;g3165257d2d0_0_2313"/>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71" name="Google Shape;1371;g3165257d2d0_0_2313"/>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72" name="Google Shape;1372;g3165257d2d0_0_2313"/>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73" name="Google Shape;1373;g3165257d2d0_0_2313"/>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74" name="Google Shape;1374;g3165257d2d0_0_2313"/>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75" name="Google Shape;1375;g3165257d2d0_0_2313"/>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76" name="Google Shape;1376;g3165257d2d0_0_231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7" name="Google Shape;1377;g3165257d2d0_0_231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8" name="Google Shape;1378;g3165257d2d0_0_231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79" name="Google Shape;1379;g3165257d2d0_0_231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0" name="Google Shape;1380;g3165257d2d0_0_231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1" name="Google Shape;1381;g3165257d2d0_0_231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382" name="Google Shape;1382;g3165257d2d0_0_2313"/>
          <p:cNvGrpSpPr/>
          <p:nvPr/>
        </p:nvGrpSpPr>
        <p:grpSpPr>
          <a:xfrm>
            <a:off x="662575" y="6212475"/>
            <a:ext cx="586800" cy="571500"/>
            <a:chOff x="662575" y="6212475"/>
            <a:chExt cx="586800" cy="571500"/>
          </a:xfrm>
        </p:grpSpPr>
        <p:sp>
          <p:nvSpPr>
            <p:cNvPr id="1383" name="Google Shape;1383;g3165257d2d0_0_231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4" name="Google Shape;1384;g3165257d2d0_0_231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5" name="Google Shape;1385;g3165257d2d0_0_231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86" name="Google Shape;1386;g3165257d2d0_0_2313"/>
          <p:cNvGrpSpPr/>
          <p:nvPr/>
        </p:nvGrpSpPr>
        <p:grpSpPr>
          <a:xfrm>
            <a:off x="7894350" y="6212475"/>
            <a:ext cx="586800" cy="571500"/>
            <a:chOff x="7894350" y="6212475"/>
            <a:chExt cx="586800" cy="571500"/>
          </a:xfrm>
        </p:grpSpPr>
        <p:sp>
          <p:nvSpPr>
            <p:cNvPr id="1387" name="Google Shape;1387;g3165257d2d0_0_231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8" name="Google Shape;1388;g3165257d2d0_0_231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9" name="Google Shape;1389;g3165257d2d0_0_231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90" name="Google Shape;1390;g3165257d2d0_0_231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391" name="Google Shape;1391;g3165257d2d0_0_2313"/>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92" name="Google Shape;1392;g3165257d2d0_0_231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393" name="Google Shape;1393;g3165257d2d0_0_2313"/>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394" name="Google Shape;1394;g3165257d2d0_0_2313"/>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395" name="Google Shape;1395;g3165257d2d0_0_231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1396" name="Google Shape;1396;g3165257d2d0_0_231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cxnSp>
        <p:nvCxnSpPr>
          <p:cNvPr id="1397" name="Google Shape;1397;g3165257d2d0_0_2313"/>
          <p:cNvCxnSpPr/>
          <p:nvPr/>
        </p:nvCxnSpPr>
        <p:spPr>
          <a:xfrm>
            <a:off x="1181100" y="3385650"/>
            <a:ext cx="6781800" cy="0"/>
          </a:xfrm>
          <a:prstGeom prst="straightConnector1">
            <a:avLst/>
          </a:prstGeom>
          <a:noFill/>
          <a:ln w="28575" cap="flat" cmpd="sng">
            <a:solidFill>
              <a:srgbClr val="BFBFBF"/>
            </a:solidFill>
            <a:prstDash val="solid"/>
            <a:miter lim="800000"/>
            <a:headEnd type="none" w="sm" len="sm"/>
            <a:tailEnd type="none" w="sm" len="sm"/>
          </a:ln>
        </p:spPr>
      </p:cxnSp>
      <p:sp>
        <p:nvSpPr>
          <p:cNvPr id="1398" name="Google Shape;1398;g3165257d2d0_0_2313"/>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399" name="Google Shape;1399;g3165257d2d0_0_2313"/>
          <p:cNvSpPr txBox="1"/>
          <p:nvPr/>
        </p:nvSpPr>
        <p:spPr>
          <a:xfrm rot="847135">
            <a:off x="3980509" y="3929725"/>
            <a:ext cx="1109311" cy="1493196"/>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1400" name="Google Shape;1400;g3165257d2d0_0_231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401" name="Google Shape;1401;g3165257d2d0_0_2313"/>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1402"/>
        <p:cNvGrpSpPr/>
        <p:nvPr/>
      </p:nvGrpSpPr>
      <p:grpSpPr>
        <a:xfrm>
          <a:off x="0" y="0"/>
          <a:ext cx="0" cy="0"/>
          <a:chOff x="0" y="0"/>
          <a:chExt cx="0" cy="0"/>
        </a:xfrm>
      </p:grpSpPr>
      <p:sp>
        <p:nvSpPr>
          <p:cNvPr id="1403" name="Google Shape;1403;g3165257d2d0_0_235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04" name="Google Shape;1404;g3165257d2d0_0_235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05" name="Google Shape;1405;g3165257d2d0_0_235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06" name="Google Shape;1406;g3165257d2d0_0_235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07" name="Google Shape;1407;g3165257d2d0_0_235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08" name="Google Shape;1408;g3165257d2d0_0_235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409" name="Google Shape;1409;g3165257d2d0_0_2350"/>
          <p:cNvGrpSpPr/>
          <p:nvPr/>
        </p:nvGrpSpPr>
        <p:grpSpPr>
          <a:xfrm>
            <a:off x="662575" y="6212475"/>
            <a:ext cx="586800" cy="571500"/>
            <a:chOff x="662575" y="6212475"/>
            <a:chExt cx="586800" cy="571500"/>
          </a:xfrm>
        </p:grpSpPr>
        <p:sp>
          <p:nvSpPr>
            <p:cNvPr id="1410" name="Google Shape;1410;g3165257d2d0_0_235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11" name="Google Shape;1411;g3165257d2d0_0_235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12" name="Google Shape;1412;g3165257d2d0_0_235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13" name="Google Shape;1413;g3165257d2d0_0_2350"/>
          <p:cNvGrpSpPr/>
          <p:nvPr/>
        </p:nvGrpSpPr>
        <p:grpSpPr>
          <a:xfrm>
            <a:off x="7894350" y="6212475"/>
            <a:ext cx="586800" cy="571500"/>
            <a:chOff x="7894350" y="6212475"/>
            <a:chExt cx="586800" cy="571500"/>
          </a:xfrm>
        </p:grpSpPr>
        <p:sp>
          <p:nvSpPr>
            <p:cNvPr id="1414" name="Google Shape;1414;g3165257d2d0_0_235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15" name="Google Shape;1415;g3165257d2d0_0_235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16" name="Google Shape;1416;g3165257d2d0_0_235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17" name="Google Shape;1417;g3165257d2d0_0_235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418" name="Google Shape;1418;g3165257d2d0_0_235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419" name="Google Shape;1419;g3165257d2d0_0_235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420" name="Google Shape;1420;g3165257d2d0_0_235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421" name="Google Shape;1421;g3165257d2d0_0_235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422" name="Google Shape;1422;g3165257d2d0_0_235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1423" name="Google Shape;1423;g3165257d2d0_0_235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1424" name="Google Shape;1424;g3165257d2d0_0_235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1425" name="Google Shape;1425;g3165257d2d0_0_235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1426" name="Google Shape;1426;g3165257d2d0_0_235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1427" name="Google Shape;1427;g3165257d2d0_0_235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1428" name="Google Shape;1428;g3165257d2d0_0_235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29" name="Google Shape;1429;g3165257d2d0_0_235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0" name="Google Shape;1430;g3165257d2d0_0_235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1" name="Google Shape;1431;g3165257d2d0_0_235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432" name="Google Shape;1432;g3165257d2d0_0_235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1433"/>
        <p:cNvGrpSpPr/>
        <p:nvPr/>
      </p:nvGrpSpPr>
      <p:grpSpPr>
        <a:xfrm>
          <a:off x="0" y="0"/>
          <a:ext cx="0" cy="0"/>
          <a:chOff x="0" y="0"/>
          <a:chExt cx="0" cy="0"/>
        </a:xfrm>
      </p:grpSpPr>
      <p:sp>
        <p:nvSpPr>
          <p:cNvPr id="1434" name="Google Shape;1434;g3165257d2d0_0_2381"/>
          <p:cNvSpPr/>
          <p:nvPr/>
        </p:nvSpPr>
        <p:spPr>
          <a:xfrm>
            <a:off x="3311407" y="37095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35" name="Google Shape;1435;g3165257d2d0_0_2381"/>
          <p:cNvSpPr/>
          <p:nvPr/>
        </p:nvSpPr>
        <p:spPr>
          <a:xfrm>
            <a:off x="4564029" y="37095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36" name="Google Shape;1436;g3165257d2d0_0_2381"/>
          <p:cNvSpPr/>
          <p:nvPr/>
        </p:nvSpPr>
        <p:spPr>
          <a:xfrm>
            <a:off x="2058784" y="37095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37" name="Google Shape;1437;g3165257d2d0_0_2381"/>
          <p:cNvSpPr txBox="1"/>
          <p:nvPr/>
        </p:nvSpPr>
        <p:spPr>
          <a:xfrm>
            <a:off x="777232" y="30568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1438" name="Google Shape;1438;g3165257d2d0_0_2381"/>
          <p:cNvSpPr/>
          <p:nvPr/>
        </p:nvSpPr>
        <p:spPr>
          <a:xfrm>
            <a:off x="5816652" y="37095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39" name="Google Shape;1439;g3165257d2d0_0_2381"/>
          <p:cNvSpPr/>
          <p:nvPr/>
        </p:nvSpPr>
        <p:spPr>
          <a:xfrm>
            <a:off x="7069275" y="35679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40" name="Google Shape;1440;g3165257d2d0_0_2381"/>
          <p:cNvSpPr txBox="1"/>
          <p:nvPr/>
        </p:nvSpPr>
        <p:spPr>
          <a:xfrm>
            <a:off x="717231" y="41245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1441" name="Google Shape;1441;g3165257d2d0_0_2381"/>
          <p:cNvSpPr txBox="1"/>
          <p:nvPr/>
        </p:nvSpPr>
        <p:spPr>
          <a:xfrm>
            <a:off x="1278224" y="41245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1442" name="Google Shape;1442;g3165257d2d0_0_2381"/>
          <p:cNvSpPr txBox="1"/>
          <p:nvPr/>
        </p:nvSpPr>
        <p:spPr>
          <a:xfrm>
            <a:off x="2048446" y="41245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1443" name="Google Shape;1443;g3165257d2d0_0_2381"/>
          <p:cNvSpPr txBox="1"/>
          <p:nvPr/>
        </p:nvSpPr>
        <p:spPr>
          <a:xfrm>
            <a:off x="3341753" y="41245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1444" name="Google Shape;1444;g3165257d2d0_0_2381"/>
          <p:cNvSpPr txBox="1"/>
          <p:nvPr/>
        </p:nvSpPr>
        <p:spPr>
          <a:xfrm>
            <a:off x="4562812" y="41245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1445" name="Google Shape;1445;g3165257d2d0_0_2381"/>
          <p:cNvSpPr txBox="1"/>
          <p:nvPr/>
        </p:nvSpPr>
        <p:spPr>
          <a:xfrm>
            <a:off x="5848919" y="41245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1446" name="Google Shape;1446;g3165257d2d0_0_2381"/>
          <p:cNvSpPr txBox="1"/>
          <p:nvPr/>
        </p:nvSpPr>
        <p:spPr>
          <a:xfrm>
            <a:off x="6771179" y="41245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1447" name="Google Shape;1447;g3165257d2d0_0_2381"/>
          <p:cNvGrpSpPr/>
          <p:nvPr/>
        </p:nvGrpSpPr>
        <p:grpSpPr>
          <a:xfrm>
            <a:off x="6022940" y="5341706"/>
            <a:ext cx="594501" cy="306000"/>
            <a:chOff x="5672081" y="1914352"/>
            <a:chExt cx="792668" cy="306000"/>
          </a:xfrm>
        </p:grpSpPr>
        <p:sp>
          <p:nvSpPr>
            <p:cNvPr id="1448" name="Google Shape;1448;g3165257d2d0_0_2381"/>
            <p:cNvSpPr/>
            <p:nvPr/>
          </p:nvSpPr>
          <p:spPr>
            <a:xfrm>
              <a:off x="5672081" y="1914352"/>
              <a:ext cx="679800" cy="306000"/>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49" name="Google Shape;1449;g3165257d2d0_0_2381"/>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450" name="Google Shape;1450;g3165257d2d0_0_2381"/>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1451" name="Google Shape;1451;g3165257d2d0_0_2381"/>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52" name="Google Shape;1452;g3165257d2d0_0_2381"/>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53" name="Google Shape;1453;g3165257d2d0_0_2381"/>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54" name="Google Shape;1454;g3165257d2d0_0_2381"/>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55" name="Google Shape;1455;g3165257d2d0_0_2381"/>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56" name="Google Shape;1456;g3165257d2d0_0_2381"/>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57" name="Google Shape;1457;g3165257d2d0_0_2381"/>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58" name="Google Shape;1458;g3165257d2d0_0_2381"/>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1459" name="Google Shape;1459;g3165257d2d0_0_2381"/>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1460" name="Google Shape;1460;g3165257d2d0_0_2381"/>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61" name="Google Shape;1461;g3165257d2d0_0_2381"/>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62" name="Google Shape;1462;g3165257d2d0_0_2381"/>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63" name="Google Shape;1463;g3165257d2d0_0_2381"/>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64" name="Google Shape;1464;g3165257d2d0_0_2381"/>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65" name="Google Shape;1465;g3165257d2d0_0_2381"/>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66" name="Google Shape;1466;g3165257d2d0_0_2381"/>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67" name="Google Shape;1467;g3165257d2d0_0_2381"/>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1468" name="Google Shape;1468;g3165257d2d0_0_2381"/>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1469" name="Google Shape;1469;g3165257d2d0_0_2381"/>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1470" name="Google Shape;1470;g3165257d2d0_0_2381"/>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1471" name="Google Shape;1471;g3165257d2d0_0_2381"/>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1472" name="Google Shape;1472;g3165257d2d0_0_2381"/>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1473" name="Google Shape;1473;g3165257d2d0_0_2381"/>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1474" name="Google Shape;1474;g3165257d2d0_0_2381"/>
          <p:cNvSpPr/>
          <p:nvPr/>
        </p:nvSpPr>
        <p:spPr>
          <a:xfrm>
            <a:off x="812938" y="36090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5" name="Google Shape;1475;g3165257d2d0_0_2381"/>
          <p:cNvSpPr/>
          <p:nvPr/>
        </p:nvSpPr>
        <p:spPr>
          <a:xfrm>
            <a:off x="1435861" y="36090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6" name="Google Shape;1476;g3165257d2d0_0_238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1477" name="Google Shape;1477;g3165257d2d0_0_2381"/>
          <p:cNvPicPr preferRelativeResize="0"/>
          <p:nvPr/>
        </p:nvPicPr>
        <p:blipFill rotWithShape="1">
          <a:blip r:embed="rId2">
            <a:alphaModFix/>
          </a:blip>
          <a:srcRect/>
          <a:stretch/>
        </p:blipFill>
        <p:spPr>
          <a:xfrm>
            <a:off x="812950" y="1314391"/>
            <a:ext cx="463200" cy="532334"/>
          </a:xfrm>
          <a:prstGeom prst="rect">
            <a:avLst/>
          </a:prstGeom>
          <a:noFill/>
          <a:ln>
            <a:noFill/>
          </a:ln>
        </p:spPr>
      </p:pic>
      <p:pic>
        <p:nvPicPr>
          <p:cNvPr id="1478" name="Google Shape;1478;g3165257d2d0_0_2381"/>
          <p:cNvPicPr preferRelativeResize="0"/>
          <p:nvPr/>
        </p:nvPicPr>
        <p:blipFill rotWithShape="1">
          <a:blip r:embed="rId3">
            <a:alphaModFix/>
          </a:blip>
          <a:srcRect/>
          <a:stretch/>
        </p:blipFill>
        <p:spPr>
          <a:xfrm>
            <a:off x="1377063" y="1284473"/>
            <a:ext cx="507575" cy="592175"/>
          </a:xfrm>
          <a:prstGeom prst="rect">
            <a:avLst/>
          </a:prstGeom>
          <a:noFill/>
          <a:ln>
            <a:noFill/>
          </a:ln>
        </p:spPr>
      </p:pic>
      <p:pic>
        <p:nvPicPr>
          <p:cNvPr id="1479" name="Google Shape;1479;g3165257d2d0_0_2381"/>
          <p:cNvPicPr preferRelativeResize="0"/>
          <p:nvPr/>
        </p:nvPicPr>
        <p:blipFill rotWithShape="1">
          <a:blip r:embed="rId2">
            <a:alphaModFix/>
          </a:blip>
          <a:srcRect/>
          <a:stretch/>
        </p:blipFill>
        <p:spPr>
          <a:xfrm>
            <a:off x="812950" y="1314400"/>
            <a:ext cx="463200" cy="532334"/>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1480"/>
        <p:cNvGrpSpPr/>
        <p:nvPr/>
      </p:nvGrpSpPr>
      <p:grpSpPr>
        <a:xfrm>
          <a:off x="0" y="0"/>
          <a:ext cx="0" cy="0"/>
          <a:chOff x="0" y="0"/>
          <a:chExt cx="0" cy="0"/>
        </a:xfrm>
      </p:grpSpPr>
      <p:sp>
        <p:nvSpPr>
          <p:cNvPr id="1481" name="Google Shape;1481;g3165257d2d0_0_2428"/>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1482" name="Google Shape;1482;g3165257d2d0_0_2428"/>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1483" name="Google Shape;1483;g3165257d2d0_0_2428"/>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1484"/>
        <p:cNvGrpSpPr/>
        <p:nvPr/>
      </p:nvGrpSpPr>
      <p:grpSpPr>
        <a:xfrm>
          <a:off x="0" y="0"/>
          <a:ext cx="0" cy="0"/>
          <a:chOff x="0" y="0"/>
          <a:chExt cx="0" cy="0"/>
        </a:xfrm>
      </p:grpSpPr>
      <p:sp>
        <p:nvSpPr>
          <p:cNvPr id="1485" name="Google Shape;1485;g3165257d2d0_0_2432"/>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1486" name="Google Shape;1486;g3165257d2d0_0_2432"/>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1487" name="Google Shape;1487;g3165257d2d0_0_2432"/>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slideLayout" Target="../slideLayouts/slideLayout48.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29" Type="http://schemas.openxmlformats.org/officeDocument/2006/relationships/slideLayout" Target="../slideLayouts/slideLayout51.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slideLayout" Target="../slideLayouts/slideLayout50.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slideLayout" Target="../slideLayouts/slideLayout49.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0"/>
        <p:cNvGrpSpPr/>
        <p:nvPr/>
      </p:nvGrpSpPr>
      <p:grpSpPr>
        <a:xfrm>
          <a:off x="0" y="0"/>
          <a:ext cx="0" cy="0"/>
          <a:chOff x="0" y="0"/>
          <a:chExt cx="0" cy="0"/>
        </a:xfrm>
      </p:grpSpPr>
      <p:sp>
        <p:nvSpPr>
          <p:cNvPr id="681" name="Google Shape;681;g3165257d2d0_0_1628"/>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82" name="Google Shape;682;g3165257d2d0_0_1628"/>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683" name="Google Shape;683;g3165257d2d0_0_1628"/>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4" name="Google Shape;684;g3165257d2d0_0_1628"/>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5" name="Google Shape;685;g3165257d2d0_0_1628"/>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15.png"/><Relationship Id="rId7"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4.png"/><Relationship Id="rId10" Type="http://schemas.openxmlformats.org/officeDocument/2006/relationships/slide" Target="slide7.xml"/><Relationship Id="rId4" Type="http://schemas.openxmlformats.org/officeDocument/2006/relationships/image" Target="../media/image13.png"/><Relationship Id="rId9" Type="http://schemas.openxmlformats.org/officeDocument/2006/relationships/slide" Target="slide11.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1"/>
        <p:cNvGrpSpPr/>
        <p:nvPr/>
      </p:nvGrpSpPr>
      <p:grpSpPr>
        <a:xfrm>
          <a:off x="0" y="0"/>
          <a:ext cx="0" cy="0"/>
          <a:chOff x="0" y="0"/>
          <a:chExt cx="0" cy="0"/>
        </a:xfrm>
      </p:grpSpPr>
      <p:sp>
        <p:nvSpPr>
          <p:cNvPr id="1492" name="Google Shape;149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Letter Sound 'a'</a:t>
            </a:r>
            <a:endParaRPr sz="3000"/>
          </a:p>
        </p:txBody>
      </p:sp>
      <p:sp>
        <p:nvSpPr>
          <p:cNvPr id="1493" name="Google Shape;149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94" name="Google Shape;149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95" name="Google Shape;1495;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a:t>
            </a:r>
            <a:endParaRPr/>
          </a:p>
        </p:txBody>
      </p:sp>
      <p:graphicFrame>
        <p:nvGraphicFramePr>
          <p:cNvPr id="1496" name="Google Shape;1496;p1"/>
          <p:cNvGraphicFramePr/>
          <p:nvPr/>
        </p:nvGraphicFramePr>
        <p:xfrm>
          <a:off x="4844200" y="1891197"/>
          <a:ext cx="3785000" cy="1678950"/>
        </p:xfrm>
        <a:graphic>
          <a:graphicData uri="http://schemas.openxmlformats.org/drawingml/2006/table">
            <a:tbl>
              <a:tblPr firstRow="1" bandRow="1">
                <a:noFill/>
                <a:tableStyleId>{5854247C-F457-4D25-B0CF-768DAFA34272}</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rgbClr val="FFFFFF"/>
                          </a:solidFill>
                          <a:latin typeface="Poppins"/>
                          <a:ea typeface="Poppins"/>
                          <a:cs typeface="Poppins"/>
                          <a:sym typeface="Poppins"/>
                        </a:rPr>
                        <a:t>a</a:t>
                      </a:r>
                      <a:endParaRPr sz="1800" u="none" strike="noStrike" cap="none">
                        <a:solidFill>
                          <a:srgbClr val="FFFFFF"/>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t</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p</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i</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n</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m</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d</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g</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o</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c</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k</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ck</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e</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u</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r</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h</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b</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B7B7B7"/>
                          </a:solidFill>
                          <a:latin typeface="Jost"/>
                          <a:ea typeface="Jost"/>
                          <a:cs typeface="Jost"/>
                          <a:sym typeface="Jost"/>
                        </a:rPr>
                        <a:t>f</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B7B7B7"/>
                          </a:solidFill>
                          <a:latin typeface="Jost"/>
                          <a:ea typeface="Jost"/>
                          <a:cs typeface="Jost"/>
                          <a:sym typeface="Jost"/>
                        </a:rPr>
                        <a:t>ff</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l</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ll</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ss</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497" name="Google Shape;149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498" name="Google Shape;1498;p1"/>
          <p:cNvPicPr preferRelativeResize="0"/>
          <p:nvPr/>
        </p:nvPicPr>
        <p:blipFill rotWithShape="1">
          <a:blip r:embed="rId3">
            <a:alphaModFix/>
          </a:blip>
          <a:srcRect l="39" r="49"/>
          <a:stretch/>
        </p:blipFill>
        <p:spPr>
          <a:xfrm rot="187246">
            <a:off x="4158241" y="4410186"/>
            <a:ext cx="2493522" cy="997852"/>
          </a:xfrm>
          <a:prstGeom prst="rect">
            <a:avLst/>
          </a:prstGeom>
          <a:noFill/>
          <a:ln>
            <a:noFill/>
          </a:ln>
          <a:effectLst>
            <a:outerShdw blurRad="71438" dist="38100" dir="5220000" algn="bl" rotWithShape="0">
              <a:srgbClr val="000000">
                <a:alpha val="21176"/>
              </a:srgbClr>
            </a:outerShdw>
          </a:effectLst>
        </p:spPr>
      </p:pic>
      <p:pic>
        <p:nvPicPr>
          <p:cNvPr id="1499" name="Google Shape;1499;p1"/>
          <p:cNvPicPr preferRelativeResize="0"/>
          <p:nvPr/>
        </p:nvPicPr>
        <p:blipFill rotWithShape="1">
          <a:blip r:embed="rId4">
            <a:alphaModFix/>
          </a:blip>
          <a:srcRect l="79" r="89"/>
          <a:stretch/>
        </p:blipFill>
        <p:spPr>
          <a:xfrm rot="-227094">
            <a:off x="5918287" y="4228653"/>
            <a:ext cx="1800025" cy="1288522"/>
          </a:xfrm>
          <a:prstGeom prst="rect">
            <a:avLst/>
          </a:prstGeom>
          <a:noFill/>
          <a:ln>
            <a:noFill/>
          </a:ln>
          <a:effectLst>
            <a:outerShdw blurRad="57150" dist="38100" dir="5400000" algn="bl" rotWithShape="0">
              <a:srgbClr val="000000">
                <a:alpha val="20000"/>
              </a:srgbClr>
            </a:outerShdw>
          </a:effectLst>
        </p:spPr>
      </p:pic>
      <p:pic>
        <p:nvPicPr>
          <p:cNvPr id="1500" name="Google Shape;1500;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5"/>
        <p:cNvGrpSpPr/>
        <p:nvPr/>
      </p:nvGrpSpPr>
      <p:grpSpPr>
        <a:xfrm>
          <a:off x="0" y="0"/>
          <a:ext cx="0" cy="0"/>
          <a:chOff x="0" y="0"/>
          <a:chExt cx="0" cy="0"/>
        </a:xfrm>
      </p:grpSpPr>
      <p:sp>
        <p:nvSpPr>
          <p:cNvPr id="1506" name="Google Shape;150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letter / sound </a:t>
            </a:r>
            <a:r>
              <a:rPr lang="en-US">
                <a:solidFill>
                  <a:srgbClr val="8DC63F"/>
                </a:solidFill>
              </a:rPr>
              <a:t>a</a:t>
            </a:r>
            <a:r>
              <a:rPr lang="en-US"/>
              <a:t>.</a:t>
            </a:r>
            <a:endParaRPr/>
          </a:p>
        </p:txBody>
      </p:sp>
      <p:sp>
        <p:nvSpPr>
          <p:cNvPr id="1507" name="Google Shape;1507;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a:t>
            </a:r>
            <a:r>
              <a:rPr lang="en-US"/>
              <a:t>’ using flashcards.</a:t>
            </a:r>
            <a:endParaRPr/>
          </a:p>
        </p:txBody>
      </p:sp>
      <p:sp>
        <p:nvSpPr>
          <p:cNvPr id="1508" name="Google Shape;1508;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1509" name="Google Shape;1509;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sz="1000" b="0" i="0" u="none" strike="noStrike" cap="none">
              <a:solidFill>
                <a:srgbClr val="000000"/>
              </a:solidFill>
              <a:latin typeface="Poppins"/>
              <a:ea typeface="Poppins"/>
              <a:cs typeface="Poppins"/>
              <a:sym typeface="Poppins"/>
            </a:endParaRPr>
          </a:p>
        </p:txBody>
      </p:sp>
      <p:sp>
        <p:nvSpPr>
          <p:cNvPr id="1510" name="Google Shape;1510;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1511" name="Google Shape;1511;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1512" name="Google Shape;1512;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JNL691</a:t>
            </a:r>
            <a:endParaRPr sz="1000" b="0" i="0" u="none" strike="noStrike" cap="none">
              <a:solidFill>
                <a:srgbClr val="000000"/>
              </a:solidFill>
              <a:latin typeface="Poppins"/>
              <a:ea typeface="Poppins"/>
              <a:cs typeface="Poppins"/>
              <a:sym typeface="Poppins"/>
            </a:endParaRPr>
          </a:p>
        </p:txBody>
      </p:sp>
      <p:sp>
        <p:nvSpPr>
          <p:cNvPr id="1513" name="Google Shape;1513;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1514" name="Google Shape;1514;g2bee4f4af4b_0_204"/>
          <p:cNvPicPr preferRelativeResize="0"/>
          <p:nvPr/>
        </p:nvPicPr>
        <p:blipFill rotWithShape="1">
          <a:blip r:embed="rId4">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1515" name="Google Shape;1515;g2bee4f4af4b_0_204"/>
          <p:cNvSpPr txBox="1"/>
          <p:nvPr/>
        </p:nvSpPr>
        <p:spPr>
          <a:xfrm>
            <a:off x="37651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sz="1000" b="0" i="0" u="none" strike="noStrike" cap="none">
              <a:solidFill>
                <a:srgbClr val="000000"/>
              </a:solidFill>
              <a:latin typeface="Poppins"/>
              <a:ea typeface="Poppins"/>
              <a:cs typeface="Poppins"/>
              <a:sym typeface="Poppins"/>
            </a:endParaRPr>
          </a:p>
        </p:txBody>
      </p:sp>
      <p:sp>
        <p:nvSpPr>
          <p:cNvPr id="1516" name="Google Shape;1516;g2bee4f4af4b_0_204"/>
          <p:cNvSpPr txBox="1"/>
          <p:nvPr/>
        </p:nvSpPr>
        <p:spPr>
          <a:xfrm>
            <a:off x="3505750" y="5256525"/>
            <a:ext cx="13323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1517" name="Google Shape;1517;g2bee4f4af4b_0_204"/>
          <p:cNvPicPr preferRelativeResize="0"/>
          <p:nvPr/>
        </p:nvPicPr>
        <p:blipFill rotWithShape="1">
          <a:blip r:embed="rId5">
            <a:alphaModFix/>
          </a:blip>
          <a:srcRect t="59" b="59"/>
          <a:stretch/>
        </p:blipFill>
        <p:spPr>
          <a:xfrm>
            <a:off x="3705954" y="4326104"/>
            <a:ext cx="931973" cy="665200"/>
          </a:xfrm>
          <a:prstGeom prst="rect">
            <a:avLst/>
          </a:prstGeom>
          <a:noFill/>
          <a:ln>
            <a:noFill/>
          </a:ln>
          <a:effectLst>
            <a:outerShdw blurRad="71438" dist="19050" dir="5220000" algn="bl" rotWithShape="0">
              <a:srgbClr val="D8D8D8"/>
            </a:outerShdw>
          </a:effectLst>
        </p:spPr>
      </p:pic>
      <p:sp>
        <p:nvSpPr>
          <p:cNvPr id="1518" name="Google Shape;1518;g2bee4f4af4b_0_204"/>
          <p:cNvSpPr txBox="1"/>
          <p:nvPr/>
        </p:nvSpPr>
        <p:spPr>
          <a:xfrm>
            <a:off x="504539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JNL688</a:t>
            </a:r>
            <a:endParaRPr sz="1000" b="0" i="0" u="none" strike="noStrike" cap="none">
              <a:solidFill>
                <a:srgbClr val="000000"/>
              </a:solidFill>
              <a:latin typeface="Poppins"/>
              <a:ea typeface="Poppins"/>
              <a:cs typeface="Poppins"/>
              <a:sym typeface="Poppins"/>
            </a:endParaRPr>
          </a:p>
        </p:txBody>
      </p:sp>
      <p:sp>
        <p:nvSpPr>
          <p:cNvPr id="1519" name="Google Shape;1519;g2bee4f4af4b_0_204"/>
          <p:cNvSpPr txBox="1"/>
          <p:nvPr/>
        </p:nvSpPr>
        <p:spPr>
          <a:xfrm>
            <a:off x="483809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1520" name="Google Shape;1520;g2bee4f4af4b_0_204"/>
          <p:cNvPicPr preferRelativeResize="0"/>
          <p:nvPr/>
        </p:nvPicPr>
        <p:blipFill rotWithShape="1">
          <a:blip r:embed="rId6">
            <a:alphaModFix/>
          </a:blip>
          <a:srcRect/>
          <a:stretch/>
        </p:blipFill>
        <p:spPr>
          <a:xfrm>
            <a:off x="5058771" y="4363493"/>
            <a:ext cx="786850" cy="590422"/>
          </a:xfrm>
          <a:prstGeom prst="rect">
            <a:avLst/>
          </a:prstGeom>
          <a:noFill/>
          <a:ln>
            <a:noFill/>
          </a:ln>
          <a:effectLst>
            <a:outerShdw blurRad="71438" dist="19050" dir="5220000" algn="bl" rotWithShape="0">
              <a:srgbClr val="D8D8D8"/>
            </a:outerShdw>
          </a:effectLst>
        </p:spPr>
      </p:pic>
      <p:sp>
        <p:nvSpPr>
          <p:cNvPr id="1521" name="Google Shape;1521;g2bee4f4af4b_0_204">
            <a:hlinkClick r:id="rId7" action="ppaction://hlinksldjump"/>
          </p:cNvPr>
          <p:cNvSpPr/>
          <p:nvPr/>
        </p:nvSpPr>
        <p:spPr>
          <a:xfrm>
            <a:off x="948525" y="4265558"/>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2" name="Google Shape;1522;g2bee4f4af4b_0_204">
            <a:hlinkClick r:id="rId8" action="ppaction://hlinksldjump"/>
          </p:cNvPr>
          <p:cNvSpPr/>
          <p:nvPr/>
        </p:nvSpPr>
        <p:spPr>
          <a:xfrm>
            <a:off x="3568525"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3" name="Google Shape;1523;g2bee4f4af4b_0_204">
            <a:hlinkClick r:id="rId9" action="ppaction://hlinksldjump"/>
          </p:cNvPr>
          <p:cNvSpPr/>
          <p:nvPr/>
        </p:nvSpPr>
        <p:spPr>
          <a:xfrm>
            <a:off x="4954050"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4" name="Google Shape;1524;g2bee4f4af4b_0_204">
            <a:hlinkClick r:id="rId10" action="ppaction://hlinksldjump"/>
          </p:cNvPr>
          <p:cNvSpPr/>
          <p:nvPr/>
        </p:nvSpPr>
        <p:spPr>
          <a:xfrm>
            <a:off x="242257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9"/>
        <p:cNvGrpSpPr/>
        <p:nvPr/>
      </p:nvGrpSpPr>
      <p:grpSpPr>
        <a:xfrm>
          <a:off x="0" y="0"/>
          <a:ext cx="0" cy="0"/>
          <a:chOff x="0" y="0"/>
          <a:chExt cx="0" cy="0"/>
        </a:xfrm>
      </p:grpSpPr>
      <p:sp>
        <p:nvSpPr>
          <p:cNvPr id="1530" name="Google Shape;153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a:t>
            </a:r>
            <a:r>
              <a:rPr lang="en-US"/>
              <a:t>’ using flashcards.</a:t>
            </a:r>
            <a:endParaRPr/>
          </a:p>
        </p:txBody>
      </p:sp>
      <p:pic>
        <p:nvPicPr>
          <p:cNvPr id="1531" name="Google Shape;1531;g26b641b03cd_0_165"/>
          <p:cNvPicPr preferRelativeResize="0"/>
          <p:nvPr/>
        </p:nvPicPr>
        <p:blipFill rotWithShape="1">
          <a:blip r:embed="rId3">
            <a:alphaModFix/>
          </a:blip>
          <a:srcRect l="79" r="79"/>
          <a:stretch/>
        </p:blipFill>
        <p:spPr>
          <a:xfrm>
            <a:off x="3486338" y="2305875"/>
            <a:ext cx="2171324" cy="3073375"/>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6"/>
        <p:cNvGrpSpPr/>
        <p:nvPr/>
      </p:nvGrpSpPr>
      <p:grpSpPr>
        <a:xfrm>
          <a:off x="0" y="0"/>
          <a:ext cx="0" cy="0"/>
          <a:chOff x="0" y="0"/>
          <a:chExt cx="0" cy="0"/>
        </a:xfrm>
      </p:grpSpPr>
      <p:sp>
        <p:nvSpPr>
          <p:cNvPr id="1537" name="Google Shape;1537;g2d9e0faeff1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1538" name="Google Shape;1538;g2d9e0faeff1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1539" name="Google Shape;1539;g2d9e0faeff1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1540" name="Google Shape;1540;g2d9e0faeff1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5"/>
        <p:cNvGrpSpPr/>
        <p:nvPr/>
      </p:nvGrpSpPr>
      <p:grpSpPr>
        <a:xfrm>
          <a:off x="0" y="0"/>
          <a:ext cx="0" cy="0"/>
          <a:chOff x="0" y="0"/>
          <a:chExt cx="0" cy="0"/>
        </a:xfrm>
      </p:grpSpPr>
      <p:sp>
        <p:nvSpPr>
          <p:cNvPr id="1546" name="Google Shape;154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USING JNL691</a:t>
            </a:r>
            <a:endParaRPr/>
          </a:p>
        </p:txBody>
      </p:sp>
      <p:sp>
        <p:nvSpPr>
          <p:cNvPr id="1547" name="Google Shape;154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1548" name="Google Shape;1548;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1549" name="Google Shape;154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54"/>
        <p:cNvGrpSpPr/>
        <p:nvPr/>
      </p:nvGrpSpPr>
      <p:grpSpPr>
        <a:xfrm>
          <a:off x="0" y="0"/>
          <a:ext cx="0" cy="0"/>
          <a:chOff x="0" y="0"/>
          <a:chExt cx="0" cy="0"/>
        </a:xfrm>
      </p:grpSpPr>
      <p:sp>
        <p:nvSpPr>
          <p:cNvPr id="1555" name="Google Shape;155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USING JNL691</a:t>
            </a:r>
            <a:endParaRPr/>
          </a:p>
        </p:txBody>
      </p:sp>
      <p:sp>
        <p:nvSpPr>
          <p:cNvPr id="1556" name="Google Shape;155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1557" name="Google Shape;1557;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1558" name="Google Shape;1558;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1564" name="Google Shape;156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USING JNL686</a:t>
            </a:r>
            <a:endParaRPr/>
          </a:p>
        </p:txBody>
      </p:sp>
      <p:sp>
        <p:nvSpPr>
          <p:cNvPr id="1565" name="Google Shape;156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1566" name="Google Shape;1566;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1567" name="Google Shape;156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2"/>
        <p:cNvGrpSpPr/>
        <p:nvPr/>
      </p:nvGrpSpPr>
      <p:grpSpPr>
        <a:xfrm>
          <a:off x="0" y="0"/>
          <a:ext cx="0" cy="0"/>
          <a:chOff x="0" y="0"/>
          <a:chExt cx="0" cy="0"/>
        </a:xfrm>
      </p:grpSpPr>
      <p:sp>
        <p:nvSpPr>
          <p:cNvPr id="1573" name="Google Shape;157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USING JNL686</a:t>
            </a:r>
            <a:endParaRPr/>
          </a:p>
        </p:txBody>
      </p:sp>
      <p:sp>
        <p:nvSpPr>
          <p:cNvPr id="1574" name="Google Shape;157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1575" name="Google Shape;1575;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1576" name="Google Shape;157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1"/>
        <p:cNvGrpSpPr/>
        <p:nvPr/>
      </p:nvGrpSpPr>
      <p:grpSpPr>
        <a:xfrm>
          <a:off x="0" y="0"/>
          <a:ext cx="0" cy="0"/>
          <a:chOff x="0" y="0"/>
          <a:chExt cx="0" cy="0"/>
        </a:xfrm>
      </p:grpSpPr>
      <p:sp>
        <p:nvSpPr>
          <p:cNvPr id="1582" name="Google Shape;1582;g26b641b03cd_0_301"/>
          <p:cNvSpPr txBox="1">
            <a:spLocks noGrp="1"/>
          </p:cNvSpPr>
          <p:nvPr>
            <p:ph type="title"/>
          </p:nvPr>
        </p:nvSpPr>
        <p:spPr>
          <a:xfrm>
            <a:off x="964425" y="5568500"/>
            <a:ext cx="7215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583" name="Google Shape;158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USING JNL687</a:t>
            </a:r>
            <a:endParaRPr/>
          </a:p>
        </p:txBody>
      </p:sp>
      <p:pic>
        <p:nvPicPr>
          <p:cNvPr id="1584" name="Google Shape;1584;g26b641b03cd_0_30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585" name="Google Shape;1585;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g26b641b03cd_0_308"/>
          <p:cNvSpPr txBox="1">
            <a:spLocks noGrp="1"/>
          </p:cNvSpPr>
          <p:nvPr>
            <p:ph type="title"/>
          </p:nvPr>
        </p:nvSpPr>
        <p:spPr>
          <a:xfrm>
            <a:off x="901825" y="5568500"/>
            <a:ext cx="7340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592" name="Google Shape;159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USING JNL687</a:t>
            </a:r>
            <a:endParaRPr/>
          </a:p>
        </p:txBody>
      </p:sp>
      <p:pic>
        <p:nvPicPr>
          <p:cNvPr id="1593" name="Google Shape;1593;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594" name="Google Shape;159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9"/>
        <p:cNvGrpSpPr/>
        <p:nvPr/>
      </p:nvGrpSpPr>
      <p:grpSpPr>
        <a:xfrm>
          <a:off x="0" y="0"/>
          <a:ext cx="0" cy="0"/>
          <a:chOff x="0" y="0"/>
          <a:chExt cx="0" cy="0"/>
        </a:xfrm>
      </p:grpSpPr>
      <p:sp>
        <p:nvSpPr>
          <p:cNvPr id="1600" name="Google Shape;1600;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601" name="Google Shape;1601;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USING JNL688</a:t>
            </a:r>
            <a:endParaRPr/>
          </a:p>
        </p:txBody>
      </p:sp>
      <p:pic>
        <p:nvPicPr>
          <p:cNvPr id="1602" name="Google Shape;1602;g26b641b03cd_0_315"/>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603" name="Google Shape;1603;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8"/>
        <p:cNvGrpSpPr/>
        <p:nvPr/>
      </p:nvGrpSpPr>
      <p:grpSpPr>
        <a:xfrm>
          <a:off x="0" y="0"/>
          <a:ext cx="0" cy="0"/>
          <a:chOff x="0" y="0"/>
          <a:chExt cx="0" cy="0"/>
        </a:xfrm>
      </p:grpSpPr>
      <p:sp>
        <p:nvSpPr>
          <p:cNvPr id="1609" name="Google Shape;1609;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610" name="Google Shape;1610;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USING JNL688</a:t>
            </a:r>
            <a:endParaRPr/>
          </a:p>
        </p:txBody>
      </p:sp>
      <p:pic>
        <p:nvPicPr>
          <p:cNvPr id="1611" name="Google Shape;1611;g26b641b03cd_1_0"/>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612" name="Google Shape;1612;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17"/>
        <p:cNvGrpSpPr/>
        <p:nvPr/>
      </p:nvGrpSpPr>
      <p:grpSpPr>
        <a:xfrm>
          <a:off x="0" y="0"/>
          <a:ext cx="0" cy="0"/>
          <a:chOff x="0" y="0"/>
          <a:chExt cx="0" cy="0"/>
        </a:xfrm>
      </p:grpSpPr>
      <p:sp>
        <p:nvSpPr>
          <p:cNvPr id="1618" name="Google Shape;1618;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‘The Ants Go Marching’.</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a</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Sort objects/pictures which start with ‘</a:t>
            </a:r>
            <a:r>
              <a:rPr lang="en-US">
                <a:solidFill>
                  <a:srgbClr val="8DC63F"/>
                </a:solidFill>
              </a:rPr>
              <a:t>a</a:t>
            </a:r>
            <a:r>
              <a:rPr lang="en-US"/>
              <a:t>’ or ‘</a:t>
            </a:r>
            <a:r>
              <a:rPr lang="en-US">
                <a:solidFill>
                  <a:srgbClr val="8DC63F"/>
                </a:solidFill>
              </a:rPr>
              <a:t>s</a:t>
            </a:r>
            <a:r>
              <a:rPr lang="en-US"/>
              <a:t>’ and distinguish between the two.</a:t>
            </a:r>
            <a:endParaRPr/>
          </a:p>
        </p:txBody>
      </p:sp>
      <p:grpSp>
        <p:nvGrpSpPr>
          <p:cNvPr id="1619" name="Google Shape;1619;g2c186218c5a_0_118"/>
          <p:cNvGrpSpPr/>
          <p:nvPr/>
        </p:nvGrpSpPr>
        <p:grpSpPr>
          <a:xfrm rot="-204685">
            <a:off x="510050" y="1805497"/>
            <a:ext cx="3421212" cy="3247002"/>
            <a:chOff x="703141" y="1773075"/>
            <a:chExt cx="3516060" cy="3337021"/>
          </a:xfrm>
        </p:grpSpPr>
        <p:pic>
          <p:nvPicPr>
            <p:cNvPr id="1620" name="Google Shape;1620;g2c186218c5a_0_118"/>
            <p:cNvPicPr preferRelativeResize="0"/>
            <p:nvPr/>
          </p:nvPicPr>
          <p:blipFill rotWithShape="1">
            <a:blip r:embed="rId3">
              <a:alphaModFix/>
            </a:blip>
            <a:srcRect r="76603"/>
            <a:stretch/>
          </p:blipFill>
          <p:spPr>
            <a:xfrm rot="-2700035">
              <a:off x="882977" y="3422589"/>
              <a:ext cx="1772487" cy="1242846"/>
            </a:xfrm>
            <a:prstGeom prst="rect">
              <a:avLst/>
            </a:prstGeom>
            <a:noFill/>
            <a:ln>
              <a:noFill/>
            </a:ln>
          </p:spPr>
        </p:pic>
        <p:pic>
          <p:nvPicPr>
            <p:cNvPr id="1621" name="Google Shape;1621;g2c186218c5a_0_118"/>
            <p:cNvPicPr preferRelativeResize="0"/>
            <p:nvPr/>
          </p:nvPicPr>
          <p:blipFill rotWithShape="1">
            <a:blip r:embed="rId3">
              <a:alphaModFix/>
            </a:blip>
            <a:srcRect l="73588" t="16858" r="-250" b="-399"/>
            <a:stretch/>
          </p:blipFill>
          <p:spPr>
            <a:xfrm rot="-2943836">
              <a:off x="2155360" y="2357020"/>
              <a:ext cx="2019857" cy="1038310"/>
            </a:xfrm>
            <a:prstGeom prst="rect">
              <a:avLst/>
            </a:prstGeom>
            <a:noFill/>
            <a:ln>
              <a:noFill/>
            </a:ln>
          </p:spPr>
        </p:pic>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13</Slides>
  <Notes>13</Notes>
  <HiddenSlides>0</HiddenSlide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Office Theme</vt:lpstr>
      <vt:lpstr>Office Theme</vt:lpstr>
      <vt:lpstr>PowerPoint Presentation</vt:lpstr>
      <vt:lpstr>PowerPoint Presentation</vt:lpstr>
      <vt:lpstr>Recall ‘s’ using flashcards.</vt:lpstr>
      <vt:lpstr>PowerPoint Presentation</vt:lpstr>
      <vt:lpstr>Hear Phonemes</vt:lpstr>
      <vt:lpstr>Hear Phonemes</vt:lpstr>
      <vt:lpstr>Teach Grapheme Caption</vt:lpstr>
      <vt:lpstr>Teach Lowercase Formation</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revision>2</cp:revision>
  <dcterms:created xsi:type="dcterms:W3CDTF">2021-01-13T00:47:47Z</dcterms:created>
  <dcterms:modified xsi:type="dcterms:W3CDTF">2026-04-22T05:13:30Z</dcterms:modified>
</cp:coreProperties>
</file>