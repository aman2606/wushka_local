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zDMFayFm9igWYTU0GWCgDu65s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E58A08-8607-469A-B8D2-0392A526D85B}">
  <a:tblStyle styleId="{F9E58A08-8607-469A-B8D2-0392A526D85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4104a80194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34104a80194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34104a80194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4104a80194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34104a80194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g34104a80194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4104a80194_0_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34104a80194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34104a80194_0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4104a80194_0_7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34104a80194_0_7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34104a80194_0_7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34104a80194_0_14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34104a80194_0_14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34104a80194_0_14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34104a80194_0_15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34104a80194_0_15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34104a80194_0_15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34104a80194_0_15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34104a80194_0_15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34104a80194_0_15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34104a80194_0_15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34104a80194_0_15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34104a80194_0_15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34104a80194_0_22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34104a80194_0_22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34104a80194_0_22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34104a80194_0_22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34104a80194_0_22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34104a80194_0_22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e7bfe6fc96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e7bfe6fc96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e7bfe6fc96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e7bfe6fc96_0_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e7bfe6fc96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e7bfe6fc96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3" name="Google Shape;111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7396dc95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7396dc95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7396dc95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431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798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20140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853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/u/ /e/ /i/</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11.3 -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PRACTICE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3.xml"/><Relationship Id="rId5" Type="http://schemas.openxmlformats.org/officeDocument/2006/relationships/image" Target="../media/image9.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7"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90.png"/><Relationship Id="rId41"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5" Type="http://schemas.openxmlformats.org/officeDocument/2006/relationships/image" Target="../media/image66.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92.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8" Type="http://schemas.openxmlformats.org/officeDocument/2006/relationships/image" Target="../media/image69.png"/><Relationship Id="rId3" Type="http://schemas.openxmlformats.org/officeDocument/2006/relationships/image" Target="../media/image64.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18" Type="http://schemas.openxmlformats.org/officeDocument/2006/relationships/image" Target="../media/image120.png"/><Relationship Id="rId26" Type="http://schemas.openxmlformats.org/officeDocument/2006/relationships/image" Target="../media/image128.png"/><Relationship Id="rId3" Type="http://schemas.openxmlformats.org/officeDocument/2006/relationships/image" Target="../media/image105.png"/><Relationship Id="rId21" Type="http://schemas.openxmlformats.org/officeDocument/2006/relationships/image" Target="../media/image123.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5" Type="http://schemas.openxmlformats.org/officeDocument/2006/relationships/image" Target="../media/image127.png"/><Relationship Id="rId2" Type="http://schemas.openxmlformats.org/officeDocument/2006/relationships/notesSlide" Target="../notesSlides/notesSlide6.xml"/><Relationship Id="rId16" Type="http://schemas.openxmlformats.org/officeDocument/2006/relationships/image" Target="../media/image118.png"/><Relationship Id="rId20" Type="http://schemas.openxmlformats.org/officeDocument/2006/relationships/image" Target="../media/image122.png"/><Relationship Id="rId29"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24" Type="http://schemas.openxmlformats.org/officeDocument/2006/relationships/image" Target="../media/image126.png"/><Relationship Id="rId5" Type="http://schemas.openxmlformats.org/officeDocument/2006/relationships/image" Target="../media/image107.png"/><Relationship Id="rId15" Type="http://schemas.openxmlformats.org/officeDocument/2006/relationships/image" Target="../media/image117.png"/><Relationship Id="rId23" Type="http://schemas.openxmlformats.org/officeDocument/2006/relationships/image" Target="../media/image125.png"/><Relationship Id="rId28" Type="http://schemas.openxmlformats.org/officeDocument/2006/relationships/image" Target="../media/image6.png"/><Relationship Id="rId10" Type="http://schemas.openxmlformats.org/officeDocument/2006/relationships/image" Target="../media/image112.png"/><Relationship Id="rId19" Type="http://schemas.openxmlformats.org/officeDocument/2006/relationships/image" Target="../media/image121.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 Id="rId22" Type="http://schemas.openxmlformats.org/officeDocument/2006/relationships/image" Target="../media/image124.png"/><Relationship Id="rId27"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7.xml"/><Relationship Id="rId16"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26" Type="http://schemas.openxmlformats.org/officeDocument/2006/relationships/image" Target="../media/image166.png"/><Relationship Id="rId3" Type="http://schemas.openxmlformats.org/officeDocument/2006/relationships/image" Target="../media/image143.png"/><Relationship Id="rId21" Type="http://schemas.openxmlformats.org/officeDocument/2006/relationships/image" Target="../media/image161.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5" Type="http://schemas.openxmlformats.org/officeDocument/2006/relationships/image" Target="../media/image165.png"/><Relationship Id="rId2" Type="http://schemas.openxmlformats.org/officeDocument/2006/relationships/notesSlide" Target="../notesSlides/notesSlide8.xml"/><Relationship Id="rId16" Type="http://schemas.openxmlformats.org/officeDocument/2006/relationships/image" Target="../media/image156.png"/><Relationship Id="rId20" Type="http://schemas.openxmlformats.org/officeDocument/2006/relationships/image" Target="../media/image160.png"/><Relationship Id="rId29"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24" Type="http://schemas.openxmlformats.org/officeDocument/2006/relationships/image" Target="../media/image164.png"/><Relationship Id="rId5" Type="http://schemas.openxmlformats.org/officeDocument/2006/relationships/image" Target="../media/image145.png"/><Relationship Id="rId15" Type="http://schemas.openxmlformats.org/officeDocument/2006/relationships/image" Target="../media/image155.png"/><Relationship Id="rId23" Type="http://schemas.openxmlformats.org/officeDocument/2006/relationships/image" Target="../media/image163.png"/><Relationship Id="rId28" Type="http://schemas.openxmlformats.org/officeDocument/2006/relationships/image" Target="../media/image168.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 Id="rId22" Type="http://schemas.openxmlformats.org/officeDocument/2006/relationships/image" Target="../media/image162.png"/><Relationship Id="rId27" Type="http://schemas.openxmlformats.org/officeDocument/2006/relationships/image" Target="../media/image167.png"/><Relationship Id="rId30" Type="http://schemas.openxmlformats.org/officeDocument/2006/relationships/image" Target="../media/image170.png"/></Relationships>
</file>

<file path=ppt/slides/_rels/slide9.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0.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4.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3.png"/><Relationship Id="rId2" Type="http://schemas.openxmlformats.org/officeDocument/2006/relationships/notesSlide" Target="../notesSlides/notesSlide10.xml"/><Relationship Id="rId16" Type="http://schemas.openxmlformats.org/officeDocument/2006/relationships/image" Target="../media/image197.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192.png"/><Relationship Id="rId5" Type="http://schemas.openxmlformats.org/officeDocument/2006/relationships/image" Target="../media/image186.png"/><Relationship Id="rId15" Type="http://schemas.openxmlformats.org/officeDocument/2006/relationships/image" Target="../media/image196.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5.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0.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19.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3" Type="http://schemas.openxmlformats.org/officeDocument/2006/relationships/image" Target="../media/image221.png"/><Relationship Id="rId7" Type="http://schemas.openxmlformats.org/officeDocument/2006/relationships/image" Target="../media/image22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27.png"/><Relationship Id="rId4" Type="http://schemas.openxmlformats.org/officeDocument/2006/relationships/image" Target="../media/image226.png"/></Relationships>
</file>

<file path=ppt/slides/_rels/slide14.xml.rels><?xml version="1.0" encoding="UTF-8" standalone="yes"?>
<Relationships xmlns="http://schemas.openxmlformats.org/package/2006/relationships"><Relationship Id="rId3" Type="http://schemas.openxmlformats.org/officeDocument/2006/relationships/image" Target="../media/image182.png"/><Relationship Id="rId7" Type="http://schemas.openxmlformats.org/officeDocument/2006/relationships/image" Target="../media/image21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71.png"/><Relationship Id="rId4" Type="http://schemas.openxmlformats.org/officeDocument/2006/relationships/image" Target="../media/image183.png"/></Relationships>
</file>

<file path=ppt/slides/_rels/slide15.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22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2.png"/><Relationship Id="rId5" Type="http://schemas.openxmlformats.org/officeDocument/2006/relationships/image" Target="../media/image221.png"/><Relationship Id="rId4" Type="http://schemas.openxmlformats.org/officeDocument/2006/relationships/image" Target="../media/image2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25.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7.png"/><Relationship Id="rId7"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233.png"/><Relationship Id="rId3" Type="http://schemas.openxmlformats.org/officeDocument/2006/relationships/image" Target="../media/image228.png"/><Relationship Id="rId7" Type="http://schemas.openxmlformats.org/officeDocument/2006/relationships/image" Target="../media/image23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31.png"/><Relationship Id="rId5" Type="http://schemas.openxmlformats.org/officeDocument/2006/relationships/image" Target="../media/image230.png"/><Relationship Id="rId4" Type="http://schemas.openxmlformats.org/officeDocument/2006/relationships/image" Target="../media/image229.png"/></Relationships>
</file>

<file path=ppt/slides/_rels/slide19.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36.png"/><Relationship Id="rId4" Type="http://schemas.openxmlformats.org/officeDocument/2006/relationships/image" Target="../media/image235.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38.png"/><Relationship Id="rId4" Type="http://schemas.openxmlformats.org/officeDocument/2006/relationships/image" Target="../media/image237.png"/></Relationships>
</file>

<file path=ppt/slides/_rels/slide21.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41.png"/><Relationship Id="rId4" Type="http://schemas.openxmlformats.org/officeDocument/2006/relationships/image" Target="../media/image24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43.png"/><Relationship Id="rId4" Type="http://schemas.openxmlformats.org/officeDocument/2006/relationships/image" Target="../media/image242.png"/></Relationships>
</file>

<file path=ppt/slides/_rels/slide23.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22.png"/><Relationship Id="rId18" Type="http://schemas.openxmlformats.org/officeDocument/2006/relationships/image" Target="../media/image200.png"/><Relationship Id="rId26" Type="http://schemas.openxmlformats.org/officeDocument/2006/relationships/image" Target="../media/image198.png"/><Relationship Id="rId3" Type="http://schemas.openxmlformats.org/officeDocument/2006/relationships/image" Target="../media/image204.png"/><Relationship Id="rId21" Type="http://schemas.openxmlformats.org/officeDocument/2006/relationships/image" Target="../media/image220.png"/><Relationship Id="rId7" Type="http://schemas.openxmlformats.org/officeDocument/2006/relationships/image" Target="../media/image203.png"/><Relationship Id="rId12" Type="http://schemas.openxmlformats.org/officeDocument/2006/relationships/image" Target="../media/image216.png"/><Relationship Id="rId17" Type="http://schemas.openxmlformats.org/officeDocument/2006/relationships/image" Target="../media/image221.png"/><Relationship Id="rId25" Type="http://schemas.openxmlformats.org/officeDocument/2006/relationships/image" Target="../media/image219.png"/><Relationship Id="rId2" Type="http://schemas.openxmlformats.org/officeDocument/2006/relationships/notesSlide" Target="../notesSlides/notesSlide23.xml"/><Relationship Id="rId16" Type="http://schemas.openxmlformats.org/officeDocument/2006/relationships/image" Target="../media/image215.png"/><Relationship Id="rId20" Type="http://schemas.openxmlformats.org/officeDocument/2006/relationships/image" Target="../media/image214.png"/><Relationship Id="rId29"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224.png"/><Relationship Id="rId11" Type="http://schemas.openxmlformats.org/officeDocument/2006/relationships/image" Target="../media/image209.png"/><Relationship Id="rId24" Type="http://schemas.openxmlformats.org/officeDocument/2006/relationships/image" Target="../media/image213.png"/><Relationship Id="rId5" Type="http://schemas.openxmlformats.org/officeDocument/2006/relationships/image" Target="../media/image218.png"/><Relationship Id="rId15" Type="http://schemas.openxmlformats.org/officeDocument/2006/relationships/image" Target="../media/image208.png"/><Relationship Id="rId23" Type="http://schemas.openxmlformats.org/officeDocument/2006/relationships/image" Target="../media/image206.png"/><Relationship Id="rId28" Type="http://schemas.openxmlformats.org/officeDocument/2006/relationships/image" Target="../media/image212.png"/><Relationship Id="rId10" Type="http://schemas.openxmlformats.org/officeDocument/2006/relationships/image" Target="../media/image202.png"/><Relationship Id="rId19" Type="http://schemas.openxmlformats.org/officeDocument/2006/relationships/image" Target="../media/image207.png"/><Relationship Id="rId31" Type="http://schemas.openxmlformats.org/officeDocument/2006/relationships/image" Target="../media/image217.png"/><Relationship Id="rId4" Type="http://schemas.openxmlformats.org/officeDocument/2006/relationships/image" Target="../media/image211.png"/><Relationship Id="rId9" Type="http://schemas.openxmlformats.org/officeDocument/2006/relationships/image" Target="../media/image223.png"/><Relationship Id="rId14" Type="http://schemas.openxmlformats.org/officeDocument/2006/relationships/image" Target="../media/image201.png"/><Relationship Id="rId22" Type="http://schemas.openxmlformats.org/officeDocument/2006/relationships/image" Target="../media/image199.png"/><Relationship Id="rId27" Type="http://schemas.openxmlformats.org/officeDocument/2006/relationships/image" Target="../media/image205.png"/><Relationship Id="rId30" Type="http://schemas.openxmlformats.org/officeDocument/2006/relationships/image" Target="../media/image225.png"/></Relationships>
</file>

<file path=ppt/slides/_rels/slide24.xml.rels><?xml version="1.0" encoding="UTF-8" standalone="yes"?>
<Relationships xmlns="http://schemas.openxmlformats.org/package/2006/relationships"><Relationship Id="rId8" Type="http://schemas.openxmlformats.org/officeDocument/2006/relationships/image" Target="../media/image249.png"/><Relationship Id="rId3" Type="http://schemas.openxmlformats.org/officeDocument/2006/relationships/image" Target="../media/image244.png"/><Relationship Id="rId7" Type="http://schemas.openxmlformats.org/officeDocument/2006/relationships/image" Target="../media/image248.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247.png"/><Relationship Id="rId5" Type="http://schemas.openxmlformats.org/officeDocument/2006/relationships/image" Target="../media/image246.png"/><Relationship Id="rId4" Type="http://schemas.openxmlformats.org/officeDocument/2006/relationships/image" Target="../media/image2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/u/ /e/ /i/</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1" name="Google Shape;681;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2" name="Google Shape;682;p1"/>
          <p:cNvGrpSpPr/>
          <p:nvPr/>
        </p:nvGrpSpPr>
        <p:grpSpPr>
          <a:xfrm>
            <a:off x="4970009" y="3831826"/>
            <a:ext cx="3588499" cy="1946584"/>
            <a:chOff x="4970009" y="3831826"/>
            <a:chExt cx="3588499" cy="1946584"/>
          </a:xfrm>
        </p:grpSpPr>
        <p:sp>
          <p:nvSpPr>
            <p:cNvPr id="683" name="Google Shape;683;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6" name="Google Shape;686;p1" title="JL686-128F.png"/>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87" name="Google Shape;687;p1" title="JL686-127F.png"/>
            <p:cNvPicPr preferRelativeResize="0"/>
            <p:nvPr/>
          </p:nvPicPr>
          <p:blipFill rotWithShape="1">
            <a:blip r:embed="rId4">
              <a:alphaModFix/>
            </a:blip>
            <a:srcRect l="79" r="7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88" name="Google Shape;688;p1" title="JL686-126F.png"/>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89" name="Google Shape;689;p1"/>
          <p:cNvGraphicFramePr/>
          <p:nvPr/>
        </p:nvGraphicFramePr>
        <p:xfrm>
          <a:off x="4844200" y="1646527"/>
          <a:ext cx="3784875" cy="2032200"/>
        </p:xfrm>
        <a:graphic>
          <a:graphicData uri="http://schemas.openxmlformats.org/drawingml/2006/table">
            <a:tbl>
              <a:tblPr firstRow="1" bandRow="1">
                <a:noFill/>
                <a:tableStyleId>{F9E58A08-8607-469A-B8D2-0392A526D85B}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 </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298550" y="1032250"/>
            <a:ext cx="4850100" cy="798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/u/</a:t>
            </a:r>
            <a:r>
              <a:rPr lang="en-US"/>
              <a:t> </a:t>
            </a:r>
            <a:r>
              <a:rPr lang="en-US">
                <a:solidFill>
                  <a:srgbClr val="8DC63F"/>
                </a:solidFill>
              </a:rPr>
              <a:t>/e/ /i/</a:t>
            </a:r>
            <a:r>
              <a:rPr lang="en-US"/>
              <a:t> sound family spelling patterns, including homophones and Common Exception Words.</a:t>
            </a:r>
            <a:endParaRPr/>
          </a:p>
        </p:txBody>
      </p:sp>
      <p:sp>
        <p:nvSpPr>
          <p:cNvPr id="696" name="Google Shape;696;g2bee4f4af4b_0_204"/>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7" name="Google Shape;697;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title="JL686-126F.png"/>
          <p:cNvPicPr preferRelativeResize="0"/>
          <p:nvPr/>
        </p:nvPicPr>
        <p:blipFill rotWithShape="1">
          <a:blip r:embed="rId3">
            <a:alphaModFix/>
          </a:blip>
          <a:srcRect l="19" r="1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700" name="Google Shape;700;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title="JL689-142F.png"/>
          <p:cNvPicPr preferRelativeResize="0"/>
          <p:nvPr/>
        </p:nvPicPr>
        <p:blipFill rotWithShape="1">
          <a:blip r:embed="rId4">
            <a:alphaModFix/>
          </a:blip>
          <a:srcRect/>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5525476" y="5256525"/>
            <a:ext cx="1439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title="JL687-81F.png"/>
          <p:cNvPicPr preferRelativeResize="0"/>
          <p:nvPr/>
        </p:nvPicPr>
        <p:blipFill rotWithShape="1">
          <a:blip r:embed="rId5">
            <a:alphaModFix/>
          </a:blip>
          <a:srcRect t="89" b="79"/>
          <a:stretch/>
        </p:blipFill>
        <p:spPr>
          <a:xfrm>
            <a:off x="5778959" y="4326104"/>
            <a:ext cx="931974" cy="665199"/>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t>
            </a:r>
            <a:r>
              <a:rPr lang="en-US" sz="900">
                <a:solidFill>
                  <a:srgbClr val="757070"/>
                </a:solidFill>
                <a:latin typeface="Poppins Medium"/>
                <a:ea typeface="Poppins Medium"/>
                <a:cs typeface="Poppins Medium"/>
                <a:sym typeface="Poppins Medium"/>
              </a:rPr>
              <a:t>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title="JL692-141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title="JL693-38F.png"/>
          <p:cNvPicPr preferRelativeResize="0"/>
          <p:nvPr/>
        </p:nvPicPr>
        <p:blipFill rotWithShape="1">
          <a:blip r:embed="rId7">
            <a:alphaModFix/>
          </a:blip>
          <a:srcRect/>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2" name="Google Shape;712;g2bee4f4af4b_0_204">
            <a:hlinkClick r:id="rId8" action="ppaction://hlinksldjump"/>
          </p:cNvPr>
          <p:cNvSpPr/>
          <p:nvPr/>
        </p:nvSpPr>
        <p:spPr>
          <a:xfrm>
            <a:off x="2284970"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3310027" y="36688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4557388" y="375480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 action="ppaction://noaction"/>
          </p:cNvPr>
          <p:cNvSpPr/>
          <p:nvPr/>
        </p:nvSpPr>
        <p:spPr>
          <a:xfrm>
            <a:off x="5656932" y="381416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1" action="ppaction://hlinksldjump"/>
          </p:cNvPr>
          <p:cNvSpPr/>
          <p:nvPr/>
        </p:nvSpPr>
        <p:spPr>
          <a:xfrm>
            <a:off x="1019113" y="366883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34104a80194_0_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3" name="Google Shape;723;g34104a80194_0_5"/>
          <p:cNvGrpSpPr/>
          <p:nvPr/>
        </p:nvGrpSpPr>
        <p:grpSpPr>
          <a:xfrm>
            <a:off x="930400" y="2053244"/>
            <a:ext cx="7283200" cy="3724851"/>
            <a:chOff x="930400" y="2129444"/>
            <a:chExt cx="7283200" cy="3724851"/>
          </a:xfrm>
        </p:grpSpPr>
        <p:pic>
          <p:nvPicPr>
            <p:cNvPr id="724" name="Google Shape;724;g34104a80194_0_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4a80194_0_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4a80194_0_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4a80194_0_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4a80194_0_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4a80194_0_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4a80194_0_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4a80194_0_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4a80194_0_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4a80194_0_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4a80194_0_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4a80194_0_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4a80194_0_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4a80194_0_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4a80194_0_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4a80194_0_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4a80194_0_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4a80194_0_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4a80194_0_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4a80194_0_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4a80194_0_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4104a80194_0_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4104a80194_0_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34104a80194_0_3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3" name="Google Shape;753;g34104a80194_0_34"/>
          <p:cNvGrpSpPr/>
          <p:nvPr/>
        </p:nvGrpSpPr>
        <p:grpSpPr>
          <a:xfrm>
            <a:off x="930400" y="2053250"/>
            <a:ext cx="7283201" cy="2971674"/>
            <a:chOff x="930400" y="2129450"/>
            <a:chExt cx="7283201" cy="2971674"/>
          </a:xfrm>
        </p:grpSpPr>
        <p:pic>
          <p:nvPicPr>
            <p:cNvPr id="754" name="Google Shape;754;g34104a80194_0_34"/>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34104a80194_0_34"/>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34104a80194_0_34"/>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34104a80194_0_34"/>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4a80194_0_34"/>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34104a80194_0_34"/>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34104a80194_0_34"/>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4a80194_0_34"/>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4a80194_0_34"/>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4a80194_0_34"/>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4" name="Google Shape;764;g34104a80194_0_34"/>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34104a80194_0_34"/>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4a80194_0_34"/>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7" name="Google Shape;767;g34104a80194_0_34"/>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4a80194_0_34"/>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9" name="Google Shape;769;g34104a80194_0_34"/>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0" name="Google Shape;770;g34104a80194_0_34"/>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4a80194_0_34"/>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34104a80194_0_34"/>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34104a80194_0_34"/>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34104a80194_0_34"/>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34104a80194_0_34"/>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4a80194_0_34"/>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104a80194_0_34"/>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104a80194_0_34"/>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4104a80194_0_34"/>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4104a80194_0_34"/>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34104a80194_0_34"/>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34104a80194_0_34"/>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34104a80194_0_6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9" name="Google Shape;789;g34104a80194_0_69"/>
          <p:cNvGrpSpPr/>
          <p:nvPr/>
        </p:nvGrpSpPr>
        <p:grpSpPr>
          <a:xfrm>
            <a:off x="930400" y="2053250"/>
            <a:ext cx="7283201" cy="2971674"/>
            <a:chOff x="930400" y="2053250"/>
            <a:chExt cx="7283201" cy="2971674"/>
          </a:xfrm>
        </p:grpSpPr>
        <p:pic>
          <p:nvPicPr>
            <p:cNvPr id="790" name="Google Shape;790;g34104a80194_0_69"/>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1" name="Google Shape;791;g34104a80194_0_69"/>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2" name="Google Shape;792;g34104a80194_0_69"/>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3" name="Google Shape;793;g34104a80194_0_69"/>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34104a80194_0_69"/>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5" name="Google Shape;795;g34104a80194_0_69"/>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34104a80194_0_69"/>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7" name="Google Shape;797;g34104a80194_0_69"/>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34104a80194_0_69"/>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4104a80194_0_69"/>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0" name="Google Shape;800;g34104a80194_0_69"/>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4104a80194_0_69"/>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4104a80194_0_69"/>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34104a80194_0_69"/>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4104a80194_0_69"/>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4a80194_0_69"/>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4a80194_0_69"/>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4104a80194_0_69"/>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4a80194_0_69"/>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4a80194_0_69"/>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4104a80194_0_69"/>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1" name="Google Shape;811;g34104a80194_0_69"/>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34104a80194_0_69"/>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4a80194_0_69"/>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4" name="Google Shape;814;g34104a80194_0_69"/>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5" name="Google Shape;815;g34104a80194_0_69"/>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6" name="Google Shape;816;g34104a80194_0_69"/>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4a80194_0_69"/>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8" name="Google Shape;818;g34104a80194_0_69"/>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9" name="Google Shape;819;g34104a80194_0_69"/>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0" name="Google Shape;820;g34104a80194_0_69"/>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1" name="Google Shape;821;g34104a80194_0_69"/>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34104a80194_0_69"/>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3" name="Google Shape;823;g34104a80194_0_69"/>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34104a80194_0_69"/>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34104a80194_0_69"/>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4104a80194_0_69"/>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34104a80194_0_69"/>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4104a80194_0_69"/>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9" name="Google Shape;829;g34104a80194_0_69"/>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34104a80194_0_69"/>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34104a80194_0_78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7" name="Google Shape;837;g34104a80194_0_781"/>
          <p:cNvGrpSpPr/>
          <p:nvPr/>
        </p:nvGrpSpPr>
        <p:grpSpPr>
          <a:xfrm>
            <a:off x="930400" y="2053250"/>
            <a:ext cx="7218395" cy="2674800"/>
            <a:chOff x="930400" y="2053250"/>
            <a:chExt cx="7218395" cy="2674800"/>
          </a:xfrm>
        </p:grpSpPr>
        <p:pic>
          <p:nvPicPr>
            <p:cNvPr id="838" name="Google Shape;838;g34104a80194_0_781"/>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9" name="Google Shape;839;g34104a80194_0_781"/>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40" name="Google Shape;840;g34104a80194_0_781"/>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41" name="Google Shape;841;g34104a80194_0_781"/>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2" name="Google Shape;842;g34104a80194_0_781"/>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3" name="Google Shape;843;g34104a80194_0_781"/>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4a80194_0_781"/>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5" name="Google Shape;845;g34104a80194_0_781"/>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6" name="Google Shape;846;g34104a80194_0_781"/>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4104a80194_0_781"/>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8" name="Google Shape;848;g34104a80194_0_781"/>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9" name="Google Shape;849;g34104a80194_0_781"/>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50" name="Google Shape;850;g34104a80194_0_781"/>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51" name="Google Shape;851;g34104a80194_0_781"/>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2" name="Google Shape;852;g34104a80194_0_781"/>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3" name="Google Shape;853;g34104a80194_0_781"/>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4" name="Google Shape;854;g34104a80194_0_781"/>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5" name="Google Shape;855;g34104a80194_0_781"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56" name="Google Shape;856;g34104a80194_0_781"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57" name="Google Shape;857;g34104a80194_0_781"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58" name="Google Shape;858;g34104a80194_0_781"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59" name="Google Shape;859;g34104a80194_0_781"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60" name="Google Shape;860;g34104a80194_0_781"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1" name="Google Shape;861;g34104a80194_0_781"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62" name="Google Shape;862;g34104a80194_0_781"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63" name="Google Shape;863;g34104a80194_0_781"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64" name="Google Shape;864;g34104a80194_0_781"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34104a80194_0_148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71" name="Google Shape;871;g34104a80194_0_1480"/>
          <p:cNvGrpSpPr/>
          <p:nvPr/>
        </p:nvGrpSpPr>
        <p:grpSpPr>
          <a:xfrm>
            <a:off x="865957" y="2135925"/>
            <a:ext cx="7282807" cy="2686611"/>
            <a:chOff x="867357" y="2129450"/>
            <a:chExt cx="7282807" cy="2686611"/>
          </a:xfrm>
        </p:grpSpPr>
        <p:pic>
          <p:nvPicPr>
            <p:cNvPr id="872" name="Google Shape;872;g34104a80194_0_148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3" name="Google Shape;873;g34104a80194_0_148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34104a80194_0_148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34104a80194_0_148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34104a80194_0_148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34104a80194_0_148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34104a80194_0_148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34104a80194_0_148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0" name="Google Shape;880;g34104a80194_0_148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34104a80194_0_148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34104a80194_0_148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34104a80194_0_148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4" name="Google Shape;884;g34104a80194_0_148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5" name="Google Shape;885;g34104a80194_0_148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34104a80194_0_150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92" name="Google Shape;892;g34104a80194_0_1500"/>
          <p:cNvGrpSpPr/>
          <p:nvPr/>
        </p:nvGrpSpPr>
        <p:grpSpPr>
          <a:xfrm>
            <a:off x="866900" y="2125438"/>
            <a:ext cx="7281864" cy="2684601"/>
            <a:chOff x="868300" y="2129450"/>
            <a:chExt cx="7281864" cy="2684601"/>
          </a:xfrm>
        </p:grpSpPr>
        <p:pic>
          <p:nvPicPr>
            <p:cNvPr id="893" name="Google Shape;893;g34104a80194_0_1500"/>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34104a80194_0_1500"/>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5" name="Google Shape;895;g34104a80194_0_1500"/>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6" name="Google Shape;896;g34104a80194_0_1500"/>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7" name="Google Shape;897;g34104a80194_0_1500"/>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8" name="Google Shape;898;g34104a80194_0_1500"/>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9" name="Google Shape;899;g34104a80194_0_1500"/>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34104a80194_0_1500"/>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1" name="Google Shape;901;g34104a80194_0_1500"/>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2" name="Google Shape;902;g34104a80194_0_1500"/>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3" name="Google Shape;903;g34104a80194_0_1500"/>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4" name="Google Shape;904;g34104a80194_0_1500"/>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5" name="Google Shape;905;g34104a80194_0_1500"/>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6" name="Google Shape;906;g34104a80194_0_1500"/>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7" name="Google Shape;907;g34104a80194_0_1500"/>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8" name="Google Shape;908;g34104a80194_0_1500"/>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9" name="Google Shape;909;g34104a80194_0_1500"/>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0" name="Google Shape;910;g34104a80194_0_1500"/>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1" name="Google Shape;911;g34104a80194_0_1500"/>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2" name="Google Shape;912;g34104a80194_0_1500"/>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3" name="Google Shape;913;g34104a80194_0_1500"/>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4" name="Google Shape;914;g34104a80194_0_1500"/>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5" name="Google Shape;915;g34104a80194_0_1500"/>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6" name="Google Shape;916;g34104a80194_0_1500"/>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7" name="Google Shape;917;g34104a80194_0_1500"/>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8" name="Google Shape;918;g34104a80194_0_1500"/>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9" name="Google Shape;919;g34104a80194_0_1500"/>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0" name="Google Shape;920;g34104a80194_0_1500"/>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34104a80194_0_153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27" name="Google Shape;927;g34104a80194_0_1534"/>
          <p:cNvGrpSpPr/>
          <p:nvPr/>
        </p:nvGrpSpPr>
        <p:grpSpPr>
          <a:xfrm>
            <a:off x="868300" y="2129450"/>
            <a:ext cx="7281864" cy="2684601"/>
            <a:chOff x="868300" y="2053250"/>
            <a:chExt cx="7281864" cy="2684601"/>
          </a:xfrm>
        </p:grpSpPr>
        <p:pic>
          <p:nvPicPr>
            <p:cNvPr id="928" name="Google Shape;928;g34104a80194_0_1534"/>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29" name="Google Shape;929;g34104a80194_0_1534"/>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34104a80194_0_1534"/>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31" name="Google Shape;931;g34104a80194_0_1534"/>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32" name="Google Shape;932;g34104a80194_0_1534"/>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33" name="Google Shape;933;g34104a80194_0_1534"/>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34" name="Google Shape;934;g34104a80194_0_1534"/>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35" name="Google Shape;935;g34104a80194_0_1534"/>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36" name="Google Shape;936;g34104a80194_0_1534"/>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37" name="Google Shape;937;g34104a80194_0_1534"/>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38" name="Google Shape;938;g34104a80194_0_1534"/>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39" name="Google Shape;939;g34104a80194_0_1534"/>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40" name="Google Shape;940;g34104a80194_0_1534"/>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34104a80194_0_155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47" name="Google Shape;947;g34104a80194_0_1553"/>
          <p:cNvGrpSpPr/>
          <p:nvPr/>
        </p:nvGrpSpPr>
        <p:grpSpPr>
          <a:xfrm>
            <a:off x="868300" y="2129450"/>
            <a:ext cx="7281864" cy="2688001"/>
            <a:chOff x="868300" y="2129450"/>
            <a:chExt cx="7281864" cy="2688001"/>
          </a:xfrm>
        </p:grpSpPr>
        <p:pic>
          <p:nvPicPr>
            <p:cNvPr id="948" name="Google Shape;948;g34104a80194_0_1553"/>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49" name="Google Shape;949;g34104a80194_0_1553"/>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0" name="Google Shape;950;g34104a80194_0_1553"/>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1" name="Google Shape;951;g34104a80194_0_1553"/>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2" name="Google Shape;952;g34104a80194_0_1553"/>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3" name="Google Shape;953;g34104a80194_0_1553"/>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4" name="Google Shape;954;g34104a80194_0_1553"/>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55" name="Google Shape;955;g34104a80194_0_1553"/>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56" name="Google Shape;956;g34104a80194_0_1553"/>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57" name="Google Shape;957;g34104a80194_0_1553"/>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58" name="Google Shape;958;g34104a80194_0_1553"/>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59" name="Google Shape;959;g34104a80194_0_1553"/>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0" name="Google Shape;960;g34104a80194_0_1553"/>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61" name="Google Shape;961;g34104a80194_0_1553"/>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34104a80194_0_2238"/>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68" name="Google Shape;968;g34104a80194_0_223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69" name="Google Shape;969;g34104a80194_0_2238"/>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70" name="Google Shape;970;g34104a80194_0_223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71" name="Google Shape;971;g34104a80194_0_2238"/>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72" name="Google Shape;972;g34104a80194_0_223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73" name="Google Shape;973;g34104a80194_0_2238"/>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74" name="Google Shape;974;g34104a80194_0_2238"/>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75" name="Google Shape;975;g34104a80194_0_2238"/>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76" name="Google Shape;976;g34104a80194_0_2238"/>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77" name="Google Shape;977;g34104a80194_0_2238"/>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78" name="Google Shape;978;g34104a80194_0_2238"/>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79" name="Google Shape;979;g34104a80194_0_2238"/>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80" name="Google Shape;980;g34104a80194_0_2238"/>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81" name="Google Shape;981;g34104a80194_0_2238"/>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82" name="Google Shape;982;g34104a80194_0_2238"/>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83" name="Google Shape;983;g34104a80194_0_2238"/>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84" name="Google Shape;984;g34104a80194_0_2238"/>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85" name="Google Shape;985;g34104a80194_0_2238"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86" name="Google Shape;986;g34104a80194_0_2238"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87" name="Google Shape;987;g34104a80194_0_2238"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88" name="Google Shape;988;g34104a80194_0_2238"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89" name="Google Shape;989;g34104a80194_0_2238"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90" name="Google Shape;990;g34104a80194_0_2238"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91" name="Google Shape;991;g34104a80194_0_2238"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34104a80194_0_2267"/>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a:t>
            </a:r>
            <a:r>
              <a:rPr lang="en-US" sz="1800"/>
              <a:t>.</a:t>
            </a:r>
            <a:endParaRPr sz="1800"/>
          </a:p>
        </p:txBody>
      </p:sp>
      <p:pic>
        <p:nvPicPr>
          <p:cNvPr id="998" name="Google Shape;998;g34104a80194_0_2267"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99" name="Google Shape;999;g34104a80194_0_2267"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1000" name="Google Shape;1000;g34104a80194_0_2267"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1001" name="Google Shape;1001;g34104a80194_0_2267"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1002" name="Google Shape;1002;g34104a80194_0_2267"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sun / son, red / read, him / hymn</a:t>
            </a:r>
            <a:r>
              <a:rPr lang="en-US" sz="2000"/>
              <a:t>.</a:t>
            </a:r>
            <a:endParaRPr sz="2000"/>
          </a:p>
        </p:txBody>
      </p:sp>
      <p:pic>
        <p:nvPicPr>
          <p:cNvPr id="1009" name="Google Shape;1009;g26f40b1072c_1_28" title="JL693-38F.png"/>
          <p:cNvPicPr preferRelativeResize="0"/>
          <p:nvPr/>
        </p:nvPicPr>
        <p:blipFill rotWithShape="1">
          <a:blip r:embed="rId3">
            <a:alphaModFix/>
          </a:blip>
          <a:srcRect l="49" r="59"/>
          <a:stretch/>
        </p:blipFill>
        <p:spPr>
          <a:xfrm>
            <a:off x="827375" y="2149450"/>
            <a:ext cx="3596926" cy="1800400"/>
          </a:xfrm>
          <a:prstGeom prst="rect">
            <a:avLst/>
          </a:prstGeom>
          <a:noFill/>
          <a:ln>
            <a:noFill/>
          </a:ln>
          <a:effectLst>
            <a:outerShdw blurRad="57150" dist="19050" dir="5400000" algn="bl" rotWithShape="0">
              <a:srgbClr val="BFBFBF"/>
            </a:outerShdw>
          </a:effectLst>
        </p:spPr>
      </p:pic>
      <p:pic>
        <p:nvPicPr>
          <p:cNvPr id="1010" name="Google Shape;1010;g26f40b1072c_1_28" title="JL693-39F.png"/>
          <p:cNvPicPr preferRelativeResize="0"/>
          <p:nvPr/>
        </p:nvPicPr>
        <p:blipFill rotWithShape="1">
          <a:blip r:embed="rId4">
            <a:alphaModFix/>
          </a:blip>
          <a:srcRect l="49" r="59"/>
          <a:stretch/>
        </p:blipFill>
        <p:spPr>
          <a:xfrm>
            <a:off x="4567299" y="2149450"/>
            <a:ext cx="3596926" cy="1800400"/>
          </a:xfrm>
          <a:prstGeom prst="rect">
            <a:avLst/>
          </a:prstGeom>
          <a:noFill/>
          <a:ln>
            <a:noFill/>
          </a:ln>
          <a:effectLst>
            <a:outerShdw blurRad="57150" dist="19050" dir="5400000" algn="bl" rotWithShape="0">
              <a:srgbClr val="BFBFBF"/>
            </a:outerShdw>
          </a:effectLst>
        </p:spPr>
      </p:pic>
      <p:pic>
        <p:nvPicPr>
          <p:cNvPr id="1011" name="Google Shape;1011;g26f40b1072c_1_28" title="JL693-40F.png"/>
          <p:cNvPicPr preferRelativeResize="0"/>
          <p:nvPr/>
        </p:nvPicPr>
        <p:blipFill rotWithShape="1">
          <a:blip r:embed="rId5">
            <a:alphaModFix/>
          </a:blip>
          <a:srcRect t="49" b="49"/>
          <a:stretch/>
        </p:blipFill>
        <p:spPr>
          <a:xfrm>
            <a:off x="2697337" y="4071825"/>
            <a:ext cx="3596926" cy="18004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containing </a:t>
            </a:r>
            <a:r>
              <a:rPr lang="en-US" sz="2000">
                <a:solidFill>
                  <a:srgbClr val="8DC63F"/>
                </a:solidFill>
              </a:rPr>
              <a:t>/u/</a:t>
            </a:r>
            <a:r>
              <a:rPr lang="en-US" sz="2000"/>
              <a:t> sound </a:t>
            </a:r>
            <a:r>
              <a:rPr lang="en-US" sz="2000">
                <a:solidFill>
                  <a:srgbClr val="2356AF"/>
                </a:solidFill>
              </a:rPr>
              <a:t>some come one love money</a:t>
            </a:r>
            <a:r>
              <a:rPr lang="en-US" sz="2000"/>
              <a:t>.</a:t>
            </a:r>
            <a:endParaRPr sz="2000"/>
          </a:p>
        </p:txBody>
      </p:sp>
      <p:grpSp>
        <p:nvGrpSpPr>
          <p:cNvPr id="1018" name="Google Shape;1018;g26f40b1072c_1_0"/>
          <p:cNvGrpSpPr/>
          <p:nvPr/>
        </p:nvGrpSpPr>
        <p:grpSpPr>
          <a:xfrm>
            <a:off x="852325" y="2129450"/>
            <a:ext cx="7286949" cy="2544031"/>
            <a:chOff x="928525" y="2129450"/>
            <a:chExt cx="7286949" cy="2544031"/>
          </a:xfrm>
        </p:grpSpPr>
        <p:pic>
          <p:nvPicPr>
            <p:cNvPr id="1019" name="Google Shape;1019;g26f40b1072c_1_0" title="JL687-36F.png"/>
            <p:cNvPicPr preferRelativeResize="0"/>
            <p:nvPr/>
          </p:nvPicPr>
          <p:blipFill rotWithShape="1">
            <a:blip r:embed="rId3">
              <a:alphaModFix/>
            </a:blip>
            <a:srcRect t="19" b="29"/>
            <a:stretch/>
          </p:blipFill>
          <p:spPr>
            <a:xfrm>
              <a:off x="928525" y="2129450"/>
              <a:ext cx="1731251" cy="1237205"/>
            </a:xfrm>
            <a:prstGeom prst="rect">
              <a:avLst/>
            </a:prstGeom>
            <a:noFill/>
            <a:ln>
              <a:noFill/>
            </a:ln>
            <a:effectLst>
              <a:outerShdw blurRad="71438" dist="19050" dir="5400000" algn="bl" rotWithShape="0">
                <a:srgbClr val="000000">
                  <a:alpha val="17254"/>
                </a:srgbClr>
              </a:outerShdw>
            </a:effectLst>
          </p:spPr>
        </p:pic>
        <p:pic>
          <p:nvPicPr>
            <p:cNvPr id="1020" name="Google Shape;1020;g26f40b1072c_1_0" title="JL687-37F.png"/>
            <p:cNvPicPr preferRelativeResize="0"/>
            <p:nvPr/>
          </p:nvPicPr>
          <p:blipFill rotWithShape="1">
            <a:blip r:embed="rId4">
              <a:alphaModFix/>
            </a:blip>
            <a:srcRect t="19" b="29"/>
            <a:stretch/>
          </p:blipFill>
          <p:spPr>
            <a:xfrm>
              <a:off x="2780425" y="2129450"/>
              <a:ext cx="1731251" cy="1237205"/>
            </a:xfrm>
            <a:prstGeom prst="rect">
              <a:avLst/>
            </a:prstGeom>
            <a:noFill/>
            <a:ln>
              <a:noFill/>
            </a:ln>
            <a:effectLst>
              <a:outerShdw blurRad="71438" dist="19050" dir="5400000" algn="bl" rotWithShape="0">
                <a:srgbClr val="000000">
                  <a:alpha val="17254"/>
                </a:srgbClr>
              </a:outerShdw>
            </a:effectLst>
          </p:spPr>
        </p:pic>
        <p:pic>
          <p:nvPicPr>
            <p:cNvPr id="1021" name="Google Shape;1021;g26f40b1072c_1_0" title="JL687-44F.png"/>
            <p:cNvPicPr preferRelativeResize="0"/>
            <p:nvPr/>
          </p:nvPicPr>
          <p:blipFill rotWithShape="1">
            <a:blip r:embed="rId5">
              <a:alphaModFix/>
            </a:blip>
            <a:srcRect/>
            <a:stretch/>
          </p:blipFill>
          <p:spPr>
            <a:xfrm>
              <a:off x="4632324" y="2129450"/>
              <a:ext cx="1731250" cy="1237205"/>
            </a:xfrm>
            <a:prstGeom prst="rect">
              <a:avLst/>
            </a:prstGeom>
            <a:noFill/>
            <a:ln>
              <a:noFill/>
            </a:ln>
            <a:effectLst>
              <a:outerShdw blurRad="71438" dist="19050" dir="5400000" algn="bl" rotWithShape="0">
                <a:srgbClr val="000000">
                  <a:alpha val="17254"/>
                </a:srgbClr>
              </a:outerShdw>
            </a:effectLst>
          </p:spPr>
        </p:pic>
        <p:pic>
          <p:nvPicPr>
            <p:cNvPr id="1022" name="Google Shape;1022;g26f40b1072c_1_0" title="JL687-81F.png"/>
            <p:cNvPicPr preferRelativeResize="0"/>
            <p:nvPr/>
          </p:nvPicPr>
          <p:blipFill rotWithShape="1">
            <a:blip r:embed="rId6">
              <a:alphaModFix/>
            </a:blip>
            <a:srcRect t="19" b="29"/>
            <a:stretch/>
          </p:blipFill>
          <p:spPr>
            <a:xfrm>
              <a:off x="6484223" y="2129450"/>
              <a:ext cx="1731251" cy="1237205"/>
            </a:xfrm>
            <a:prstGeom prst="rect">
              <a:avLst/>
            </a:prstGeom>
            <a:noFill/>
            <a:ln>
              <a:noFill/>
            </a:ln>
            <a:effectLst>
              <a:outerShdw blurRad="71438" dist="19050" dir="5400000" algn="bl" rotWithShape="0">
                <a:srgbClr val="000000">
                  <a:alpha val="17254"/>
                </a:srgbClr>
              </a:outerShdw>
            </a:effectLst>
          </p:spPr>
        </p:pic>
        <p:pic>
          <p:nvPicPr>
            <p:cNvPr id="1023" name="Google Shape;1023;g26f40b1072c_1_0" title="JL687-82F.png"/>
            <p:cNvPicPr preferRelativeResize="0"/>
            <p:nvPr/>
          </p:nvPicPr>
          <p:blipFill rotWithShape="1">
            <a:blip r:embed="rId7">
              <a:alphaModFix/>
            </a:blip>
            <a:srcRect t="19" b="29"/>
            <a:stretch/>
          </p:blipFill>
          <p:spPr>
            <a:xfrm>
              <a:off x="3706375" y="3436275"/>
              <a:ext cx="1731251" cy="1237206"/>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e7bfe6fc96_0_1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containing </a:t>
            </a:r>
            <a:r>
              <a:rPr lang="en-US" sz="2000">
                <a:solidFill>
                  <a:srgbClr val="8DC63F"/>
                </a:solidFill>
              </a:rPr>
              <a:t>/e/</a:t>
            </a:r>
            <a:r>
              <a:rPr lang="en-US" sz="2000"/>
              <a:t> sound </a:t>
            </a:r>
            <a:r>
              <a:rPr lang="en-US" sz="2000">
                <a:solidFill>
                  <a:srgbClr val="2356AF"/>
                </a:solidFill>
              </a:rPr>
              <a:t>said any many friend very</a:t>
            </a:r>
            <a:r>
              <a:rPr lang="en-US" sz="2000"/>
              <a:t>.</a:t>
            </a:r>
            <a:endParaRPr sz="2000"/>
          </a:p>
        </p:txBody>
      </p:sp>
      <p:grpSp>
        <p:nvGrpSpPr>
          <p:cNvPr id="1030" name="Google Shape;1030;g2e7bfe6fc96_0_11"/>
          <p:cNvGrpSpPr/>
          <p:nvPr/>
        </p:nvGrpSpPr>
        <p:grpSpPr>
          <a:xfrm>
            <a:off x="852325" y="2129450"/>
            <a:ext cx="7286949" cy="2544029"/>
            <a:chOff x="928525" y="2129450"/>
            <a:chExt cx="7286949" cy="2544029"/>
          </a:xfrm>
        </p:grpSpPr>
        <p:pic>
          <p:nvPicPr>
            <p:cNvPr id="1031" name="Google Shape;1031;g2e7bfe6fc96_0_11" title="JL687-32F.png"/>
            <p:cNvPicPr preferRelativeResize="0"/>
            <p:nvPr/>
          </p:nvPicPr>
          <p:blipFill rotWithShape="1">
            <a:blip r:embed="rId3">
              <a:alphaModFix/>
            </a:blip>
            <a:srcRect l="59" r="59"/>
            <a:stretch/>
          </p:blipFill>
          <p:spPr>
            <a:xfrm>
              <a:off x="928525" y="2129450"/>
              <a:ext cx="1731251" cy="1237205"/>
            </a:xfrm>
            <a:prstGeom prst="rect">
              <a:avLst/>
            </a:prstGeom>
            <a:noFill/>
            <a:ln>
              <a:noFill/>
            </a:ln>
            <a:effectLst>
              <a:outerShdw blurRad="71438" dist="19050" dir="5400000" algn="bl" rotWithShape="0">
                <a:srgbClr val="000000">
                  <a:alpha val="17647"/>
                </a:srgbClr>
              </a:outerShdw>
            </a:effectLst>
          </p:spPr>
        </p:pic>
        <p:pic>
          <p:nvPicPr>
            <p:cNvPr id="1032" name="Google Shape;1032;g2e7bfe6fc96_0_11" title="JL687-83F.png"/>
            <p:cNvPicPr preferRelativeResize="0"/>
            <p:nvPr/>
          </p:nvPicPr>
          <p:blipFill rotWithShape="1">
            <a:blip r:embed="rId4">
              <a:alphaModFix/>
            </a:blip>
            <a:srcRect/>
            <a:stretch/>
          </p:blipFill>
          <p:spPr>
            <a:xfrm>
              <a:off x="27804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1033" name="Google Shape;1033;g2e7bfe6fc96_0_11" title="JL687-84F.png"/>
            <p:cNvPicPr preferRelativeResize="0"/>
            <p:nvPr/>
          </p:nvPicPr>
          <p:blipFill rotWithShape="1">
            <a:blip r:embed="rId5">
              <a:alphaModFix/>
            </a:blip>
            <a:srcRect/>
            <a:stretch/>
          </p:blipFill>
          <p:spPr>
            <a:xfrm>
              <a:off x="46323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1034" name="Google Shape;1034;g2e7bfe6fc96_0_11" title="JL687-85F.png"/>
            <p:cNvPicPr preferRelativeResize="0"/>
            <p:nvPr/>
          </p:nvPicPr>
          <p:blipFill rotWithShape="1">
            <a:blip r:embed="rId6">
              <a:alphaModFix/>
            </a:blip>
            <a:srcRect t="79" b="89"/>
            <a:stretch/>
          </p:blipFill>
          <p:spPr>
            <a:xfrm>
              <a:off x="6484224" y="2129450"/>
              <a:ext cx="1731250" cy="1237205"/>
            </a:xfrm>
            <a:prstGeom prst="rect">
              <a:avLst/>
            </a:prstGeom>
            <a:noFill/>
            <a:ln>
              <a:noFill/>
            </a:ln>
            <a:effectLst>
              <a:outerShdw blurRad="71438" dist="19050" dir="5400000" algn="bl" rotWithShape="0">
                <a:srgbClr val="000000">
                  <a:alpha val="17647"/>
                </a:srgbClr>
              </a:outerShdw>
            </a:effectLst>
          </p:spPr>
        </p:pic>
        <p:pic>
          <p:nvPicPr>
            <p:cNvPr id="1035" name="Google Shape;1035;g2e7bfe6fc96_0_11" title="JL687-86F.png"/>
            <p:cNvPicPr preferRelativeResize="0"/>
            <p:nvPr/>
          </p:nvPicPr>
          <p:blipFill rotWithShape="1">
            <a:blip r:embed="rId7">
              <a:alphaModFix/>
            </a:blip>
            <a:srcRect/>
            <a:stretch/>
          </p:blipFill>
          <p:spPr>
            <a:xfrm>
              <a:off x="3706400" y="3436275"/>
              <a:ext cx="1731250" cy="1237204"/>
            </a:xfrm>
            <a:prstGeom prst="rect">
              <a:avLst/>
            </a:prstGeom>
            <a:noFill/>
            <a:ln>
              <a:noFill/>
            </a:ln>
            <a:effectLst>
              <a:outerShdw blurRad="71438" dist="19050" dir="5400000" algn="bl" rotWithShape="0">
                <a:srgbClr val="000000">
                  <a:alpha val="17250"/>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pic>
        <p:nvPicPr>
          <p:cNvPr id="1041" name="Google Shape;1041;g2e7bfe6fc96_0_24" title="JL687-87F.png"/>
          <p:cNvPicPr preferRelativeResize="0"/>
          <p:nvPr/>
        </p:nvPicPr>
        <p:blipFill rotWithShape="1">
          <a:blip r:embed="rId3">
            <a:alphaModFix/>
          </a:blip>
          <a:srcRect t="79" b="89"/>
          <a:stretch/>
        </p:blipFill>
        <p:spPr>
          <a:xfrm>
            <a:off x="27042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1042" name="Google Shape;1042;g2e7bfe6fc96_0_24" title="JL687-88F.png"/>
          <p:cNvPicPr preferRelativeResize="0"/>
          <p:nvPr/>
        </p:nvPicPr>
        <p:blipFill rotWithShape="1">
          <a:blip r:embed="rId4">
            <a:alphaModFix/>
          </a:blip>
          <a:srcRect t="79" b="89"/>
          <a:stretch/>
        </p:blipFill>
        <p:spPr>
          <a:xfrm>
            <a:off x="4556125" y="2129450"/>
            <a:ext cx="1731250" cy="1237206"/>
          </a:xfrm>
          <a:prstGeom prst="rect">
            <a:avLst/>
          </a:prstGeom>
          <a:noFill/>
          <a:ln>
            <a:noFill/>
          </a:ln>
          <a:effectLst>
            <a:outerShdw blurRad="71438" dist="19050" dir="5400000" algn="bl" rotWithShape="0">
              <a:srgbClr val="000000">
                <a:alpha val="17647"/>
              </a:srgbClr>
            </a:outerShdw>
          </a:effectLst>
        </p:spPr>
      </p:pic>
      <p:sp>
        <p:nvSpPr>
          <p:cNvPr id="1043" name="Google Shape;1043;g2e7bfe6fc96_0_2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containing </a:t>
            </a:r>
            <a:r>
              <a:rPr lang="en-US" sz="2000">
                <a:solidFill>
                  <a:srgbClr val="8DC63F"/>
                </a:solidFill>
              </a:rPr>
              <a:t>/i/</a:t>
            </a:r>
            <a:r>
              <a:rPr lang="en-US" sz="2000"/>
              <a:t> sound </a:t>
            </a:r>
            <a:r>
              <a:rPr lang="en-US" sz="2000">
                <a:solidFill>
                  <a:srgbClr val="2356AF"/>
                </a:solidFill>
              </a:rPr>
              <a:t>busy pretty</a:t>
            </a:r>
            <a:r>
              <a:rPr lang="en-US" sz="2000"/>
              <a:t>.</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50" name="Google Shape;1050;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51" name="Google Shape;1051;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52" name="Google Shape;1052;g2ce718e20f2_0_845"/>
          <p:cNvGrpSpPr/>
          <p:nvPr/>
        </p:nvGrpSpPr>
        <p:grpSpPr>
          <a:xfrm>
            <a:off x="1325375" y="963136"/>
            <a:ext cx="6493251" cy="4396749"/>
            <a:chOff x="1325375" y="963136"/>
            <a:chExt cx="6493251" cy="4396749"/>
          </a:xfrm>
        </p:grpSpPr>
        <p:pic>
          <p:nvPicPr>
            <p:cNvPr id="1053" name="Google Shape;1053;g2ce718e20f2_0_845" title="JL686-15F.png"/>
            <p:cNvPicPr preferRelativeResize="0"/>
            <p:nvPr/>
          </p:nvPicPr>
          <p:blipFill rotWithShape="1">
            <a:blip r:embed="rId3">
              <a:alphaModFix/>
            </a:blip>
            <a:srcRect l="19" r="29"/>
            <a:stretch/>
          </p:blipFill>
          <p:spPr>
            <a:xfrm>
              <a:off x="1325375" y="963136"/>
              <a:ext cx="1521025" cy="2152911"/>
            </a:xfrm>
            <a:prstGeom prst="rect">
              <a:avLst/>
            </a:prstGeom>
            <a:noFill/>
            <a:ln>
              <a:noFill/>
            </a:ln>
            <a:effectLst>
              <a:outerShdw blurRad="71438" dist="28575" dir="5400000" algn="bl" rotWithShape="0">
                <a:srgbClr val="000000">
                  <a:alpha val="16078"/>
                </a:srgbClr>
              </a:outerShdw>
            </a:effectLst>
          </p:spPr>
        </p:pic>
        <p:pic>
          <p:nvPicPr>
            <p:cNvPr id="1054" name="Google Shape;1054;g2ce718e20f2_0_845" title="JL686-126F.png"/>
            <p:cNvPicPr preferRelativeResize="0"/>
            <p:nvPr/>
          </p:nvPicPr>
          <p:blipFill rotWithShape="1">
            <a:blip r:embed="rId4">
              <a:alphaModFix/>
            </a:blip>
            <a:srcRect l="19" r="29"/>
            <a:stretch/>
          </p:blipFill>
          <p:spPr>
            <a:xfrm>
              <a:off x="2982784" y="963136"/>
              <a:ext cx="1521025" cy="2152911"/>
            </a:xfrm>
            <a:prstGeom prst="rect">
              <a:avLst/>
            </a:prstGeom>
            <a:noFill/>
            <a:ln>
              <a:noFill/>
            </a:ln>
            <a:effectLst>
              <a:outerShdw blurRad="71438" dist="28575" dir="5400000" algn="bl" rotWithShape="0">
                <a:srgbClr val="000000">
                  <a:alpha val="16078"/>
                </a:srgbClr>
              </a:outerShdw>
            </a:effectLst>
          </p:spPr>
        </p:pic>
        <p:pic>
          <p:nvPicPr>
            <p:cNvPr id="1055" name="Google Shape;1055;g2ce718e20f2_0_845" title="JL686-14F.png"/>
            <p:cNvPicPr preferRelativeResize="0"/>
            <p:nvPr/>
          </p:nvPicPr>
          <p:blipFill rotWithShape="1">
            <a:blip r:embed="rId5">
              <a:alphaModFix/>
            </a:blip>
            <a:srcRect l="79" r="79"/>
            <a:stretch/>
          </p:blipFill>
          <p:spPr>
            <a:xfrm>
              <a:off x="4640192" y="963136"/>
              <a:ext cx="1521025" cy="2152911"/>
            </a:xfrm>
            <a:prstGeom prst="rect">
              <a:avLst/>
            </a:prstGeom>
            <a:noFill/>
            <a:ln>
              <a:noFill/>
            </a:ln>
            <a:effectLst>
              <a:outerShdw blurRad="71438" dist="28575" dir="5400000" algn="bl" rotWithShape="0">
                <a:srgbClr val="000000">
                  <a:alpha val="16078"/>
                </a:srgbClr>
              </a:outerShdw>
            </a:effectLst>
          </p:spPr>
        </p:pic>
        <p:pic>
          <p:nvPicPr>
            <p:cNvPr id="1056" name="Google Shape;1056;g2ce718e20f2_0_845" title="JL686-127F.png"/>
            <p:cNvPicPr preferRelativeResize="0"/>
            <p:nvPr/>
          </p:nvPicPr>
          <p:blipFill rotWithShape="1">
            <a:blip r:embed="rId6">
              <a:alphaModFix/>
            </a:blip>
            <a:srcRect l="79" r="79"/>
            <a:stretch/>
          </p:blipFill>
          <p:spPr>
            <a:xfrm>
              <a:off x="6297601" y="963136"/>
              <a:ext cx="1521025" cy="2152911"/>
            </a:xfrm>
            <a:prstGeom prst="rect">
              <a:avLst/>
            </a:prstGeom>
            <a:noFill/>
            <a:ln>
              <a:noFill/>
            </a:ln>
            <a:effectLst>
              <a:outerShdw blurRad="71438" dist="28575" dir="5400000" algn="bl" rotWithShape="0">
                <a:srgbClr val="000000">
                  <a:alpha val="16078"/>
                </a:srgbClr>
              </a:outerShdw>
            </a:effectLst>
          </p:spPr>
        </p:pic>
        <p:pic>
          <p:nvPicPr>
            <p:cNvPr id="1057" name="Google Shape;1057;g2ce718e20f2_0_845" title="JL686-05F.png"/>
            <p:cNvPicPr preferRelativeResize="0"/>
            <p:nvPr/>
          </p:nvPicPr>
          <p:blipFill rotWithShape="1">
            <a:blip r:embed="rId7">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1058" name="Google Shape;1058;g2ce718e20f2_0_845" title="JL686-128F.png"/>
            <p:cNvPicPr preferRelativeResize="0"/>
            <p:nvPr/>
          </p:nvPicPr>
          <p:blipFill rotWithShape="1">
            <a:blip r:embed="rId8">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65" name="Google Shape;1065;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66" name="Google Shape;1066;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67" name="Google Shape;1067;g2701ceed56d_4_329"/>
          <p:cNvGrpSpPr/>
          <p:nvPr/>
        </p:nvGrpSpPr>
        <p:grpSpPr>
          <a:xfrm>
            <a:off x="1325375" y="963136"/>
            <a:ext cx="6493251" cy="4396749"/>
            <a:chOff x="1325375" y="963136"/>
            <a:chExt cx="6493251" cy="4396749"/>
          </a:xfrm>
        </p:grpSpPr>
        <p:pic>
          <p:nvPicPr>
            <p:cNvPr id="1068" name="Google Shape;1068;g2701ceed56d_4_329" title="JL686-15B.png"/>
            <p:cNvPicPr preferRelativeResize="0"/>
            <p:nvPr/>
          </p:nvPicPr>
          <p:blipFill rotWithShape="1">
            <a:blip r:embed="rId3">
              <a:alphaModFix/>
            </a:blip>
            <a:srcRect l="19" r="29"/>
            <a:stretch/>
          </p:blipFill>
          <p:spPr>
            <a:xfrm>
              <a:off x="1325375" y="963136"/>
              <a:ext cx="1521025" cy="2152911"/>
            </a:xfrm>
            <a:prstGeom prst="rect">
              <a:avLst/>
            </a:prstGeom>
            <a:noFill/>
            <a:ln>
              <a:noFill/>
            </a:ln>
            <a:effectLst>
              <a:outerShdw blurRad="71438" dist="28575" dir="5400000" algn="bl" rotWithShape="0">
                <a:srgbClr val="000000">
                  <a:alpha val="16079"/>
                </a:srgbClr>
              </a:outerShdw>
            </a:effectLst>
          </p:spPr>
        </p:pic>
        <p:pic>
          <p:nvPicPr>
            <p:cNvPr id="1069" name="Google Shape;1069;g2701ceed56d_4_329" title="JL686-126B.png"/>
            <p:cNvPicPr preferRelativeResize="0"/>
            <p:nvPr/>
          </p:nvPicPr>
          <p:blipFill rotWithShape="1">
            <a:blip r:embed="rId4">
              <a:alphaModFix/>
            </a:blip>
            <a:srcRect l="19" r="29"/>
            <a:stretch/>
          </p:blipFill>
          <p:spPr>
            <a:xfrm>
              <a:off x="2982784" y="963136"/>
              <a:ext cx="1521025" cy="2152911"/>
            </a:xfrm>
            <a:prstGeom prst="rect">
              <a:avLst/>
            </a:prstGeom>
            <a:noFill/>
            <a:ln>
              <a:noFill/>
            </a:ln>
            <a:effectLst>
              <a:outerShdw blurRad="71438" dist="28575" dir="5400000" algn="bl" rotWithShape="0">
                <a:srgbClr val="000000">
                  <a:alpha val="16079"/>
                </a:srgbClr>
              </a:outerShdw>
            </a:effectLst>
          </p:spPr>
        </p:pic>
        <p:pic>
          <p:nvPicPr>
            <p:cNvPr id="1070" name="Google Shape;1070;g2701ceed56d_4_329" title="JL686-14B.png"/>
            <p:cNvPicPr preferRelativeResize="0"/>
            <p:nvPr/>
          </p:nvPicPr>
          <p:blipFill rotWithShape="1">
            <a:blip r:embed="rId5">
              <a:alphaModFix/>
            </a:blip>
            <a:srcRect l="79" r="79"/>
            <a:stretch/>
          </p:blipFill>
          <p:spPr>
            <a:xfrm>
              <a:off x="4640192" y="963136"/>
              <a:ext cx="1521025" cy="2152911"/>
            </a:xfrm>
            <a:prstGeom prst="rect">
              <a:avLst/>
            </a:prstGeom>
            <a:noFill/>
            <a:ln>
              <a:noFill/>
            </a:ln>
            <a:effectLst>
              <a:outerShdw blurRad="71438" dist="28575" dir="5400000" algn="bl" rotWithShape="0">
                <a:srgbClr val="000000">
                  <a:alpha val="16079"/>
                </a:srgbClr>
              </a:outerShdw>
            </a:effectLst>
          </p:spPr>
        </p:pic>
        <p:pic>
          <p:nvPicPr>
            <p:cNvPr id="1071" name="Google Shape;1071;g2701ceed56d_4_329" title="JL686-127B.png"/>
            <p:cNvPicPr preferRelativeResize="0"/>
            <p:nvPr/>
          </p:nvPicPr>
          <p:blipFill rotWithShape="1">
            <a:blip r:embed="rId6">
              <a:alphaModFix/>
            </a:blip>
            <a:srcRect l="79" r="79"/>
            <a:stretch/>
          </p:blipFill>
          <p:spPr>
            <a:xfrm>
              <a:off x="6297601" y="963136"/>
              <a:ext cx="1521025" cy="2152911"/>
            </a:xfrm>
            <a:prstGeom prst="rect">
              <a:avLst/>
            </a:prstGeom>
            <a:noFill/>
            <a:ln>
              <a:noFill/>
            </a:ln>
            <a:effectLst>
              <a:outerShdw blurRad="71438" dist="28575" dir="5400000" algn="bl" rotWithShape="0">
                <a:srgbClr val="000000">
                  <a:alpha val="16079"/>
                </a:srgbClr>
              </a:outerShdw>
            </a:effectLst>
          </p:spPr>
        </p:pic>
        <p:pic>
          <p:nvPicPr>
            <p:cNvPr id="1072" name="Google Shape;1072;g2701ceed56d_4_329" title="JL686-05B.png"/>
            <p:cNvPicPr preferRelativeResize="0"/>
            <p:nvPr/>
          </p:nvPicPr>
          <p:blipFill rotWithShape="1">
            <a:blip r:embed="rId7">
              <a:alphaModFix/>
            </a:blip>
            <a:srcRect/>
            <a:stretch/>
          </p:blipFill>
          <p:spPr>
            <a:xfrm>
              <a:off x="2982784" y="3206974"/>
              <a:ext cx="1521025" cy="2152911"/>
            </a:xfrm>
            <a:prstGeom prst="rect">
              <a:avLst/>
            </a:prstGeom>
            <a:noFill/>
            <a:ln>
              <a:noFill/>
            </a:ln>
            <a:effectLst>
              <a:outerShdw blurRad="71438" dist="28575" dir="5400000" algn="bl" rotWithShape="0">
                <a:srgbClr val="000000">
                  <a:alpha val="16079"/>
                </a:srgbClr>
              </a:outerShdw>
            </a:effectLst>
          </p:spPr>
        </p:pic>
        <p:pic>
          <p:nvPicPr>
            <p:cNvPr id="1073" name="Google Shape;1073;g2701ceed56d_4_329" title="JL686-128B.png"/>
            <p:cNvPicPr preferRelativeResize="0"/>
            <p:nvPr/>
          </p:nvPicPr>
          <p:blipFill rotWithShape="1">
            <a:blip r:embed="rId8">
              <a:alphaModFix/>
            </a:blip>
            <a:srcRect l="79" r="79"/>
            <a:stretch/>
          </p:blipFill>
          <p:spPr>
            <a:xfrm>
              <a:off x="4640192" y="3206974"/>
              <a:ext cx="1521025" cy="2152911"/>
            </a:xfrm>
            <a:prstGeom prst="rect">
              <a:avLst/>
            </a:prstGeom>
            <a:noFill/>
            <a:ln>
              <a:noFill/>
            </a:ln>
            <a:effectLst>
              <a:outerShdw blurRad="71438" dist="28575" dir="5400000" algn="bl" rotWithShape="0">
                <a:srgbClr val="000000">
                  <a:alpha val="16079"/>
                </a:srgbClr>
              </a:outerShdw>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0" name="Google Shape;108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81" name="Google Shape;108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82" name="Google Shape;1082;g26b641b03cd_0_204"/>
          <p:cNvGrpSpPr/>
          <p:nvPr/>
        </p:nvGrpSpPr>
        <p:grpSpPr>
          <a:xfrm>
            <a:off x="922225" y="1828800"/>
            <a:ext cx="7299551" cy="2817401"/>
            <a:chOff x="922225" y="1828800"/>
            <a:chExt cx="7299551" cy="2817401"/>
          </a:xfrm>
        </p:grpSpPr>
        <p:pic>
          <p:nvPicPr>
            <p:cNvPr id="1083" name="Google Shape;1083;g26b641b03cd_0_204" title="JL689-142B.png"/>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84" name="Google Shape;1084;g26b641b03cd_0_204" title="JL689-143B.png"/>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85" name="Google Shape;1085;g26b641b03cd_0_204" title="JL689-144B.png"/>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2" name="Google Shape;109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93" name="Google Shape;109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94" name="Google Shape;1094;g2c186218c5a_0_48"/>
          <p:cNvGrpSpPr/>
          <p:nvPr/>
        </p:nvGrpSpPr>
        <p:grpSpPr>
          <a:xfrm>
            <a:off x="922225" y="1828800"/>
            <a:ext cx="7299551" cy="2817401"/>
            <a:chOff x="922225" y="1828800"/>
            <a:chExt cx="7299551" cy="2817401"/>
          </a:xfrm>
        </p:grpSpPr>
        <p:pic>
          <p:nvPicPr>
            <p:cNvPr id="1095" name="Google Shape;1095;g2c186218c5a_0_48" title="JL689-142F.png"/>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96" name="Google Shape;1096;g2c186218c5a_0_48" title="JL689-143F.png"/>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97" name="Google Shape;1097;g2c186218c5a_0_48" title="JL689-144F.png"/>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04" name="Google Shape;110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105" name="Google Shape;110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106" name="Google Shape;1106;g26b641b03cd_0_213"/>
          <p:cNvGrpSpPr/>
          <p:nvPr/>
        </p:nvGrpSpPr>
        <p:grpSpPr>
          <a:xfrm>
            <a:off x="1360500" y="1768204"/>
            <a:ext cx="6423000" cy="2815893"/>
            <a:chOff x="1360500" y="1768204"/>
            <a:chExt cx="6423000" cy="2815893"/>
          </a:xfrm>
        </p:grpSpPr>
        <p:pic>
          <p:nvPicPr>
            <p:cNvPr id="1107" name="Google Shape;1107;g26b641b03cd_0_213" title="JL692-141B.png"/>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08" name="Google Shape;1108;g26b641b03cd_0_213" title="JL692-143B.png"/>
            <p:cNvPicPr preferRelativeResize="0"/>
            <p:nvPr/>
          </p:nvPicPr>
          <p:blipFill rotWithShape="1">
            <a:blip r:embed="rId4">
              <a:alphaModFix/>
            </a:blip>
            <a:srcRect l="129" r="139"/>
            <a:stretch/>
          </p:blipFill>
          <p:spPr>
            <a:xfrm>
              <a:off x="5763765" y="1768204"/>
              <a:ext cx="2019735" cy="2815893"/>
            </a:xfrm>
            <a:prstGeom prst="rect">
              <a:avLst/>
            </a:prstGeom>
            <a:noFill/>
            <a:ln>
              <a:noFill/>
            </a:ln>
            <a:effectLst>
              <a:outerShdw blurRad="85725" dist="19050" dir="5400000" algn="bl" rotWithShape="0">
                <a:srgbClr val="000000">
                  <a:alpha val="20000"/>
                </a:srgbClr>
              </a:outerShdw>
            </a:effectLst>
          </p:spPr>
        </p:pic>
        <p:pic>
          <p:nvPicPr>
            <p:cNvPr id="1109" name="Google Shape;1109;g26b641b03cd_0_213" title="JL692-142B.png"/>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6" name="Google Shape;111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117" name="Google Shape;111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18" name="Google Shape;1118;g2c186218c5a_0_149"/>
          <p:cNvGrpSpPr/>
          <p:nvPr/>
        </p:nvGrpSpPr>
        <p:grpSpPr>
          <a:xfrm>
            <a:off x="1360500" y="1768204"/>
            <a:ext cx="6423000" cy="2815893"/>
            <a:chOff x="1360500" y="1768204"/>
            <a:chExt cx="6423000" cy="2815893"/>
          </a:xfrm>
        </p:grpSpPr>
        <p:pic>
          <p:nvPicPr>
            <p:cNvPr id="1119" name="Google Shape;1119;g2c186218c5a_0_149" title="JL692-141F.png"/>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20" name="Google Shape;1120;g2c186218c5a_0_149" title="JL692-143F.png"/>
            <p:cNvPicPr preferRelativeResize="0"/>
            <p:nvPr/>
          </p:nvPicPr>
          <p:blipFill rotWithShape="1">
            <a:blip r:embed="rId4">
              <a:alphaModFix/>
            </a:blip>
            <a:srcRect l="129" r="139"/>
            <a:stretch/>
          </p:blipFill>
          <p:spPr>
            <a:xfrm>
              <a:off x="5763765" y="1768204"/>
              <a:ext cx="2019735" cy="2815893"/>
            </a:xfrm>
            <a:prstGeom prst="rect">
              <a:avLst/>
            </a:prstGeom>
            <a:noFill/>
            <a:ln>
              <a:noFill/>
            </a:ln>
            <a:effectLst>
              <a:outerShdw blurRad="85725" dist="19050" dir="5400000" algn="bl" rotWithShape="0">
                <a:srgbClr val="000000">
                  <a:alpha val="20000"/>
                </a:srgbClr>
              </a:outerShdw>
            </a:effectLst>
          </p:spPr>
        </p:pic>
        <p:pic>
          <p:nvPicPr>
            <p:cNvPr id="1121" name="Google Shape;1121;g2c186218c5a_0_149" title="JL692-142F.png"/>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2701ceed56d_4_0"/>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28" name="Google Shape;1128;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9" name="Google Shape;1129;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30" name="Google Shape;1130;g2701ceed56d_4_0"/>
          <p:cNvGrpSpPr/>
          <p:nvPr/>
        </p:nvGrpSpPr>
        <p:grpSpPr>
          <a:xfrm>
            <a:off x="975876" y="841623"/>
            <a:ext cx="7192248" cy="2640907"/>
            <a:chOff x="975876" y="841623"/>
            <a:chExt cx="7192248" cy="2640907"/>
          </a:xfrm>
        </p:grpSpPr>
        <p:pic>
          <p:nvPicPr>
            <p:cNvPr id="1131" name="Google Shape;1131;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32" name="Google Shape;1132;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3" name="Google Shape;1133;g2701ceed56d_4_0"/>
            <p:cNvPicPr preferRelativeResize="0"/>
            <p:nvPr/>
          </p:nvPicPr>
          <p:blipFill rotWithShape="1">
            <a:blip r:embed="rId5">
              <a:alphaModFix/>
            </a:blip>
            <a:srcRect l="59" r="59"/>
            <a:stretch/>
          </p:blipFill>
          <p:spPr>
            <a:xfrm>
              <a:off x="4612315" y="2207520"/>
              <a:ext cx="828489" cy="592062"/>
            </a:xfrm>
            <a:prstGeom prst="rect">
              <a:avLst/>
            </a:prstGeom>
            <a:noFill/>
            <a:ln>
              <a:noFill/>
            </a:ln>
            <a:effectLst>
              <a:outerShdw blurRad="57150" dist="19050" dir="5400000" algn="bl" rotWithShape="0">
                <a:srgbClr val="000000">
                  <a:alpha val="20000"/>
                </a:srgbClr>
              </a:outerShdw>
            </a:effectLst>
          </p:spPr>
        </p:pic>
        <p:pic>
          <p:nvPicPr>
            <p:cNvPr id="1134" name="Google Shape;1134;g2701ceed56d_4_0"/>
            <p:cNvPicPr preferRelativeResize="0"/>
            <p:nvPr/>
          </p:nvPicPr>
          <p:blipFill rotWithShape="1">
            <a:blip r:embed="rId6">
              <a:alphaModFix/>
            </a:blip>
            <a:srcRect t="79" b="89"/>
            <a:stretch/>
          </p:blipFill>
          <p:spPr>
            <a:xfrm>
              <a:off x="3703190" y="2890468"/>
              <a:ext cx="828489" cy="592062"/>
            </a:xfrm>
            <a:prstGeom prst="rect">
              <a:avLst/>
            </a:prstGeom>
            <a:noFill/>
            <a:ln>
              <a:noFill/>
            </a:ln>
            <a:effectLst>
              <a:outerShdw blurRad="57150" dist="19050" dir="5400000" algn="bl" rotWithShape="0">
                <a:srgbClr val="000000">
                  <a:alpha val="20000"/>
                </a:srgbClr>
              </a:outerShdw>
            </a:effectLst>
          </p:spPr>
        </p:pic>
        <p:pic>
          <p:nvPicPr>
            <p:cNvPr id="1135" name="Google Shape;1135;g2701ceed56d_4_0"/>
            <p:cNvPicPr preferRelativeResize="0"/>
            <p:nvPr/>
          </p:nvPicPr>
          <p:blipFill rotWithShape="1">
            <a:blip r:embed="rId7">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36" name="Google Shape;1136;g2701ceed56d_4_0"/>
            <p:cNvPicPr preferRelativeResize="0"/>
            <p:nvPr/>
          </p:nvPicPr>
          <p:blipFill rotWithShape="1">
            <a:blip r:embed="rId8">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7" name="Google Shape;1137;g2701ceed56d_4_0"/>
            <p:cNvPicPr preferRelativeResize="0"/>
            <p:nvPr/>
          </p:nvPicPr>
          <p:blipFill rotWithShape="1">
            <a:blip r:embed="rId9">
              <a:alphaModFix/>
            </a:blip>
            <a:srcRect/>
            <a:stretch/>
          </p:blipFill>
          <p:spPr>
            <a:xfrm>
              <a:off x="2794080" y="2890468"/>
              <a:ext cx="828489" cy="592062"/>
            </a:xfrm>
            <a:prstGeom prst="rect">
              <a:avLst/>
            </a:prstGeom>
            <a:noFill/>
            <a:ln>
              <a:noFill/>
            </a:ln>
            <a:effectLst>
              <a:outerShdw blurRad="57150" dist="19050" dir="5400000" algn="bl" rotWithShape="0">
                <a:srgbClr val="000000">
                  <a:alpha val="20000"/>
                </a:srgbClr>
              </a:outerShdw>
            </a:effectLst>
          </p:spPr>
        </p:pic>
        <p:pic>
          <p:nvPicPr>
            <p:cNvPr id="1138" name="Google Shape;1138;g2701ceed56d_4_0"/>
            <p:cNvPicPr preferRelativeResize="0"/>
            <p:nvPr/>
          </p:nvPicPr>
          <p:blipFill rotWithShape="1">
            <a:blip r:embed="rId10">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39" name="Google Shape;1139;g2701ceed56d_4_0"/>
            <p:cNvPicPr preferRelativeResize="0"/>
            <p:nvPr/>
          </p:nvPicPr>
          <p:blipFill rotWithShape="1">
            <a:blip r:embed="rId11">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40" name="Google Shape;1140;g2701ceed56d_4_0"/>
            <p:cNvPicPr preferRelativeResize="0"/>
            <p:nvPr/>
          </p:nvPicPr>
          <p:blipFill rotWithShape="1">
            <a:blip r:embed="rId12">
              <a:alphaModFix/>
            </a:blip>
            <a:srcRect l="59" r="59"/>
            <a:stretch/>
          </p:blipFill>
          <p:spPr>
            <a:xfrm>
              <a:off x="2794107" y="2207520"/>
              <a:ext cx="828489" cy="592062"/>
            </a:xfrm>
            <a:prstGeom prst="rect">
              <a:avLst/>
            </a:prstGeom>
            <a:noFill/>
            <a:ln>
              <a:noFill/>
            </a:ln>
            <a:effectLst>
              <a:outerShdw blurRad="57150" dist="19050" dir="5400000" algn="bl" rotWithShape="0">
                <a:srgbClr val="000000">
                  <a:alpha val="20000"/>
                </a:srgbClr>
              </a:outerShdw>
            </a:effectLst>
          </p:spPr>
        </p:pic>
        <p:pic>
          <p:nvPicPr>
            <p:cNvPr id="1141" name="Google Shape;1141;g2701ceed56d_4_0"/>
            <p:cNvPicPr preferRelativeResize="0"/>
            <p:nvPr/>
          </p:nvPicPr>
          <p:blipFill rotWithShape="1">
            <a:blip r:embed="rId13">
              <a:alphaModFix/>
            </a:blip>
            <a:srcRect t="79" b="89"/>
            <a:stretch/>
          </p:blipFill>
          <p:spPr>
            <a:xfrm>
              <a:off x="1884982" y="2890468"/>
              <a:ext cx="828489" cy="592062"/>
            </a:xfrm>
            <a:prstGeom prst="rect">
              <a:avLst/>
            </a:prstGeom>
            <a:noFill/>
            <a:ln>
              <a:noFill/>
            </a:ln>
            <a:effectLst>
              <a:outerShdw blurRad="57150" dist="19050" dir="5400000" algn="bl" rotWithShape="0">
                <a:srgbClr val="000000">
                  <a:alpha val="20000"/>
                </a:srgbClr>
              </a:outerShdw>
            </a:effectLst>
          </p:spPr>
        </p:pic>
        <p:pic>
          <p:nvPicPr>
            <p:cNvPr id="1142" name="Google Shape;1142;g2701ceed56d_4_0"/>
            <p:cNvPicPr preferRelativeResize="0"/>
            <p:nvPr/>
          </p:nvPicPr>
          <p:blipFill rotWithShape="1">
            <a:blip r:embed="rId14">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43" name="Google Shape;1143;g2701ceed56d_4_0"/>
            <p:cNvPicPr preferRelativeResize="0"/>
            <p:nvPr/>
          </p:nvPicPr>
          <p:blipFill rotWithShape="1">
            <a:blip r:embed="rId15">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44" name="Google Shape;1144;g2701ceed56d_4_0"/>
            <p:cNvPicPr preferRelativeResize="0"/>
            <p:nvPr/>
          </p:nvPicPr>
          <p:blipFill rotWithShape="1">
            <a:blip r:embed="rId16">
              <a:alphaModFix/>
            </a:blip>
            <a:srcRect l="59" r="59"/>
            <a:stretch/>
          </p:blipFill>
          <p:spPr>
            <a:xfrm>
              <a:off x="1885009" y="2207520"/>
              <a:ext cx="828489" cy="592062"/>
            </a:xfrm>
            <a:prstGeom prst="rect">
              <a:avLst/>
            </a:prstGeom>
            <a:noFill/>
            <a:ln>
              <a:noFill/>
            </a:ln>
            <a:effectLst>
              <a:outerShdw blurRad="57150" dist="19050" dir="5400000" algn="bl" rotWithShape="0">
                <a:srgbClr val="000000">
                  <a:alpha val="20000"/>
                </a:srgbClr>
              </a:outerShdw>
            </a:effectLst>
          </p:spPr>
        </p:pic>
        <p:pic>
          <p:nvPicPr>
            <p:cNvPr id="1145" name="Google Shape;1145;g2701ceed56d_4_0"/>
            <p:cNvPicPr preferRelativeResize="0"/>
            <p:nvPr/>
          </p:nvPicPr>
          <p:blipFill rotWithShape="1">
            <a:blip r:embed="rId17">
              <a:alphaModFix/>
            </a:blip>
            <a:srcRect/>
            <a:stretch/>
          </p:blipFill>
          <p:spPr>
            <a:xfrm>
              <a:off x="975884" y="2890468"/>
              <a:ext cx="828489" cy="592062"/>
            </a:xfrm>
            <a:prstGeom prst="rect">
              <a:avLst/>
            </a:prstGeom>
            <a:noFill/>
            <a:ln>
              <a:noFill/>
            </a:ln>
            <a:effectLst>
              <a:outerShdw blurRad="57150" dist="19050" dir="5400000" algn="bl" rotWithShape="0">
                <a:srgbClr val="000000">
                  <a:alpha val="20000"/>
                </a:srgbClr>
              </a:outerShdw>
            </a:effectLst>
          </p:spPr>
        </p:pic>
        <p:pic>
          <p:nvPicPr>
            <p:cNvPr id="1146" name="Google Shape;1146;g2701ceed56d_4_0"/>
            <p:cNvPicPr preferRelativeResize="0"/>
            <p:nvPr/>
          </p:nvPicPr>
          <p:blipFill rotWithShape="1">
            <a:blip r:embed="rId18">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47" name="Google Shape;1147;g2701ceed56d_4_0"/>
            <p:cNvPicPr preferRelativeResize="0"/>
            <p:nvPr/>
          </p:nvPicPr>
          <p:blipFill rotWithShape="1">
            <a:blip r:embed="rId19">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48" name="Google Shape;1148;g2701ceed56d_4_0"/>
            <p:cNvPicPr preferRelativeResize="0"/>
            <p:nvPr/>
          </p:nvPicPr>
          <p:blipFill rotWithShape="1">
            <a:blip r:embed="rId20">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49" name="Google Shape;1149;g2701ceed56d_4_0"/>
            <p:cNvPicPr preferRelativeResize="0"/>
            <p:nvPr/>
          </p:nvPicPr>
          <p:blipFill rotWithShape="1">
            <a:blip r:embed="rId21">
              <a:alphaModFix/>
            </a:blip>
            <a:srcRect/>
            <a:stretch/>
          </p:blipFill>
          <p:spPr>
            <a:xfrm>
              <a:off x="7339635" y="2207518"/>
              <a:ext cx="828489" cy="592062"/>
            </a:xfrm>
            <a:prstGeom prst="rect">
              <a:avLst/>
            </a:prstGeom>
            <a:noFill/>
            <a:ln>
              <a:noFill/>
            </a:ln>
            <a:effectLst>
              <a:outerShdw blurRad="57150" dist="19050" dir="5400000" algn="bl" rotWithShape="0">
                <a:srgbClr val="000000">
                  <a:alpha val="20000"/>
                </a:srgbClr>
              </a:outerShdw>
            </a:effectLst>
          </p:spPr>
        </p:pic>
        <p:pic>
          <p:nvPicPr>
            <p:cNvPr id="1150" name="Google Shape;1150;g2701ceed56d_4_0"/>
            <p:cNvPicPr preferRelativeResize="0"/>
            <p:nvPr/>
          </p:nvPicPr>
          <p:blipFill rotWithShape="1">
            <a:blip r:embed="rId22">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51" name="Google Shape;1151;g2701ceed56d_4_0"/>
            <p:cNvPicPr preferRelativeResize="0"/>
            <p:nvPr/>
          </p:nvPicPr>
          <p:blipFill rotWithShape="1">
            <a:blip r:embed="rId23">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52" name="Google Shape;1152;g2701ceed56d_4_0"/>
            <p:cNvPicPr preferRelativeResize="0"/>
            <p:nvPr/>
          </p:nvPicPr>
          <p:blipFill rotWithShape="1">
            <a:blip r:embed="rId24">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53" name="Google Shape;1153;g2701ceed56d_4_0"/>
            <p:cNvPicPr preferRelativeResize="0"/>
            <p:nvPr/>
          </p:nvPicPr>
          <p:blipFill rotWithShape="1">
            <a:blip r:embed="rId25">
              <a:alphaModFix/>
            </a:blip>
            <a:srcRect t="19" b="29"/>
            <a:stretch/>
          </p:blipFill>
          <p:spPr>
            <a:xfrm>
              <a:off x="6430526" y="2207518"/>
              <a:ext cx="828489" cy="592062"/>
            </a:xfrm>
            <a:prstGeom prst="rect">
              <a:avLst/>
            </a:prstGeom>
            <a:noFill/>
            <a:ln>
              <a:noFill/>
            </a:ln>
            <a:effectLst>
              <a:outerShdw blurRad="57150" dist="19050" dir="5400000" algn="bl" rotWithShape="0">
                <a:srgbClr val="000000">
                  <a:alpha val="20000"/>
                </a:srgbClr>
              </a:outerShdw>
            </a:effectLst>
          </p:spPr>
        </p:pic>
        <p:pic>
          <p:nvPicPr>
            <p:cNvPr id="1154" name="Google Shape;1154;g2701ceed56d_4_0"/>
            <p:cNvPicPr preferRelativeResize="0"/>
            <p:nvPr/>
          </p:nvPicPr>
          <p:blipFill rotWithShape="1">
            <a:blip r:embed="rId26">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55" name="Google Shape;1155;g2701ceed56d_4_0"/>
            <p:cNvPicPr preferRelativeResize="0"/>
            <p:nvPr/>
          </p:nvPicPr>
          <p:blipFill rotWithShape="1">
            <a:blip r:embed="rId27">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56" name="Google Shape;1156;g2701ceed56d_4_0"/>
            <p:cNvPicPr preferRelativeResize="0"/>
            <p:nvPr/>
          </p:nvPicPr>
          <p:blipFill rotWithShape="1">
            <a:blip r:embed="rId28">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57" name="Google Shape;1157;g2701ceed56d_4_0"/>
            <p:cNvPicPr preferRelativeResize="0"/>
            <p:nvPr/>
          </p:nvPicPr>
          <p:blipFill rotWithShape="1">
            <a:blip r:embed="rId29">
              <a:alphaModFix/>
            </a:blip>
            <a:srcRect t="19" b="29"/>
            <a:stretch/>
          </p:blipFill>
          <p:spPr>
            <a:xfrm>
              <a:off x="5521405" y="2207518"/>
              <a:ext cx="828489" cy="592062"/>
            </a:xfrm>
            <a:prstGeom prst="rect">
              <a:avLst/>
            </a:prstGeom>
            <a:noFill/>
            <a:ln>
              <a:noFill/>
            </a:ln>
            <a:effectLst>
              <a:outerShdw blurRad="57150" dist="19050" dir="5400000" algn="bl" rotWithShape="0">
                <a:srgbClr val="000000">
                  <a:alpha val="20000"/>
                </a:srgbClr>
              </a:outerShdw>
            </a:effectLst>
          </p:spPr>
        </p:pic>
        <p:pic>
          <p:nvPicPr>
            <p:cNvPr id="1158" name="Google Shape;1158;g2701ceed56d_4_0"/>
            <p:cNvPicPr preferRelativeResize="0"/>
            <p:nvPr/>
          </p:nvPicPr>
          <p:blipFill rotWithShape="1">
            <a:blip r:embed="rId30">
              <a:alphaModFix/>
            </a:blip>
            <a:srcRect t="79" b="89"/>
            <a:stretch/>
          </p:blipFill>
          <p:spPr>
            <a:xfrm>
              <a:off x="4612280" y="2890465"/>
              <a:ext cx="828489" cy="592062"/>
            </a:xfrm>
            <a:prstGeom prst="rect">
              <a:avLst/>
            </a:prstGeom>
            <a:noFill/>
            <a:ln>
              <a:noFill/>
            </a:ln>
            <a:effectLst>
              <a:outerShdw blurRad="57150" dist="19050" dir="5400000" algn="bl" rotWithShape="0">
                <a:srgbClr val="000000">
                  <a:alpha val="20000"/>
                </a:srgbClr>
              </a:outerShdw>
            </a:effectLst>
          </p:spPr>
        </p:pic>
        <p:pic>
          <p:nvPicPr>
            <p:cNvPr id="1159" name="Google Shape;1159;g2701ceed56d_4_0"/>
            <p:cNvPicPr preferRelativeResize="0"/>
            <p:nvPr/>
          </p:nvPicPr>
          <p:blipFill rotWithShape="1">
            <a:blip r:embed="rId31">
              <a:alphaModFix/>
            </a:blip>
            <a:srcRect t="19" b="29"/>
            <a:stretch/>
          </p:blipFill>
          <p:spPr>
            <a:xfrm>
              <a:off x="3703217"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grpSp>
        <p:nvGrpSpPr>
          <p:cNvPr id="1165" name="Google Shape;1165;g27396dc95f3_0_0"/>
          <p:cNvGrpSpPr/>
          <p:nvPr/>
        </p:nvGrpSpPr>
        <p:grpSpPr>
          <a:xfrm>
            <a:off x="5039950" y="2725900"/>
            <a:ext cx="2260049" cy="3463350"/>
            <a:chOff x="5039950" y="2725900"/>
            <a:chExt cx="2260049" cy="3463350"/>
          </a:xfrm>
        </p:grpSpPr>
        <p:pic>
          <p:nvPicPr>
            <p:cNvPr id="1166" name="Google Shape;1166;g27396dc95f3_0_0"/>
            <p:cNvPicPr preferRelativeResize="0"/>
            <p:nvPr/>
          </p:nvPicPr>
          <p:blipFill rotWithShape="1">
            <a:blip r:embed="rId3">
              <a:alphaModFix/>
            </a:blip>
            <a:srcRect/>
            <a:stretch/>
          </p:blipFill>
          <p:spPr>
            <a:xfrm>
              <a:off x="5081562" y="2725900"/>
              <a:ext cx="2218437" cy="1117234"/>
            </a:xfrm>
            <a:prstGeom prst="rect">
              <a:avLst/>
            </a:prstGeom>
            <a:noFill/>
            <a:ln>
              <a:noFill/>
            </a:ln>
          </p:spPr>
        </p:pic>
        <p:pic>
          <p:nvPicPr>
            <p:cNvPr id="1167" name="Google Shape;1167;g27396dc95f3_0_0"/>
            <p:cNvPicPr preferRelativeResize="0"/>
            <p:nvPr/>
          </p:nvPicPr>
          <p:blipFill rotWithShape="1">
            <a:blip r:embed="rId4">
              <a:alphaModFix/>
            </a:blip>
            <a:srcRect/>
            <a:stretch/>
          </p:blipFill>
          <p:spPr>
            <a:xfrm>
              <a:off x="5081552" y="3791200"/>
              <a:ext cx="1711601" cy="1274359"/>
            </a:xfrm>
            <a:prstGeom prst="rect">
              <a:avLst/>
            </a:prstGeom>
            <a:noFill/>
            <a:ln>
              <a:noFill/>
            </a:ln>
          </p:spPr>
        </p:pic>
        <p:pic>
          <p:nvPicPr>
            <p:cNvPr id="1168" name="Google Shape;1168;g27396dc95f3_0_0"/>
            <p:cNvPicPr preferRelativeResize="0"/>
            <p:nvPr/>
          </p:nvPicPr>
          <p:blipFill rotWithShape="1">
            <a:blip r:embed="rId5">
              <a:alphaModFix/>
            </a:blip>
            <a:srcRect l="9706"/>
            <a:stretch/>
          </p:blipFill>
          <p:spPr>
            <a:xfrm>
              <a:off x="5039950" y="5013625"/>
              <a:ext cx="2182035" cy="1175625"/>
            </a:xfrm>
            <a:prstGeom prst="rect">
              <a:avLst/>
            </a:prstGeom>
            <a:noFill/>
            <a:ln>
              <a:noFill/>
            </a:ln>
          </p:spPr>
        </p:pic>
      </p:grpSp>
      <p:grpSp>
        <p:nvGrpSpPr>
          <p:cNvPr id="1169" name="Google Shape;1169;g27396dc95f3_0_0"/>
          <p:cNvGrpSpPr/>
          <p:nvPr/>
        </p:nvGrpSpPr>
        <p:grpSpPr>
          <a:xfrm>
            <a:off x="718729" y="2721519"/>
            <a:ext cx="4235426" cy="2382581"/>
            <a:chOff x="718729" y="2721519"/>
            <a:chExt cx="4235426" cy="2382581"/>
          </a:xfrm>
        </p:grpSpPr>
        <p:pic>
          <p:nvPicPr>
            <p:cNvPr id="1170" name="Google Shape;1170;g27396dc95f3_0_0"/>
            <p:cNvPicPr preferRelativeResize="0"/>
            <p:nvPr/>
          </p:nvPicPr>
          <p:blipFill rotWithShape="1">
            <a:blip r:embed="rId6">
              <a:alphaModFix/>
            </a:blip>
            <a:srcRect r="53427"/>
            <a:stretch/>
          </p:blipFill>
          <p:spPr>
            <a:xfrm>
              <a:off x="718729" y="2722600"/>
              <a:ext cx="1094874" cy="1153625"/>
            </a:xfrm>
            <a:prstGeom prst="rect">
              <a:avLst/>
            </a:prstGeom>
            <a:noFill/>
            <a:ln>
              <a:noFill/>
            </a:ln>
          </p:spPr>
        </p:pic>
        <p:pic>
          <p:nvPicPr>
            <p:cNvPr id="1171" name="Google Shape;1171;g27396dc95f3_0_0"/>
            <p:cNvPicPr preferRelativeResize="0"/>
            <p:nvPr/>
          </p:nvPicPr>
          <p:blipFill rotWithShape="1">
            <a:blip r:embed="rId6">
              <a:alphaModFix/>
            </a:blip>
            <a:srcRect l="55374"/>
            <a:stretch/>
          </p:blipFill>
          <p:spPr>
            <a:xfrm>
              <a:off x="1787117" y="2721519"/>
              <a:ext cx="1049126" cy="1153625"/>
            </a:xfrm>
            <a:prstGeom prst="rect">
              <a:avLst/>
            </a:prstGeom>
            <a:noFill/>
            <a:ln>
              <a:noFill/>
            </a:ln>
          </p:spPr>
        </p:pic>
        <p:pic>
          <p:nvPicPr>
            <p:cNvPr id="1172" name="Google Shape;1172;g27396dc95f3_0_0"/>
            <p:cNvPicPr preferRelativeResize="0"/>
            <p:nvPr/>
          </p:nvPicPr>
          <p:blipFill rotWithShape="1">
            <a:blip r:embed="rId7">
              <a:alphaModFix/>
            </a:blip>
            <a:srcRect r="52446"/>
            <a:stretch/>
          </p:blipFill>
          <p:spPr>
            <a:xfrm>
              <a:off x="2804100" y="2721525"/>
              <a:ext cx="1094874" cy="1129825"/>
            </a:xfrm>
            <a:prstGeom prst="rect">
              <a:avLst/>
            </a:prstGeom>
            <a:noFill/>
            <a:ln>
              <a:noFill/>
            </a:ln>
          </p:spPr>
        </p:pic>
        <p:pic>
          <p:nvPicPr>
            <p:cNvPr id="1173" name="Google Shape;1173;g27396dc95f3_0_0"/>
            <p:cNvPicPr preferRelativeResize="0"/>
            <p:nvPr/>
          </p:nvPicPr>
          <p:blipFill rotWithShape="1">
            <a:blip r:embed="rId7">
              <a:alphaModFix/>
            </a:blip>
            <a:srcRect l="52446"/>
            <a:stretch/>
          </p:blipFill>
          <p:spPr>
            <a:xfrm>
              <a:off x="3859281" y="2721525"/>
              <a:ext cx="1094874" cy="1129825"/>
            </a:xfrm>
            <a:prstGeom prst="rect">
              <a:avLst/>
            </a:prstGeom>
            <a:noFill/>
            <a:ln>
              <a:noFill/>
            </a:ln>
          </p:spPr>
        </p:pic>
        <p:pic>
          <p:nvPicPr>
            <p:cNvPr id="1174" name="Google Shape;1174;g27396dc95f3_0_0"/>
            <p:cNvPicPr preferRelativeResize="0"/>
            <p:nvPr/>
          </p:nvPicPr>
          <p:blipFill rotWithShape="1">
            <a:blip r:embed="rId8">
              <a:alphaModFix/>
            </a:blip>
            <a:srcRect r="52446"/>
            <a:stretch/>
          </p:blipFill>
          <p:spPr>
            <a:xfrm>
              <a:off x="730397" y="3974275"/>
              <a:ext cx="1094874" cy="1129825"/>
            </a:xfrm>
            <a:prstGeom prst="rect">
              <a:avLst/>
            </a:prstGeom>
            <a:noFill/>
            <a:ln>
              <a:noFill/>
            </a:ln>
          </p:spPr>
        </p:pic>
        <p:pic>
          <p:nvPicPr>
            <p:cNvPr id="1175" name="Google Shape;1175;g27396dc95f3_0_0"/>
            <p:cNvPicPr preferRelativeResize="0"/>
            <p:nvPr/>
          </p:nvPicPr>
          <p:blipFill rotWithShape="1">
            <a:blip r:embed="rId8">
              <a:alphaModFix/>
            </a:blip>
            <a:srcRect l="52446"/>
            <a:stretch/>
          </p:blipFill>
          <p:spPr>
            <a:xfrm>
              <a:off x="1741298" y="3974275"/>
              <a:ext cx="1094874" cy="1129825"/>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433</Words>
  <Application>Microsoft Office PowerPoint</Application>
  <PresentationFormat>On-screen Show (4:3)</PresentationFormat>
  <Paragraphs>97</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Arial</vt:lpstr>
      <vt:lpstr>Poppins Medium</vt:lpstr>
      <vt:lpstr>Nunito Black</vt:lpstr>
      <vt:lpstr>Poppins SemiBold</vt:lpstr>
      <vt:lpstr>Calibri</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vt:lpstr>
      <vt:lpstr>Teach Homophones:  sun / son, red / read, him / hymn.</vt:lpstr>
      <vt:lpstr>Review Common Exception Words containing /u/ sound some come one love money.</vt:lpstr>
      <vt:lpstr>Review Common Exception Words containing /e/ sound said any many friend very.</vt:lpstr>
      <vt:lpstr>Review Common Exception Words containing /i/ sound busy pretty.</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2026-05-29T02:40:16Z</dcterms:modified>
</cp:coreProperties>
</file>