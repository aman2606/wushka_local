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embeddedFontLst>
    <p:embeddedFont>
      <p:font typeface="Jost" panose="020B0604020202020204" charset="0"/>
      <p:regular r:id="rId13"/>
      <p:bold r:id="rId14"/>
      <p:italic r:id="rId15"/>
      <p:boldItalic r:id="rId16"/>
    </p:embeddedFont>
    <p:embeddedFont>
      <p:font typeface="Mulish" panose="020B0604020202020204" charset="0"/>
      <p:regular r:id="rId17"/>
      <p:bold r:id="rId18"/>
      <p:italic r:id="rId19"/>
      <p:boldItalic r:id="rId20"/>
    </p:embeddedFont>
    <p:embeddedFont>
      <p:font typeface="Nunito Black" pitchFamily="2" charset="0"/>
      <p:bold r:id="rId21"/>
      <p:boldItalic r:id="rId22"/>
    </p:embeddedFont>
    <p:embeddedFont>
      <p:font typeface="Poppins" panose="00000500000000000000" pitchFamily="2" charset="0"/>
      <p:regular r:id="rId23"/>
      <p:bold r:id="rId24"/>
      <p:italic r:id="rId25"/>
      <p:boldItalic r:id="rId26"/>
    </p:embeddedFont>
    <p:embeddedFont>
      <p:font typeface="Poppins Medium" panose="00000600000000000000" pitchFamily="2" charset="0"/>
      <p:regular r:id="rId27"/>
      <p:bold r:id="rId28"/>
      <p:italic r:id="rId29"/>
      <p:boldItalic r:id="rId30"/>
    </p:embeddedFont>
    <p:embeddedFont>
      <p:font typeface="Poppins SemiBold" panose="00000700000000000000"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hCMkqdBhmaNspZt6VMLdc7sJ8AD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39CCBA0-993C-426C-8BA4-C1C01E1C7161}">
  <a:tblStyle styleId="{039CCBA0-993C-426C-8BA4-C1C01E1C7161}"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21" Type="http://schemas.openxmlformats.org/officeDocument/2006/relationships/font" Target="fonts/font9.fntdata"/><Relationship Id="rId34" Type="http://schemas.openxmlformats.org/officeDocument/2006/relationships/font" Target="fonts/font22.fntdata"/><Relationship Id="rId42" Type="http://customschemas.google.com/relationships/presentationmetadata" Target="meta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font" Target="fonts/font21.fntdata"/><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font" Target="fonts/font20.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font" Target="fonts/font19.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font" Target="fonts/font18.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3" name="Google Shape;723;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4" name="Google Shape;724;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8" name="Google Shape;738;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9" name="Google Shape;739;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8" name="Google Shape;768;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9" name="Google Shape;769;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6" name="Google Shape;796;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7" name="Google Shape;797;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2c610ea7438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7" name="Google Shape;817;g2c610ea7438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8" name="Google Shape;818;g2c610ea7438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g2d067c62542_0_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5" name="Google Shape;845;g2d067c62542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6" name="Google Shape;846;g2d067c62542_0_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2d067c62542_0_9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4" name="Google Shape;864;g2d067c62542_0_9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5" name="Google Shape;865;g2d067c62542_0_9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d067c62542_0_9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2d067c62542_0_9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2d067c62542_0_9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g2d067c62542_0_99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2" name="Google Shape;902;g2d067c62542_0_99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3" name="Google Shape;903;g2d067c62542_0_99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85450"/>
            <a:ext cx="4850100" cy="15216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140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254173"/>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319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a:solidFill>
                  <a:srgbClr val="FFFFFF"/>
                </a:solidFill>
                <a:latin typeface="Poppins SemiBold"/>
                <a:ea typeface="Poppins SemiBold"/>
                <a:cs typeface="Poppins SemiBold"/>
                <a:sym typeface="Poppins SemiBold"/>
              </a:rPr>
              <a:t>Common Exception Words</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885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9 - Friday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45</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8"/>
        <p:cNvGrpSpPr/>
        <p:nvPr/>
      </p:nvGrpSpPr>
      <p:grpSpPr>
        <a:xfrm>
          <a:off x="0" y="0"/>
          <a:ext cx="0" cy="0"/>
          <a:chOff x="0" y="0"/>
          <a:chExt cx="0" cy="0"/>
        </a:xfrm>
      </p:grpSpPr>
      <p:sp>
        <p:nvSpPr>
          <p:cNvPr id="189" name="Google Shape;189;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90" name="Google Shape;190;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91" name="Google Shape;191;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2" name="Google Shape;192;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4" name="Google Shape;194;g26b641b03cd_0_260"/>
          <p:cNvGrpSpPr/>
          <p:nvPr/>
        </p:nvGrpSpPr>
        <p:grpSpPr>
          <a:xfrm>
            <a:off x="8199150" y="5983875"/>
            <a:ext cx="586800" cy="571500"/>
            <a:chOff x="7894350" y="6212475"/>
            <a:chExt cx="586800" cy="571500"/>
          </a:xfrm>
        </p:grpSpPr>
        <p:sp>
          <p:nvSpPr>
            <p:cNvPr id="195" name="Google Shape;19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pic>
        <p:nvPicPr>
          <p:cNvPr id="198" name="Google Shape;198;g26b641b03cd_0_260"/>
          <p:cNvPicPr preferRelativeResize="0"/>
          <p:nvPr/>
        </p:nvPicPr>
        <p:blipFill rotWithShape="1">
          <a:blip r:embed="rId2">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7843"/>
              </a:srgbClr>
            </a:outerShdw>
          </a:effectLst>
        </p:spPr>
      </p:pic>
      <p:grpSp>
        <p:nvGrpSpPr>
          <p:cNvPr id="199" name="Google Shape;199;g26b641b03cd_0_260"/>
          <p:cNvGrpSpPr/>
          <p:nvPr/>
        </p:nvGrpSpPr>
        <p:grpSpPr>
          <a:xfrm>
            <a:off x="-36800" y="-52000"/>
            <a:ext cx="9236100" cy="543750"/>
            <a:chOff x="-36800" y="-52000"/>
            <a:chExt cx="9236100" cy="543750"/>
          </a:xfrm>
        </p:grpSpPr>
        <p:sp>
          <p:nvSpPr>
            <p:cNvPr id="200" name="Google Shape;200;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1" name="Google Shape;201;g26b641b03cd_0_260"/>
            <p:cNvGrpSpPr/>
            <p:nvPr/>
          </p:nvGrpSpPr>
          <p:grpSpPr>
            <a:xfrm>
              <a:off x="1900680" y="88250"/>
              <a:ext cx="1337400" cy="403500"/>
              <a:chOff x="565600" y="88250"/>
              <a:chExt cx="1337400" cy="403500"/>
            </a:xfrm>
          </p:grpSpPr>
          <p:sp>
            <p:nvSpPr>
              <p:cNvPr id="202" name="Google Shape;202;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03" name="Google Shape;203;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204" name="Google Shape;20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205" name="Google Shape;20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206" name="Google Shape;20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08" name="Google Shape;208;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9" name="Google Shape;20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10" name="Google Shape;210;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4" name="Google Shape;214;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5"/>
        <p:cNvGrpSpPr/>
        <p:nvPr/>
      </p:nvGrpSpPr>
      <p:grpSpPr>
        <a:xfrm>
          <a:off x="0" y="0"/>
          <a:ext cx="0" cy="0"/>
          <a:chOff x="0" y="0"/>
          <a:chExt cx="0" cy="0"/>
        </a:xfrm>
      </p:grpSpPr>
      <p:sp>
        <p:nvSpPr>
          <p:cNvPr id="216" name="Google Shape;216;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9" name="Google Shape;21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1" name="Google Shape;221;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5" name="Google Shape;225;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9" name="Google Shape;22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30" name="Google Shape;23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1" name="Google Shape;23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2c235dd0dad_1_87"/>
          <p:cNvGrpSpPr/>
          <p:nvPr/>
        </p:nvGrpSpPr>
        <p:grpSpPr>
          <a:xfrm>
            <a:off x="662575" y="6212475"/>
            <a:ext cx="586800" cy="571500"/>
            <a:chOff x="662575" y="6212475"/>
            <a:chExt cx="586800" cy="571500"/>
          </a:xfrm>
        </p:grpSpPr>
        <p:sp>
          <p:nvSpPr>
            <p:cNvPr id="240" name="Google Shape;24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2c235dd0dad_1_87"/>
          <p:cNvGrpSpPr/>
          <p:nvPr/>
        </p:nvGrpSpPr>
        <p:grpSpPr>
          <a:xfrm>
            <a:off x="7894350" y="6212475"/>
            <a:ext cx="586800" cy="571500"/>
            <a:chOff x="7894350" y="6212475"/>
            <a:chExt cx="586800" cy="571500"/>
          </a:xfrm>
        </p:grpSpPr>
        <p:sp>
          <p:nvSpPr>
            <p:cNvPr id="244" name="Google Shape;24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7"/>
        <p:cNvGrpSpPr/>
        <p:nvPr/>
      </p:nvGrpSpPr>
      <p:grpSpPr>
        <a:xfrm>
          <a:off x="0" y="0"/>
          <a:ext cx="0" cy="0"/>
          <a:chOff x="0" y="0"/>
          <a:chExt cx="0" cy="0"/>
        </a:xfrm>
      </p:grpSpPr>
      <p:sp>
        <p:nvSpPr>
          <p:cNvPr id="248" name="Google Shape;248;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2" name="Google Shape;252;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8" name="Google Shape;258;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9" name="Google Shape;259;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62" name="Google Shape;262;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63" name="Google Shape;263;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4" name="Google Shape;264;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5" name="Google Shape;265;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6" name="Google Shape;266;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7" name="Google Shape;267;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8" name="Google Shape;268;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9" name="Google Shape;269;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70" name="Google Shape;270;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71" name="Google Shape;271;g1f3daf8a844_0_32"/>
          <p:cNvGrpSpPr/>
          <p:nvPr/>
        </p:nvGrpSpPr>
        <p:grpSpPr>
          <a:xfrm>
            <a:off x="662575" y="6212475"/>
            <a:ext cx="586800" cy="571500"/>
            <a:chOff x="662575" y="6212475"/>
            <a:chExt cx="586800" cy="571500"/>
          </a:xfrm>
        </p:grpSpPr>
        <p:sp>
          <p:nvSpPr>
            <p:cNvPr id="272" name="Google Shape;27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5" name="Google Shape;275;g1f3daf8a844_0_32"/>
          <p:cNvGrpSpPr/>
          <p:nvPr/>
        </p:nvGrpSpPr>
        <p:grpSpPr>
          <a:xfrm>
            <a:off x="7894350" y="6212475"/>
            <a:ext cx="586800" cy="571500"/>
            <a:chOff x="7894350" y="6212475"/>
            <a:chExt cx="586800" cy="571500"/>
          </a:xfrm>
        </p:grpSpPr>
        <p:sp>
          <p:nvSpPr>
            <p:cNvPr id="276" name="Google Shape;27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9"/>
        <p:cNvGrpSpPr/>
        <p:nvPr/>
      </p:nvGrpSpPr>
      <p:grpSpPr>
        <a:xfrm>
          <a:off x="0" y="0"/>
          <a:ext cx="0" cy="0"/>
          <a:chOff x="0" y="0"/>
          <a:chExt cx="0" cy="0"/>
        </a:xfrm>
      </p:grpSpPr>
      <p:sp>
        <p:nvSpPr>
          <p:cNvPr id="280" name="Google Shape;280;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2" name="Google Shape;282;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3" name="Google Shape;28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84" name="Google Shape;284;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9" name="Google Shape;289;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0" name="Google Shape;290;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1" name="Google Shape;291;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92" name="Google Shape;292;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93" name="Google Shape;293;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4" name="Google Shape;294;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5" name="Google Shape;295;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6" name="Google Shape;296;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7" name="Google Shape;297;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8" name="Google Shape;298;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 name="Google Shape;299;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 name="Google Shape;300;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1" name="Google Shape;301;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02" name="Google Shape;302;g2c157a2fb06_0_53"/>
          <p:cNvGrpSpPr/>
          <p:nvPr/>
        </p:nvGrpSpPr>
        <p:grpSpPr>
          <a:xfrm>
            <a:off x="1403031" y="6958923"/>
            <a:ext cx="6774848" cy="1291477"/>
            <a:chOff x="717231" y="7263723"/>
            <a:chExt cx="6774848" cy="1291477"/>
          </a:xfrm>
        </p:grpSpPr>
        <p:sp>
          <p:nvSpPr>
            <p:cNvPr id="303" name="Google Shape;303;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6" name="Google Shape;306;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7" name="Google Shape;307;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8" name="Google Shape;308;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9" name="Google Shape;309;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10" name="Google Shape;310;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11" name="Google Shape;311;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4" name="Google Shape;314;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5" name="Google Shape;315;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6" name="Google Shape;316;g2c157a2fb06_0_53"/>
          <p:cNvGrpSpPr/>
          <p:nvPr/>
        </p:nvGrpSpPr>
        <p:grpSpPr>
          <a:xfrm>
            <a:off x="662575" y="6212475"/>
            <a:ext cx="586800" cy="571500"/>
            <a:chOff x="662575" y="6212475"/>
            <a:chExt cx="586800" cy="571500"/>
          </a:xfrm>
        </p:grpSpPr>
        <p:sp>
          <p:nvSpPr>
            <p:cNvPr id="317" name="Google Shape;317;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53"/>
          <p:cNvGrpSpPr/>
          <p:nvPr/>
        </p:nvGrpSpPr>
        <p:grpSpPr>
          <a:xfrm>
            <a:off x="7894350" y="6212475"/>
            <a:ext cx="586800" cy="571500"/>
            <a:chOff x="7894350" y="6212475"/>
            <a:chExt cx="586800" cy="571500"/>
          </a:xfrm>
        </p:grpSpPr>
        <p:sp>
          <p:nvSpPr>
            <p:cNvPr id="321" name="Google Shape;321;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4"/>
        <p:cNvGrpSpPr/>
        <p:nvPr/>
      </p:nvGrpSpPr>
      <p:grpSpPr>
        <a:xfrm>
          <a:off x="0" y="0"/>
          <a:ext cx="0" cy="0"/>
          <a:chOff x="0" y="0"/>
          <a:chExt cx="0" cy="0"/>
        </a:xfrm>
      </p:grpSpPr>
      <p:sp>
        <p:nvSpPr>
          <p:cNvPr id="325" name="Google Shape;325;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29" name="Google Shape;329;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3" name="Google Shape;33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4" name="Google Shape;33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8" name="Google Shape;33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4" name="Google Shape;34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45" name="Google Shape;345;g2c157a2fb06_0_158"/>
          <p:cNvGrpSpPr/>
          <p:nvPr/>
        </p:nvGrpSpPr>
        <p:grpSpPr>
          <a:xfrm>
            <a:off x="662575" y="6212475"/>
            <a:ext cx="586800" cy="571500"/>
            <a:chOff x="662575" y="6212475"/>
            <a:chExt cx="586800" cy="571500"/>
          </a:xfrm>
        </p:grpSpPr>
        <p:sp>
          <p:nvSpPr>
            <p:cNvPr id="346" name="Google Shape;34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9" name="Google Shape;349;g2c157a2fb06_0_158"/>
          <p:cNvGrpSpPr/>
          <p:nvPr/>
        </p:nvGrpSpPr>
        <p:grpSpPr>
          <a:xfrm>
            <a:off x="7894350" y="6212475"/>
            <a:ext cx="586800" cy="571500"/>
            <a:chOff x="7894350" y="6212475"/>
            <a:chExt cx="586800" cy="571500"/>
          </a:xfrm>
        </p:grpSpPr>
        <p:sp>
          <p:nvSpPr>
            <p:cNvPr id="350" name="Google Shape;35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3"/>
        <p:cNvGrpSpPr/>
        <p:nvPr/>
      </p:nvGrpSpPr>
      <p:grpSpPr>
        <a:xfrm>
          <a:off x="0" y="0"/>
          <a:ext cx="0" cy="0"/>
          <a:chOff x="0" y="0"/>
          <a:chExt cx="0" cy="0"/>
        </a:xfrm>
      </p:grpSpPr>
      <p:sp>
        <p:nvSpPr>
          <p:cNvPr id="354" name="Google Shape;354;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58" name="Google Shape;358;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2" name="Google Shape;36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3" name="Google Shape;363;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5" name="Google Shape;36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6" name="Google Shape;36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67" name="Google Shape;367;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0" name="Google Shape;370;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1" name="Google Shape;371;g2c157a2fb06_0_263"/>
          <p:cNvSpPr>
            <a:spLocks noGrp="1"/>
          </p:cNvSpPr>
          <p:nvPr>
            <p:ph type="pic" idx="8"/>
          </p:nvPr>
        </p:nvSpPr>
        <p:spPr>
          <a:xfrm>
            <a:off x="5086375" y="4412425"/>
            <a:ext cx="2668800" cy="1291500"/>
          </a:xfrm>
          <a:prstGeom prst="rect">
            <a:avLst/>
          </a:prstGeom>
          <a:noFill/>
          <a:ln>
            <a:noFill/>
          </a:ln>
        </p:spPr>
      </p:sp>
      <p:sp>
        <p:nvSpPr>
          <p:cNvPr id="372" name="Google Shape;372;g2c157a2fb06_0_263"/>
          <p:cNvSpPr>
            <a:spLocks noGrp="1"/>
          </p:cNvSpPr>
          <p:nvPr>
            <p:ph type="pic" idx="9"/>
          </p:nvPr>
        </p:nvSpPr>
        <p:spPr>
          <a:xfrm>
            <a:off x="5086375" y="797675"/>
            <a:ext cx="2668800" cy="1291500"/>
          </a:xfrm>
          <a:prstGeom prst="rect">
            <a:avLst/>
          </a:prstGeom>
          <a:noFill/>
          <a:ln>
            <a:noFill/>
          </a:ln>
        </p:spPr>
      </p:sp>
      <p:sp>
        <p:nvSpPr>
          <p:cNvPr id="373" name="Google Shape;373;g2c157a2fb06_0_263"/>
          <p:cNvSpPr>
            <a:spLocks noGrp="1"/>
          </p:cNvSpPr>
          <p:nvPr>
            <p:ph type="pic" idx="13"/>
          </p:nvPr>
        </p:nvSpPr>
        <p:spPr>
          <a:xfrm>
            <a:off x="5086375" y="2002592"/>
            <a:ext cx="2668800" cy="1291500"/>
          </a:xfrm>
          <a:prstGeom prst="rect">
            <a:avLst/>
          </a:prstGeom>
          <a:noFill/>
          <a:ln>
            <a:noFill/>
          </a:ln>
        </p:spPr>
      </p:sp>
      <p:sp>
        <p:nvSpPr>
          <p:cNvPr id="374" name="Google Shape;374;g2c157a2fb06_0_263"/>
          <p:cNvSpPr>
            <a:spLocks noGrp="1"/>
          </p:cNvSpPr>
          <p:nvPr>
            <p:ph type="pic" idx="14"/>
          </p:nvPr>
        </p:nvSpPr>
        <p:spPr>
          <a:xfrm>
            <a:off x="5086375" y="3207508"/>
            <a:ext cx="2668800" cy="1291500"/>
          </a:xfrm>
          <a:prstGeom prst="rect">
            <a:avLst/>
          </a:prstGeom>
          <a:noFill/>
          <a:ln>
            <a:noFill/>
          </a:ln>
        </p:spPr>
      </p:sp>
      <p:sp>
        <p:nvSpPr>
          <p:cNvPr id="375" name="Google Shape;37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6" name="Google Shape;37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7" name="Google Shape;377;g2c157a2fb06_0_263"/>
          <p:cNvGrpSpPr/>
          <p:nvPr/>
        </p:nvGrpSpPr>
        <p:grpSpPr>
          <a:xfrm>
            <a:off x="662575" y="6212475"/>
            <a:ext cx="586800" cy="571500"/>
            <a:chOff x="662575" y="6212475"/>
            <a:chExt cx="586800" cy="571500"/>
          </a:xfrm>
        </p:grpSpPr>
        <p:sp>
          <p:nvSpPr>
            <p:cNvPr id="378" name="Google Shape;37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263"/>
          <p:cNvGrpSpPr/>
          <p:nvPr/>
        </p:nvGrpSpPr>
        <p:grpSpPr>
          <a:xfrm>
            <a:off x="7894350" y="6212475"/>
            <a:ext cx="586800" cy="571500"/>
            <a:chOff x="7894350" y="6212475"/>
            <a:chExt cx="586800" cy="571500"/>
          </a:xfrm>
        </p:grpSpPr>
        <p:sp>
          <p:nvSpPr>
            <p:cNvPr id="382" name="Google Shape;38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5"/>
        <p:cNvGrpSpPr/>
        <p:nvPr/>
      </p:nvGrpSpPr>
      <p:grpSpPr>
        <a:xfrm>
          <a:off x="0" y="0"/>
          <a:ext cx="0" cy="0"/>
          <a:chOff x="0" y="0"/>
          <a:chExt cx="0" cy="0"/>
        </a:xfrm>
      </p:grpSpPr>
      <p:sp>
        <p:nvSpPr>
          <p:cNvPr id="386" name="Google Shape;386;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8" name="Google Shape;388;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9" name="Google Shape;389;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90" name="Google Shape;390;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4" name="Google Shape;39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5" name="Google Shape;39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6" name="Google Shape;39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7" name="Google Shape;39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8" name="Google Shape;398;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9" name="Google Shape;399;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0" name="Google Shape;400;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01" name="Google Shape;401;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02" name="Google Shape;402;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3" name="Google Shape;403;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4" name="Google Shape;404;g2c157a2fb06_0_467"/>
          <p:cNvGrpSpPr/>
          <p:nvPr/>
        </p:nvGrpSpPr>
        <p:grpSpPr>
          <a:xfrm>
            <a:off x="662575" y="6212475"/>
            <a:ext cx="586800" cy="571500"/>
            <a:chOff x="662575" y="6212475"/>
            <a:chExt cx="586800" cy="571500"/>
          </a:xfrm>
        </p:grpSpPr>
        <p:sp>
          <p:nvSpPr>
            <p:cNvPr id="405" name="Google Shape;405;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8" name="Google Shape;408;g2c157a2fb06_0_467"/>
          <p:cNvGrpSpPr/>
          <p:nvPr/>
        </p:nvGrpSpPr>
        <p:grpSpPr>
          <a:xfrm>
            <a:off x="7894350" y="6212475"/>
            <a:ext cx="586800" cy="571500"/>
            <a:chOff x="7894350" y="6212475"/>
            <a:chExt cx="586800" cy="571500"/>
          </a:xfrm>
        </p:grpSpPr>
        <p:sp>
          <p:nvSpPr>
            <p:cNvPr id="409" name="Google Shape;409;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2"/>
        <p:cNvGrpSpPr/>
        <p:nvPr/>
      </p:nvGrpSpPr>
      <p:grpSpPr>
        <a:xfrm>
          <a:off x="0" y="0"/>
          <a:ext cx="0" cy="0"/>
          <a:chOff x="0" y="0"/>
          <a:chExt cx="0" cy="0"/>
        </a:xfrm>
      </p:grpSpPr>
      <p:sp>
        <p:nvSpPr>
          <p:cNvPr id="413" name="Google Shape;413;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6" name="Google Shape;416;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7" name="Google Shape;417;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0" name="Google Shape;42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1" name="Google Shape;42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3" name="Google Shape;42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4" name="Google Shape;424;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7" name="Google Shape;427;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28" name="Google Shape;428;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9" name="Google Shape;429;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629"/>
          <p:cNvGrpSpPr/>
          <p:nvPr/>
        </p:nvGrpSpPr>
        <p:grpSpPr>
          <a:xfrm>
            <a:off x="662575" y="6212475"/>
            <a:ext cx="586800" cy="571500"/>
            <a:chOff x="662575" y="6212475"/>
            <a:chExt cx="586800" cy="571500"/>
          </a:xfrm>
        </p:grpSpPr>
        <p:sp>
          <p:nvSpPr>
            <p:cNvPr id="432" name="Google Shape;432;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629"/>
          <p:cNvGrpSpPr/>
          <p:nvPr/>
        </p:nvGrpSpPr>
        <p:grpSpPr>
          <a:xfrm>
            <a:off x="7894350" y="6212475"/>
            <a:ext cx="586800" cy="571500"/>
            <a:chOff x="7894350" y="6212475"/>
            <a:chExt cx="586800" cy="571500"/>
          </a:xfrm>
        </p:grpSpPr>
        <p:sp>
          <p:nvSpPr>
            <p:cNvPr id="436" name="Google Shape;436;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9"/>
        <p:cNvGrpSpPr/>
        <p:nvPr/>
      </p:nvGrpSpPr>
      <p:grpSpPr>
        <a:xfrm>
          <a:off x="0" y="0"/>
          <a:ext cx="0" cy="0"/>
          <a:chOff x="0" y="0"/>
          <a:chExt cx="0" cy="0"/>
        </a:xfrm>
      </p:grpSpPr>
      <p:sp>
        <p:nvSpPr>
          <p:cNvPr id="440" name="Google Shape;440;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798"/>
          <p:cNvGrpSpPr/>
          <p:nvPr/>
        </p:nvGrpSpPr>
        <p:grpSpPr>
          <a:xfrm>
            <a:off x="662575" y="6212475"/>
            <a:ext cx="586800" cy="571500"/>
            <a:chOff x="662575" y="6212475"/>
            <a:chExt cx="586800" cy="571500"/>
          </a:xfrm>
        </p:grpSpPr>
        <p:sp>
          <p:nvSpPr>
            <p:cNvPr id="460" name="Google Shape;460;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798"/>
          <p:cNvGrpSpPr/>
          <p:nvPr/>
        </p:nvGrpSpPr>
        <p:grpSpPr>
          <a:xfrm>
            <a:off x="7894350" y="6212475"/>
            <a:ext cx="586800" cy="571500"/>
            <a:chOff x="7894350" y="6212475"/>
            <a:chExt cx="586800" cy="571500"/>
          </a:xfrm>
        </p:grpSpPr>
        <p:sp>
          <p:nvSpPr>
            <p:cNvPr id="464" name="Google Shape;464;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67"/>
        <p:cNvGrpSpPr/>
        <p:nvPr/>
      </p:nvGrpSpPr>
      <p:grpSpPr>
        <a:xfrm>
          <a:off x="0" y="0"/>
          <a:ext cx="0" cy="0"/>
          <a:chOff x="0" y="0"/>
          <a:chExt cx="0" cy="0"/>
        </a:xfrm>
      </p:grpSpPr>
      <p:sp>
        <p:nvSpPr>
          <p:cNvPr id="468" name="Google Shape;468;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6" name="Google Shape;476;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7" name="Google Shape;477;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8" name="Google Shape;478;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9" name="Google Shape;479;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80" name="Google Shape;48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1" name="Google Shape;481;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82" name="Google Shape;482;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3" name="Google Shape;48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85" name="Google Shape;48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825"/>
          <p:cNvGrpSpPr/>
          <p:nvPr/>
        </p:nvGrpSpPr>
        <p:grpSpPr>
          <a:xfrm>
            <a:off x="662575" y="6212475"/>
            <a:ext cx="586800" cy="571500"/>
            <a:chOff x="662575" y="6212475"/>
            <a:chExt cx="586800" cy="571500"/>
          </a:xfrm>
        </p:grpSpPr>
        <p:sp>
          <p:nvSpPr>
            <p:cNvPr id="488" name="Google Shape;48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825"/>
          <p:cNvGrpSpPr/>
          <p:nvPr/>
        </p:nvGrpSpPr>
        <p:grpSpPr>
          <a:xfrm>
            <a:off x="7894350" y="6212475"/>
            <a:ext cx="586800" cy="571500"/>
            <a:chOff x="7894350" y="6212475"/>
            <a:chExt cx="586800" cy="571500"/>
          </a:xfrm>
        </p:grpSpPr>
        <p:sp>
          <p:nvSpPr>
            <p:cNvPr id="492" name="Google Shape;49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5"/>
        <p:cNvGrpSpPr/>
        <p:nvPr/>
      </p:nvGrpSpPr>
      <p:grpSpPr>
        <a:xfrm>
          <a:off x="0" y="0"/>
          <a:ext cx="0" cy="0"/>
          <a:chOff x="0" y="0"/>
          <a:chExt cx="0" cy="0"/>
        </a:xfrm>
      </p:grpSpPr>
      <p:sp>
        <p:nvSpPr>
          <p:cNvPr id="496" name="Google Shape;496;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00" name="Google Shape;500;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8" name="Google Shape;50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9" name="Google Shape;50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0" name="Google Shape;51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11" name="Google Shape;51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2" name="Google Shape;51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4" name="Google Shape;51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5" name="Google Shape;51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7" name="Google Shape;51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9" name="Google Shape;51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1" name="Google Shape;52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3" name="Google Shape;52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5" name="Google Shape;52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6" name="Google Shape;52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27" name="Google Shape;527;g2c157a2fb06_0_700"/>
          <p:cNvGrpSpPr/>
          <p:nvPr/>
        </p:nvGrpSpPr>
        <p:grpSpPr>
          <a:xfrm>
            <a:off x="662575" y="6212475"/>
            <a:ext cx="586800" cy="571500"/>
            <a:chOff x="662575" y="6212475"/>
            <a:chExt cx="586800" cy="571500"/>
          </a:xfrm>
        </p:grpSpPr>
        <p:sp>
          <p:nvSpPr>
            <p:cNvPr id="528" name="Google Shape;52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1" name="Google Shape;531;g2c157a2fb06_0_700"/>
          <p:cNvGrpSpPr/>
          <p:nvPr/>
        </p:nvGrpSpPr>
        <p:grpSpPr>
          <a:xfrm>
            <a:off x="7894350" y="6212475"/>
            <a:ext cx="586800" cy="571500"/>
            <a:chOff x="7894350" y="6212475"/>
            <a:chExt cx="586800" cy="571500"/>
          </a:xfrm>
        </p:grpSpPr>
        <p:sp>
          <p:nvSpPr>
            <p:cNvPr id="532" name="Google Shape;53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5"/>
        <p:cNvGrpSpPr/>
        <p:nvPr/>
      </p:nvGrpSpPr>
      <p:grpSpPr>
        <a:xfrm>
          <a:off x="0" y="0"/>
          <a:ext cx="0" cy="0"/>
          <a:chOff x="0" y="0"/>
          <a:chExt cx="0" cy="0"/>
        </a:xfrm>
      </p:grpSpPr>
      <p:sp>
        <p:nvSpPr>
          <p:cNvPr id="536" name="Google Shape;536;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40" name="Google Shape;540;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4" name="Google Shape;54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6" name="Google Shape;546;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7" name="Google Shape;54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48" name="Google Shape;54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9" name="Google Shape;54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0" name="Google Shape;55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1" name="Google Shape;55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2" name="Google Shape;55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3" name="Google Shape;55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4" name="Google Shape;55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5" name="Google Shape;55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56" name="Google Shape;55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7" name="Google Shape;55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58" name="Google Shape;558;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9" name="Google Shape;559;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0" name="Google Shape;560;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1" name="Google Shape;561;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2" name="Google Shape;562;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3" name="Google Shape;563;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4" name="Google Shape;564;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5" name="Google Shape;565;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6" name="Google Shape;566;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67" name="Google Shape;567;g2c157a2fb06_0_932"/>
          <p:cNvGrpSpPr/>
          <p:nvPr/>
        </p:nvGrpSpPr>
        <p:grpSpPr>
          <a:xfrm>
            <a:off x="662575" y="6212475"/>
            <a:ext cx="586800" cy="571500"/>
            <a:chOff x="662575" y="6212475"/>
            <a:chExt cx="586800" cy="571500"/>
          </a:xfrm>
        </p:grpSpPr>
        <p:sp>
          <p:nvSpPr>
            <p:cNvPr id="568" name="Google Shape;56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932"/>
          <p:cNvGrpSpPr/>
          <p:nvPr/>
        </p:nvGrpSpPr>
        <p:grpSpPr>
          <a:xfrm>
            <a:off x="7894350" y="6212475"/>
            <a:ext cx="586800" cy="571500"/>
            <a:chOff x="7894350" y="6212475"/>
            <a:chExt cx="586800" cy="571500"/>
          </a:xfrm>
        </p:grpSpPr>
        <p:sp>
          <p:nvSpPr>
            <p:cNvPr id="572" name="Google Shape;57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5"/>
        <p:cNvGrpSpPr/>
        <p:nvPr/>
      </p:nvGrpSpPr>
      <p:grpSpPr>
        <a:xfrm>
          <a:off x="0" y="0"/>
          <a:ext cx="0" cy="0"/>
          <a:chOff x="0" y="0"/>
          <a:chExt cx="0" cy="0"/>
        </a:xfrm>
      </p:grpSpPr>
      <p:sp>
        <p:nvSpPr>
          <p:cNvPr id="576" name="Google Shape;576;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0" name="Google Shape;580;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3" name="Google Shape;583;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84" name="Google Shape;584;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5" name="Google Shape;585;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6" name="Google Shape;586;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2" name="Google Shape;592;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5" name="Google Shape;59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6" name="Google Shape;596;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7" name="Google Shape;597;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8" name="Google Shape;598;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99" name="Google Shape;599;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600" name="Google Shape;600;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1" name="Google Shape;601;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02" name="Google Shape;602;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3" name="Google Shape;603;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04" name="Google Shape;604;g2c157a2fb06_0_1045"/>
          <p:cNvGrpSpPr/>
          <p:nvPr/>
        </p:nvGrpSpPr>
        <p:grpSpPr>
          <a:xfrm>
            <a:off x="662575" y="6212475"/>
            <a:ext cx="586800" cy="571500"/>
            <a:chOff x="662575" y="6212475"/>
            <a:chExt cx="586800" cy="571500"/>
          </a:xfrm>
        </p:grpSpPr>
        <p:sp>
          <p:nvSpPr>
            <p:cNvPr id="605" name="Google Shape;605;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8" name="Google Shape;608;g2c157a2fb06_0_1045"/>
          <p:cNvGrpSpPr/>
          <p:nvPr/>
        </p:nvGrpSpPr>
        <p:grpSpPr>
          <a:xfrm>
            <a:off x="7894350" y="6212475"/>
            <a:ext cx="586800" cy="571500"/>
            <a:chOff x="7894350" y="6212475"/>
            <a:chExt cx="586800" cy="571500"/>
          </a:xfrm>
        </p:grpSpPr>
        <p:sp>
          <p:nvSpPr>
            <p:cNvPr id="609" name="Google Shape;609;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2"/>
        <p:cNvGrpSpPr/>
        <p:nvPr/>
      </p:nvGrpSpPr>
      <p:grpSpPr>
        <a:xfrm>
          <a:off x="0" y="0"/>
          <a:ext cx="0" cy="0"/>
          <a:chOff x="0" y="0"/>
          <a:chExt cx="0" cy="0"/>
        </a:xfrm>
      </p:grpSpPr>
      <p:sp>
        <p:nvSpPr>
          <p:cNvPr id="613" name="Google Shape;613;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1" name="Google Shape;62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2" name="Google Shape;622;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3" name="Google Shape;623;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4" name="Google Shape;624;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25" name="Google Shape;625;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26" name="Google Shape;626;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7" name="Google Shape;627;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8" name="Google Shape;628;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9" name="Google Shape;629;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30" name="Google Shape;630;g2c157a2fb06_0_1110"/>
          <p:cNvGrpSpPr/>
          <p:nvPr/>
        </p:nvGrpSpPr>
        <p:grpSpPr>
          <a:xfrm>
            <a:off x="5806200" y="1807463"/>
            <a:ext cx="756300" cy="146700"/>
            <a:chOff x="5806200" y="1807463"/>
            <a:chExt cx="756300" cy="146700"/>
          </a:xfrm>
        </p:grpSpPr>
        <p:sp>
          <p:nvSpPr>
            <p:cNvPr id="631" name="Google Shape;63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3" name="Google Shape;63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4" name="Google Shape;634;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5" name="Google Shape;635;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36" name="Google Shape;636;g2c157a2fb06_0_1110"/>
          <p:cNvGrpSpPr/>
          <p:nvPr/>
        </p:nvGrpSpPr>
        <p:grpSpPr>
          <a:xfrm>
            <a:off x="5806200" y="2842438"/>
            <a:ext cx="756300" cy="146700"/>
            <a:chOff x="5806200" y="1807463"/>
            <a:chExt cx="756300" cy="146700"/>
          </a:xfrm>
        </p:grpSpPr>
        <p:sp>
          <p:nvSpPr>
            <p:cNvPr id="637" name="Google Shape;637;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8" name="Google Shape;638;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9" name="Google Shape;639;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0" name="Google Shape;640;g2c157a2fb06_0_1110"/>
          <p:cNvGrpSpPr/>
          <p:nvPr/>
        </p:nvGrpSpPr>
        <p:grpSpPr>
          <a:xfrm>
            <a:off x="5806200" y="3877413"/>
            <a:ext cx="756300" cy="146700"/>
            <a:chOff x="5806200" y="1807463"/>
            <a:chExt cx="756300" cy="146700"/>
          </a:xfrm>
        </p:grpSpPr>
        <p:sp>
          <p:nvSpPr>
            <p:cNvPr id="641" name="Google Shape;64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4" name="Google Shape;644;g2c157a2fb06_0_1110"/>
          <p:cNvGrpSpPr/>
          <p:nvPr/>
        </p:nvGrpSpPr>
        <p:grpSpPr>
          <a:xfrm>
            <a:off x="662575" y="6212475"/>
            <a:ext cx="586800" cy="571500"/>
            <a:chOff x="662575" y="6212475"/>
            <a:chExt cx="586800" cy="571500"/>
          </a:xfrm>
        </p:grpSpPr>
        <p:sp>
          <p:nvSpPr>
            <p:cNvPr id="645" name="Google Shape;64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7" name="Google Shape;647;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8" name="Google Shape;648;g2c157a2fb06_0_1110"/>
          <p:cNvGrpSpPr/>
          <p:nvPr/>
        </p:nvGrpSpPr>
        <p:grpSpPr>
          <a:xfrm>
            <a:off x="7894350" y="6212475"/>
            <a:ext cx="586800" cy="571500"/>
            <a:chOff x="7894350" y="6212475"/>
            <a:chExt cx="586800" cy="571500"/>
          </a:xfrm>
        </p:grpSpPr>
        <p:sp>
          <p:nvSpPr>
            <p:cNvPr id="649" name="Google Shape;64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2"/>
        <p:cNvGrpSpPr/>
        <p:nvPr/>
      </p:nvGrpSpPr>
      <p:grpSpPr>
        <a:xfrm>
          <a:off x="0" y="0"/>
          <a:ext cx="0" cy="0"/>
          <a:chOff x="0" y="0"/>
          <a:chExt cx="0" cy="0"/>
        </a:xfrm>
      </p:grpSpPr>
      <p:sp>
        <p:nvSpPr>
          <p:cNvPr id="653" name="Google Shape;653;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57" name="Google Shape;657;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0" name="Google Shape;660;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1" name="Google Shape;661;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2" name="Google Shape;662;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6" name="Google Shape;666;p30"/>
          <p:cNvGrpSpPr/>
          <p:nvPr/>
        </p:nvGrpSpPr>
        <p:grpSpPr>
          <a:xfrm>
            <a:off x="6022940" y="5341706"/>
            <a:ext cx="594501" cy="305904"/>
            <a:chOff x="5672081" y="1914352"/>
            <a:chExt cx="792668" cy="305904"/>
          </a:xfrm>
        </p:grpSpPr>
        <p:sp>
          <p:nvSpPr>
            <p:cNvPr id="667" name="Google Shape;667;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8" name="Google Shape;668;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69" name="Google Shape;669;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0" name="Google Shape;670;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78" name="Google Shape;678;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79" name="Google Shape;679;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87" name="Google Shape;687;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88" name="Google Shape;688;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89" name="Google Shape;689;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3" name="Google Shape;693;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6" name="Google Shape;696;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97" name="Google Shape;697;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98"/>
        <p:cNvGrpSpPr/>
        <p:nvPr/>
      </p:nvGrpSpPr>
      <p:grpSpPr>
        <a:xfrm>
          <a:off x="0" y="0"/>
          <a:ext cx="0" cy="0"/>
          <a:chOff x="0" y="0"/>
          <a:chExt cx="0" cy="0"/>
        </a:xfrm>
      </p:grpSpPr>
      <p:sp>
        <p:nvSpPr>
          <p:cNvPr id="699" name="Google Shape;699;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0" name="Google Shape;700;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1" name="Google Shape;701;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2"/>
        <p:cNvGrpSpPr/>
        <p:nvPr/>
      </p:nvGrpSpPr>
      <p:grpSpPr>
        <a:xfrm>
          <a:off x="0" y="0"/>
          <a:ext cx="0" cy="0"/>
          <a:chOff x="0" y="0"/>
          <a:chExt cx="0" cy="0"/>
        </a:xfrm>
      </p:grpSpPr>
      <p:sp>
        <p:nvSpPr>
          <p:cNvPr id="703" name="Google Shape;703;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4" name="Google Shape;704;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5" name="Google Shape;705;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5.xml"/><Relationship Id="rId5" Type="http://schemas.openxmlformats.org/officeDocument/2006/relationships/image" Target="../media/image9.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notesSlide" Target="../notesSlides/notesSlide3.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3" Type="http://schemas.openxmlformats.org/officeDocument/2006/relationships/image" Target="../media/image34.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 Type="http://schemas.openxmlformats.org/officeDocument/2006/relationships/notesSlide" Target="../notesSlides/notesSlide4.xml"/><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3.xml"/><Relationship Id="rId6" Type="http://schemas.openxmlformats.org/officeDocument/2006/relationships/image" Target="../media/image37.png"/><Relationship Id="rId11" Type="http://schemas.openxmlformats.org/officeDocument/2006/relationships/image" Target="../media/image42.png"/><Relationship Id="rId24" Type="http://schemas.openxmlformats.org/officeDocument/2006/relationships/image" Target="../media/image55.pn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54.png"/><Relationship Id="rId10" Type="http://schemas.openxmlformats.org/officeDocument/2006/relationships/image" Target="../media/image41.png"/><Relationship Id="rId19" Type="http://schemas.openxmlformats.org/officeDocument/2006/relationships/image" Target="../media/image50.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53.png"/></Relationships>
</file>

<file path=ppt/slides/_rels/slide5.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3" Type="http://schemas.openxmlformats.org/officeDocument/2006/relationships/image" Target="../media/image10.png"/><Relationship Id="rId7" Type="http://schemas.openxmlformats.org/officeDocument/2006/relationships/image" Target="../media/image59.png"/><Relationship Id="rId12" Type="http://schemas.openxmlformats.org/officeDocument/2006/relationships/image" Target="../media/image64.png"/><Relationship Id="rId2" Type="http://schemas.openxmlformats.org/officeDocument/2006/relationships/notesSlide" Target="../notesSlides/notesSlide5.xml"/><Relationship Id="rId16" Type="http://schemas.openxmlformats.org/officeDocument/2006/relationships/image" Target="../media/image68.png"/><Relationship Id="rId1" Type="http://schemas.openxmlformats.org/officeDocument/2006/relationships/slideLayout" Target="../slideLayouts/slideLayout3.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5" Type="http://schemas.openxmlformats.org/officeDocument/2006/relationships/image" Target="../media/image67.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 Id="rId14" Type="http://schemas.openxmlformats.org/officeDocument/2006/relationships/image" Target="../media/image66.png"/></Relationships>
</file>

<file path=ppt/slides/_rels/slide6.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79.png"/><Relationship Id="rId18" Type="http://schemas.openxmlformats.org/officeDocument/2006/relationships/image" Target="../media/image80.png"/><Relationship Id="rId3" Type="http://schemas.openxmlformats.org/officeDocument/2006/relationships/image" Target="../media/image69.png"/><Relationship Id="rId21" Type="http://schemas.openxmlformats.org/officeDocument/2006/relationships/image" Target="../media/image83.png"/><Relationship Id="rId7" Type="http://schemas.openxmlformats.org/officeDocument/2006/relationships/image" Target="../media/image73.png"/><Relationship Id="rId12" Type="http://schemas.openxmlformats.org/officeDocument/2006/relationships/image" Target="../media/image78.png"/><Relationship Id="rId17" Type="http://schemas.openxmlformats.org/officeDocument/2006/relationships/image" Target="../media/image6.png"/><Relationship Id="rId2" Type="http://schemas.openxmlformats.org/officeDocument/2006/relationships/notesSlide" Target="../notesSlides/notesSlide6.xml"/><Relationship Id="rId16" Type="http://schemas.openxmlformats.org/officeDocument/2006/relationships/image" Target="../media/image7.png"/><Relationship Id="rId20" Type="http://schemas.openxmlformats.org/officeDocument/2006/relationships/image" Target="../media/image82.png"/><Relationship Id="rId1" Type="http://schemas.openxmlformats.org/officeDocument/2006/relationships/slideLayout" Target="../slideLayouts/slideLayout3.xml"/><Relationship Id="rId6" Type="http://schemas.openxmlformats.org/officeDocument/2006/relationships/image" Target="../media/image72.png"/><Relationship Id="rId11" Type="http://schemas.openxmlformats.org/officeDocument/2006/relationships/image" Target="../media/image77.png"/><Relationship Id="rId24" Type="http://schemas.openxmlformats.org/officeDocument/2006/relationships/image" Target="../media/image86.png"/><Relationship Id="rId5" Type="http://schemas.openxmlformats.org/officeDocument/2006/relationships/image" Target="../media/image71.png"/><Relationship Id="rId15" Type="http://schemas.openxmlformats.org/officeDocument/2006/relationships/image" Target="../media/image8.png"/><Relationship Id="rId23" Type="http://schemas.openxmlformats.org/officeDocument/2006/relationships/image" Target="../media/image85.png"/><Relationship Id="rId10" Type="http://schemas.openxmlformats.org/officeDocument/2006/relationships/image" Target="../media/image76.png"/><Relationship Id="rId19" Type="http://schemas.openxmlformats.org/officeDocument/2006/relationships/image" Target="../media/image81.png"/><Relationship Id="rId4" Type="http://schemas.openxmlformats.org/officeDocument/2006/relationships/image" Target="../media/image70.png"/><Relationship Id="rId9" Type="http://schemas.openxmlformats.org/officeDocument/2006/relationships/image" Target="../media/image75.png"/><Relationship Id="rId14" Type="http://schemas.openxmlformats.org/officeDocument/2006/relationships/image" Target="../media/image9.png"/><Relationship Id="rId22" Type="http://schemas.openxmlformats.org/officeDocument/2006/relationships/image" Target="../media/image84.png"/></Relationships>
</file>

<file path=ppt/slides/_rels/slide7.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3" Type="http://schemas.openxmlformats.org/officeDocument/2006/relationships/image" Target="../media/image9.png"/><Relationship Id="rId7" Type="http://schemas.openxmlformats.org/officeDocument/2006/relationships/image" Target="../media/image80.png"/><Relationship Id="rId12" Type="http://schemas.openxmlformats.org/officeDocument/2006/relationships/image" Target="../media/image85.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6.png"/><Relationship Id="rId11" Type="http://schemas.openxmlformats.org/officeDocument/2006/relationships/image" Target="../media/image84.png"/><Relationship Id="rId5" Type="http://schemas.openxmlformats.org/officeDocument/2006/relationships/image" Target="../media/image7.png"/><Relationship Id="rId10" Type="http://schemas.openxmlformats.org/officeDocument/2006/relationships/image" Target="../media/image83.png"/><Relationship Id="rId4" Type="http://schemas.openxmlformats.org/officeDocument/2006/relationships/image" Target="../media/image8.png"/><Relationship Id="rId9" Type="http://schemas.openxmlformats.org/officeDocument/2006/relationships/image" Target="../media/image82.png"/></Relationships>
</file>

<file path=ppt/slides/_rels/slide8.xml.rels><?xml version="1.0" encoding="UTF-8" standalone="yes"?>
<Relationships xmlns="http://schemas.openxmlformats.org/package/2006/relationships"><Relationship Id="rId8" Type="http://schemas.openxmlformats.org/officeDocument/2006/relationships/image" Target="../media/image92.png"/><Relationship Id="rId13" Type="http://schemas.openxmlformats.org/officeDocument/2006/relationships/image" Target="../media/image97.png"/><Relationship Id="rId3" Type="http://schemas.openxmlformats.org/officeDocument/2006/relationships/image" Target="../media/image87.png"/><Relationship Id="rId7" Type="http://schemas.openxmlformats.org/officeDocument/2006/relationships/image" Target="../media/image91.png"/><Relationship Id="rId12" Type="http://schemas.openxmlformats.org/officeDocument/2006/relationships/image" Target="../media/image96.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90.png"/><Relationship Id="rId11" Type="http://schemas.openxmlformats.org/officeDocument/2006/relationships/image" Target="../media/image95.png"/><Relationship Id="rId5" Type="http://schemas.openxmlformats.org/officeDocument/2006/relationships/image" Target="../media/image89.png"/><Relationship Id="rId10" Type="http://schemas.openxmlformats.org/officeDocument/2006/relationships/image" Target="../media/image94.png"/><Relationship Id="rId4" Type="http://schemas.openxmlformats.org/officeDocument/2006/relationships/image" Target="../media/image88.png"/><Relationship Id="rId9" Type="http://schemas.openxmlformats.org/officeDocument/2006/relationships/image" Target="../media/image93.png"/></Relationships>
</file>

<file path=ppt/slides/_rels/slide9.xml.rels><?xml version="1.0" encoding="UTF-8" standalone="yes"?>
<Relationships xmlns="http://schemas.openxmlformats.org/package/2006/relationships"><Relationship Id="rId8" Type="http://schemas.openxmlformats.org/officeDocument/2006/relationships/image" Target="../media/image103.png"/><Relationship Id="rId13" Type="http://schemas.openxmlformats.org/officeDocument/2006/relationships/image" Target="../media/image108.png"/><Relationship Id="rId3" Type="http://schemas.openxmlformats.org/officeDocument/2006/relationships/image" Target="../media/image98.png"/><Relationship Id="rId7" Type="http://schemas.openxmlformats.org/officeDocument/2006/relationships/image" Target="../media/image102.png"/><Relationship Id="rId12" Type="http://schemas.openxmlformats.org/officeDocument/2006/relationships/image" Target="../media/image107.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01.png"/><Relationship Id="rId11" Type="http://schemas.openxmlformats.org/officeDocument/2006/relationships/image" Target="../media/image106.png"/><Relationship Id="rId5" Type="http://schemas.openxmlformats.org/officeDocument/2006/relationships/image" Target="../media/image100.png"/><Relationship Id="rId10" Type="http://schemas.openxmlformats.org/officeDocument/2006/relationships/image" Target="../media/image105.png"/><Relationship Id="rId4" Type="http://schemas.openxmlformats.org/officeDocument/2006/relationships/image" Target="../media/image99.png"/><Relationship Id="rId9" Type="http://schemas.openxmlformats.org/officeDocument/2006/relationships/image" Target="../media/image104.png"/></Relationships>
</file>

<file path=ppt/slides/_rels/slide10.xml.rels><?xml version="1.0" encoding="UTF-8" standalone="yes"?>
<Relationships xmlns="http://schemas.openxmlformats.org/package/2006/relationships"><Relationship Id="rId8" Type="http://schemas.openxmlformats.org/officeDocument/2006/relationships/image" Target="../media/image114.png"/><Relationship Id="rId13" Type="http://schemas.openxmlformats.org/officeDocument/2006/relationships/image" Target="../media/image119.png"/><Relationship Id="rId3" Type="http://schemas.openxmlformats.org/officeDocument/2006/relationships/image" Target="../media/image109.png"/><Relationship Id="rId7" Type="http://schemas.openxmlformats.org/officeDocument/2006/relationships/image" Target="../media/image113.png"/><Relationship Id="rId12" Type="http://schemas.openxmlformats.org/officeDocument/2006/relationships/image" Target="../media/image118.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12.png"/><Relationship Id="rId11" Type="http://schemas.openxmlformats.org/officeDocument/2006/relationships/image" Target="../media/image117.png"/><Relationship Id="rId5" Type="http://schemas.openxmlformats.org/officeDocument/2006/relationships/image" Target="../media/image111.png"/><Relationship Id="rId10" Type="http://schemas.openxmlformats.org/officeDocument/2006/relationships/image" Target="../media/image116.png"/><Relationship Id="rId4" Type="http://schemas.openxmlformats.org/officeDocument/2006/relationships/image" Target="../media/image110.png"/><Relationship Id="rId9" Type="http://schemas.openxmlformats.org/officeDocument/2006/relationships/image" Target="../media/image1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Review Common Exception Words</a:t>
            </a:r>
            <a:endParaRPr/>
          </a:p>
        </p:txBody>
      </p:sp>
      <p:sp>
        <p:nvSpPr>
          <p:cNvPr id="711" name="Google Shape;711;p1"/>
          <p:cNvSpPr txBox="1">
            <a:spLocks noGrp="1"/>
          </p:cNvSpPr>
          <p:nvPr>
            <p:ph type="subTitle" idx="2"/>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45</a:t>
            </a:r>
            <a:endParaRPr/>
          </a:p>
        </p:txBody>
      </p:sp>
      <p:graphicFrame>
        <p:nvGraphicFramePr>
          <p:cNvPr id="712" name="Google Shape;712;p1"/>
          <p:cNvGraphicFramePr/>
          <p:nvPr/>
        </p:nvGraphicFramePr>
        <p:xfrm>
          <a:off x="4844200" y="1891197"/>
          <a:ext cx="3784950" cy="1678950"/>
        </p:xfrm>
        <a:graphic>
          <a:graphicData uri="http://schemas.openxmlformats.org/drawingml/2006/table">
            <a:tbl>
              <a:tblPr firstRow="1" bandRow="1">
                <a:noFill/>
                <a:tableStyleId>{039CCBA0-993C-426C-8BA4-C1C01E1C7161}</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igh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r>
                        <a:rPr lang="en-US" sz="1500" u="none" strike="noStrike" cap="none">
                          <a:latin typeface="Poppins"/>
                          <a:ea typeface="Poppins"/>
                          <a:cs typeface="Poppins"/>
                          <a:sym typeface="Poppins"/>
                        </a:rPr>
                        <a:t>a</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713" name="Google Shape;713;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714" name="Google Shape;714;p1"/>
          <p:cNvCxnSpPr/>
          <p:nvPr/>
        </p:nvCxnSpPr>
        <p:spPr>
          <a:xfrm rot="10800000" flipH="1">
            <a:off x="7974450" y="2287200"/>
            <a:ext cx="35400" cy="24000"/>
          </a:xfrm>
          <a:prstGeom prst="straightConnector1">
            <a:avLst/>
          </a:prstGeom>
          <a:noFill/>
          <a:ln w="19050" cap="flat" cmpd="sng">
            <a:solidFill>
              <a:srgbClr val="000000"/>
            </a:solidFill>
            <a:prstDash val="solid"/>
            <a:round/>
            <a:headEnd type="none" w="sm" len="sm"/>
            <a:tailEnd type="none" w="sm" len="sm"/>
          </a:ln>
        </p:spPr>
      </p:cxnSp>
      <p:sp>
        <p:nvSpPr>
          <p:cNvPr id="715" name="Google Shape;715;p1"/>
          <p:cNvSpPr/>
          <p:nvPr/>
        </p:nvSpPr>
        <p:spPr>
          <a:xfrm>
            <a:off x="4828899" y="5049197"/>
            <a:ext cx="183600" cy="106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16" name="Google Shape;716;p1"/>
          <p:cNvSpPr/>
          <p:nvPr/>
        </p:nvSpPr>
        <p:spPr>
          <a:xfrm>
            <a:off x="5255759" y="5049197"/>
            <a:ext cx="183600" cy="106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17" name="Google Shape;717;p1"/>
          <p:cNvPicPr preferRelativeResize="0"/>
          <p:nvPr/>
        </p:nvPicPr>
        <p:blipFill rotWithShape="1">
          <a:blip r:embed="rId3">
            <a:alphaModFix/>
          </a:blip>
          <a:srcRect t="19" b="29"/>
          <a:stretch/>
        </p:blipFill>
        <p:spPr>
          <a:xfrm rot="648185">
            <a:off x="7367470" y="4487461"/>
            <a:ext cx="1333890" cy="953241"/>
          </a:xfrm>
          <a:prstGeom prst="rect">
            <a:avLst/>
          </a:prstGeom>
          <a:noFill/>
          <a:ln>
            <a:noFill/>
          </a:ln>
          <a:effectLst>
            <a:outerShdw blurRad="71438" dist="19050" dir="5400000" algn="bl" rotWithShape="0">
              <a:srgbClr val="000000">
                <a:alpha val="18039"/>
              </a:srgbClr>
            </a:outerShdw>
          </a:effectLst>
        </p:spPr>
      </p:pic>
      <p:pic>
        <p:nvPicPr>
          <p:cNvPr id="718" name="Google Shape;718;p1"/>
          <p:cNvPicPr preferRelativeResize="0"/>
          <p:nvPr/>
        </p:nvPicPr>
        <p:blipFill rotWithShape="1">
          <a:blip r:embed="rId4">
            <a:alphaModFix/>
          </a:blip>
          <a:srcRect l="159" r="159"/>
          <a:stretch/>
        </p:blipFill>
        <p:spPr>
          <a:xfrm rot="133661">
            <a:off x="6292709" y="4219695"/>
            <a:ext cx="1334478" cy="955591"/>
          </a:xfrm>
          <a:prstGeom prst="rect">
            <a:avLst/>
          </a:prstGeom>
          <a:noFill/>
          <a:ln>
            <a:noFill/>
          </a:ln>
          <a:effectLst>
            <a:outerShdw blurRad="71438" dist="19050" dir="5400000" algn="bl" rotWithShape="0">
              <a:srgbClr val="000000">
                <a:alpha val="18039"/>
              </a:srgbClr>
            </a:outerShdw>
          </a:effectLst>
        </p:spPr>
      </p:pic>
      <p:pic>
        <p:nvPicPr>
          <p:cNvPr id="719" name="Google Shape;719;p1"/>
          <p:cNvPicPr preferRelativeResize="0"/>
          <p:nvPr/>
        </p:nvPicPr>
        <p:blipFill rotWithShape="1">
          <a:blip r:embed="rId5">
            <a:alphaModFix/>
          </a:blip>
          <a:srcRect l="19" r="9"/>
          <a:stretch/>
        </p:blipFill>
        <p:spPr>
          <a:xfrm rot="-305105">
            <a:off x="5255740" y="4206861"/>
            <a:ext cx="1336093" cy="955590"/>
          </a:xfrm>
          <a:prstGeom prst="rect">
            <a:avLst/>
          </a:prstGeom>
          <a:noFill/>
          <a:ln>
            <a:noFill/>
          </a:ln>
          <a:effectLst>
            <a:outerShdw blurRad="71438" dist="19050" dir="5400000" algn="bl" rotWithShape="0">
              <a:srgbClr val="000000">
                <a:alpha val="18039"/>
              </a:srgbClr>
            </a:outerShdw>
          </a:effectLst>
        </p:spPr>
      </p:pic>
      <p:pic>
        <p:nvPicPr>
          <p:cNvPr id="720" name="Google Shape;720;p1"/>
          <p:cNvPicPr preferRelativeResize="0"/>
          <p:nvPr/>
        </p:nvPicPr>
        <p:blipFill rotWithShape="1">
          <a:blip r:embed="rId6">
            <a:alphaModFix/>
          </a:blip>
          <a:srcRect t="19" b="29"/>
          <a:stretch/>
        </p:blipFill>
        <p:spPr>
          <a:xfrm rot="-511407">
            <a:off x="4253749" y="4487467"/>
            <a:ext cx="1333892" cy="953242"/>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g2bee4f4af4b_0_204">
            <a:hlinkClick r:id="rId3" action="ppaction://hlinksldjump"/>
          </p:cNvPr>
          <p:cNvSpPr/>
          <p:nvPr/>
        </p:nvSpPr>
        <p:spPr>
          <a:xfrm>
            <a:off x="232075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7" name="Google Shape;727;g2bee4f4af4b_0_204"/>
          <p:cNvSpPr txBox="1">
            <a:spLocks noGrp="1"/>
          </p:cNvSpPr>
          <p:nvPr>
            <p:ph type="body" idx="1"/>
          </p:nvPr>
        </p:nvSpPr>
        <p:spPr>
          <a:xfrm>
            <a:off x="3298550" y="1032250"/>
            <a:ext cx="52629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Common Exception Words.</a:t>
            </a:r>
            <a:endParaRPr/>
          </a:p>
        </p:txBody>
      </p:sp>
      <p:sp>
        <p:nvSpPr>
          <p:cNvPr id="728" name="Google Shape;728;g2bee4f4af4b_0_204"/>
          <p:cNvSpPr txBox="1">
            <a:spLocks noGrp="1"/>
          </p:cNvSpPr>
          <p:nvPr>
            <p:ph type="body" idx="2"/>
          </p:nvPr>
        </p:nvSpPr>
        <p:spPr>
          <a:xfrm>
            <a:off x="3298550" y="1777850"/>
            <a:ext cx="4625700" cy="15270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all Phase 3 Common Exception Words learned so far.</a:t>
            </a:r>
            <a:endParaRPr/>
          </a:p>
        </p:txBody>
      </p:sp>
      <p:sp>
        <p:nvSpPr>
          <p:cNvPr id="729" name="Google Shape;729;g2bee4f4af4b_0_204"/>
          <p:cNvSpPr txBox="1"/>
          <p:nvPr/>
        </p:nvSpPr>
        <p:spPr>
          <a:xfrm>
            <a:off x="1128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30" name="Google Shape;730;g2bee4f4af4b_0_204"/>
          <p:cNvSpPr txBox="1"/>
          <p:nvPr/>
        </p:nvSpPr>
        <p:spPr>
          <a:xfrm>
            <a:off x="921316" y="5117929"/>
            <a:ext cx="12282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a:t>
            </a:r>
            <a:r>
              <a:rPr lang="en-US" sz="900" b="0" i="0" u="none" strike="noStrike" cap="none">
                <a:solidFill>
                  <a:srgbClr val="757070"/>
                </a:solidFill>
                <a:latin typeface="Poppins Medium"/>
                <a:ea typeface="Poppins Medium"/>
                <a:cs typeface="Poppins Medium"/>
                <a:sym typeface="Poppins Medium"/>
              </a:rPr>
              <a:t>s</a:t>
            </a:r>
            <a:br>
              <a:rPr lang="en-US" sz="900" b="0" i="0" u="none" strike="noStrike" cap="none">
                <a:solidFill>
                  <a:srgbClr val="757070"/>
                </a:solidFill>
                <a:latin typeface="Poppins Medium"/>
                <a:ea typeface="Poppins Medium"/>
                <a:cs typeface="Poppins Medium"/>
                <a:sym typeface="Poppins Medium"/>
              </a:rPr>
            </a:br>
            <a:r>
              <a:rPr lang="en-US" sz="900" b="0" i="1" u="none" strike="noStrike" cap="none">
                <a:solidFill>
                  <a:srgbClr val="757070"/>
                </a:solidFill>
                <a:latin typeface="Poppins Medium"/>
                <a:ea typeface="Poppins Medium"/>
                <a:cs typeface="Poppins Medium"/>
                <a:sym typeface="Poppins Medium"/>
              </a:rPr>
              <a:t>Phase 2</a:t>
            </a:r>
            <a:endParaRPr sz="1400" b="0" i="0" u="none" strike="noStrike" cap="none">
              <a:solidFill>
                <a:srgbClr val="000000"/>
              </a:solidFill>
              <a:latin typeface="Poppins Medium"/>
              <a:ea typeface="Poppins Medium"/>
              <a:cs typeface="Poppins Medium"/>
              <a:sym typeface="Poppins Medium"/>
            </a:endParaRPr>
          </a:p>
        </p:txBody>
      </p:sp>
      <p:pic>
        <p:nvPicPr>
          <p:cNvPr id="731" name="Google Shape;731;g2bee4f4af4b_0_204"/>
          <p:cNvPicPr preferRelativeResize="0"/>
          <p:nvPr/>
        </p:nvPicPr>
        <p:blipFill rotWithShape="1">
          <a:blip r:embed="rId4">
            <a:alphaModFix/>
          </a:blip>
          <a:srcRect t="59" b="59"/>
          <a:stretch/>
        </p:blipFill>
        <p:spPr>
          <a:xfrm>
            <a:off x="1069429" y="4326104"/>
            <a:ext cx="931973" cy="665200"/>
          </a:xfrm>
          <a:prstGeom prst="rect">
            <a:avLst/>
          </a:prstGeom>
          <a:noFill/>
          <a:ln>
            <a:noFill/>
          </a:ln>
          <a:effectLst>
            <a:outerShdw blurRad="71438" dist="19050" dir="5220000" algn="bl" rotWithShape="0">
              <a:srgbClr val="D8D8D8"/>
            </a:outerShdw>
          </a:effectLst>
        </p:spPr>
      </p:pic>
      <p:sp>
        <p:nvSpPr>
          <p:cNvPr id="732" name="Google Shape;732;g2bee4f4af4b_0_204"/>
          <p:cNvSpPr txBox="1"/>
          <p:nvPr/>
        </p:nvSpPr>
        <p:spPr>
          <a:xfrm>
            <a:off x="252806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33" name="Google Shape;733;g2bee4f4af4b_0_204"/>
          <p:cNvSpPr txBox="1"/>
          <p:nvPr/>
        </p:nvSpPr>
        <p:spPr>
          <a:xfrm>
            <a:off x="2320766" y="5117929"/>
            <a:ext cx="12282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dirty="0">
                <a:solidFill>
                  <a:srgbClr val="757070"/>
                </a:solidFill>
                <a:latin typeface="Poppins Medium"/>
                <a:ea typeface="Poppins Medium"/>
                <a:cs typeface="Poppins Medium"/>
                <a:sym typeface="Poppins Medium"/>
              </a:rPr>
              <a:t>Common Exception Words</a:t>
            </a:r>
            <a:br>
              <a:rPr lang="en-US" sz="900" b="0" i="0" u="none" strike="noStrike" cap="none" dirty="0">
                <a:solidFill>
                  <a:srgbClr val="757070"/>
                </a:solidFill>
                <a:latin typeface="Poppins Medium"/>
                <a:ea typeface="Poppins Medium"/>
                <a:cs typeface="Poppins Medium"/>
                <a:sym typeface="Poppins Medium"/>
              </a:rPr>
            </a:br>
            <a:r>
              <a:rPr lang="en-US" sz="900" b="0" i="1" u="none" strike="noStrike" cap="none" dirty="0">
                <a:solidFill>
                  <a:srgbClr val="757070"/>
                </a:solidFill>
                <a:latin typeface="Poppins Medium"/>
                <a:ea typeface="Poppins Medium"/>
                <a:cs typeface="Poppins Medium"/>
                <a:sym typeface="Poppins Medium"/>
              </a:rPr>
              <a:t>Phase 3</a:t>
            </a:r>
            <a:endParaRPr sz="1400" b="0" i="0" u="none" strike="noStrike" cap="none" dirty="0">
              <a:solidFill>
                <a:srgbClr val="000000"/>
              </a:solidFill>
              <a:latin typeface="Poppins Medium"/>
              <a:ea typeface="Poppins Medium"/>
              <a:cs typeface="Poppins Medium"/>
              <a:sym typeface="Poppins Medium"/>
            </a:endParaRPr>
          </a:p>
        </p:txBody>
      </p:sp>
      <p:pic>
        <p:nvPicPr>
          <p:cNvPr id="734" name="Google Shape;734;g2bee4f4af4b_0_204"/>
          <p:cNvPicPr preferRelativeResize="0"/>
          <p:nvPr/>
        </p:nvPicPr>
        <p:blipFill rotWithShape="1">
          <a:blip r:embed="rId5">
            <a:alphaModFix/>
          </a:blip>
          <a:srcRect t="89" b="79"/>
          <a:stretch/>
        </p:blipFill>
        <p:spPr>
          <a:xfrm>
            <a:off x="2468879" y="4326104"/>
            <a:ext cx="931974" cy="665199"/>
          </a:xfrm>
          <a:prstGeom prst="rect">
            <a:avLst/>
          </a:prstGeom>
          <a:noFill/>
          <a:ln>
            <a:noFill/>
          </a:ln>
          <a:effectLst>
            <a:outerShdw blurRad="71438" dist="19050" dir="5220000" algn="bl" rotWithShape="0">
              <a:srgbClr val="D8D8D8"/>
            </a:outerShdw>
          </a:effectLst>
        </p:spPr>
      </p:pic>
      <p:sp>
        <p:nvSpPr>
          <p:cNvPr id="735" name="Google Shape;735;g2bee4f4af4b_0_204">
            <a:hlinkClick r:id="rId6" action="ppaction://hlinksldjump"/>
          </p:cNvPr>
          <p:cNvSpPr/>
          <p:nvPr/>
        </p:nvSpPr>
        <p:spPr>
          <a:xfrm>
            <a:off x="932876" y="3705008"/>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42" name="Google Shape;742;g26b641b03cd_0_165"/>
          <p:cNvGrpSpPr/>
          <p:nvPr/>
        </p:nvGrpSpPr>
        <p:grpSpPr>
          <a:xfrm>
            <a:off x="930400" y="2129444"/>
            <a:ext cx="7283200" cy="3724851"/>
            <a:chOff x="930400" y="2129444"/>
            <a:chExt cx="7283200" cy="3724851"/>
          </a:xfrm>
        </p:grpSpPr>
        <p:pic>
          <p:nvPicPr>
            <p:cNvPr id="743" name="Google Shape;743;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2" name="Google Shape;772;g26b7edf6e71_0_26"/>
          <p:cNvPicPr preferRelativeResize="0"/>
          <p:nvPr/>
        </p:nvPicPr>
        <p:blipFill rotWithShape="1">
          <a:blip r:embed="rId3">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3" name="Google Shape;773;g26b7edf6e71_0_26"/>
          <p:cNvPicPr preferRelativeResize="0"/>
          <p:nvPr/>
        </p:nvPicPr>
        <p:blipFill rotWithShape="1">
          <a:blip r:embed="rId4">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74" name="Google Shape;774;g26b7edf6e71_0_26"/>
          <p:cNvPicPr preferRelativeResize="0"/>
          <p:nvPr/>
        </p:nvPicPr>
        <p:blipFill rotWithShape="1">
          <a:blip r:embed="rId5">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75" name="Google Shape;775;g26b7edf6e71_0_26"/>
          <p:cNvPicPr preferRelativeResize="0"/>
          <p:nvPr/>
        </p:nvPicPr>
        <p:blipFill rotWithShape="1">
          <a:blip r:embed="rId6">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76" name="Google Shape;776;g26b7edf6e71_0_26"/>
          <p:cNvPicPr preferRelativeResize="0"/>
          <p:nvPr/>
        </p:nvPicPr>
        <p:blipFill rotWithShape="1">
          <a:blip r:embed="rId7">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77" name="Google Shape;777;g26b7edf6e71_0_26"/>
          <p:cNvPicPr preferRelativeResize="0"/>
          <p:nvPr/>
        </p:nvPicPr>
        <p:blipFill rotWithShape="1">
          <a:blip r:embed="rId8">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78" name="Google Shape;778;g26b7edf6e71_0_26"/>
          <p:cNvPicPr preferRelativeResize="0"/>
          <p:nvPr/>
        </p:nvPicPr>
        <p:blipFill rotWithShape="1">
          <a:blip r:embed="rId9">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79" name="Google Shape;779;g26b7edf6e71_0_26"/>
          <p:cNvPicPr preferRelativeResize="0"/>
          <p:nvPr/>
        </p:nvPicPr>
        <p:blipFill rotWithShape="1">
          <a:blip r:embed="rId10">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0" name="Google Shape;780;g26b7edf6e71_0_26"/>
          <p:cNvPicPr preferRelativeResize="0"/>
          <p:nvPr/>
        </p:nvPicPr>
        <p:blipFill rotWithShape="1">
          <a:blip r:embed="rId11">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1" name="Google Shape;781;g26b7edf6e71_0_26"/>
          <p:cNvPicPr preferRelativeResize="0"/>
          <p:nvPr/>
        </p:nvPicPr>
        <p:blipFill rotWithShape="1">
          <a:blip r:embed="rId12">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82" name="Google Shape;782;g26b7edf6e71_0_26"/>
          <p:cNvPicPr preferRelativeResize="0"/>
          <p:nvPr/>
        </p:nvPicPr>
        <p:blipFill rotWithShape="1">
          <a:blip r:embed="rId13">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83" name="Google Shape;783;g26b7edf6e71_0_26"/>
          <p:cNvPicPr preferRelativeResize="0"/>
          <p:nvPr/>
        </p:nvPicPr>
        <p:blipFill rotWithShape="1">
          <a:blip r:embed="rId14">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6b7edf6e71_0_26"/>
          <p:cNvPicPr preferRelativeResize="0"/>
          <p:nvPr/>
        </p:nvPicPr>
        <p:blipFill rotWithShape="1">
          <a:blip r:embed="rId15">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26b7edf6e71_0_26"/>
          <p:cNvPicPr preferRelativeResize="0"/>
          <p:nvPr/>
        </p:nvPicPr>
        <p:blipFill rotWithShape="1">
          <a:blip r:embed="rId16">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26b7edf6e71_0_26"/>
          <p:cNvPicPr preferRelativeResize="0"/>
          <p:nvPr/>
        </p:nvPicPr>
        <p:blipFill rotWithShape="1">
          <a:blip r:embed="rId17">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87" name="Google Shape;787;g26b7edf6e71_0_26"/>
          <p:cNvPicPr preferRelativeResize="0"/>
          <p:nvPr/>
        </p:nvPicPr>
        <p:blipFill rotWithShape="1">
          <a:blip r:embed="rId18">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6b7edf6e71_0_26"/>
          <p:cNvPicPr preferRelativeResize="0"/>
          <p:nvPr/>
        </p:nvPicPr>
        <p:blipFill rotWithShape="1">
          <a:blip r:embed="rId19">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6b7edf6e71_0_26"/>
          <p:cNvPicPr preferRelativeResize="0"/>
          <p:nvPr/>
        </p:nvPicPr>
        <p:blipFill rotWithShape="1">
          <a:blip r:embed="rId20">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6b7edf6e71_0_26"/>
          <p:cNvPicPr preferRelativeResize="0"/>
          <p:nvPr/>
        </p:nvPicPr>
        <p:blipFill rotWithShape="1">
          <a:blip r:embed="rId21">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91" name="Google Shape;791;g26b7edf6e71_0_26"/>
          <p:cNvPicPr preferRelativeResize="0"/>
          <p:nvPr/>
        </p:nvPicPr>
        <p:blipFill rotWithShape="1">
          <a:blip r:embed="rId22">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92" name="Google Shape;792;g26b7edf6e71_0_26"/>
          <p:cNvPicPr preferRelativeResize="0"/>
          <p:nvPr/>
        </p:nvPicPr>
        <p:blipFill rotWithShape="1">
          <a:blip r:embed="rId23">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93" name="Google Shape;793;g26b7edf6e71_0_26"/>
          <p:cNvPicPr preferRelativeResize="0"/>
          <p:nvPr/>
        </p:nvPicPr>
        <p:blipFill rotWithShape="1">
          <a:blip r:embed="rId24">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800" name="Google Shape;800;g26b7edf6e71_0_109"/>
          <p:cNvGrpSpPr/>
          <p:nvPr/>
        </p:nvGrpSpPr>
        <p:grpSpPr>
          <a:xfrm>
            <a:off x="867357" y="2129450"/>
            <a:ext cx="7282807" cy="2686611"/>
            <a:chOff x="867357" y="2129450"/>
            <a:chExt cx="7282807" cy="2686611"/>
          </a:xfrm>
        </p:grpSpPr>
        <p:pic>
          <p:nvPicPr>
            <p:cNvPr id="801" name="Google Shape;801;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02" name="Google Shape;802;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03" name="Google Shape;803;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04" name="Google Shape;804;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05" name="Google Shape;805;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06" name="Google Shape;806;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07" name="Google Shape;807;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08" name="Google Shape;808;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09" name="Google Shape;809;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0" name="Google Shape;810;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1" name="Google Shape;811;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12" name="Google Shape;812;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13" name="Google Shape;813;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g2c610ea7438_0_1"/>
          <p:cNvSpPr txBox="1">
            <a:spLocks noGrp="1"/>
          </p:cNvSpPr>
          <p:nvPr>
            <p:ph type="title"/>
          </p:nvPr>
        </p:nvSpPr>
        <p:spPr>
          <a:xfrm>
            <a:off x="563725" y="582900"/>
            <a:ext cx="80166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990"/>
              <a:buNone/>
            </a:pPr>
            <a:r>
              <a:rPr lang="en-US"/>
              <a:t>Review Phase 3 Common Exception Words </a:t>
            </a:r>
            <a:br>
              <a:rPr lang="en-US"/>
            </a:br>
            <a:r>
              <a:rPr lang="en-US">
                <a:solidFill>
                  <a:srgbClr val="2356AF"/>
                </a:solidFill>
              </a:rPr>
              <a:t>push they me we be he she my by looked you</a:t>
            </a:r>
            <a:r>
              <a:rPr lang="en-US"/>
              <a:t>.</a:t>
            </a:r>
            <a:endParaRPr/>
          </a:p>
        </p:txBody>
      </p:sp>
      <p:pic>
        <p:nvPicPr>
          <p:cNvPr id="821" name="Google Shape;821;g2c610ea7438_0_1"/>
          <p:cNvPicPr preferRelativeResize="0"/>
          <p:nvPr/>
        </p:nvPicPr>
        <p:blipFill rotWithShape="1">
          <a:blip r:embed="rId3">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2" name="Google Shape;822;g2c610ea7438_0_1"/>
          <p:cNvPicPr preferRelativeResize="0"/>
          <p:nvPr/>
        </p:nvPicPr>
        <p:blipFill rotWithShape="1">
          <a:blip r:embed="rId4">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3" name="Google Shape;823;g2c610ea7438_0_1"/>
          <p:cNvPicPr preferRelativeResize="0"/>
          <p:nvPr/>
        </p:nvPicPr>
        <p:blipFill rotWithShape="1">
          <a:blip r:embed="rId5">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4" name="Google Shape;824;g2c610ea7438_0_1"/>
          <p:cNvPicPr preferRelativeResize="0"/>
          <p:nvPr/>
        </p:nvPicPr>
        <p:blipFill rotWithShape="1">
          <a:blip r:embed="rId6">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25" name="Google Shape;825;g2c610ea7438_0_1"/>
          <p:cNvPicPr preferRelativeResize="0"/>
          <p:nvPr/>
        </p:nvPicPr>
        <p:blipFill rotWithShape="1">
          <a:blip r:embed="rId7">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6" name="Google Shape;826;g2c610ea7438_0_1"/>
          <p:cNvPicPr preferRelativeResize="0"/>
          <p:nvPr/>
        </p:nvPicPr>
        <p:blipFill rotWithShape="1">
          <a:blip r:embed="rId8">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7" name="Google Shape;827;g2c610ea7438_0_1"/>
          <p:cNvPicPr preferRelativeResize="0"/>
          <p:nvPr/>
        </p:nvPicPr>
        <p:blipFill rotWithShape="1">
          <a:blip r:embed="rId9">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8" name="Google Shape;828;g2c610ea7438_0_1"/>
          <p:cNvPicPr preferRelativeResize="0"/>
          <p:nvPr/>
        </p:nvPicPr>
        <p:blipFill rotWithShape="1">
          <a:blip r:embed="rId10">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9" name="Google Shape;829;g2c610ea7438_0_1"/>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0" name="Google Shape;830;g2c610ea7438_0_1"/>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1" name="Google Shape;831;g2c610ea7438_0_1"/>
          <p:cNvPicPr preferRelativeResize="0"/>
          <p:nvPr/>
        </p:nvPicPr>
        <p:blipFill rotWithShape="1">
          <a:blip r:embed="rId13">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32" name="Google Shape;832;g2c610ea7438_0_1"/>
          <p:cNvPicPr preferRelativeResize="0"/>
          <p:nvPr/>
        </p:nvPicPr>
        <p:blipFill rotWithShape="1">
          <a:blip r:embed="rId14">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3" name="Google Shape;833;g2c610ea7438_0_1"/>
          <p:cNvPicPr preferRelativeResize="0"/>
          <p:nvPr/>
        </p:nvPicPr>
        <p:blipFill rotWithShape="1">
          <a:blip r:embed="rId15">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4" name="Google Shape;834;g2c610ea7438_0_1"/>
          <p:cNvPicPr preferRelativeResize="0"/>
          <p:nvPr/>
        </p:nvPicPr>
        <p:blipFill rotWithShape="1">
          <a:blip r:embed="rId16">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5" name="Google Shape;835;g2c610ea7438_0_1"/>
          <p:cNvPicPr preferRelativeResize="0"/>
          <p:nvPr/>
        </p:nvPicPr>
        <p:blipFill rotWithShape="1">
          <a:blip r:embed="rId17">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36" name="Google Shape;836;g2c610ea7438_0_1"/>
          <p:cNvPicPr preferRelativeResize="0"/>
          <p:nvPr/>
        </p:nvPicPr>
        <p:blipFill rotWithShape="1">
          <a:blip r:embed="rId18">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37" name="Google Shape;837;g2c610ea7438_0_1"/>
          <p:cNvPicPr preferRelativeResize="0"/>
          <p:nvPr/>
        </p:nvPicPr>
        <p:blipFill rotWithShape="1">
          <a:blip r:embed="rId19">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8" name="Google Shape;838;g2c610ea7438_0_1"/>
          <p:cNvPicPr preferRelativeResize="0"/>
          <p:nvPr/>
        </p:nvPicPr>
        <p:blipFill rotWithShape="1">
          <a:blip r:embed="rId20">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9" name="Google Shape;839;g2c610ea7438_0_1"/>
          <p:cNvPicPr preferRelativeResize="0"/>
          <p:nvPr/>
        </p:nvPicPr>
        <p:blipFill rotWithShape="1">
          <a:blip r:embed="rId21">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0" name="Google Shape;840;g2c610ea7438_0_1"/>
          <p:cNvPicPr preferRelativeResize="0"/>
          <p:nvPr/>
        </p:nvPicPr>
        <p:blipFill rotWithShape="1">
          <a:blip r:embed="rId22">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1" name="Google Shape;841;g2c610ea7438_0_1"/>
          <p:cNvPicPr preferRelativeResize="0"/>
          <p:nvPr/>
        </p:nvPicPr>
        <p:blipFill rotWithShape="1">
          <a:blip r:embed="rId23">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2" name="Google Shape;842;g2c610ea7438_0_1"/>
          <p:cNvPicPr preferRelativeResize="0"/>
          <p:nvPr/>
        </p:nvPicPr>
        <p:blipFill rotWithShape="1">
          <a:blip r:embed="rId2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sp>
        <p:nvSpPr>
          <p:cNvPr id="848" name="Google Shape;848;g2d067c62542_0_22"/>
          <p:cNvSpPr txBox="1">
            <a:spLocks noGrp="1"/>
          </p:cNvSpPr>
          <p:nvPr>
            <p:ph type="title"/>
          </p:nvPr>
        </p:nvSpPr>
        <p:spPr>
          <a:xfrm>
            <a:off x="964425" y="5568500"/>
            <a:ext cx="7215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849" name="Google Shape;849;g2d067c62542_0_2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850" name="Google Shape;850;g2d067c62542_0_2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51" name="Google Shape;851;g2d067c62542_0_22"/>
          <p:cNvPicPr preferRelativeResize="0"/>
          <p:nvPr/>
        </p:nvPicPr>
        <p:blipFill rotWithShape="1">
          <a:blip r:embed="rId3">
            <a:alphaModFix/>
          </a:blip>
          <a:srcRect t="19" b="29"/>
          <a:stretch/>
        </p:blipFill>
        <p:spPr>
          <a:xfrm>
            <a:off x="1117250" y="1683800"/>
            <a:ext cx="1308927" cy="935400"/>
          </a:xfrm>
          <a:prstGeom prst="rect">
            <a:avLst/>
          </a:prstGeom>
          <a:noFill/>
          <a:ln>
            <a:noFill/>
          </a:ln>
          <a:effectLst>
            <a:outerShdw blurRad="71438" dist="19050" dir="5400000" algn="bl" rotWithShape="0">
              <a:srgbClr val="000000">
                <a:alpha val="18039"/>
              </a:srgbClr>
            </a:outerShdw>
          </a:effectLst>
        </p:spPr>
      </p:pic>
      <p:pic>
        <p:nvPicPr>
          <p:cNvPr id="852" name="Google Shape;852;g2d067c62542_0_22"/>
          <p:cNvPicPr preferRelativeResize="0"/>
          <p:nvPr/>
        </p:nvPicPr>
        <p:blipFill rotWithShape="1">
          <a:blip r:embed="rId4">
            <a:alphaModFix/>
          </a:blip>
          <a:srcRect l="159" r="159"/>
          <a:stretch/>
        </p:blipFill>
        <p:spPr>
          <a:xfrm>
            <a:off x="2516815" y="1683800"/>
            <a:ext cx="1309505" cy="939289"/>
          </a:xfrm>
          <a:prstGeom prst="rect">
            <a:avLst/>
          </a:prstGeom>
          <a:noFill/>
          <a:ln>
            <a:noFill/>
          </a:ln>
          <a:effectLst>
            <a:outerShdw blurRad="71438" dist="19050" dir="5400000" algn="bl" rotWithShape="0">
              <a:srgbClr val="000000">
                <a:alpha val="18039"/>
              </a:srgbClr>
            </a:outerShdw>
          </a:effectLst>
        </p:spPr>
      </p:pic>
      <p:pic>
        <p:nvPicPr>
          <p:cNvPr id="853" name="Google Shape;853;g2d067c62542_0_22"/>
          <p:cNvPicPr preferRelativeResize="0"/>
          <p:nvPr/>
        </p:nvPicPr>
        <p:blipFill rotWithShape="1">
          <a:blip r:embed="rId5">
            <a:alphaModFix/>
          </a:blip>
          <a:srcRect l="159" r="159"/>
          <a:stretch/>
        </p:blipFill>
        <p:spPr>
          <a:xfrm>
            <a:off x="3916959" y="1683800"/>
            <a:ext cx="1309505" cy="937703"/>
          </a:xfrm>
          <a:prstGeom prst="rect">
            <a:avLst/>
          </a:prstGeom>
          <a:noFill/>
          <a:ln>
            <a:noFill/>
          </a:ln>
          <a:effectLst>
            <a:outerShdw blurRad="71438" dist="19050" dir="5400000" algn="bl" rotWithShape="0">
              <a:srgbClr val="000000">
                <a:alpha val="18039"/>
              </a:srgbClr>
            </a:outerShdw>
          </a:effectLst>
        </p:spPr>
      </p:pic>
      <p:pic>
        <p:nvPicPr>
          <p:cNvPr id="854" name="Google Shape;854;g2d067c62542_0_22"/>
          <p:cNvPicPr preferRelativeResize="0"/>
          <p:nvPr/>
        </p:nvPicPr>
        <p:blipFill rotWithShape="1">
          <a:blip r:embed="rId6">
            <a:alphaModFix/>
          </a:blip>
          <a:srcRect l="79" r="69"/>
          <a:stretch/>
        </p:blipFill>
        <p:spPr>
          <a:xfrm>
            <a:off x="5317101" y="1683800"/>
            <a:ext cx="1309505" cy="937704"/>
          </a:xfrm>
          <a:prstGeom prst="rect">
            <a:avLst/>
          </a:prstGeom>
          <a:noFill/>
          <a:ln>
            <a:noFill/>
          </a:ln>
          <a:effectLst>
            <a:outerShdw blurRad="71438" dist="19050" dir="5400000" algn="bl" rotWithShape="0">
              <a:srgbClr val="000000">
                <a:alpha val="18039"/>
              </a:srgbClr>
            </a:outerShdw>
          </a:effectLst>
        </p:spPr>
      </p:pic>
      <p:pic>
        <p:nvPicPr>
          <p:cNvPr id="855" name="Google Shape;855;g2d067c62542_0_22"/>
          <p:cNvPicPr preferRelativeResize="0"/>
          <p:nvPr/>
        </p:nvPicPr>
        <p:blipFill rotWithShape="1">
          <a:blip r:embed="rId7">
            <a:alphaModFix/>
          </a:blip>
          <a:srcRect l="79" r="69"/>
          <a:stretch/>
        </p:blipFill>
        <p:spPr>
          <a:xfrm>
            <a:off x="6717245" y="1683800"/>
            <a:ext cx="1309505" cy="937704"/>
          </a:xfrm>
          <a:prstGeom prst="rect">
            <a:avLst/>
          </a:prstGeom>
          <a:noFill/>
          <a:ln>
            <a:noFill/>
          </a:ln>
          <a:effectLst>
            <a:outerShdw blurRad="71438" dist="19050" dir="5400000" algn="bl" rotWithShape="0">
              <a:srgbClr val="000000">
                <a:alpha val="18039"/>
              </a:srgbClr>
            </a:outerShdw>
          </a:effectLst>
        </p:spPr>
      </p:pic>
      <p:pic>
        <p:nvPicPr>
          <p:cNvPr id="856" name="Google Shape;856;g2d067c62542_0_22"/>
          <p:cNvPicPr preferRelativeResize="0"/>
          <p:nvPr/>
        </p:nvPicPr>
        <p:blipFill rotWithShape="1">
          <a:blip r:embed="rId8">
            <a:alphaModFix/>
          </a:blip>
          <a:srcRect l="159" r="159"/>
          <a:stretch/>
        </p:blipFill>
        <p:spPr>
          <a:xfrm>
            <a:off x="1117250" y="2747789"/>
            <a:ext cx="1309505" cy="937703"/>
          </a:xfrm>
          <a:prstGeom prst="rect">
            <a:avLst/>
          </a:prstGeom>
          <a:noFill/>
          <a:ln>
            <a:noFill/>
          </a:ln>
          <a:effectLst>
            <a:outerShdw blurRad="71438" dist="19050" dir="5400000" algn="bl" rotWithShape="0">
              <a:srgbClr val="000000">
                <a:alpha val="18039"/>
              </a:srgbClr>
            </a:outerShdw>
          </a:effectLst>
        </p:spPr>
      </p:pic>
      <p:pic>
        <p:nvPicPr>
          <p:cNvPr id="857" name="Google Shape;857;g2d067c62542_0_22"/>
          <p:cNvPicPr preferRelativeResize="0"/>
          <p:nvPr/>
        </p:nvPicPr>
        <p:blipFill rotWithShape="1">
          <a:blip r:embed="rId9">
            <a:alphaModFix/>
          </a:blip>
          <a:srcRect l="159" r="159"/>
          <a:stretch/>
        </p:blipFill>
        <p:spPr>
          <a:xfrm>
            <a:off x="2516815" y="2746202"/>
            <a:ext cx="1309505" cy="939289"/>
          </a:xfrm>
          <a:prstGeom prst="rect">
            <a:avLst/>
          </a:prstGeom>
          <a:noFill/>
          <a:ln>
            <a:noFill/>
          </a:ln>
          <a:effectLst>
            <a:outerShdw blurRad="71438" dist="19050" dir="5400000" algn="bl" rotWithShape="0">
              <a:srgbClr val="000000">
                <a:alpha val="18039"/>
              </a:srgbClr>
            </a:outerShdw>
          </a:effectLst>
        </p:spPr>
      </p:pic>
      <p:pic>
        <p:nvPicPr>
          <p:cNvPr id="858" name="Google Shape;858;g2d067c62542_0_22"/>
          <p:cNvPicPr preferRelativeResize="0"/>
          <p:nvPr/>
        </p:nvPicPr>
        <p:blipFill rotWithShape="1">
          <a:blip r:embed="rId10">
            <a:alphaModFix/>
          </a:blip>
          <a:srcRect l="19" r="9"/>
          <a:stretch/>
        </p:blipFill>
        <p:spPr>
          <a:xfrm>
            <a:off x="3915376" y="2746202"/>
            <a:ext cx="1311088" cy="937704"/>
          </a:xfrm>
          <a:prstGeom prst="rect">
            <a:avLst/>
          </a:prstGeom>
          <a:noFill/>
          <a:ln>
            <a:noFill/>
          </a:ln>
          <a:effectLst>
            <a:outerShdw blurRad="71438" dist="19050" dir="5400000" algn="bl" rotWithShape="0">
              <a:srgbClr val="000000">
                <a:alpha val="18039"/>
              </a:srgbClr>
            </a:outerShdw>
          </a:effectLst>
        </p:spPr>
      </p:pic>
      <p:pic>
        <p:nvPicPr>
          <p:cNvPr id="859" name="Google Shape;859;g2d067c62542_0_22"/>
          <p:cNvPicPr preferRelativeResize="0"/>
          <p:nvPr/>
        </p:nvPicPr>
        <p:blipFill rotWithShape="1">
          <a:blip r:embed="rId11">
            <a:alphaModFix/>
          </a:blip>
          <a:srcRect l="189" r="179"/>
          <a:stretch/>
        </p:blipFill>
        <p:spPr>
          <a:xfrm>
            <a:off x="5315518" y="2746202"/>
            <a:ext cx="1311088" cy="939290"/>
          </a:xfrm>
          <a:prstGeom prst="rect">
            <a:avLst/>
          </a:prstGeom>
          <a:noFill/>
          <a:ln>
            <a:noFill/>
          </a:ln>
          <a:effectLst>
            <a:outerShdw blurRad="71438" dist="19050" dir="5400000" algn="bl" rotWithShape="0">
              <a:srgbClr val="000000">
                <a:alpha val="18039"/>
              </a:srgbClr>
            </a:outerShdw>
          </a:effectLst>
        </p:spPr>
      </p:pic>
      <p:pic>
        <p:nvPicPr>
          <p:cNvPr id="860" name="Google Shape;860;g2d067c62542_0_22"/>
          <p:cNvPicPr preferRelativeResize="0"/>
          <p:nvPr/>
        </p:nvPicPr>
        <p:blipFill rotWithShape="1">
          <a:blip r:embed="rId12">
            <a:alphaModFix/>
          </a:blip>
          <a:srcRect l="99" r="99"/>
          <a:stretch/>
        </p:blipFill>
        <p:spPr>
          <a:xfrm>
            <a:off x="6715662" y="2746202"/>
            <a:ext cx="1311088" cy="939289"/>
          </a:xfrm>
          <a:prstGeom prst="rect">
            <a:avLst/>
          </a:prstGeom>
          <a:noFill/>
          <a:ln>
            <a:noFill/>
          </a:ln>
          <a:effectLst>
            <a:outerShdw blurRad="71438" dist="19050" dir="5400000" algn="bl" rotWithShape="0">
              <a:srgbClr val="000000">
                <a:alpha val="18039"/>
              </a:srgbClr>
            </a:outerShdw>
          </a:effectLst>
        </p:spPr>
      </p:pic>
      <p:pic>
        <p:nvPicPr>
          <p:cNvPr id="861" name="Google Shape;861;g2d067c62542_0_22"/>
          <p:cNvPicPr preferRelativeResize="0"/>
          <p:nvPr/>
        </p:nvPicPr>
        <p:blipFill rotWithShape="1">
          <a:blip r:embed="rId13">
            <a:alphaModFix/>
          </a:blip>
          <a:srcRect l="99" r="99"/>
          <a:stretch/>
        </p:blipFill>
        <p:spPr>
          <a:xfrm>
            <a:off x="3916355" y="3808610"/>
            <a:ext cx="1311088" cy="939289"/>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g2d067c62542_0_922"/>
          <p:cNvSpPr txBox="1">
            <a:spLocks noGrp="1"/>
          </p:cNvSpPr>
          <p:nvPr>
            <p:ph type="title"/>
          </p:nvPr>
        </p:nvSpPr>
        <p:spPr>
          <a:xfrm>
            <a:off x="958175" y="5568500"/>
            <a:ext cx="7227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868" name="Google Shape;868;g2d067c62542_0_92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869" name="Google Shape;869;g2d067c62542_0_92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70" name="Google Shape;870;g2d067c62542_0_922"/>
          <p:cNvPicPr preferRelativeResize="0"/>
          <p:nvPr/>
        </p:nvPicPr>
        <p:blipFill rotWithShape="1">
          <a:blip r:embed="rId3">
            <a:alphaModFix/>
          </a:blip>
          <a:srcRect t="19" b="29"/>
          <a:stretch/>
        </p:blipFill>
        <p:spPr>
          <a:xfrm>
            <a:off x="1117250" y="1683800"/>
            <a:ext cx="1308927" cy="935400"/>
          </a:xfrm>
          <a:prstGeom prst="rect">
            <a:avLst/>
          </a:prstGeom>
          <a:noFill/>
          <a:ln>
            <a:noFill/>
          </a:ln>
          <a:effectLst>
            <a:outerShdw blurRad="71438" dist="19050" dir="5400000" algn="bl" rotWithShape="0">
              <a:srgbClr val="000000">
                <a:alpha val="18039"/>
              </a:srgbClr>
            </a:outerShdw>
          </a:effectLst>
        </p:spPr>
      </p:pic>
      <p:pic>
        <p:nvPicPr>
          <p:cNvPr id="871" name="Google Shape;871;g2d067c62542_0_922"/>
          <p:cNvPicPr preferRelativeResize="0"/>
          <p:nvPr/>
        </p:nvPicPr>
        <p:blipFill rotWithShape="1">
          <a:blip r:embed="rId4">
            <a:alphaModFix/>
          </a:blip>
          <a:srcRect l="159" r="159"/>
          <a:stretch/>
        </p:blipFill>
        <p:spPr>
          <a:xfrm>
            <a:off x="2516815" y="1683800"/>
            <a:ext cx="1309505" cy="939289"/>
          </a:xfrm>
          <a:prstGeom prst="rect">
            <a:avLst/>
          </a:prstGeom>
          <a:noFill/>
          <a:ln>
            <a:noFill/>
          </a:ln>
          <a:effectLst>
            <a:outerShdw blurRad="71438" dist="19050" dir="5400000" algn="bl" rotWithShape="0">
              <a:srgbClr val="000000">
                <a:alpha val="18039"/>
              </a:srgbClr>
            </a:outerShdw>
          </a:effectLst>
        </p:spPr>
      </p:pic>
      <p:pic>
        <p:nvPicPr>
          <p:cNvPr id="872" name="Google Shape;872;g2d067c62542_0_922"/>
          <p:cNvPicPr preferRelativeResize="0"/>
          <p:nvPr/>
        </p:nvPicPr>
        <p:blipFill rotWithShape="1">
          <a:blip r:embed="rId5">
            <a:alphaModFix/>
          </a:blip>
          <a:srcRect l="159" r="159"/>
          <a:stretch/>
        </p:blipFill>
        <p:spPr>
          <a:xfrm>
            <a:off x="3916959" y="1683800"/>
            <a:ext cx="1309505" cy="937703"/>
          </a:xfrm>
          <a:prstGeom prst="rect">
            <a:avLst/>
          </a:prstGeom>
          <a:noFill/>
          <a:ln>
            <a:noFill/>
          </a:ln>
          <a:effectLst>
            <a:outerShdw blurRad="71438" dist="19050" dir="5400000" algn="bl" rotWithShape="0">
              <a:srgbClr val="000000">
                <a:alpha val="18039"/>
              </a:srgbClr>
            </a:outerShdw>
          </a:effectLst>
        </p:spPr>
      </p:pic>
      <p:pic>
        <p:nvPicPr>
          <p:cNvPr id="873" name="Google Shape;873;g2d067c62542_0_922"/>
          <p:cNvPicPr preferRelativeResize="0"/>
          <p:nvPr/>
        </p:nvPicPr>
        <p:blipFill rotWithShape="1">
          <a:blip r:embed="rId6">
            <a:alphaModFix/>
          </a:blip>
          <a:srcRect l="79" r="69"/>
          <a:stretch/>
        </p:blipFill>
        <p:spPr>
          <a:xfrm>
            <a:off x="5317101" y="1683800"/>
            <a:ext cx="1309505" cy="937704"/>
          </a:xfrm>
          <a:prstGeom prst="rect">
            <a:avLst/>
          </a:prstGeom>
          <a:noFill/>
          <a:ln>
            <a:noFill/>
          </a:ln>
          <a:effectLst>
            <a:outerShdw blurRad="71438" dist="19050" dir="5400000" algn="bl" rotWithShape="0">
              <a:srgbClr val="000000">
                <a:alpha val="18039"/>
              </a:srgbClr>
            </a:outerShdw>
          </a:effectLst>
        </p:spPr>
      </p:pic>
      <p:pic>
        <p:nvPicPr>
          <p:cNvPr id="874" name="Google Shape;874;g2d067c62542_0_922"/>
          <p:cNvPicPr preferRelativeResize="0"/>
          <p:nvPr/>
        </p:nvPicPr>
        <p:blipFill rotWithShape="1">
          <a:blip r:embed="rId7">
            <a:alphaModFix/>
          </a:blip>
          <a:srcRect l="79" r="69"/>
          <a:stretch/>
        </p:blipFill>
        <p:spPr>
          <a:xfrm>
            <a:off x="6717245" y="1683800"/>
            <a:ext cx="1309505" cy="937704"/>
          </a:xfrm>
          <a:prstGeom prst="rect">
            <a:avLst/>
          </a:prstGeom>
          <a:noFill/>
          <a:ln>
            <a:noFill/>
          </a:ln>
          <a:effectLst>
            <a:outerShdw blurRad="71438" dist="19050" dir="5400000" algn="bl" rotWithShape="0">
              <a:srgbClr val="000000">
                <a:alpha val="18039"/>
              </a:srgbClr>
            </a:outerShdw>
          </a:effectLst>
        </p:spPr>
      </p:pic>
      <p:pic>
        <p:nvPicPr>
          <p:cNvPr id="875" name="Google Shape;875;g2d067c62542_0_922"/>
          <p:cNvPicPr preferRelativeResize="0"/>
          <p:nvPr/>
        </p:nvPicPr>
        <p:blipFill rotWithShape="1">
          <a:blip r:embed="rId8">
            <a:alphaModFix/>
          </a:blip>
          <a:srcRect l="159" r="159"/>
          <a:stretch/>
        </p:blipFill>
        <p:spPr>
          <a:xfrm>
            <a:off x="1117250" y="2747789"/>
            <a:ext cx="1309505" cy="937703"/>
          </a:xfrm>
          <a:prstGeom prst="rect">
            <a:avLst/>
          </a:prstGeom>
          <a:noFill/>
          <a:ln>
            <a:noFill/>
          </a:ln>
          <a:effectLst>
            <a:outerShdw blurRad="71438" dist="19050" dir="5400000" algn="bl" rotWithShape="0">
              <a:srgbClr val="000000">
                <a:alpha val="18039"/>
              </a:srgbClr>
            </a:outerShdw>
          </a:effectLst>
        </p:spPr>
      </p:pic>
      <p:pic>
        <p:nvPicPr>
          <p:cNvPr id="876" name="Google Shape;876;g2d067c62542_0_922"/>
          <p:cNvPicPr preferRelativeResize="0"/>
          <p:nvPr/>
        </p:nvPicPr>
        <p:blipFill rotWithShape="1">
          <a:blip r:embed="rId9">
            <a:alphaModFix/>
          </a:blip>
          <a:srcRect l="159" r="159"/>
          <a:stretch/>
        </p:blipFill>
        <p:spPr>
          <a:xfrm>
            <a:off x="2516815" y="2746202"/>
            <a:ext cx="1309505" cy="939289"/>
          </a:xfrm>
          <a:prstGeom prst="rect">
            <a:avLst/>
          </a:prstGeom>
          <a:noFill/>
          <a:ln>
            <a:noFill/>
          </a:ln>
          <a:effectLst>
            <a:outerShdw blurRad="71438" dist="19050" dir="5400000" algn="bl" rotWithShape="0">
              <a:srgbClr val="000000">
                <a:alpha val="18039"/>
              </a:srgbClr>
            </a:outerShdw>
          </a:effectLst>
        </p:spPr>
      </p:pic>
      <p:pic>
        <p:nvPicPr>
          <p:cNvPr id="877" name="Google Shape;877;g2d067c62542_0_922"/>
          <p:cNvPicPr preferRelativeResize="0"/>
          <p:nvPr/>
        </p:nvPicPr>
        <p:blipFill rotWithShape="1">
          <a:blip r:embed="rId10">
            <a:alphaModFix/>
          </a:blip>
          <a:srcRect l="19" r="9"/>
          <a:stretch/>
        </p:blipFill>
        <p:spPr>
          <a:xfrm>
            <a:off x="3915376" y="2746202"/>
            <a:ext cx="1311088" cy="937704"/>
          </a:xfrm>
          <a:prstGeom prst="rect">
            <a:avLst/>
          </a:prstGeom>
          <a:noFill/>
          <a:ln>
            <a:noFill/>
          </a:ln>
          <a:effectLst>
            <a:outerShdw blurRad="71438" dist="19050" dir="5400000" algn="bl" rotWithShape="0">
              <a:srgbClr val="000000">
                <a:alpha val="18039"/>
              </a:srgbClr>
            </a:outerShdw>
          </a:effectLst>
        </p:spPr>
      </p:pic>
      <p:pic>
        <p:nvPicPr>
          <p:cNvPr id="878" name="Google Shape;878;g2d067c62542_0_922"/>
          <p:cNvPicPr preferRelativeResize="0"/>
          <p:nvPr/>
        </p:nvPicPr>
        <p:blipFill rotWithShape="1">
          <a:blip r:embed="rId11">
            <a:alphaModFix/>
          </a:blip>
          <a:srcRect l="189" r="179"/>
          <a:stretch/>
        </p:blipFill>
        <p:spPr>
          <a:xfrm>
            <a:off x="5315518" y="2746202"/>
            <a:ext cx="1311088" cy="939290"/>
          </a:xfrm>
          <a:prstGeom prst="rect">
            <a:avLst/>
          </a:prstGeom>
          <a:noFill/>
          <a:ln>
            <a:noFill/>
          </a:ln>
          <a:effectLst>
            <a:outerShdw blurRad="71438" dist="19050" dir="5400000" algn="bl" rotWithShape="0">
              <a:srgbClr val="000000">
                <a:alpha val="18039"/>
              </a:srgbClr>
            </a:outerShdw>
          </a:effectLst>
        </p:spPr>
      </p:pic>
      <p:pic>
        <p:nvPicPr>
          <p:cNvPr id="879" name="Google Shape;879;g2d067c62542_0_922"/>
          <p:cNvPicPr preferRelativeResize="0"/>
          <p:nvPr/>
        </p:nvPicPr>
        <p:blipFill rotWithShape="1">
          <a:blip r:embed="rId12">
            <a:alphaModFix/>
          </a:blip>
          <a:srcRect l="99" r="99"/>
          <a:stretch/>
        </p:blipFill>
        <p:spPr>
          <a:xfrm>
            <a:off x="6715662" y="2746202"/>
            <a:ext cx="1311088" cy="939289"/>
          </a:xfrm>
          <a:prstGeom prst="rect">
            <a:avLst/>
          </a:prstGeom>
          <a:noFill/>
          <a:ln>
            <a:noFill/>
          </a:ln>
          <a:effectLst>
            <a:outerShdw blurRad="71438" dist="19050" dir="5400000" algn="bl" rotWithShape="0">
              <a:srgbClr val="000000">
                <a:alpha val="18039"/>
              </a:srgbClr>
            </a:outerShdw>
          </a:effectLst>
        </p:spPr>
      </p:pic>
      <p:pic>
        <p:nvPicPr>
          <p:cNvPr id="880" name="Google Shape;880;g2d067c62542_0_922"/>
          <p:cNvPicPr preferRelativeResize="0"/>
          <p:nvPr/>
        </p:nvPicPr>
        <p:blipFill rotWithShape="1">
          <a:blip r:embed="rId13">
            <a:alphaModFix/>
          </a:blip>
          <a:srcRect l="99" r="99"/>
          <a:stretch/>
        </p:blipFill>
        <p:spPr>
          <a:xfrm>
            <a:off x="3916355" y="3808610"/>
            <a:ext cx="1311088" cy="939289"/>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2d067c62542_0_9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887" name="Google Shape;887;g2d067c62542_0_9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888" name="Google Shape;888;g2d067c62542_0_94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89" name="Google Shape;889;g2d067c62542_0_940"/>
          <p:cNvPicPr preferRelativeResize="0"/>
          <p:nvPr/>
        </p:nvPicPr>
        <p:blipFill rotWithShape="1">
          <a:blip r:embed="rId3">
            <a:alphaModFix/>
          </a:blip>
          <a:srcRect t="99" b="89"/>
          <a:stretch/>
        </p:blipFill>
        <p:spPr>
          <a:xfrm>
            <a:off x="1157194" y="1683795"/>
            <a:ext cx="1229025" cy="922177"/>
          </a:xfrm>
          <a:prstGeom prst="rect">
            <a:avLst/>
          </a:prstGeom>
          <a:noFill/>
          <a:ln>
            <a:noFill/>
          </a:ln>
          <a:effectLst>
            <a:outerShdw blurRad="57150" dist="19050" dir="5400000" algn="bl" rotWithShape="0">
              <a:srgbClr val="000000">
                <a:alpha val="20000"/>
              </a:srgbClr>
            </a:outerShdw>
          </a:effectLst>
        </p:spPr>
      </p:pic>
      <p:pic>
        <p:nvPicPr>
          <p:cNvPr id="890" name="Google Shape;890;g2d067c62542_0_940"/>
          <p:cNvPicPr preferRelativeResize="0"/>
          <p:nvPr/>
        </p:nvPicPr>
        <p:blipFill rotWithShape="1">
          <a:blip r:embed="rId4">
            <a:alphaModFix/>
          </a:blip>
          <a:srcRect/>
          <a:stretch/>
        </p:blipFill>
        <p:spPr>
          <a:xfrm>
            <a:off x="1157194" y="2755558"/>
            <a:ext cx="1229025" cy="922177"/>
          </a:xfrm>
          <a:prstGeom prst="rect">
            <a:avLst/>
          </a:prstGeom>
          <a:noFill/>
          <a:ln>
            <a:noFill/>
          </a:ln>
          <a:effectLst>
            <a:outerShdw blurRad="57150" dist="19050" dir="5400000" algn="bl" rotWithShape="0">
              <a:srgbClr val="000000">
                <a:alpha val="20000"/>
              </a:srgbClr>
            </a:outerShdw>
          </a:effectLst>
        </p:spPr>
      </p:pic>
      <p:pic>
        <p:nvPicPr>
          <p:cNvPr id="891" name="Google Shape;891;g2d067c62542_0_940"/>
          <p:cNvPicPr preferRelativeResize="0"/>
          <p:nvPr/>
        </p:nvPicPr>
        <p:blipFill rotWithShape="1">
          <a:blip r:embed="rId5">
            <a:alphaModFix/>
          </a:blip>
          <a:srcRect t="99" b="89"/>
          <a:stretch/>
        </p:blipFill>
        <p:spPr>
          <a:xfrm>
            <a:off x="2557063" y="2755558"/>
            <a:ext cx="1229025" cy="922177"/>
          </a:xfrm>
          <a:prstGeom prst="rect">
            <a:avLst/>
          </a:prstGeom>
          <a:noFill/>
          <a:ln>
            <a:noFill/>
          </a:ln>
          <a:effectLst>
            <a:outerShdw blurRad="57150" dist="19050" dir="5400000" algn="bl" rotWithShape="0">
              <a:srgbClr val="000000">
                <a:alpha val="20000"/>
              </a:srgbClr>
            </a:outerShdw>
          </a:effectLst>
        </p:spPr>
      </p:pic>
      <p:pic>
        <p:nvPicPr>
          <p:cNvPr id="892" name="Google Shape;892;g2d067c62542_0_940"/>
          <p:cNvPicPr preferRelativeResize="0"/>
          <p:nvPr/>
        </p:nvPicPr>
        <p:blipFill rotWithShape="1">
          <a:blip r:embed="rId6">
            <a:alphaModFix/>
          </a:blip>
          <a:srcRect t="99" b="89"/>
          <a:stretch/>
        </p:blipFill>
        <p:spPr>
          <a:xfrm>
            <a:off x="3956913" y="2755558"/>
            <a:ext cx="1229025" cy="922177"/>
          </a:xfrm>
          <a:prstGeom prst="rect">
            <a:avLst/>
          </a:prstGeom>
          <a:noFill/>
          <a:ln>
            <a:noFill/>
          </a:ln>
          <a:effectLst>
            <a:outerShdw blurRad="57150" dist="19050" dir="5400000" algn="bl" rotWithShape="0">
              <a:srgbClr val="000000">
                <a:alpha val="20000"/>
              </a:srgbClr>
            </a:outerShdw>
          </a:effectLst>
        </p:spPr>
      </p:pic>
      <p:pic>
        <p:nvPicPr>
          <p:cNvPr id="893" name="Google Shape;893;g2d067c62542_0_940"/>
          <p:cNvPicPr preferRelativeResize="0"/>
          <p:nvPr/>
        </p:nvPicPr>
        <p:blipFill rotWithShape="1">
          <a:blip r:embed="rId7">
            <a:alphaModFix/>
          </a:blip>
          <a:srcRect/>
          <a:stretch/>
        </p:blipFill>
        <p:spPr>
          <a:xfrm>
            <a:off x="5356763" y="2755558"/>
            <a:ext cx="1229025" cy="922177"/>
          </a:xfrm>
          <a:prstGeom prst="rect">
            <a:avLst/>
          </a:prstGeom>
          <a:noFill/>
          <a:ln>
            <a:noFill/>
          </a:ln>
          <a:effectLst>
            <a:outerShdw blurRad="57150" dist="19050" dir="5400000" algn="bl" rotWithShape="0">
              <a:srgbClr val="000000">
                <a:alpha val="20000"/>
              </a:srgbClr>
            </a:outerShdw>
          </a:effectLst>
        </p:spPr>
      </p:pic>
      <p:pic>
        <p:nvPicPr>
          <p:cNvPr id="894" name="Google Shape;894;g2d067c62542_0_940"/>
          <p:cNvPicPr preferRelativeResize="0"/>
          <p:nvPr/>
        </p:nvPicPr>
        <p:blipFill rotWithShape="1">
          <a:blip r:embed="rId8">
            <a:alphaModFix/>
          </a:blip>
          <a:srcRect/>
          <a:stretch/>
        </p:blipFill>
        <p:spPr>
          <a:xfrm>
            <a:off x="6756613" y="2755558"/>
            <a:ext cx="1229025" cy="922177"/>
          </a:xfrm>
          <a:prstGeom prst="rect">
            <a:avLst/>
          </a:prstGeom>
          <a:noFill/>
          <a:ln>
            <a:noFill/>
          </a:ln>
          <a:effectLst>
            <a:outerShdw blurRad="57150" dist="19050" dir="5400000" algn="bl" rotWithShape="0">
              <a:srgbClr val="000000">
                <a:alpha val="20000"/>
              </a:srgbClr>
            </a:outerShdw>
          </a:effectLst>
        </p:spPr>
      </p:pic>
      <p:pic>
        <p:nvPicPr>
          <p:cNvPr id="895" name="Google Shape;895;g2d067c62542_0_940"/>
          <p:cNvPicPr preferRelativeResize="0"/>
          <p:nvPr/>
        </p:nvPicPr>
        <p:blipFill rotWithShape="1">
          <a:blip r:embed="rId9">
            <a:alphaModFix/>
          </a:blip>
          <a:srcRect t="99" b="89"/>
          <a:stretch/>
        </p:blipFill>
        <p:spPr>
          <a:xfrm>
            <a:off x="3956913" y="3825558"/>
            <a:ext cx="1229025" cy="922177"/>
          </a:xfrm>
          <a:prstGeom prst="rect">
            <a:avLst/>
          </a:prstGeom>
          <a:noFill/>
          <a:ln>
            <a:noFill/>
          </a:ln>
          <a:effectLst>
            <a:outerShdw blurRad="57150" dist="19050" dir="5400000" algn="bl" rotWithShape="0">
              <a:srgbClr val="000000">
                <a:alpha val="20000"/>
              </a:srgbClr>
            </a:outerShdw>
          </a:effectLst>
        </p:spPr>
      </p:pic>
      <p:pic>
        <p:nvPicPr>
          <p:cNvPr id="896" name="Google Shape;896;g2d067c62542_0_940"/>
          <p:cNvPicPr preferRelativeResize="0"/>
          <p:nvPr/>
        </p:nvPicPr>
        <p:blipFill rotWithShape="1">
          <a:blip r:embed="rId10">
            <a:alphaModFix/>
          </a:blip>
          <a:srcRect t="99" b="89"/>
          <a:stretch/>
        </p:blipFill>
        <p:spPr>
          <a:xfrm>
            <a:off x="2557063" y="1683795"/>
            <a:ext cx="1229025" cy="922177"/>
          </a:xfrm>
          <a:prstGeom prst="rect">
            <a:avLst/>
          </a:prstGeom>
          <a:noFill/>
          <a:ln>
            <a:noFill/>
          </a:ln>
          <a:effectLst>
            <a:outerShdw blurRad="57150" dist="19050" dir="5400000" algn="bl" rotWithShape="0">
              <a:srgbClr val="000000">
                <a:alpha val="20000"/>
              </a:srgbClr>
            </a:outerShdw>
          </a:effectLst>
        </p:spPr>
      </p:pic>
      <p:pic>
        <p:nvPicPr>
          <p:cNvPr id="897" name="Google Shape;897;g2d067c62542_0_940"/>
          <p:cNvPicPr preferRelativeResize="0"/>
          <p:nvPr/>
        </p:nvPicPr>
        <p:blipFill rotWithShape="1">
          <a:blip r:embed="rId11">
            <a:alphaModFix/>
          </a:blip>
          <a:srcRect/>
          <a:stretch/>
        </p:blipFill>
        <p:spPr>
          <a:xfrm>
            <a:off x="3956913" y="1683795"/>
            <a:ext cx="1229025" cy="922177"/>
          </a:xfrm>
          <a:prstGeom prst="rect">
            <a:avLst/>
          </a:prstGeom>
          <a:noFill/>
          <a:ln>
            <a:noFill/>
          </a:ln>
          <a:effectLst>
            <a:outerShdw blurRad="57150" dist="19050" dir="5400000" algn="bl" rotWithShape="0">
              <a:srgbClr val="000000">
                <a:alpha val="20000"/>
              </a:srgbClr>
            </a:outerShdw>
          </a:effectLst>
        </p:spPr>
      </p:pic>
      <p:pic>
        <p:nvPicPr>
          <p:cNvPr id="898" name="Google Shape;898;g2d067c62542_0_940"/>
          <p:cNvPicPr preferRelativeResize="0"/>
          <p:nvPr/>
        </p:nvPicPr>
        <p:blipFill rotWithShape="1">
          <a:blip r:embed="rId12">
            <a:alphaModFix/>
          </a:blip>
          <a:srcRect/>
          <a:stretch/>
        </p:blipFill>
        <p:spPr>
          <a:xfrm>
            <a:off x="5356763" y="1683795"/>
            <a:ext cx="1229025" cy="922177"/>
          </a:xfrm>
          <a:prstGeom prst="rect">
            <a:avLst/>
          </a:prstGeom>
          <a:noFill/>
          <a:ln>
            <a:noFill/>
          </a:ln>
          <a:effectLst>
            <a:outerShdw blurRad="57150" dist="19050" dir="5400000" algn="bl" rotWithShape="0">
              <a:srgbClr val="000000">
                <a:alpha val="20000"/>
              </a:srgbClr>
            </a:outerShdw>
          </a:effectLst>
        </p:spPr>
      </p:pic>
      <p:pic>
        <p:nvPicPr>
          <p:cNvPr id="899" name="Google Shape;899;g2d067c62542_0_940"/>
          <p:cNvPicPr preferRelativeResize="0"/>
          <p:nvPr/>
        </p:nvPicPr>
        <p:blipFill rotWithShape="1">
          <a:blip r:embed="rId13">
            <a:alphaModFix/>
          </a:blip>
          <a:srcRect t="99" b="89"/>
          <a:stretch/>
        </p:blipFill>
        <p:spPr>
          <a:xfrm>
            <a:off x="6756613" y="1683795"/>
            <a:ext cx="1229025" cy="922177"/>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g2d067c62542_0_99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06" name="Google Shape;906;g2d067c62542_0_99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907" name="Google Shape;907;g2d067c62542_0_99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08" name="Google Shape;908;g2d067c62542_0_993"/>
          <p:cNvPicPr preferRelativeResize="0"/>
          <p:nvPr/>
        </p:nvPicPr>
        <p:blipFill rotWithShape="1">
          <a:blip r:embed="rId3">
            <a:alphaModFix/>
          </a:blip>
          <a:srcRect t="19" b="29"/>
          <a:stretch/>
        </p:blipFill>
        <p:spPr>
          <a:xfrm>
            <a:off x="1157194" y="1683795"/>
            <a:ext cx="1229024" cy="922177"/>
          </a:xfrm>
          <a:prstGeom prst="rect">
            <a:avLst/>
          </a:prstGeom>
          <a:noFill/>
          <a:ln>
            <a:noFill/>
          </a:ln>
          <a:effectLst>
            <a:outerShdw blurRad="57150" dist="19050" dir="5400000" algn="bl" rotWithShape="0">
              <a:srgbClr val="000000">
                <a:alpha val="20000"/>
              </a:srgbClr>
            </a:outerShdw>
          </a:effectLst>
        </p:spPr>
      </p:pic>
      <p:pic>
        <p:nvPicPr>
          <p:cNvPr id="909" name="Google Shape;909;g2d067c62542_0_993"/>
          <p:cNvPicPr preferRelativeResize="0"/>
          <p:nvPr/>
        </p:nvPicPr>
        <p:blipFill rotWithShape="1">
          <a:blip r:embed="rId4">
            <a:alphaModFix/>
          </a:blip>
          <a:srcRect l="69" r="69"/>
          <a:stretch/>
        </p:blipFill>
        <p:spPr>
          <a:xfrm>
            <a:off x="1157194" y="2755558"/>
            <a:ext cx="1229024" cy="922177"/>
          </a:xfrm>
          <a:prstGeom prst="rect">
            <a:avLst/>
          </a:prstGeom>
          <a:noFill/>
          <a:ln>
            <a:noFill/>
          </a:ln>
          <a:effectLst>
            <a:outerShdw blurRad="57150" dist="19050" dir="5400000" algn="bl" rotWithShape="0">
              <a:srgbClr val="000000">
                <a:alpha val="20000"/>
              </a:srgbClr>
            </a:outerShdw>
          </a:effectLst>
        </p:spPr>
      </p:pic>
      <p:pic>
        <p:nvPicPr>
          <p:cNvPr id="910" name="Google Shape;910;g2d067c62542_0_993"/>
          <p:cNvPicPr preferRelativeResize="0"/>
          <p:nvPr/>
        </p:nvPicPr>
        <p:blipFill rotWithShape="1">
          <a:blip r:embed="rId5">
            <a:alphaModFix/>
          </a:blip>
          <a:srcRect t="19" b="29"/>
          <a:stretch/>
        </p:blipFill>
        <p:spPr>
          <a:xfrm>
            <a:off x="2557063" y="2755558"/>
            <a:ext cx="1229024" cy="922177"/>
          </a:xfrm>
          <a:prstGeom prst="rect">
            <a:avLst/>
          </a:prstGeom>
          <a:noFill/>
          <a:ln>
            <a:noFill/>
          </a:ln>
          <a:effectLst>
            <a:outerShdw blurRad="57150" dist="19050" dir="5400000" algn="bl" rotWithShape="0">
              <a:srgbClr val="000000">
                <a:alpha val="20000"/>
              </a:srgbClr>
            </a:outerShdw>
          </a:effectLst>
        </p:spPr>
      </p:pic>
      <p:pic>
        <p:nvPicPr>
          <p:cNvPr id="911" name="Google Shape;911;g2d067c62542_0_993"/>
          <p:cNvPicPr preferRelativeResize="0"/>
          <p:nvPr/>
        </p:nvPicPr>
        <p:blipFill rotWithShape="1">
          <a:blip r:embed="rId6">
            <a:alphaModFix/>
          </a:blip>
          <a:srcRect t="19" b="29"/>
          <a:stretch/>
        </p:blipFill>
        <p:spPr>
          <a:xfrm>
            <a:off x="3956913" y="2755558"/>
            <a:ext cx="1229024" cy="922177"/>
          </a:xfrm>
          <a:prstGeom prst="rect">
            <a:avLst/>
          </a:prstGeom>
          <a:noFill/>
          <a:ln>
            <a:noFill/>
          </a:ln>
          <a:effectLst>
            <a:outerShdw blurRad="57150" dist="19050" dir="5400000" algn="bl" rotWithShape="0">
              <a:srgbClr val="000000">
                <a:alpha val="20000"/>
              </a:srgbClr>
            </a:outerShdw>
          </a:effectLst>
        </p:spPr>
      </p:pic>
      <p:pic>
        <p:nvPicPr>
          <p:cNvPr id="912" name="Google Shape;912;g2d067c62542_0_993"/>
          <p:cNvPicPr preferRelativeResize="0"/>
          <p:nvPr/>
        </p:nvPicPr>
        <p:blipFill rotWithShape="1">
          <a:blip r:embed="rId7">
            <a:alphaModFix/>
          </a:blip>
          <a:srcRect l="69" r="69"/>
          <a:stretch/>
        </p:blipFill>
        <p:spPr>
          <a:xfrm>
            <a:off x="6756613" y="2755558"/>
            <a:ext cx="1229024" cy="922177"/>
          </a:xfrm>
          <a:prstGeom prst="rect">
            <a:avLst/>
          </a:prstGeom>
          <a:noFill/>
          <a:ln>
            <a:noFill/>
          </a:ln>
          <a:effectLst>
            <a:outerShdw blurRad="57150" dist="19050" dir="5400000" algn="bl" rotWithShape="0">
              <a:srgbClr val="000000">
                <a:alpha val="20000"/>
              </a:srgbClr>
            </a:outerShdw>
          </a:effectLst>
        </p:spPr>
      </p:pic>
      <p:pic>
        <p:nvPicPr>
          <p:cNvPr id="913" name="Google Shape;913;g2d067c62542_0_993"/>
          <p:cNvPicPr preferRelativeResize="0"/>
          <p:nvPr/>
        </p:nvPicPr>
        <p:blipFill rotWithShape="1">
          <a:blip r:embed="rId8">
            <a:alphaModFix/>
          </a:blip>
          <a:srcRect t="19" b="29"/>
          <a:stretch/>
        </p:blipFill>
        <p:spPr>
          <a:xfrm>
            <a:off x="3956913" y="3825558"/>
            <a:ext cx="1229024" cy="922177"/>
          </a:xfrm>
          <a:prstGeom prst="rect">
            <a:avLst/>
          </a:prstGeom>
          <a:noFill/>
          <a:ln>
            <a:noFill/>
          </a:ln>
          <a:effectLst>
            <a:outerShdw blurRad="57150" dist="19050" dir="5400000" algn="bl" rotWithShape="0">
              <a:srgbClr val="000000">
                <a:alpha val="20000"/>
              </a:srgbClr>
            </a:outerShdw>
          </a:effectLst>
        </p:spPr>
      </p:pic>
      <p:pic>
        <p:nvPicPr>
          <p:cNvPr id="914" name="Google Shape;914;g2d067c62542_0_993"/>
          <p:cNvPicPr preferRelativeResize="0"/>
          <p:nvPr/>
        </p:nvPicPr>
        <p:blipFill rotWithShape="1">
          <a:blip r:embed="rId9">
            <a:alphaModFix/>
          </a:blip>
          <a:srcRect t="19" b="29"/>
          <a:stretch/>
        </p:blipFill>
        <p:spPr>
          <a:xfrm>
            <a:off x="2557063" y="1683795"/>
            <a:ext cx="1229024" cy="922177"/>
          </a:xfrm>
          <a:prstGeom prst="rect">
            <a:avLst/>
          </a:prstGeom>
          <a:noFill/>
          <a:ln>
            <a:noFill/>
          </a:ln>
          <a:effectLst>
            <a:outerShdw blurRad="57150" dist="19050" dir="5400000" algn="bl" rotWithShape="0">
              <a:srgbClr val="000000">
                <a:alpha val="20000"/>
              </a:srgbClr>
            </a:outerShdw>
          </a:effectLst>
        </p:spPr>
      </p:pic>
      <p:pic>
        <p:nvPicPr>
          <p:cNvPr id="915" name="Google Shape;915;g2d067c62542_0_993"/>
          <p:cNvPicPr preferRelativeResize="0"/>
          <p:nvPr/>
        </p:nvPicPr>
        <p:blipFill rotWithShape="1">
          <a:blip r:embed="rId10">
            <a:alphaModFix/>
          </a:blip>
          <a:srcRect l="69" r="69"/>
          <a:stretch/>
        </p:blipFill>
        <p:spPr>
          <a:xfrm>
            <a:off x="3956913" y="1683795"/>
            <a:ext cx="1229024" cy="922177"/>
          </a:xfrm>
          <a:prstGeom prst="rect">
            <a:avLst/>
          </a:prstGeom>
          <a:noFill/>
          <a:ln>
            <a:noFill/>
          </a:ln>
          <a:effectLst>
            <a:outerShdw blurRad="57150" dist="19050" dir="5400000" algn="bl" rotWithShape="0">
              <a:srgbClr val="000000">
                <a:alpha val="20000"/>
              </a:srgbClr>
            </a:outerShdw>
          </a:effectLst>
        </p:spPr>
      </p:pic>
      <p:pic>
        <p:nvPicPr>
          <p:cNvPr id="916" name="Google Shape;916;g2d067c62542_0_993"/>
          <p:cNvPicPr preferRelativeResize="0"/>
          <p:nvPr/>
        </p:nvPicPr>
        <p:blipFill rotWithShape="1">
          <a:blip r:embed="rId11">
            <a:alphaModFix/>
          </a:blip>
          <a:srcRect l="69" r="69"/>
          <a:stretch/>
        </p:blipFill>
        <p:spPr>
          <a:xfrm>
            <a:off x="5356763" y="1683795"/>
            <a:ext cx="1229024" cy="922177"/>
          </a:xfrm>
          <a:prstGeom prst="rect">
            <a:avLst/>
          </a:prstGeom>
          <a:noFill/>
          <a:ln>
            <a:noFill/>
          </a:ln>
          <a:effectLst>
            <a:outerShdw blurRad="57150" dist="19050" dir="5400000" algn="bl" rotWithShape="0">
              <a:srgbClr val="000000">
                <a:alpha val="20000"/>
              </a:srgbClr>
            </a:outerShdw>
          </a:effectLst>
        </p:spPr>
      </p:pic>
      <p:pic>
        <p:nvPicPr>
          <p:cNvPr id="917" name="Google Shape;917;g2d067c62542_0_993"/>
          <p:cNvPicPr preferRelativeResize="0"/>
          <p:nvPr/>
        </p:nvPicPr>
        <p:blipFill rotWithShape="1">
          <a:blip r:embed="rId12">
            <a:alphaModFix/>
          </a:blip>
          <a:srcRect t="19" b="29"/>
          <a:stretch/>
        </p:blipFill>
        <p:spPr>
          <a:xfrm>
            <a:off x="6756613" y="1683795"/>
            <a:ext cx="1229024" cy="922177"/>
          </a:xfrm>
          <a:prstGeom prst="rect">
            <a:avLst/>
          </a:prstGeom>
          <a:noFill/>
          <a:ln>
            <a:noFill/>
          </a:ln>
          <a:effectLst>
            <a:outerShdw blurRad="57150" dist="19050" dir="5400000" algn="bl" rotWithShape="0">
              <a:srgbClr val="000000">
                <a:alpha val="20000"/>
              </a:srgbClr>
            </a:outerShdw>
          </a:effectLst>
        </p:spPr>
      </p:pic>
      <p:pic>
        <p:nvPicPr>
          <p:cNvPr id="918" name="Google Shape;918;g2d067c62542_0_993"/>
          <p:cNvPicPr preferRelativeResize="0"/>
          <p:nvPr/>
        </p:nvPicPr>
        <p:blipFill rotWithShape="1">
          <a:blip r:embed="rId13">
            <a:alphaModFix/>
          </a:blip>
          <a:srcRect l="69" r="69"/>
          <a:stretch/>
        </p:blipFill>
        <p:spPr>
          <a:xfrm>
            <a:off x="5356763" y="2755558"/>
            <a:ext cx="1229024" cy="922177"/>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169</Words>
  <Application>Microsoft Office PowerPoint</Application>
  <PresentationFormat>On-screen Show (4:3)</PresentationFormat>
  <Paragraphs>60</Paragraphs>
  <Slides>10</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Arial</vt:lpstr>
      <vt:lpstr>Nunito Black</vt:lpstr>
      <vt:lpstr>Poppins</vt:lpstr>
      <vt:lpstr>Mulish</vt:lpstr>
      <vt:lpstr>Poppins SemiBold</vt:lpstr>
      <vt:lpstr>Jost</vt:lpstr>
      <vt:lpstr>Calibri</vt:lpstr>
      <vt:lpstr>Poppins Medium</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vt:lpstr>
      <vt:lpstr>Practise Common Exception Words</vt:lpstr>
      <vt:lpstr>Practise Common Exception Words</vt:lpstr>
      <vt:lpstr>Practise High Frequency Words</vt:lpstr>
      <vt:lpstr>Practise High Frequency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2026-04-29T05:31:21Z</dcterms:modified>
</cp:coreProperties>
</file>