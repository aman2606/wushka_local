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gafmmedjbp14BTtwV9F5KtPoOm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BEED8C1-FD18-427F-98A1-0F416D4715BC}">
  <a:tblStyle styleId="{EBEED8C1-FD18-427F-98A1-0F416D4715B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4" name="Google Shape;70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3" name="Google Shape;73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4" name="Google Shape;73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0" name="Google Shape;80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1" name="Google Shape;80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9" name="Google Shape;80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4" name="Google Shape;844;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5" name="Google Shape;845;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6ef42e7108_0_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6ef42e7108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6ef42e7108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5" name="Google Shape;93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6" name="Google Shape;93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6ef42e7108_0_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6ef42e7108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6ef42e7108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3378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8377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1545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Digraph 'oy'</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2 - Monday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6</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7.png"/><Relationship Id="rId7" Type="http://schemas.openxmlformats.org/officeDocument/2006/relationships/slide" Target="slide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slide" Target="slide18.xml"/><Relationship Id="rId4" Type="http://schemas.openxmlformats.org/officeDocument/2006/relationships/image" Target="../media/image8.png"/><Relationship Id="rId9" Type="http://schemas.openxmlformats.org/officeDocument/2006/relationships/slide" Target="slide16.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6.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6.xml"/><Relationship Id="rId16" Type="http://schemas.openxmlformats.org/officeDocument/2006/relationships/image" Target="../media/image79.png"/><Relationship Id="rId1" Type="http://schemas.openxmlformats.org/officeDocument/2006/relationships/slideLayout" Target="../slideLayouts/slideLayout3.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Digraph 'oy'</a:t>
            </a:r>
            <a:endParaRPr/>
          </a:p>
        </p:txBody>
      </p:sp>
      <p:sp>
        <p:nvSpPr>
          <p:cNvPr id="668" name="Google Shape;668;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6</a:t>
            </a:r>
            <a:endParaRPr/>
          </a:p>
        </p:txBody>
      </p:sp>
      <p:sp>
        <p:nvSpPr>
          <p:cNvPr id="671" name="Google Shape;671;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72" name="Google Shape;672;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73" name="Google Shape;673;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74" name="Google Shape;674;p1"/>
          <p:cNvPicPr preferRelativeResize="0"/>
          <p:nvPr/>
        </p:nvPicPr>
        <p:blipFill rotWithShape="1">
          <a:blip r:embed="rId3">
            <a:alphaModFix/>
          </a:blip>
          <a:srcRect l="39" r="49"/>
          <a:stretch/>
        </p:blipFill>
        <p:spPr>
          <a:xfrm rot="189272">
            <a:off x="3979107" y="4466033"/>
            <a:ext cx="2493520" cy="997851"/>
          </a:xfrm>
          <a:prstGeom prst="rect">
            <a:avLst/>
          </a:prstGeom>
          <a:noFill/>
          <a:ln>
            <a:noFill/>
          </a:ln>
          <a:effectLst>
            <a:outerShdw blurRad="71438" dist="38100" dir="5220000" algn="bl" rotWithShape="0">
              <a:srgbClr val="000000">
                <a:alpha val="21176"/>
              </a:srgbClr>
            </a:outerShdw>
          </a:effectLst>
        </p:spPr>
      </p:pic>
      <p:pic>
        <p:nvPicPr>
          <p:cNvPr id="675" name="Google Shape;675;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6" name="Google Shape;676;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77" name="Google Shape;677;p1"/>
          <p:cNvGraphicFramePr/>
          <p:nvPr/>
        </p:nvGraphicFramePr>
        <p:xfrm>
          <a:off x="4844200" y="1891197"/>
          <a:ext cx="3785000" cy="1678950"/>
        </p:xfrm>
        <a:graphic>
          <a:graphicData uri="http://schemas.openxmlformats.org/drawingml/2006/table">
            <a:tbl>
              <a:tblPr firstRow="1" bandRow="1">
                <a:noFill/>
                <a:tableStyleId>{EBEED8C1-FD18-427F-98A1-0F416D4715BC}</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endParaRPr sz="17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oy</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oy</a:t>
            </a:r>
            <a:r>
              <a:rPr lang="en-US"/>
              <a:t>.</a:t>
            </a:r>
            <a:endParaRPr/>
          </a:p>
        </p:txBody>
      </p:sp>
      <p:sp>
        <p:nvSpPr>
          <p:cNvPr id="684" name="Google Shape;684;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2 Common Exception Words </a:t>
            </a:r>
            <a:r>
              <a:rPr lang="en-US">
                <a:solidFill>
                  <a:srgbClr val="2356AF"/>
                </a:solidFill>
              </a:rPr>
              <a:t>as I is no go to into the put his has of pull full</a:t>
            </a:r>
            <a:r>
              <a:rPr lang="en-US"/>
              <a:t>.</a:t>
            </a:r>
            <a:endParaRPr/>
          </a:p>
        </p:txBody>
      </p:sp>
      <p:sp>
        <p:nvSpPr>
          <p:cNvPr id="685" name="Google Shape;685;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6" name="Google Shape;686;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7" name="Google Shape;687;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688" name="Google Shape;688;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9" name="Google Shape;689;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90" name="Google Shape;690;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91" name="Google Shape;691;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92" name="Google Shape;692;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93" name="Google Shape;693;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694" name="Google Shape;694;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5" name="Google Shape;695;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6" name="Google Shape;696;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7" name="Google Shape;697;g2bee4f4af4b_0_204">
            <a:hlinkClick r:id="rId7" action="ppaction://hlinksldjump"/>
          </p:cNvPr>
          <p:cNvSpPr/>
          <p:nvPr/>
        </p:nvSpPr>
        <p:spPr>
          <a:xfrm>
            <a:off x="982263" y="382350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g2bee4f4af4b_0_204">
            <a:hlinkClick r:id="rId8" action="ppaction://hlinksldjump"/>
          </p:cNvPr>
          <p:cNvSpPr/>
          <p:nvPr/>
        </p:nvSpPr>
        <p:spPr>
          <a:xfrm>
            <a:off x="2412812"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g2bee4f4af4b_0_204">
            <a:hlinkClick r:id="rId9" action="ppaction://hlinksldjump"/>
          </p:cNvPr>
          <p:cNvSpPr/>
          <p:nvPr/>
        </p:nvSpPr>
        <p:spPr>
          <a:xfrm>
            <a:off x="3605233" y="381163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g2bee4f4af4b_0_204">
            <a:hlinkClick r:id="rId10" action="ppaction://hlinksldjump"/>
          </p:cNvPr>
          <p:cNvSpPr/>
          <p:nvPr/>
        </p:nvSpPr>
        <p:spPr>
          <a:xfrm>
            <a:off x="4859461" y="375450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7" name="Google Shape;707;g26b641b03cd_0_165"/>
          <p:cNvGrpSpPr/>
          <p:nvPr/>
        </p:nvGrpSpPr>
        <p:grpSpPr>
          <a:xfrm>
            <a:off x="930400" y="2053244"/>
            <a:ext cx="7283200" cy="3724851"/>
            <a:chOff x="930400" y="2129444"/>
            <a:chExt cx="7283200" cy="3724851"/>
          </a:xfrm>
        </p:grpSpPr>
        <p:pic>
          <p:nvPicPr>
            <p:cNvPr id="708" name="Google Shape;70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7" name="Google Shape;737;g26b7edf6e71_0_26"/>
          <p:cNvGrpSpPr/>
          <p:nvPr/>
        </p:nvGrpSpPr>
        <p:grpSpPr>
          <a:xfrm>
            <a:off x="930400" y="2053250"/>
            <a:ext cx="7283201" cy="2971674"/>
            <a:chOff x="930400" y="2129450"/>
            <a:chExt cx="7283201" cy="2971674"/>
          </a:xfrm>
        </p:grpSpPr>
        <p:pic>
          <p:nvPicPr>
            <p:cNvPr id="738" name="Google Shape;73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8" name="Google Shape;74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3" name="Google Shape;773;g2c298da1f27_0_417"/>
          <p:cNvPicPr preferRelativeResize="0"/>
          <p:nvPr/>
        </p:nvPicPr>
        <p:blipFill rotWithShape="1">
          <a:blip r:embed="rId3">
            <a:alphaModFix/>
          </a:blip>
          <a:srcRect l="79" r="79"/>
          <a:stretch/>
        </p:blipFill>
        <p:spPr>
          <a:xfrm>
            <a:off x="865575" y="2305875"/>
            <a:ext cx="1747052" cy="2472847"/>
          </a:xfrm>
          <a:prstGeom prst="rect">
            <a:avLst/>
          </a:prstGeom>
          <a:noFill/>
          <a:ln>
            <a:noFill/>
          </a:ln>
          <a:effectLst>
            <a:outerShdw blurRad="71438" dist="28575" dir="5400000" algn="bl" rotWithShape="0">
              <a:srgbClr val="000000">
                <a:alpha val="15294"/>
              </a:srgbClr>
            </a:outerShdw>
          </a:effectLst>
        </p:spPr>
      </p:pic>
      <p:pic>
        <p:nvPicPr>
          <p:cNvPr id="774" name="Google Shape;774;g2c298da1f27_0_417"/>
          <p:cNvPicPr preferRelativeResize="0"/>
          <p:nvPr/>
        </p:nvPicPr>
        <p:blipFill rotWithShape="1">
          <a:blip r:embed="rId4">
            <a:alphaModFix/>
          </a:blip>
          <a:srcRect l="19" r="29"/>
          <a:stretch/>
        </p:blipFill>
        <p:spPr>
          <a:xfrm>
            <a:off x="6401636" y="2305875"/>
            <a:ext cx="1747052" cy="2472851"/>
          </a:xfrm>
          <a:prstGeom prst="rect">
            <a:avLst/>
          </a:prstGeom>
          <a:noFill/>
          <a:ln>
            <a:noFill/>
          </a:ln>
          <a:effectLst>
            <a:outerShdw blurRad="71438" dist="28575" dir="5400000" algn="bl" rotWithShape="0">
              <a:srgbClr val="000000">
                <a:alpha val="15294"/>
              </a:srgbClr>
            </a:outerShdw>
          </a:effectLst>
        </p:spPr>
      </p:pic>
      <p:pic>
        <p:nvPicPr>
          <p:cNvPr id="775" name="Google Shape;775;g2c298da1f27_0_417"/>
          <p:cNvPicPr preferRelativeResize="0"/>
          <p:nvPr/>
        </p:nvPicPr>
        <p:blipFill rotWithShape="1">
          <a:blip r:embed="rId5">
            <a:alphaModFix/>
          </a:blip>
          <a:srcRect l="19" r="29"/>
          <a:stretch/>
        </p:blipFill>
        <p:spPr>
          <a:xfrm>
            <a:off x="2710929" y="2305875"/>
            <a:ext cx="1747052" cy="2472851"/>
          </a:xfrm>
          <a:prstGeom prst="rect">
            <a:avLst/>
          </a:prstGeom>
          <a:noFill/>
          <a:ln>
            <a:noFill/>
          </a:ln>
          <a:effectLst>
            <a:outerShdw blurRad="71438" dist="28575" dir="5400000" algn="bl" rotWithShape="0">
              <a:srgbClr val="000000">
                <a:alpha val="15294"/>
              </a:srgbClr>
            </a:outerShdw>
          </a:effectLst>
        </p:spPr>
      </p:pic>
      <p:pic>
        <p:nvPicPr>
          <p:cNvPr id="776" name="Google Shape;776;g2c298da1f27_0_417"/>
          <p:cNvPicPr preferRelativeResize="0"/>
          <p:nvPr/>
        </p:nvPicPr>
        <p:blipFill rotWithShape="1">
          <a:blip r:embed="rId6">
            <a:alphaModFix/>
          </a:blip>
          <a:srcRect l="19" r="29"/>
          <a:stretch/>
        </p:blipFill>
        <p:spPr>
          <a:xfrm>
            <a:off x="4556283" y="2305875"/>
            <a:ext cx="1747052" cy="2472851"/>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3" name="Google Shape;783;g26b7edf6e71_0_109"/>
          <p:cNvGrpSpPr/>
          <p:nvPr/>
        </p:nvGrpSpPr>
        <p:grpSpPr>
          <a:xfrm>
            <a:off x="865957" y="2135925"/>
            <a:ext cx="7282807" cy="2686611"/>
            <a:chOff x="867357" y="2129450"/>
            <a:chExt cx="7282807" cy="2686611"/>
          </a:xfrm>
        </p:grpSpPr>
        <p:pic>
          <p:nvPicPr>
            <p:cNvPr id="784" name="Google Shape;78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04" name="Google Shape;80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05" name="Google Shape;805;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06" name="Google Shape;80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13" name="Google Shape;81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14" name="Google Shape;814;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15" name="Google Shape;81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22" name="Google Shape;82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23" name="Google Shape;823;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824" name="Google Shape;82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31" name="Google Shape;83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32" name="Google Shape;832;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833" name="Google Shape;83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40" name="Google Shape;84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41" name="Google Shape;84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48" name="Google Shape;848;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49" name="Google Shape;849;g2c4fb7f6616_1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0" name="Google Shape;850;g2c4fb7f6616_1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1" name="Google Shape;851;g2c4fb7f6616_1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2" name="Google Shape;852;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3" name="Google Shape;853;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54" name="Google Shape;854;g2c4fb7f6616_1_0"/>
          <p:cNvGrpSpPr/>
          <p:nvPr/>
        </p:nvGrpSpPr>
        <p:grpSpPr>
          <a:xfrm>
            <a:off x="304250" y="6984600"/>
            <a:ext cx="8330829" cy="808600"/>
            <a:chOff x="-152950" y="7365600"/>
            <a:chExt cx="8330829" cy="808600"/>
          </a:xfrm>
        </p:grpSpPr>
        <p:sp>
          <p:nvSpPr>
            <p:cNvPr id="855" name="Google Shape;855;g2c4fb7f6616_1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56" name="Google Shape;856;g2c4fb7f6616_1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57" name="Google Shape;857;g2c4fb7f6616_1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58" name="Google Shape;858;g2c4fb7f6616_1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59" name="Google Shape;859;g2c4fb7f6616_1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0" name="Google Shape;860;g2c4fb7f6616_1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1" name="Google Shape;861;g2c4fb7f6616_1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2" name="Google Shape;862;g2c4fb7f6616_1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3" name="Google Shape;863;g2c4fb7f6616_1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4" name="Google Shape;864;g2c4fb7f6616_1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5" name="Google Shape;865;g2c4fb7f6616_1_0"/>
          <p:cNvSpPr/>
          <p:nvPr/>
        </p:nvSpPr>
        <p:spPr>
          <a:xfrm>
            <a:off x="3424196"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66" name="Google Shape;866;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67" name="Google Shape;867;g2c4fb7f6616_1_0"/>
          <p:cNvSpPr txBox="1">
            <a:spLocks noGrp="1"/>
          </p:cNvSpPr>
          <p:nvPr>
            <p:ph type="subTitle" idx="4294967295"/>
          </p:nvPr>
        </p:nvSpPr>
        <p:spPr>
          <a:xfrm>
            <a:off x="3141879" y="1308025"/>
            <a:ext cx="954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68" name="Google Shape;868;g2c4fb7f6616_1_0"/>
          <p:cNvSpPr txBox="1">
            <a:spLocks noGrp="1"/>
          </p:cNvSpPr>
          <p:nvPr>
            <p:ph type="subTitle" idx="4294967295"/>
          </p:nvPr>
        </p:nvSpPr>
        <p:spPr>
          <a:xfrm>
            <a:off x="3944121" y="1308025"/>
            <a:ext cx="2058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oy</a:t>
            </a:r>
            <a:endParaRPr sz="15000" b="0" i="0" u="none" strike="noStrike" cap="none">
              <a:solidFill>
                <a:srgbClr val="00904C"/>
              </a:solidFill>
              <a:latin typeface="Jost"/>
              <a:ea typeface="Jost"/>
              <a:cs typeface="Jost"/>
              <a:sym typeface="Jost"/>
            </a:endParaRPr>
          </a:p>
        </p:txBody>
      </p:sp>
      <p:sp>
        <p:nvSpPr>
          <p:cNvPr id="869" name="Google Shape;869;g2c4fb7f6616_1_0"/>
          <p:cNvSpPr/>
          <p:nvPr/>
        </p:nvSpPr>
        <p:spPr>
          <a:xfrm>
            <a:off x="4184496" y="4056375"/>
            <a:ext cx="1691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6ef42e7108_0_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6" name="Google Shape;876;g26ef42e7108_0_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77" name="Google Shape;877;g26ef42e7108_0_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8" name="Google Shape;878;g26ef42e7108_0_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9" name="Google Shape;879;g26ef42e7108_0_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0" name="Google Shape;880;g26ef42e7108_0_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1" name="Google Shape;881;g26ef42e7108_0_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2" name="Google Shape;882;g26ef42e7108_0_5"/>
          <p:cNvGrpSpPr/>
          <p:nvPr/>
        </p:nvGrpSpPr>
        <p:grpSpPr>
          <a:xfrm>
            <a:off x="304250" y="6984600"/>
            <a:ext cx="8330829" cy="808600"/>
            <a:chOff x="-152950" y="7365600"/>
            <a:chExt cx="8330829" cy="808600"/>
          </a:xfrm>
        </p:grpSpPr>
        <p:sp>
          <p:nvSpPr>
            <p:cNvPr id="883" name="Google Shape;883;g26ef42e7108_0_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4" name="Google Shape;884;g26ef42e7108_0_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5" name="Google Shape;885;g26ef42e7108_0_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6" name="Google Shape;886;g26ef42e7108_0_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7" name="Google Shape;887;g26ef42e7108_0_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8" name="Google Shape;888;g26ef42e7108_0_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9" name="Google Shape;889;g26ef42e7108_0_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0" name="Google Shape;890;g26ef42e7108_0_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1" name="Google Shape;891;g26ef42e7108_0_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2" name="Google Shape;892;g26ef42e7108_0_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3" name="Google Shape;893;g26ef42e7108_0_5"/>
          <p:cNvSpPr/>
          <p:nvPr/>
        </p:nvSpPr>
        <p:spPr>
          <a:xfrm>
            <a:off x="3462296"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4" name="Google Shape;894;g26ef42e7108_0_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5" name="Google Shape;895;g26ef42e7108_0_5"/>
          <p:cNvSpPr txBox="1">
            <a:spLocks noGrp="1"/>
          </p:cNvSpPr>
          <p:nvPr>
            <p:ph type="subTitle" idx="4294967295"/>
          </p:nvPr>
        </p:nvSpPr>
        <p:spPr>
          <a:xfrm>
            <a:off x="3179979" y="1308025"/>
            <a:ext cx="954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j</a:t>
            </a:r>
            <a:endParaRPr sz="15000" b="0" i="0" u="none" strike="noStrike" cap="none">
              <a:solidFill>
                <a:srgbClr val="2356AF"/>
              </a:solidFill>
              <a:latin typeface="Jost"/>
              <a:ea typeface="Jost"/>
              <a:cs typeface="Jost"/>
              <a:sym typeface="Jost"/>
            </a:endParaRPr>
          </a:p>
        </p:txBody>
      </p:sp>
      <p:sp>
        <p:nvSpPr>
          <p:cNvPr id="896" name="Google Shape;896;g26ef42e7108_0_5"/>
          <p:cNvSpPr txBox="1">
            <a:spLocks noGrp="1"/>
          </p:cNvSpPr>
          <p:nvPr>
            <p:ph type="subTitle" idx="4294967295"/>
          </p:nvPr>
        </p:nvSpPr>
        <p:spPr>
          <a:xfrm>
            <a:off x="3906021" y="1308025"/>
            <a:ext cx="2058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oy</a:t>
            </a:r>
            <a:endParaRPr sz="15000" b="0" i="0" u="none" strike="noStrike" cap="none">
              <a:solidFill>
                <a:srgbClr val="00904C"/>
              </a:solidFill>
              <a:latin typeface="Jost"/>
              <a:ea typeface="Jost"/>
              <a:cs typeface="Jost"/>
              <a:sym typeface="Jost"/>
            </a:endParaRPr>
          </a:p>
        </p:txBody>
      </p:sp>
      <p:sp>
        <p:nvSpPr>
          <p:cNvPr id="897" name="Google Shape;897;g26ef42e7108_0_5"/>
          <p:cNvSpPr/>
          <p:nvPr/>
        </p:nvSpPr>
        <p:spPr>
          <a:xfrm>
            <a:off x="4146396" y="4056375"/>
            <a:ext cx="1691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04" name="Google Shape;90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05" name="Google Shape;90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12" name="Google Shape;91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3" name="Google Shape;913;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14" name="Google Shape;91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21" name="Google Shape;92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22" name="Google Shape;922;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23" name="Google Shape;92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30" name="Google Shape;93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1" name="Google Shape;931;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32" name="Google Shape;93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39" name="Google Shape;93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40" name="Google Shape;940;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1" name="Google Shape;94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48" name="Google Shape;94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49" name="Google Shape;949;g1f3daf8a844_0_64"/>
          <p:cNvGrpSpPr/>
          <p:nvPr/>
        </p:nvGrpSpPr>
        <p:grpSpPr>
          <a:xfrm>
            <a:off x="3024000" y="209875"/>
            <a:ext cx="3096000" cy="454800"/>
            <a:chOff x="3024000" y="209875"/>
            <a:chExt cx="3096000" cy="454800"/>
          </a:xfrm>
        </p:grpSpPr>
        <p:sp>
          <p:nvSpPr>
            <p:cNvPr id="950" name="Google Shape;95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2" name="Google Shape;95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3" name="Google Shape;953;g1f3daf8a844_0_6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4" name="Google Shape;954;g1f3daf8a844_0_6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5" name="Google Shape;955;g1f3daf8a844_0_6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56" name="Google Shape;956;g1f3daf8a844_0_6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57" name="Google Shape;957;g1f3daf8a844_0_64"/>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958" name="Google Shape;958;g1f3daf8a844_0_64"/>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59" name="Google Shape;959;g1f3daf8a844_0_64"/>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60" name="Google Shape;960;g1f3daf8a844_0_64"/>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61" name="Google Shape;961;g1f3daf8a844_0_64"/>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62" name="Google Shape;962;g1f3daf8a844_0_64"/>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963" name="Google Shape;963;g1f3daf8a844_0_64"/>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64" name="Google Shape;964;g1f3daf8a844_0_64"/>
          <p:cNvSpPr txBox="1"/>
          <p:nvPr/>
        </p:nvSpPr>
        <p:spPr>
          <a:xfrm>
            <a:off x="5792506" y="183841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D1C24"/>
                </a:solidFill>
                <a:latin typeface="Poppins"/>
                <a:ea typeface="Poppins"/>
                <a:cs typeface="Poppins"/>
                <a:sym typeface="Poppins"/>
              </a:rPr>
              <a:t>a</a:t>
            </a:r>
            <a:endParaRPr sz="4600" b="0" i="0" u="none" strike="noStrike" cap="none">
              <a:solidFill>
                <a:srgbClr val="ED1C24"/>
              </a:solidFill>
              <a:latin typeface="Poppins"/>
              <a:ea typeface="Poppins"/>
              <a:cs typeface="Poppins"/>
              <a:sym typeface="Poppins"/>
            </a:endParaRPr>
          </a:p>
        </p:txBody>
      </p:sp>
      <p:sp>
        <p:nvSpPr>
          <p:cNvPr id="965" name="Google Shape;965;g1f3daf8a844_0_64"/>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66" name="Google Shape;966;g1f3daf8a844_0_64"/>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67" name="Google Shape;967;g1f3daf8a844_0_64"/>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68" name="Google Shape;968;g1f3daf8a844_0_64"/>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969" name="Google Shape;969;g1f3daf8a844_0_64"/>
          <p:cNvSpPr txBox="1"/>
          <p:nvPr/>
        </p:nvSpPr>
        <p:spPr>
          <a:xfrm>
            <a:off x="4063200" y="26640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oy</a:t>
            </a:r>
            <a:endParaRPr sz="5500" b="0" i="0" u="none" strike="noStrike" cap="none">
              <a:solidFill>
                <a:srgbClr val="00904C"/>
              </a:solidFill>
              <a:latin typeface="Jost"/>
              <a:ea typeface="Jost"/>
              <a:cs typeface="Jost"/>
              <a:sym typeface="Jost"/>
            </a:endParaRPr>
          </a:p>
        </p:txBody>
      </p:sp>
      <p:cxnSp>
        <p:nvCxnSpPr>
          <p:cNvPr id="970" name="Google Shape;970;g1f3daf8a844_0_6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6ef42e7108_0_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77" name="Google Shape;977;g26ef42e7108_0_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78" name="Google Shape;978;g26ef42e7108_0_62"/>
          <p:cNvGrpSpPr/>
          <p:nvPr/>
        </p:nvGrpSpPr>
        <p:grpSpPr>
          <a:xfrm>
            <a:off x="3024000" y="209875"/>
            <a:ext cx="3096000" cy="454800"/>
            <a:chOff x="3024000" y="209875"/>
            <a:chExt cx="3096000" cy="454800"/>
          </a:xfrm>
        </p:grpSpPr>
        <p:sp>
          <p:nvSpPr>
            <p:cNvPr id="979" name="Google Shape;979;g26ef42e7108_0_6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6ef42e7108_0_6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1" name="Google Shape;981;g26ef42e7108_0_62"/>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982" name="Google Shape;982;g26ef42e7108_0_62"/>
          <p:cNvSpPr txBox="1">
            <a:spLocks noGrp="1"/>
          </p:cNvSpPr>
          <p:nvPr>
            <p:ph type="subTitle" idx="4294967295"/>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toy joy boy oyster enjoy destroy roy</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a:t>
            </a:r>
            <a:endParaRPr sz="1800" b="0" i="0" u="none" strike="noStrike" cap="none">
              <a:solidFill>
                <a:srgbClr val="B7B7B7"/>
              </a:solidFill>
              <a:latin typeface="Jost"/>
              <a:ea typeface="Jost"/>
              <a:cs typeface="Jost"/>
              <a:sym typeface="Jost"/>
            </a:endParaRPr>
          </a:p>
        </p:txBody>
      </p:sp>
      <p:cxnSp>
        <p:nvCxnSpPr>
          <p:cNvPr id="983" name="Google Shape;983;g26ef42e7108_0_62"/>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84" name="Google Shape;984;g26ef42e7108_0_62"/>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5" name="Google Shape;985;g26ef42e7108_0_62"/>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6" name="Google Shape;986;g26ef42e7108_0_62"/>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7" name="Google Shape;987;g26ef42e7108_0_62"/>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88" name="Google Shape;988;g26ef42e7108_0_62"/>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989" name="Google Shape;989;g26ef42e7108_0_62"/>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90" name="Google Shape;990;g26ef42e7108_0_62"/>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91" name="Google Shape;991;g26ef42e7108_0_62"/>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92" name="Google Shape;992;g26ef42e7108_0_62"/>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993" name="Google Shape;993;g26ef42e7108_0_62"/>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94" name="Google Shape;994;g26ef42e7108_0_62"/>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995" name="Google Shape;995;g26ef42e7108_0_62"/>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96" name="Google Shape;996;g26ef42e7108_0_62"/>
          <p:cNvSpPr txBox="1"/>
          <p:nvPr/>
        </p:nvSpPr>
        <p:spPr>
          <a:xfrm>
            <a:off x="5792506" y="183841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D1C24"/>
                </a:solidFill>
                <a:latin typeface="Poppins"/>
                <a:ea typeface="Poppins"/>
                <a:cs typeface="Poppins"/>
                <a:sym typeface="Poppins"/>
              </a:rPr>
              <a:t>a</a:t>
            </a:r>
            <a:endParaRPr sz="4600" b="0" i="0" u="none" strike="noStrike" cap="none">
              <a:solidFill>
                <a:srgbClr val="ED1C24"/>
              </a:solidFill>
              <a:latin typeface="Poppins"/>
              <a:ea typeface="Poppins"/>
              <a:cs typeface="Poppins"/>
              <a:sym typeface="Poppins"/>
            </a:endParaRPr>
          </a:p>
        </p:txBody>
      </p:sp>
      <p:sp>
        <p:nvSpPr>
          <p:cNvPr id="997" name="Google Shape;997;g26ef42e7108_0_62"/>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98" name="Google Shape;998;g26ef42e7108_0_62"/>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99" name="Google Shape;999;g26ef42e7108_0_62"/>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00" name="Google Shape;1000;g26ef42e7108_0_62"/>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1001" name="Google Shape;1001;g26ef42e7108_0_62"/>
          <p:cNvSpPr txBox="1"/>
          <p:nvPr/>
        </p:nvSpPr>
        <p:spPr>
          <a:xfrm>
            <a:off x="4063200" y="26640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oy</a:t>
            </a:r>
            <a:endParaRPr sz="55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308</Words>
  <Application>Microsoft Office PowerPoint</Application>
  <PresentationFormat>On-screen Show (4:3)</PresentationFormat>
  <Paragraphs>140</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Calibri</vt:lpstr>
      <vt:lpstr>Poppins SemiBold</vt:lpstr>
      <vt:lpstr>Poppins Medium</vt:lpstr>
      <vt:lpstr>Jost</vt:lpstr>
      <vt:lpstr>Poppins</vt:lpstr>
      <vt:lpstr>Arial</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Teach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2026-05-20T04:33:56Z</dcterms:modified>
</cp:coreProperties>
</file>