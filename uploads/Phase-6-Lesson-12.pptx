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zZYaSMBJyin2FjmXMR/mS5Pa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D57560-0E73-4F39-8B7C-588E6A4C482D}">
  <a:tblStyle styleId="{76D57560-0E73-4F39-8B7C-588E6A4C482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038"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5b0ca9d7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5b0ca9d7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5b0ca9d7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5b0ca9d7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5b0ca9d7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5b0ca9d7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ee8b3896b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ee8b3896b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ee8b3896b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735b0ca9d7_0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735b0ca9d7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735b0ca9d7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ee8b3896b0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ee8b3896b0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ee8b3896b0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74b8dbf1fa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74b8dbf1fa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74b8dbf1fa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735b0ca9d7_0_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5" name="Google Shape;1155;g2735b0ca9d7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g2735b0ca9d7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187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19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Past Tense</a:t>
            </a:r>
            <a:r>
              <a:rPr lang="en-US" sz="1600" b="0" i="0" u="none" strike="noStrike" cap="none">
                <a:solidFill>
                  <a:srgbClr val="000000"/>
                </a:solidFill>
                <a:latin typeface="Poppins"/>
                <a:ea typeface="Poppins"/>
                <a:cs typeface="Poppins"/>
                <a:sym typeface="Poppins"/>
              </a:rPr>
              <a:t> – shows that an action has already occurred in the past.</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650329"/>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-ed suffix (double consonant)</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215905"/>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3 -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12</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-ed suffix </a:t>
            </a:r>
            <a:br>
              <a:rPr lang="en-US"/>
            </a:br>
            <a:r>
              <a:rPr lang="en-US"/>
              <a:t>(double consonant)</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{76D57560-0E73-4F39-8B7C-588E6A4C482D}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-ed</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12</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-ed.</a:t>
            </a:r>
            <a:endParaRPr>
              <a:solidFill>
                <a:srgbClr val="2356AF"/>
              </a:solidFill>
            </a:endParaRPr>
          </a:p>
        </p:txBody>
      </p:sp>
      <p:sp>
        <p:nvSpPr>
          <p:cNvPr id="661" name="Google Shape;661;g2bee4f4af4b_0_204"/>
          <p:cNvSpPr txBox="1">
            <a:spLocks noGrp="1"/>
          </p:cNvSpPr>
          <p:nvPr>
            <p:ph type="body" idx="2"/>
          </p:nvPr>
        </p:nvSpPr>
        <p:spPr>
          <a:xfrm>
            <a:off x="3649025" y="2393250"/>
            <a:ext cx="4852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322300" y="1398975"/>
            <a:ext cx="6499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When</a:t>
            </a:r>
            <a:r>
              <a:rPr lang="en-US" sz="2800" b="0" i="0" u="none" strike="noStrike" cap="none">
                <a:solidFill>
                  <a:schemeClr val="dk1"/>
                </a:solidFill>
                <a:latin typeface="Poppins"/>
                <a:ea typeface="Poppins"/>
                <a:cs typeface="Poppins"/>
                <a:sym typeface="Poppins"/>
              </a:rPr>
              <a:t> suffix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 to the end of a verb, the verb changes to past tense form.</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br>
              <a:rPr lang="en-US" sz="2800" b="0" i="0" u="none" strike="noStrike" cap="none">
                <a:solidFill>
                  <a:schemeClr val="dk1"/>
                </a:solidFill>
                <a:latin typeface="Poppins"/>
                <a:ea typeface="Poppins"/>
                <a:cs typeface="Poppins"/>
                <a:sym typeface="Poppins"/>
              </a:rPr>
            </a:br>
            <a:r>
              <a:rPr lang="en-US" sz="2800" b="0" i="0" u="none" strike="noStrike" cap="none">
                <a:solidFill>
                  <a:schemeClr val="dk1"/>
                </a:solidFill>
                <a:latin typeface="Poppins SemiBold"/>
                <a:ea typeface="Poppins SemiBold"/>
                <a:cs typeface="Poppins SemiBold"/>
                <a:sym typeface="Poppins SemiBold"/>
              </a:rPr>
              <a:t>Spelling Rule:</a:t>
            </a:r>
            <a:r>
              <a:rPr lang="en-US" sz="2800" b="0" i="0" u="none" strike="noStrike" cap="none">
                <a:solidFill>
                  <a:schemeClr val="dk1"/>
                </a:solidFill>
                <a:latin typeface="Poppins"/>
                <a:ea typeface="Poppins"/>
                <a:cs typeface="Poppins"/>
                <a:sym typeface="Poppins"/>
              </a:rPr>
              <a:t> When the root word ends in a short vowel followed by a consonant, the consonant is doubled and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rgbClr val="2356AF"/>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hop</a:t>
            </a:r>
            <a:r>
              <a:rPr lang="en-US" sz="7500" b="0" i="0" u="none" strike="noStrike" cap="none">
                <a:solidFill>
                  <a:schemeClr val="dk1"/>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hop</a:t>
            </a:r>
            <a:r>
              <a:rPr lang="en-US" sz="8000" b="0" i="0" u="none" strike="noStrike" cap="none">
                <a:solidFill>
                  <a:schemeClr val="dk1"/>
                </a:solidFill>
                <a:latin typeface="Jost"/>
                <a:ea typeface="Jost"/>
                <a:cs typeface="Jost"/>
                <a:sym typeface="Jost"/>
              </a:rPr>
              <a:t>p</a:t>
            </a:r>
            <a:r>
              <a:rPr lang="en-US" sz="8000" b="0" i="0" u="none" strike="noStrike" cap="none">
                <a:solidFill>
                  <a:srgbClr val="2356AF"/>
                </a:solidFill>
                <a:latin typeface="Jost"/>
                <a:ea typeface="Jost"/>
                <a:cs typeface="Jost"/>
                <a:sym typeface="Jost"/>
              </a:rPr>
              <a:t>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5b0ca9d7_0_1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5b0ca9d7_0_1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rgbClr val="2356AF"/>
              </a:solidFill>
              <a:latin typeface="Poppins"/>
              <a:ea typeface="Poppins"/>
              <a:cs typeface="Poppins"/>
              <a:sym typeface="Poppins"/>
            </a:endParaRPr>
          </a:p>
        </p:txBody>
      </p:sp>
      <p:sp>
        <p:nvSpPr>
          <p:cNvPr id="876" name="Google Shape;876;g2735b0ca9d7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5b0ca9d7_0_1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5b0ca9d7_0_11"/>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skip.</a:t>
            </a:r>
            <a:endParaRPr sz="8000" b="0" i="0" u="none" strike="noStrike" cap="none">
              <a:solidFill>
                <a:srgbClr val="000000"/>
              </a:solidFill>
              <a:latin typeface="Jost"/>
              <a:ea typeface="Jost"/>
              <a:cs typeface="Jost"/>
              <a:sym typeface="Jost"/>
            </a:endParaRPr>
          </a:p>
        </p:txBody>
      </p:sp>
      <p:sp>
        <p:nvSpPr>
          <p:cNvPr id="879" name="Google Shape;879;g2735b0ca9d7_0_11"/>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chemeClr val="dk1"/>
                </a:solidFill>
                <a:latin typeface="Jost"/>
                <a:ea typeface="Jost"/>
                <a:cs typeface="Jost"/>
                <a:sym typeface="Jost"/>
              </a:rPr>
              <a:t>I skipp</a:t>
            </a:r>
            <a:r>
              <a:rPr lang="en-US" sz="8000" b="0" i="0" u="none" strike="noStrike" cap="none">
                <a:solidFill>
                  <a:srgbClr val="2356AF"/>
                </a:solidFill>
                <a:latin typeface="Jost"/>
                <a:ea typeface="Jost"/>
                <a:cs typeface="Jost"/>
                <a:sym typeface="Jost"/>
              </a:rPr>
              <a:t>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80" name="Google Shape;880;g2735b0ca9d7_0_1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5b0ca9d7_0_23"/>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5b0ca9d7_0_23"/>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a:t>
            </a:r>
            <a:r>
              <a:rPr lang="en-US" sz="2200" b="0" i="0" u="none" strike="noStrike" cap="none">
                <a:solidFill>
                  <a:srgbClr val="2356AF"/>
                </a:solidFill>
                <a:latin typeface="Poppins"/>
                <a:ea typeface="Poppins"/>
                <a:cs typeface="Poppins"/>
                <a:sym typeface="Poppins"/>
              </a:rPr>
              <a:t> -ed</a:t>
            </a:r>
            <a:endParaRPr sz="2200" b="0" i="0" u="none" strike="noStrike" cap="none">
              <a:solidFill>
                <a:srgbClr val="2356AF"/>
              </a:solidFill>
              <a:latin typeface="Poppins"/>
              <a:ea typeface="Poppins"/>
              <a:cs typeface="Poppins"/>
              <a:sym typeface="Poppins"/>
            </a:endParaRPr>
          </a:p>
        </p:txBody>
      </p:sp>
      <p:sp>
        <p:nvSpPr>
          <p:cNvPr id="888" name="Google Shape;888;g2735b0ca9d7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735b0ca9d7_0_23"/>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735b0ca9d7_0_23"/>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cl</a:t>
            </a:r>
            <a:r>
              <a:rPr lang="en-US" sz="67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p.</a:t>
            </a:r>
            <a:endParaRPr sz="8000" b="0" i="0" u="none" strike="noStrike" cap="none">
              <a:solidFill>
                <a:srgbClr val="000000"/>
              </a:solidFill>
              <a:latin typeface="Jost"/>
              <a:ea typeface="Jost"/>
              <a:cs typeface="Jost"/>
              <a:sym typeface="Jost"/>
            </a:endParaRPr>
          </a:p>
        </p:txBody>
      </p:sp>
      <p:sp>
        <p:nvSpPr>
          <p:cNvPr id="891" name="Google Shape;891;g2735b0ca9d7_0_23"/>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cl</a:t>
            </a:r>
            <a:r>
              <a:rPr lang="en-US" sz="6700" b="0" i="0" u="none" strike="noStrike" cap="none">
                <a:solidFill>
                  <a:schemeClr val="dk1"/>
                </a:solidFill>
                <a:latin typeface="Poppins"/>
                <a:ea typeface="Poppins"/>
                <a:cs typeface="Poppins"/>
                <a:sym typeface="Poppins"/>
              </a:rPr>
              <a:t>a</a:t>
            </a:r>
            <a:r>
              <a:rPr lang="en-US" sz="8000" b="0" i="0" u="none" strike="noStrike" cap="none">
                <a:solidFill>
                  <a:schemeClr val="dk1"/>
                </a:solidFill>
                <a:latin typeface="Jost"/>
                <a:ea typeface="Jost"/>
                <a:cs typeface="Jost"/>
                <a:sym typeface="Jost"/>
              </a:rPr>
              <a:t>pp</a:t>
            </a:r>
            <a:r>
              <a:rPr lang="en-US" sz="8000" b="0" i="0" u="none" strike="noStrike" cap="none">
                <a:solidFill>
                  <a:srgbClr val="2356AF"/>
                </a:solidFill>
                <a:latin typeface="Jost"/>
                <a:ea typeface="Jost"/>
                <a:cs typeface="Jost"/>
                <a:sym typeface="Jost"/>
              </a:rPr>
              <a:t>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92" name="Google Shape;892;g2735b0ca9d7_0_23"/>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7" name="Google Shape;90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6" name="Google Shape;916;g2c4fb7f6616_1_0"/>
          <p:cNvGrpSpPr/>
          <p:nvPr/>
        </p:nvGrpSpPr>
        <p:grpSpPr>
          <a:xfrm>
            <a:off x="-550" y="6984600"/>
            <a:ext cx="8596479" cy="808600"/>
            <a:chOff x="-550" y="6984600"/>
            <a:chExt cx="8596479" cy="808600"/>
          </a:xfrm>
        </p:grpSpPr>
        <p:sp>
          <p:nvSpPr>
            <p:cNvPr id="917" name="Google Shape;91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6" name="Google Shape;926;g2c4fb7f6616_1_0"/>
          <p:cNvSpPr/>
          <p:nvPr/>
        </p:nvSpPr>
        <p:spPr>
          <a:xfrm>
            <a:off x="35281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43389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321333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29" name="Google Shape;929;g2c4fb7f6616_1_0"/>
          <p:cNvSpPr txBox="1"/>
          <p:nvPr/>
        </p:nvSpPr>
        <p:spPr>
          <a:xfrm>
            <a:off x="40240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30" name="Google Shape;930;g2c4fb7f6616_1_0"/>
          <p:cNvSpPr txBox="1"/>
          <p:nvPr/>
        </p:nvSpPr>
        <p:spPr>
          <a:xfrm>
            <a:off x="491097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31" name="Google Shape;931;g2c4fb7f6616_1_0"/>
          <p:cNvSpPr/>
          <p:nvPr/>
        </p:nvSpPr>
        <p:spPr>
          <a:xfrm>
            <a:off x="525291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ee8b3896b0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ee8b3896b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39" name="Google Shape;939;g2ee8b3896b0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0" name="Google Shape;940;g2ee8b3896b0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ee8b3896b0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ee8b3896b0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ee8b3896b0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ee8b3896b0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ee8b3896b0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ee8b3896b0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ee8b3896b0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8" name="Google Shape;948;g2ee8b3896b0_0_0"/>
          <p:cNvGrpSpPr/>
          <p:nvPr/>
        </p:nvGrpSpPr>
        <p:grpSpPr>
          <a:xfrm>
            <a:off x="-550" y="6984600"/>
            <a:ext cx="8596479" cy="808600"/>
            <a:chOff x="-550" y="6984600"/>
            <a:chExt cx="8596479" cy="808600"/>
          </a:xfrm>
        </p:grpSpPr>
        <p:sp>
          <p:nvSpPr>
            <p:cNvPr id="949" name="Google Shape;949;g2ee8b3896b0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0" name="Google Shape;950;g2ee8b3896b0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1" name="Google Shape;951;g2ee8b3896b0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2" name="Google Shape;952;g2ee8b3896b0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3" name="Google Shape;953;g2ee8b3896b0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4" name="Google Shape;954;g2ee8b3896b0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5" name="Google Shape;955;g2ee8b3896b0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6" name="Google Shape;956;g2ee8b3896b0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7" name="Google Shape;957;g2ee8b3896b0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8" name="Google Shape;958;g2ee8b3896b0_0_0"/>
          <p:cNvSpPr/>
          <p:nvPr/>
        </p:nvSpPr>
        <p:spPr>
          <a:xfrm>
            <a:off x="223114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ee8b3896b0_0_0"/>
          <p:cNvSpPr/>
          <p:nvPr/>
        </p:nvSpPr>
        <p:spPr>
          <a:xfrm>
            <a:off x="304186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ee8b3896b0_0_0"/>
          <p:cNvSpPr txBox="1"/>
          <p:nvPr/>
        </p:nvSpPr>
        <p:spPr>
          <a:xfrm>
            <a:off x="191629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61" name="Google Shape;961;g2ee8b3896b0_0_0"/>
          <p:cNvSpPr txBox="1"/>
          <p:nvPr/>
        </p:nvSpPr>
        <p:spPr>
          <a:xfrm>
            <a:off x="272701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62" name="Google Shape;962;g2ee8b3896b0_0_0"/>
          <p:cNvSpPr txBox="1"/>
          <p:nvPr/>
        </p:nvSpPr>
        <p:spPr>
          <a:xfrm>
            <a:off x="361393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p</a:t>
            </a:r>
            <a:endParaRPr sz="12000" b="0" i="0" u="none" strike="noStrike" cap="none">
              <a:solidFill>
                <a:srgbClr val="FFD400"/>
              </a:solidFill>
              <a:latin typeface="Jost"/>
              <a:ea typeface="Jost"/>
              <a:cs typeface="Jost"/>
              <a:sym typeface="Jost"/>
            </a:endParaRPr>
          </a:p>
        </p:txBody>
      </p:sp>
      <p:sp>
        <p:nvSpPr>
          <p:cNvPr id="963" name="Google Shape;963;g2ee8b3896b0_0_0"/>
          <p:cNvSpPr txBox="1"/>
          <p:nvPr/>
        </p:nvSpPr>
        <p:spPr>
          <a:xfrm>
            <a:off x="450085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p</a:t>
            </a:r>
            <a:endParaRPr sz="12000" b="0" i="0" u="none" strike="noStrike" cap="none">
              <a:solidFill>
                <a:srgbClr val="FFD400"/>
              </a:solidFill>
              <a:latin typeface="Jost"/>
              <a:ea typeface="Jost"/>
              <a:cs typeface="Jost"/>
              <a:sym typeface="Jost"/>
            </a:endParaRPr>
          </a:p>
        </p:txBody>
      </p:sp>
      <p:sp>
        <p:nvSpPr>
          <p:cNvPr id="964" name="Google Shape;964;g2ee8b3896b0_0_0"/>
          <p:cNvSpPr/>
          <p:nvPr/>
        </p:nvSpPr>
        <p:spPr>
          <a:xfrm>
            <a:off x="3767473" y="4011900"/>
            <a:ext cx="1593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ee8b3896b0_0_0"/>
          <p:cNvSpPr txBox="1"/>
          <p:nvPr/>
        </p:nvSpPr>
        <p:spPr>
          <a:xfrm>
            <a:off x="620800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66" name="Google Shape;966;g2ee8b3896b0_0_0"/>
          <p:cNvSpPr txBox="1"/>
          <p:nvPr/>
        </p:nvSpPr>
        <p:spPr>
          <a:xfrm>
            <a:off x="536058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967" name="Google Shape;967;g2ee8b3896b0_0_0"/>
          <p:cNvSpPr/>
          <p:nvPr/>
        </p:nvSpPr>
        <p:spPr>
          <a:xfrm>
            <a:off x="5584981"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8" name="Google Shape;968;g2ee8b3896b0_0_0"/>
          <p:cNvGrpSpPr/>
          <p:nvPr/>
        </p:nvGrpSpPr>
        <p:grpSpPr>
          <a:xfrm>
            <a:off x="5943743" y="4970810"/>
            <a:ext cx="878117" cy="451962"/>
            <a:chOff x="2455268" y="4524573"/>
            <a:chExt cx="878117" cy="451962"/>
          </a:xfrm>
        </p:grpSpPr>
        <p:grpSp>
          <p:nvGrpSpPr>
            <p:cNvPr id="969" name="Google Shape;969;g2ee8b3896b0_0_0"/>
            <p:cNvGrpSpPr/>
            <p:nvPr/>
          </p:nvGrpSpPr>
          <p:grpSpPr>
            <a:xfrm>
              <a:off x="2455268" y="4524573"/>
              <a:ext cx="878117" cy="451962"/>
              <a:chOff x="5672081" y="1914352"/>
              <a:chExt cx="792668" cy="306000"/>
            </a:xfrm>
          </p:grpSpPr>
          <p:sp>
            <p:nvSpPr>
              <p:cNvPr id="970" name="Google Shape;970;g2ee8b3896b0_0_0"/>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ee8b3896b0_0_0"/>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72" name="Google Shape;972;g2ee8b3896b0_0_0"/>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/t/</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735b0ca9d7_0_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9" name="Google Shape;979;g2735b0ca9d7_0_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80" name="Google Shape;980;g2735b0ca9d7_0_3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1" name="Google Shape;981;g2735b0ca9d7_0_3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735b0ca9d7_0_3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735b0ca9d7_0_3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735b0ca9d7_0_3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735b0ca9d7_0_3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735b0ca9d7_0_3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735b0ca9d7_0_3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735b0ca9d7_0_3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9" name="Google Shape;989;g2735b0ca9d7_0_35"/>
          <p:cNvGrpSpPr/>
          <p:nvPr/>
        </p:nvGrpSpPr>
        <p:grpSpPr>
          <a:xfrm>
            <a:off x="-550" y="6984600"/>
            <a:ext cx="8596479" cy="808600"/>
            <a:chOff x="-550" y="6984600"/>
            <a:chExt cx="8596479" cy="808600"/>
          </a:xfrm>
        </p:grpSpPr>
        <p:sp>
          <p:nvSpPr>
            <p:cNvPr id="990" name="Google Shape;990;g2735b0ca9d7_0_3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1" name="Google Shape;991;g2735b0ca9d7_0_3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2" name="Google Shape;992;g2735b0ca9d7_0_3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3" name="Google Shape;993;g2735b0ca9d7_0_3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4" name="Google Shape;994;g2735b0ca9d7_0_3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5" name="Google Shape;995;g2735b0ca9d7_0_3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6" name="Google Shape;996;g2735b0ca9d7_0_3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7" name="Google Shape;997;g2735b0ca9d7_0_3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8" name="Google Shape;998;g2735b0ca9d7_0_3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9" name="Google Shape;999;g2735b0ca9d7_0_35"/>
          <p:cNvSpPr/>
          <p:nvPr/>
        </p:nvSpPr>
        <p:spPr>
          <a:xfrm>
            <a:off x="336482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735b0ca9d7_0_35"/>
          <p:cNvSpPr/>
          <p:nvPr/>
        </p:nvSpPr>
        <p:spPr>
          <a:xfrm>
            <a:off x="409934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735b0ca9d7_0_35"/>
          <p:cNvSpPr/>
          <p:nvPr/>
        </p:nvSpPr>
        <p:spPr>
          <a:xfrm>
            <a:off x="471711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2" name="Google Shape;1002;g2735b0ca9d7_0_35"/>
          <p:cNvSpPr txBox="1"/>
          <p:nvPr/>
        </p:nvSpPr>
        <p:spPr>
          <a:xfrm>
            <a:off x="304997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03" name="Google Shape;1003;g2735b0ca9d7_0_35"/>
          <p:cNvSpPr txBox="1"/>
          <p:nvPr/>
        </p:nvSpPr>
        <p:spPr>
          <a:xfrm>
            <a:off x="3784490" y="1308025"/>
            <a:ext cx="1019700" cy="2371200"/>
          </a:xfrm>
          <a:prstGeom prst="rect">
            <a:avLst/>
          </a:prstGeom>
          <a:solidFill>
            <a:srgbClr val="000000">
              <a:alpha val="0"/>
            </a:srgbClr>
          </a:solid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04" name="Google Shape;1004;g2735b0ca9d7_0_35"/>
          <p:cNvSpPr txBox="1"/>
          <p:nvPr/>
        </p:nvSpPr>
        <p:spPr>
          <a:xfrm>
            <a:off x="440226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05" name="Google Shape;1005;g2735b0ca9d7_0_35"/>
          <p:cNvSpPr txBox="1"/>
          <p:nvPr/>
        </p:nvSpPr>
        <p:spPr>
          <a:xfrm>
            <a:off x="507433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1006" name="Google Shape;1006;g2735b0ca9d7_0_35"/>
          <p:cNvSpPr/>
          <p:nvPr/>
        </p:nvSpPr>
        <p:spPr>
          <a:xfrm>
            <a:off x="540987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ee8b3896b0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3" name="Google Shape;1013;g2ee8b3896b0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14" name="Google Shape;1014;g2ee8b3896b0_0_4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5" name="Google Shape;1015;g2ee8b3896b0_0_4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ee8b3896b0_0_4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ee8b3896b0_0_4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ee8b3896b0_0_4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ee8b3896b0_0_4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ee8b3896b0_0_4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ee8b3896b0_0_4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ee8b3896b0_0_4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3" name="Google Shape;1023;g2ee8b3896b0_0_41"/>
          <p:cNvGrpSpPr/>
          <p:nvPr/>
        </p:nvGrpSpPr>
        <p:grpSpPr>
          <a:xfrm>
            <a:off x="-550" y="6984600"/>
            <a:ext cx="8596479" cy="808600"/>
            <a:chOff x="-550" y="6984600"/>
            <a:chExt cx="8596479" cy="808600"/>
          </a:xfrm>
        </p:grpSpPr>
        <p:sp>
          <p:nvSpPr>
            <p:cNvPr id="1024" name="Google Shape;1024;g2ee8b3896b0_0_4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5" name="Google Shape;1025;g2ee8b3896b0_0_4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6" name="Google Shape;1026;g2ee8b3896b0_0_4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7" name="Google Shape;1027;g2ee8b3896b0_0_4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8" name="Google Shape;1028;g2ee8b3896b0_0_4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9" name="Google Shape;1029;g2ee8b3896b0_0_4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0" name="Google Shape;1030;g2ee8b3896b0_0_4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1" name="Google Shape;1031;g2ee8b3896b0_0_4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2" name="Google Shape;1032;g2ee8b3896b0_0_4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3" name="Google Shape;1033;g2ee8b3896b0_0_41"/>
          <p:cNvSpPr/>
          <p:nvPr/>
        </p:nvSpPr>
        <p:spPr>
          <a:xfrm>
            <a:off x="20576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ee8b3896b0_0_41"/>
          <p:cNvSpPr/>
          <p:nvPr/>
        </p:nvSpPr>
        <p:spPr>
          <a:xfrm>
            <a:off x="27921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ee8b3896b0_0_41"/>
          <p:cNvSpPr/>
          <p:nvPr/>
        </p:nvSpPr>
        <p:spPr>
          <a:xfrm>
            <a:off x="340990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36" name="Google Shape;1036;g2ee8b3896b0_0_41"/>
          <p:cNvSpPr txBox="1"/>
          <p:nvPr/>
        </p:nvSpPr>
        <p:spPr>
          <a:xfrm>
            <a:off x="174276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37" name="Google Shape;1037;g2ee8b3896b0_0_41"/>
          <p:cNvSpPr txBox="1"/>
          <p:nvPr/>
        </p:nvSpPr>
        <p:spPr>
          <a:xfrm>
            <a:off x="2477288" y="1308025"/>
            <a:ext cx="1019700" cy="2371200"/>
          </a:xfrm>
          <a:prstGeom prst="rect">
            <a:avLst/>
          </a:prstGeom>
          <a:solidFill>
            <a:srgbClr val="000000">
              <a:alpha val="0"/>
            </a:srgbClr>
          </a:solid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38" name="Google Shape;1038;g2ee8b3896b0_0_41"/>
          <p:cNvSpPr txBox="1"/>
          <p:nvPr/>
        </p:nvSpPr>
        <p:spPr>
          <a:xfrm>
            <a:off x="309505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39" name="Google Shape;1039;g2ee8b3896b0_0_41"/>
          <p:cNvSpPr txBox="1"/>
          <p:nvPr/>
        </p:nvSpPr>
        <p:spPr>
          <a:xfrm>
            <a:off x="466777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p</a:t>
            </a:r>
            <a:endParaRPr sz="12000" b="0" i="0" u="none" strike="noStrike" cap="none">
              <a:solidFill>
                <a:srgbClr val="FFD400"/>
              </a:solidFill>
              <a:latin typeface="Jost"/>
              <a:ea typeface="Jost"/>
              <a:cs typeface="Jost"/>
              <a:sym typeface="Jost"/>
            </a:endParaRPr>
          </a:p>
        </p:txBody>
      </p:sp>
      <p:sp>
        <p:nvSpPr>
          <p:cNvPr id="1040" name="Google Shape;1040;g2ee8b3896b0_0_41"/>
          <p:cNvSpPr txBox="1"/>
          <p:nvPr/>
        </p:nvSpPr>
        <p:spPr>
          <a:xfrm>
            <a:off x="376712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p</a:t>
            </a:r>
            <a:endParaRPr sz="12000" b="0" i="0" u="none" strike="noStrike" cap="none">
              <a:solidFill>
                <a:srgbClr val="FFD400"/>
              </a:solidFill>
              <a:latin typeface="Jost"/>
              <a:ea typeface="Jost"/>
              <a:cs typeface="Jost"/>
              <a:sym typeface="Jost"/>
            </a:endParaRPr>
          </a:p>
        </p:txBody>
      </p:sp>
      <p:sp>
        <p:nvSpPr>
          <p:cNvPr id="1041" name="Google Shape;1041;g2ee8b3896b0_0_41"/>
          <p:cNvSpPr/>
          <p:nvPr/>
        </p:nvSpPr>
        <p:spPr>
          <a:xfrm>
            <a:off x="3941004" y="4011900"/>
            <a:ext cx="1593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2" name="Google Shape;1042;g2ee8b3896b0_0_41"/>
          <p:cNvSpPr txBox="1"/>
          <p:nvPr/>
        </p:nvSpPr>
        <p:spPr>
          <a:xfrm>
            <a:off x="638153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43" name="Google Shape;1043;g2ee8b3896b0_0_41"/>
          <p:cNvSpPr txBox="1"/>
          <p:nvPr/>
        </p:nvSpPr>
        <p:spPr>
          <a:xfrm>
            <a:off x="553411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1044" name="Google Shape;1044;g2ee8b3896b0_0_41"/>
          <p:cNvSpPr/>
          <p:nvPr/>
        </p:nvSpPr>
        <p:spPr>
          <a:xfrm>
            <a:off x="5758511"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5" name="Google Shape;1045;g2ee8b3896b0_0_41"/>
          <p:cNvGrpSpPr/>
          <p:nvPr/>
        </p:nvGrpSpPr>
        <p:grpSpPr>
          <a:xfrm>
            <a:off x="6172343" y="4970810"/>
            <a:ext cx="878117" cy="451962"/>
            <a:chOff x="2455268" y="4524573"/>
            <a:chExt cx="878117" cy="451962"/>
          </a:xfrm>
        </p:grpSpPr>
        <p:grpSp>
          <p:nvGrpSpPr>
            <p:cNvPr id="1046" name="Google Shape;1046;g2ee8b3896b0_0_41"/>
            <p:cNvGrpSpPr/>
            <p:nvPr/>
          </p:nvGrpSpPr>
          <p:grpSpPr>
            <a:xfrm>
              <a:off x="2455268" y="4524573"/>
              <a:ext cx="878117" cy="451962"/>
              <a:chOff x="5672081" y="1914352"/>
              <a:chExt cx="792668" cy="306000"/>
            </a:xfrm>
          </p:grpSpPr>
          <p:sp>
            <p:nvSpPr>
              <p:cNvPr id="1047" name="Google Shape;1047;g2ee8b3896b0_0_41"/>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ee8b3896b0_0_41"/>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49" name="Google Shape;1049;g2ee8b3896b0_0_41"/>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/t/</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6" name="Google Shape;105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3" name="Google Shape;1063;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64" name="Google Shape;1064;g2dadbbe58d1_1_3"/>
          <p:cNvGrpSpPr/>
          <p:nvPr/>
        </p:nvGrpSpPr>
        <p:grpSpPr>
          <a:xfrm>
            <a:off x="3024000" y="209875"/>
            <a:ext cx="3096000" cy="454800"/>
            <a:chOff x="3024000" y="209875"/>
            <a:chExt cx="3096000" cy="454800"/>
          </a:xfrm>
        </p:grpSpPr>
        <p:sp>
          <p:nvSpPr>
            <p:cNvPr id="1065" name="Google Shape;1065;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7" name="Google Shape;1067;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68" name="Google Shape;1068;g2dadbbe58d1_1_3"/>
          <p:cNvPicPr preferRelativeResize="0"/>
          <p:nvPr/>
        </p:nvPicPr>
        <p:blipFill rotWithShape="1">
          <a:blip r:embed="rId4">
            <a:alphaModFix/>
          </a:blip>
          <a:srcRect l="31198" r="31198"/>
          <a:stretch/>
        </p:blipFill>
        <p:spPr>
          <a:xfrm>
            <a:off x="3109313" y="664676"/>
            <a:ext cx="2925375" cy="2460825"/>
          </a:xfrm>
          <a:prstGeom prst="rect">
            <a:avLst/>
          </a:prstGeom>
          <a:noFill/>
          <a:ln>
            <a:noFill/>
          </a:ln>
        </p:spPr>
      </p:pic>
      <p:cxnSp>
        <p:nvCxnSpPr>
          <p:cNvPr id="1069" name="Google Shape;1069;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0" name="Google Shape;1070;g2dadbbe58d1_1_3"/>
          <p:cNvSpPr txBox="1"/>
          <p:nvPr/>
        </p:nvSpPr>
        <p:spPr>
          <a:xfrm>
            <a:off x="3087151" y="4126750"/>
            <a:ext cx="96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300" b="0" i="0" u="none" strike="noStrike" cap="none">
                <a:solidFill>
                  <a:srgbClr val="ED1C24"/>
                </a:solidFill>
                <a:latin typeface="Poppins"/>
                <a:ea typeface="Poppins"/>
                <a:cs typeface="Poppins"/>
                <a:sym typeface="Poppins"/>
              </a:rPr>
              <a:t>a</a:t>
            </a:r>
            <a:endParaRPr sz="7300" b="0" i="0" u="none" strike="noStrike" cap="none">
              <a:solidFill>
                <a:srgbClr val="ED1C24"/>
              </a:solidFill>
              <a:latin typeface="Poppins"/>
              <a:ea typeface="Poppins"/>
              <a:cs typeface="Poppins"/>
              <a:sym typeface="Poppins"/>
            </a:endParaRPr>
          </a:p>
        </p:txBody>
      </p:sp>
      <p:grpSp>
        <p:nvGrpSpPr>
          <p:cNvPr id="1071" name="Google Shape;1071;g2dadbbe58d1_1_3"/>
          <p:cNvGrpSpPr/>
          <p:nvPr/>
        </p:nvGrpSpPr>
        <p:grpSpPr>
          <a:xfrm>
            <a:off x="1723673" y="3614075"/>
            <a:ext cx="5696654" cy="1851900"/>
            <a:chOff x="1754646" y="3614075"/>
            <a:chExt cx="5696654" cy="1851900"/>
          </a:xfrm>
        </p:grpSpPr>
        <p:sp>
          <p:nvSpPr>
            <p:cNvPr id="1072" name="Google Shape;1072;g2dadbbe58d1_1_3"/>
            <p:cNvSpPr/>
            <p:nvPr/>
          </p:nvSpPr>
          <p:spPr>
            <a:xfrm flipH="1">
              <a:off x="1754889" y="3629300"/>
              <a:ext cx="5696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3" name="Google Shape;1073;g2dadbbe58d1_1_3"/>
            <p:cNvGrpSpPr/>
            <p:nvPr/>
          </p:nvGrpSpPr>
          <p:grpSpPr>
            <a:xfrm flipH="1">
              <a:off x="1754646" y="4063875"/>
              <a:ext cx="5696492" cy="1170725"/>
              <a:chOff x="1181252" y="4063875"/>
              <a:chExt cx="6161700" cy="1170725"/>
            </a:xfrm>
          </p:grpSpPr>
          <p:cxnSp>
            <p:nvCxnSpPr>
              <p:cNvPr id="1074" name="Google Shape;1074;g2dadbbe58d1_1_3"/>
              <p:cNvCxnSpPr/>
              <p:nvPr/>
            </p:nvCxnSpPr>
            <p:spPr>
              <a:xfrm>
                <a:off x="1181252" y="4367725"/>
                <a:ext cx="6161700" cy="0"/>
              </a:xfrm>
              <a:prstGeom prst="straightConnector1">
                <a:avLst/>
              </a:prstGeom>
              <a:noFill/>
              <a:ln w="28575" cap="flat" cmpd="sng">
                <a:solidFill>
                  <a:srgbClr val="C2EDFF"/>
                </a:solidFill>
                <a:prstDash val="lgDash"/>
                <a:miter lim="800000"/>
                <a:headEnd type="none" w="sm" len="sm"/>
                <a:tailEnd type="none" w="sm" len="sm"/>
              </a:ln>
            </p:spPr>
          </p:cxnSp>
          <p:cxnSp>
            <p:nvCxnSpPr>
              <p:cNvPr id="1075" name="Google Shape;1075;g2dadbbe58d1_1_3"/>
              <p:cNvCxnSpPr/>
              <p:nvPr/>
            </p:nvCxnSpPr>
            <p:spPr>
              <a:xfrm>
                <a:off x="1181252" y="4063875"/>
                <a:ext cx="6161700" cy="0"/>
              </a:xfrm>
              <a:prstGeom prst="straightConnector1">
                <a:avLst/>
              </a:prstGeom>
              <a:noFill/>
              <a:ln w="28575" cap="flat" cmpd="sng">
                <a:solidFill>
                  <a:srgbClr val="C2EDFF"/>
                </a:solidFill>
                <a:prstDash val="lgDash"/>
                <a:miter lim="800000"/>
                <a:headEnd type="none" w="sm" len="sm"/>
                <a:tailEnd type="none" w="sm" len="sm"/>
              </a:ln>
            </p:spPr>
          </p:cxnSp>
          <p:cxnSp>
            <p:nvCxnSpPr>
              <p:cNvPr id="1076" name="Google Shape;1076;g2dadbbe58d1_1_3"/>
              <p:cNvCxnSpPr/>
              <p:nvPr/>
            </p:nvCxnSpPr>
            <p:spPr>
              <a:xfrm>
                <a:off x="1181252" y="4971261"/>
                <a:ext cx="6161700" cy="0"/>
              </a:xfrm>
              <a:prstGeom prst="straightConnector1">
                <a:avLst/>
              </a:prstGeom>
              <a:noFill/>
              <a:ln w="28575" cap="flat" cmpd="sng">
                <a:solidFill>
                  <a:srgbClr val="C2EDFF"/>
                </a:solidFill>
                <a:prstDash val="solid"/>
                <a:miter lim="800000"/>
                <a:headEnd type="none" w="sm" len="sm"/>
                <a:tailEnd type="none" w="sm" len="sm"/>
              </a:ln>
            </p:spPr>
          </p:cxnSp>
          <p:cxnSp>
            <p:nvCxnSpPr>
              <p:cNvPr id="1077" name="Google Shape;1077;g2dadbbe58d1_1_3"/>
              <p:cNvCxnSpPr/>
              <p:nvPr/>
            </p:nvCxnSpPr>
            <p:spPr>
              <a:xfrm>
                <a:off x="1181252" y="5234600"/>
                <a:ext cx="61617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78" name="Google Shape;1078;g2dadbbe58d1_1_3"/>
            <p:cNvCxnSpPr/>
            <p:nvPr/>
          </p:nvCxnSpPr>
          <p:spPr>
            <a:xfrm rot="10800000">
              <a:off x="263156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9" name="Google Shape;1079;g2dadbbe58d1_1_3"/>
            <p:cNvCxnSpPr/>
            <p:nvPr/>
          </p:nvCxnSpPr>
          <p:spPr>
            <a:xfrm rot="10800000">
              <a:off x="3118130"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80" name="Google Shape;1080;g2dadbbe58d1_1_3"/>
            <p:cNvGrpSpPr/>
            <p:nvPr/>
          </p:nvGrpSpPr>
          <p:grpSpPr>
            <a:xfrm flipH="1">
              <a:off x="4889267" y="3629300"/>
              <a:ext cx="2562033" cy="1828800"/>
              <a:chOff x="1116992" y="3631675"/>
              <a:chExt cx="2562033" cy="1828800"/>
            </a:xfrm>
          </p:grpSpPr>
          <p:sp>
            <p:nvSpPr>
              <p:cNvPr id="1081" name="Google Shape;1081;g2dadbbe58d1_1_3"/>
              <p:cNvSpPr/>
              <p:nvPr/>
            </p:nvSpPr>
            <p:spPr>
              <a:xfrm rot="-5400000">
                <a:off x="1410842" y="3337825"/>
                <a:ext cx="1828800" cy="2416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2" name="Google Shape;1082;g2dadbbe58d1_1_3"/>
              <p:cNvGrpSpPr/>
              <p:nvPr/>
            </p:nvGrpSpPr>
            <p:grpSpPr>
              <a:xfrm>
                <a:off x="3415325" y="4484375"/>
                <a:ext cx="263700" cy="263700"/>
                <a:chOff x="3415325" y="4484375"/>
                <a:chExt cx="263700" cy="263700"/>
              </a:xfrm>
            </p:grpSpPr>
            <p:sp>
              <p:nvSpPr>
                <p:cNvPr id="1083" name="Google Shape;1083;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4" name="Google Shape;1084;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85" name="Google Shape;1085;g2dadbbe58d1_1_3"/>
            <p:cNvCxnSpPr/>
            <p:nvPr/>
          </p:nvCxnSpPr>
          <p:spPr>
            <a:xfrm rot="10800000">
              <a:off x="408656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6" name="Google Shape;1086;g2dadbbe58d1_1_3"/>
            <p:cNvCxnSpPr/>
            <p:nvPr/>
          </p:nvCxnSpPr>
          <p:spPr>
            <a:xfrm rot="10800000">
              <a:off x="6023436"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7" name="Google Shape;1087;g2dadbbe58d1_1_3"/>
          <p:cNvSpPr txBox="1"/>
          <p:nvPr/>
        </p:nvSpPr>
        <p:spPr>
          <a:xfrm>
            <a:off x="1757289" y="4064350"/>
            <a:ext cx="846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088" name="Google Shape;1088;g2dadbbe58d1_1_3"/>
          <p:cNvSpPr txBox="1"/>
          <p:nvPr/>
        </p:nvSpPr>
        <p:spPr>
          <a:xfrm>
            <a:off x="2484790" y="4064350"/>
            <a:ext cx="715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89" name="Google Shape;1089;g2dadbbe58d1_1_3"/>
          <p:cNvSpPr txBox="1"/>
          <p:nvPr/>
        </p:nvSpPr>
        <p:spPr>
          <a:xfrm>
            <a:off x="4055553"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74b8dbf1fa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96" name="Google Shape;1096;g274b8dbf1fa_0_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97" name="Google Shape;1097;g274b8dbf1fa_0_60"/>
          <p:cNvGrpSpPr/>
          <p:nvPr/>
        </p:nvGrpSpPr>
        <p:grpSpPr>
          <a:xfrm>
            <a:off x="3024000" y="209875"/>
            <a:ext cx="3096000" cy="454800"/>
            <a:chOff x="3024000" y="209875"/>
            <a:chExt cx="3096000" cy="454800"/>
          </a:xfrm>
        </p:grpSpPr>
        <p:sp>
          <p:nvSpPr>
            <p:cNvPr id="1098" name="Google Shape;1098;g274b8dbf1fa_0_6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9" name="Google Shape;1099;g274b8dbf1fa_0_6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0" name="Google Shape;1100;g274b8dbf1fa_0_60"/>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101" name="Google Shape;1101;g274b8dbf1fa_0_60"/>
          <p:cNvPicPr preferRelativeResize="0"/>
          <p:nvPr/>
        </p:nvPicPr>
        <p:blipFill rotWithShape="1">
          <a:blip r:embed="rId4">
            <a:alphaModFix/>
          </a:blip>
          <a:srcRect l="31198" r="31198"/>
          <a:stretch/>
        </p:blipFill>
        <p:spPr>
          <a:xfrm>
            <a:off x="3109313" y="664676"/>
            <a:ext cx="2925375" cy="2460825"/>
          </a:xfrm>
          <a:prstGeom prst="rect">
            <a:avLst/>
          </a:prstGeom>
          <a:noFill/>
          <a:ln>
            <a:noFill/>
          </a:ln>
        </p:spPr>
      </p:pic>
      <p:cxnSp>
        <p:nvCxnSpPr>
          <p:cNvPr id="1102" name="Google Shape;1102;g274b8dbf1fa_0_60"/>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3" name="Google Shape;1103;g274b8dbf1fa_0_60"/>
          <p:cNvSpPr txBox="1"/>
          <p:nvPr/>
        </p:nvSpPr>
        <p:spPr>
          <a:xfrm>
            <a:off x="3087151" y="4126750"/>
            <a:ext cx="96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300" b="0" i="0" u="none" strike="noStrike" cap="none">
                <a:solidFill>
                  <a:srgbClr val="ED1C24"/>
                </a:solidFill>
                <a:latin typeface="Poppins"/>
                <a:ea typeface="Poppins"/>
                <a:cs typeface="Poppins"/>
                <a:sym typeface="Poppins"/>
              </a:rPr>
              <a:t>a</a:t>
            </a:r>
            <a:endParaRPr sz="7300" b="0" i="0" u="none" strike="noStrike" cap="none">
              <a:solidFill>
                <a:srgbClr val="ED1C24"/>
              </a:solidFill>
              <a:latin typeface="Poppins"/>
              <a:ea typeface="Poppins"/>
              <a:cs typeface="Poppins"/>
              <a:sym typeface="Poppins"/>
            </a:endParaRPr>
          </a:p>
        </p:txBody>
      </p:sp>
      <p:grpSp>
        <p:nvGrpSpPr>
          <p:cNvPr id="1104" name="Google Shape;1104;g274b8dbf1fa_0_60"/>
          <p:cNvGrpSpPr/>
          <p:nvPr/>
        </p:nvGrpSpPr>
        <p:grpSpPr>
          <a:xfrm>
            <a:off x="1723673" y="3614075"/>
            <a:ext cx="5696654" cy="1851900"/>
            <a:chOff x="1754646" y="3614075"/>
            <a:chExt cx="5696654" cy="1851900"/>
          </a:xfrm>
        </p:grpSpPr>
        <p:sp>
          <p:nvSpPr>
            <p:cNvPr id="1105" name="Google Shape;1105;g274b8dbf1fa_0_60"/>
            <p:cNvSpPr/>
            <p:nvPr/>
          </p:nvSpPr>
          <p:spPr>
            <a:xfrm flipH="1">
              <a:off x="1754889" y="3629300"/>
              <a:ext cx="5696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6" name="Google Shape;1106;g274b8dbf1fa_0_60"/>
            <p:cNvGrpSpPr/>
            <p:nvPr/>
          </p:nvGrpSpPr>
          <p:grpSpPr>
            <a:xfrm flipH="1">
              <a:off x="1754646" y="4063875"/>
              <a:ext cx="5696492" cy="1170725"/>
              <a:chOff x="1181252" y="4063875"/>
              <a:chExt cx="6161700" cy="1170725"/>
            </a:xfrm>
          </p:grpSpPr>
          <p:cxnSp>
            <p:nvCxnSpPr>
              <p:cNvPr id="1107" name="Google Shape;1107;g274b8dbf1fa_0_60"/>
              <p:cNvCxnSpPr/>
              <p:nvPr/>
            </p:nvCxnSpPr>
            <p:spPr>
              <a:xfrm>
                <a:off x="1181252" y="4367725"/>
                <a:ext cx="61617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274b8dbf1fa_0_60"/>
              <p:cNvCxnSpPr/>
              <p:nvPr/>
            </p:nvCxnSpPr>
            <p:spPr>
              <a:xfrm>
                <a:off x="1181252" y="4063875"/>
                <a:ext cx="6161700" cy="0"/>
              </a:xfrm>
              <a:prstGeom prst="straightConnector1">
                <a:avLst/>
              </a:prstGeom>
              <a:noFill/>
              <a:ln w="28575" cap="flat" cmpd="sng">
                <a:solidFill>
                  <a:srgbClr val="C2EDFF"/>
                </a:solidFill>
                <a:prstDash val="lgDash"/>
                <a:miter lim="800000"/>
                <a:headEnd type="none" w="sm" len="sm"/>
                <a:tailEnd type="none" w="sm" len="sm"/>
              </a:ln>
            </p:spPr>
          </p:cxnSp>
          <p:cxnSp>
            <p:nvCxnSpPr>
              <p:cNvPr id="1109" name="Google Shape;1109;g274b8dbf1fa_0_60"/>
              <p:cNvCxnSpPr/>
              <p:nvPr/>
            </p:nvCxnSpPr>
            <p:spPr>
              <a:xfrm>
                <a:off x="1181252" y="4971261"/>
                <a:ext cx="6161700" cy="0"/>
              </a:xfrm>
              <a:prstGeom prst="straightConnector1">
                <a:avLst/>
              </a:prstGeom>
              <a:noFill/>
              <a:ln w="28575" cap="flat" cmpd="sng">
                <a:solidFill>
                  <a:srgbClr val="C2EDFF"/>
                </a:solidFill>
                <a:prstDash val="solid"/>
                <a:miter lim="800000"/>
                <a:headEnd type="none" w="sm" len="sm"/>
                <a:tailEnd type="none" w="sm" len="sm"/>
              </a:ln>
            </p:spPr>
          </p:cxnSp>
          <p:cxnSp>
            <p:nvCxnSpPr>
              <p:cNvPr id="1110" name="Google Shape;1110;g274b8dbf1fa_0_60"/>
              <p:cNvCxnSpPr/>
              <p:nvPr/>
            </p:nvCxnSpPr>
            <p:spPr>
              <a:xfrm>
                <a:off x="1181252" y="5234600"/>
                <a:ext cx="61617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11" name="Google Shape;1111;g274b8dbf1fa_0_60"/>
            <p:cNvCxnSpPr/>
            <p:nvPr/>
          </p:nvCxnSpPr>
          <p:spPr>
            <a:xfrm rot="10800000">
              <a:off x="263156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2" name="Google Shape;1112;g274b8dbf1fa_0_60"/>
            <p:cNvCxnSpPr/>
            <p:nvPr/>
          </p:nvCxnSpPr>
          <p:spPr>
            <a:xfrm rot="10800000">
              <a:off x="3118130"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13" name="Google Shape;1113;g274b8dbf1fa_0_60"/>
            <p:cNvGrpSpPr/>
            <p:nvPr/>
          </p:nvGrpSpPr>
          <p:grpSpPr>
            <a:xfrm flipH="1">
              <a:off x="4889267" y="3629300"/>
              <a:ext cx="2562033" cy="1828800"/>
              <a:chOff x="1116992" y="3631675"/>
              <a:chExt cx="2562033" cy="1828800"/>
            </a:xfrm>
          </p:grpSpPr>
          <p:sp>
            <p:nvSpPr>
              <p:cNvPr id="1114" name="Google Shape;1114;g274b8dbf1fa_0_60"/>
              <p:cNvSpPr/>
              <p:nvPr/>
            </p:nvSpPr>
            <p:spPr>
              <a:xfrm rot="-5400000">
                <a:off x="1410842" y="3337825"/>
                <a:ext cx="1828800" cy="2416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15" name="Google Shape;1115;g274b8dbf1fa_0_60"/>
              <p:cNvGrpSpPr/>
              <p:nvPr/>
            </p:nvGrpSpPr>
            <p:grpSpPr>
              <a:xfrm>
                <a:off x="3415325" y="4484375"/>
                <a:ext cx="263700" cy="263700"/>
                <a:chOff x="3415325" y="4484375"/>
                <a:chExt cx="263700" cy="263700"/>
              </a:xfrm>
            </p:grpSpPr>
            <p:sp>
              <p:nvSpPr>
                <p:cNvPr id="1116" name="Google Shape;1116;g274b8dbf1fa_0_60"/>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17" name="Google Shape;1117;g274b8dbf1fa_0_60"/>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18" name="Google Shape;1118;g274b8dbf1fa_0_60"/>
            <p:cNvCxnSpPr/>
            <p:nvPr/>
          </p:nvCxnSpPr>
          <p:spPr>
            <a:xfrm rot="10800000">
              <a:off x="408656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9" name="Google Shape;1119;g274b8dbf1fa_0_60"/>
            <p:cNvCxnSpPr/>
            <p:nvPr/>
          </p:nvCxnSpPr>
          <p:spPr>
            <a:xfrm rot="10800000">
              <a:off x="6023436"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20" name="Google Shape;1120;g274b8dbf1fa_0_60"/>
          <p:cNvSpPr txBox="1"/>
          <p:nvPr/>
        </p:nvSpPr>
        <p:spPr>
          <a:xfrm>
            <a:off x="1757289" y="4064350"/>
            <a:ext cx="846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121" name="Google Shape;1121;g274b8dbf1fa_0_60"/>
          <p:cNvSpPr txBox="1"/>
          <p:nvPr/>
        </p:nvSpPr>
        <p:spPr>
          <a:xfrm>
            <a:off x="2484790" y="4064350"/>
            <a:ext cx="715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122" name="Google Shape;1122;g274b8dbf1fa_0_60"/>
          <p:cNvSpPr txBox="1"/>
          <p:nvPr/>
        </p:nvSpPr>
        <p:spPr>
          <a:xfrm>
            <a:off x="4055553"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23" name="Google Shape;1123;g274b8dbf1fa_0_60"/>
          <p:cNvSpPr txBox="1"/>
          <p:nvPr/>
        </p:nvSpPr>
        <p:spPr>
          <a:xfrm>
            <a:off x="5072628"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24" name="Google Shape;1124;g274b8dbf1fa_0_60"/>
          <p:cNvSpPr txBox="1"/>
          <p:nvPr/>
        </p:nvSpPr>
        <p:spPr>
          <a:xfrm>
            <a:off x="5999264" y="4064350"/>
            <a:ext cx="1374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D0CECE"/>
                </a:solidFill>
                <a:latin typeface="Jost"/>
                <a:ea typeface="Jost"/>
                <a:cs typeface="Jost"/>
                <a:sym typeface="Jost"/>
              </a:rPr>
              <a:t>e</a:t>
            </a:r>
            <a:r>
              <a:rPr lang="en-US" sz="8500" b="0" i="0" u="none" strike="noStrike" cap="none">
                <a:solidFill>
                  <a:srgbClr val="2356AF"/>
                </a:solidFill>
                <a:latin typeface="Jost"/>
                <a:ea typeface="Jost"/>
                <a:cs typeface="Jost"/>
                <a:sym typeface="Jost"/>
              </a:rPr>
              <a:t>d</a:t>
            </a:r>
            <a:endParaRPr sz="8500" b="0" i="0" u="none" strike="noStrike" cap="none">
              <a:solidFill>
                <a:srgbClr val="D0CECE"/>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1" name="Google Shape;113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2" name="Google Shape;1132;g1f3daf8a844_0_64"/>
          <p:cNvGrpSpPr/>
          <p:nvPr/>
        </p:nvGrpSpPr>
        <p:grpSpPr>
          <a:xfrm>
            <a:off x="3024000" y="209875"/>
            <a:ext cx="3096000" cy="454800"/>
            <a:chOff x="3024000" y="209875"/>
            <a:chExt cx="3096000" cy="454800"/>
          </a:xfrm>
        </p:grpSpPr>
        <p:sp>
          <p:nvSpPr>
            <p:cNvPr id="1133" name="Google Shape;113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4" name="Google Shape;113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5" name="Google Shape;113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6" name="Google Shape;113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9" name="Google Shape;113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0" name="Google Shape;114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1" name="Google Shape;114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2" name="Google Shape;114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3" name="Google Shape;114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4" name="Google Shape;114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5" name="Google Shape;1145;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47" name="Google Shape;1147;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8" name="Google Shape;1148;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9" name="Google Shape;1149;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50" name="Google Shape;115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52" name="Google Shape;115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2735b0ca9d7_0_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9" name="Google Shape;1159;g2735b0ca9d7_0_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0" name="Google Shape;1160;g2735b0ca9d7_0_74"/>
          <p:cNvGrpSpPr/>
          <p:nvPr/>
        </p:nvGrpSpPr>
        <p:grpSpPr>
          <a:xfrm>
            <a:off x="3024000" y="209875"/>
            <a:ext cx="3096000" cy="454800"/>
            <a:chOff x="3024000" y="209875"/>
            <a:chExt cx="3096000" cy="454800"/>
          </a:xfrm>
        </p:grpSpPr>
        <p:sp>
          <p:nvSpPr>
            <p:cNvPr id="1161" name="Google Shape;1161;g2735b0ca9d7_0_7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2" name="Google Shape;1162;g2735b0ca9d7_0_7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3" name="Google Shape;1163;g2735b0ca9d7_0_7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64" name="Google Shape;1164;g2735b0ca9d7_0_74"/>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nodded dropped hopped tipped </a:t>
            </a:r>
            <a:endParaRPr sz="1800" b="0" i="0" u="none" strike="noStrike" cap="none">
              <a:solidFill>
                <a:srgbClr val="B7B7B7"/>
              </a:solidFill>
              <a:latin typeface="Jost"/>
              <a:ea typeface="Jost"/>
              <a:cs typeface="Jost"/>
              <a:sym typeface="Jost"/>
            </a:endParaRPr>
          </a:p>
        </p:txBody>
      </p:sp>
      <p:cxnSp>
        <p:nvCxnSpPr>
          <p:cNvPr id="1165" name="Google Shape;1165;g2735b0ca9d7_0_7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6" name="Google Shape;1166;g2735b0ca9d7_0_7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7" name="Google Shape;1167;g2735b0ca9d7_0_7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8" name="Google Shape;1168;g2735b0ca9d7_0_7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9" name="Google Shape;1169;g2735b0ca9d7_0_7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0" name="Google Shape;1170;g2735b0ca9d7_0_7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71" name="Google Shape;1171;g2735b0ca9d7_0_7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2" name="Google Shape;1172;g2735b0ca9d7_0_7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73" name="Google Shape;1173;g2735b0ca9d7_0_7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74" name="Google Shape;1174;g2735b0ca9d7_0_7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5" name="Google Shape;1175;g2735b0ca9d7_0_7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76" name="Google Shape;1176;g2735b0ca9d7_0_7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7" name="Google Shape;1177;g2735b0ca9d7_0_7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78" name="Google Shape;1178;g2735b0ca9d7_0_7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9" name="Google Shape;1179;g2735b0ca9d7_0_7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0" name="Google Shape;1180;g2735b0ca9d7_0_7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81" name="Google Shape;1181;g2735b0ca9d7_0_7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2" name="Google Shape;1182;g2735b0ca9d7_0_7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452</Words>
  <Application>Microsoft Office PowerPoint</Application>
  <PresentationFormat>On-screen Show (4:3)</PresentationFormat>
  <Paragraphs>166</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2026-06-03T00:44:32Z</dcterms:modified>
</cp:coreProperties>
</file>