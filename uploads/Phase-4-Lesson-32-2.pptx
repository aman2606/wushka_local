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PuBTwpO4PUmjq5CeaaMqUmmkH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4DCD193-4150-4C9F-87AF-ADEEFE075314}">
  <a:tblStyle styleId="{94DCD193-4150-4C9F-87AF-ADEEFE07531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0c83c4006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0c83c4006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0c83c4006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d0c83c4006_0_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d0c83c4006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d0c83c4006_0_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CCCVC CVCCC ('str' 'spl')</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7 - Tuesday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32</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pic>
        <p:nvPicPr>
          <p:cNvPr id="166" name="Google Shape;166;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843"/>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9.png"/><Relationship Id="rId7"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slide" Target="slide19.xml"/><Relationship Id="rId4" Type="http://schemas.openxmlformats.org/officeDocument/2006/relationships/image" Target="../media/image6.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 Type="http://schemas.openxmlformats.org/officeDocument/2006/relationships/image" Target="../media/image76.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7.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3" Type="http://schemas.openxmlformats.org/officeDocument/2006/relationships/image" Target="../media/image7.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5" Type="http://schemas.openxmlformats.org/officeDocument/2006/relationships/image" Target="../media/image11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4.png"/></Relationships>
</file>

<file path=ppt/slides/_rels/slide8.xml.rels><?xml version="1.0" encoding="UTF-8" standalone="yes"?>
<Relationships xmlns="http://schemas.openxmlformats.org/package/2006/relationships"><Relationship Id="rId3" Type="http://schemas.openxmlformats.org/officeDocument/2006/relationships/image" Target="../media/image116.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645552"/>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CCCVC CVCCC </a:t>
            </a:r>
            <a:br>
              <a:rPr lang="en-US" sz="3000"/>
            </a:br>
            <a:r>
              <a:rPr lang="en-US" sz="3000"/>
              <a:t>('str' 'spl')</a:t>
            </a:r>
            <a:endParaRPr sz="30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624874"/>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32</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20" name="Google Shape;720;p1"/>
          <p:cNvPicPr preferRelativeResize="0"/>
          <p:nvPr/>
        </p:nvPicPr>
        <p:blipFill rotWithShape="1">
          <a:blip r:embed="rId3">
            <a:alphaModFix/>
          </a:blip>
          <a:srcRect/>
          <a:stretch/>
        </p:blipFill>
        <p:spPr>
          <a:xfrm rot="146936">
            <a:off x="4140891" y="4418173"/>
            <a:ext cx="2493520" cy="997851"/>
          </a:xfrm>
          <a:prstGeom prst="rect">
            <a:avLst/>
          </a:prstGeom>
          <a:noFill/>
          <a:ln>
            <a:noFill/>
          </a:ln>
          <a:effectLst>
            <a:outerShdw blurRad="71438" dist="38100" dir="5220000" algn="bl" rotWithShape="0">
              <a:srgbClr val="000000">
                <a:alpha val="20392"/>
              </a:srgbClr>
            </a:outerShdw>
          </a:effectLst>
        </p:spPr>
      </p:pic>
      <p:pic>
        <p:nvPicPr>
          <p:cNvPr id="721" name="Google Shape;721;p1"/>
          <p:cNvPicPr preferRelativeResize="0"/>
          <p:nvPr/>
        </p:nvPicPr>
        <p:blipFill rotWithShape="1">
          <a:blip r:embed="rId4">
            <a:alphaModFix/>
          </a:blip>
          <a:srcRect l="79" r="89"/>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2" name="Google Shape;722;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3" name="Google Shape;723;p1"/>
          <p:cNvGraphicFramePr/>
          <p:nvPr/>
        </p:nvGraphicFramePr>
        <p:xfrm>
          <a:off x="4844200" y="1891197"/>
          <a:ext cx="3785000" cy="1678950"/>
        </p:xfrm>
        <a:graphic>
          <a:graphicData uri="http://schemas.openxmlformats.org/drawingml/2006/table">
            <a:tbl>
              <a:tblPr firstRow="1" bandRow="1">
                <a:noFill/>
                <a:tableStyleId>{94DCD193-4150-4C9F-87AF-ADEEFE075314}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CCCVC CVCCC</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3 letter adjacent consonants.</a:t>
            </a:r>
            <a:endParaRPr/>
          </a:p>
        </p:txBody>
      </p:sp>
      <p:sp>
        <p:nvSpPr>
          <p:cNvPr id="730" name="Google Shape;730;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31" name="Google Shape;731;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32" name="Google Shape;732;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3">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4">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4812362" y="5256525"/>
            <a:ext cx="137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5">
            <a:alphaModFix/>
          </a:blip>
          <a:srcRect t="59" b="59"/>
          <a:stretch/>
        </p:blipFill>
        <p:spPr>
          <a:xfrm>
            <a:off x="5035629" y="4326104"/>
            <a:ext cx="931975" cy="665200"/>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4" name="Google Shape;744;g2bee4f4af4b_0_204">
            <a:hlinkClick r:id="rId7" action="ppaction://hlinksldjump"/>
          </p:cNvPr>
          <p:cNvSpPr/>
          <p:nvPr/>
        </p:nvSpPr>
        <p:spPr>
          <a:xfrm>
            <a:off x="2585312" y="381054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8" action="ppaction://hlinksldjump"/>
          </p:cNvPr>
          <p:cNvSpPr/>
          <p:nvPr/>
        </p:nvSpPr>
        <p:spPr>
          <a:xfrm>
            <a:off x="966470"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9" action="ppaction://hlinksldjump"/>
          </p:cNvPr>
          <p:cNvSpPr/>
          <p:nvPr/>
        </p:nvSpPr>
        <p:spPr>
          <a:xfrm>
            <a:off x="3809041" y="373309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0" action="ppaction://hlinksldjump"/>
          </p:cNvPr>
          <p:cNvSpPr/>
          <p:nvPr/>
        </p:nvSpPr>
        <p:spPr>
          <a:xfrm>
            <a:off x="4899061" y="37741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4" name="Google Shape;754;g26b641b03cd_0_165"/>
          <p:cNvGrpSpPr/>
          <p:nvPr/>
        </p:nvGrpSpPr>
        <p:grpSpPr>
          <a:xfrm>
            <a:off x="930400" y="2129444"/>
            <a:ext cx="7283200" cy="3724851"/>
            <a:chOff x="930400" y="2129444"/>
            <a:chExt cx="7283200" cy="3724851"/>
          </a:xfrm>
        </p:grpSpPr>
        <p:pic>
          <p:nvPicPr>
            <p:cNvPr id="755" name="Google Shape;75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4" name="Google Shape;78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4" name="Google Shape;79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8" name="Google Shape;79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9" name="Google Shape;79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0" name="Google Shape;80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9" name="Google Shape;819;g26b7edf6e71_0_109"/>
          <p:cNvGrpSpPr/>
          <p:nvPr/>
        </p:nvGrpSpPr>
        <p:grpSpPr>
          <a:xfrm>
            <a:off x="865957" y="2135925"/>
            <a:ext cx="7282807" cy="2686611"/>
            <a:chOff x="867357" y="2129450"/>
            <a:chExt cx="7282807" cy="2686611"/>
          </a:xfrm>
        </p:grpSpPr>
        <p:pic>
          <p:nvPicPr>
            <p:cNvPr id="820" name="Google Shape;82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0" name="Google Shape;840;g2c298d33e0c_0_6"/>
          <p:cNvGrpSpPr/>
          <p:nvPr/>
        </p:nvGrpSpPr>
        <p:grpSpPr>
          <a:xfrm>
            <a:off x="866900" y="2155300"/>
            <a:ext cx="7281864" cy="2684601"/>
            <a:chOff x="868300" y="2129450"/>
            <a:chExt cx="7281864" cy="2684601"/>
          </a:xfrm>
        </p:grpSpPr>
        <p:pic>
          <p:nvPicPr>
            <p:cNvPr id="841" name="Google Shape;84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5" name="Google Shape;84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6b94af6077_0_0"/>
          <p:cNvSpPr txBox="1">
            <a:spLocks noGrp="1"/>
          </p:cNvSpPr>
          <p:nvPr>
            <p:ph type="title"/>
          </p:nvPr>
        </p:nvSpPr>
        <p:spPr>
          <a:xfrm>
            <a:off x="993775" y="582900"/>
            <a:ext cx="7156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 do little one</a:t>
            </a:r>
            <a:r>
              <a:rPr lang="en-US">
                <a:solidFill>
                  <a:schemeClr val="dk1"/>
                </a:solidFill>
              </a:rPr>
              <a:t>.</a:t>
            </a:r>
            <a:endParaRPr/>
          </a:p>
        </p:txBody>
      </p:sp>
      <p:pic>
        <p:nvPicPr>
          <p:cNvPr id="875" name="Google Shape;875;g26b94af6077_0_0"/>
          <p:cNvPicPr preferRelativeResize="0"/>
          <p:nvPr/>
        </p:nvPicPr>
        <p:blipFill rotWithShape="1">
          <a:blip r:embed="rId3">
            <a:alphaModFix/>
          </a:blip>
          <a:srcRect l="189" r="179"/>
          <a:stretch/>
        </p:blipFill>
        <p:spPr>
          <a:xfrm>
            <a:off x="868300" y="3991095"/>
            <a:ext cx="1147320" cy="822956"/>
          </a:xfrm>
          <a:prstGeom prst="rect">
            <a:avLst/>
          </a:prstGeom>
          <a:noFill/>
          <a:ln>
            <a:noFill/>
          </a:ln>
          <a:effectLst>
            <a:outerShdw blurRad="71438" dist="19050" dir="5400000" algn="bl" rotWithShape="0">
              <a:srgbClr val="000000">
                <a:alpha val="17647"/>
              </a:srgbClr>
            </a:outerShdw>
          </a:effectLst>
        </p:spPr>
      </p:pic>
      <p:pic>
        <p:nvPicPr>
          <p:cNvPr id="876" name="Google Shape;876;g26b94af6077_0_0"/>
          <p:cNvPicPr preferRelativeResize="0"/>
          <p:nvPr/>
        </p:nvPicPr>
        <p:blipFill rotWithShape="1">
          <a:blip r:embed="rId4">
            <a:alphaModFix/>
          </a:blip>
          <a:srcRect l="39" r="3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7" name="Google Shape;877;g26b94af6077_0_0"/>
          <p:cNvPicPr preferRelativeResize="0"/>
          <p:nvPr/>
        </p:nvPicPr>
        <p:blipFill rotWithShape="1">
          <a:blip r:embed="rId5">
            <a:alphaModFix/>
          </a:blip>
          <a:srcRect l="39" r="3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8" name="Google Shape;878;g26b94af6077_0_0"/>
          <p:cNvPicPr preferRelativeResize="0"/>
          <p:nvPr/>
        </p:nvPicPr>
        <p:blipFill rotWithShape="1">
          <a:blip r:embed="rId6">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6b94af6077_0_0"/>
          <p:cNvPicPr preferRelativeResize="0"/>
          <p:nvPr/>
        </p:nvPicPr>
        <p:blipFill rotWithShape="1">
          <a:blip r:embed="rId7">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80" name="Google Shape;880;g26b94af6077_0_0"/>
          <p:cNvPicPr preferRelativeResize="0"/>
          <p:nvPr/>
        </p:nvPicPr>
        <p:blipFill rotWithShape="1">
          <a:blip r:embed="rId8">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81" name="Google Shape;881;g26b94af6077_0_0"/>
          <p:cNvPicPr preferRelativeResize="0"/>
          <p:nvPr/>
        </p:nvPicPr>
        <p:blipFill rotWithShape="1">
          <a:blip r:embed="rId9">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82" name="Google Shape;882;g26b94af6077_0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83" name="Google Shape;883;g26b94af6077_0_0"/>
          <p:cNvPicPr preferRelativeResize="0"/>
          <p:nvPr/>
        </p:nvPicPr>
        <p:blipFill rotWithShape="1">
          <a:blip r:embed="rId11">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84" name="Google Shape;884;g26b94af6077_0_0"/>
          <p:cNvPicPr preferRelativeResize="0"/>
          <p:nvPr/>
        </p:nvPicPr>
        <p:blipFill rotWithShape="1">
          <a:blip r:embed="rId12">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85" name="Google Shape;885;g26b94af6077_0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6" name="Google Shape;886;g26b94af6077_0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7" name="Google Shape;887;g26b94af6077_0_0"/>
          <p:cNvPicPr preferRelativeResize="0"/>
          <p:nvPr/>
        </p:nvPicPr>
        <p:blipFill rotWithShape="1">
          <a:blip r:embed="rId15">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94" name="Google Shape;894;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95" name="Google Shape;895;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2" name="Google Shape;90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3" name="Google Shape;903;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4" name="Google Shape;90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1" name="Google Shape;91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12" name="Google Shape;912;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13" name="Google Shape;91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20" name="Google Shape;92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1" name="Google Shape;92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8" name="Google Shape;928;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9" name="Google Shape;929;g2c4feb0fda9_1_0"/>
          <p:cNvSpPr/>
          <p:nvPr/>
        </p:nvSpPr>
        <p:spPr>
          <a:xfrm>
            <a:off x="384156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2c4feb0fda9_1_0"/>
          <p:cNvSpPr/>
          <p:nvPr/>
        </p:nvSpPr>
        <p:spPr>
          <a:xfrm>
            <a:off x="447396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1" name="Google Shape;93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2" name="Google Shape;932;g2c4feb0fda9_1_0"/>
          <p:cNvSpPr txBox="1">
            <a:spLocks noGrp="1"/>
          </p:cNvSpPr>
          <p:nvPr>
            <p:ph type="subTitle" idx="4294967295"/>
          </p:nvPr>
        </p:nvSpPr>
        <p:spPr>
          <a:xfrm>
            <a:off x="4689115" y="1308025"/>
            <a:ext cx="254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ng</a:t>
            </a:r>
            <a:endParaRPr sz="15000" b="0" i="0" u="none" strike="noStrike" cap="none">
              <a:solidFill>
                <a:srgbClr val="FFD400"/>
              </a:solidFill>
              <a:latin typeface="Jost"/>
              <a:ea typeface="Jost"/>
              <a:cs typeface="Jost"/>
              <a:sym typeface="Jost"/>
            </a:endParaRPr>
          </a:p>
        </p:txBody>
      </p:sp>
      <p:sp>
        <p:nvSpPr>
          <p:cNvPr id="933" name="Google Shape;933;g2c4feb0fda9_1_0"/>
          <p:cNvSpPr txBox="1">
            <a:spLocks noGrp="1"/>
          </p:cNvSpPr>
          <p:nvPr>
            <p:ph type="subTitle" idx="4294967295"/>
          </p:nvPr>
        </p:nvSpPr>
        <p:spPr>
          <a:xfrm>
            <a:off x="327186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34" name="Google Shape;934;g2c4feb0fda9_1_0"/>
          <p:cNvSpPr txBox="1">
            <a:spLocks noGrp="1"/>
          </p:cNvSpPr>
          <p:nvPr>
            <p:ph type="subTitle" idx="4294967295"/>
          </p:nvPr>
        </p:nvSpPr>
        <p:spPr>
          <a:xfrm>
            <a:off x="390429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35" name="Google Shape;935;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1" name="Google Shape;941;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2" name="Google Shape;942;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3" name="Google Shape;943;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4" name="Google Shape;944;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5" name="Google Shape;945;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6" name="Google Shape;946;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7" name="Google Shape;947;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8" name="Google Shape;948;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2" name="Google Shape;952;g2c4feb0fda9_1_0"/>
          <p:cNvSpPr/>
          <p:nvPr/>
        </p:nvSpPr>
        <p:spPr>
          <a:xfrm>
            <a:off x="323958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c4feb0fda9_1_0"/>
          <p:cNvSpPr txBox="1">
            <a:spLocks noGrp="1"/>
          </p:cNvSpPr>
          <p:nvPr>
            <p:ph type="subTitle" idx="4294967295"/>
          </p:nvPr>
        </p:nvSpPr>
        <p:spPr>
          <a:xfrm>
            <a:off x="266988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4" name="Google Shape;954;g2c4feb0fda9_1_0"/>
          <p:cNvSpPr/>
          <p:nvPr/>
        </p:nvSpPr>
        <p:spPr>
          <a:xfrm>
            <a:off x="247758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c4feb0fda9_1_0"/>
          <p:cNvSpPr txBox="1">
            <a:spLocks noGrp="1"/>
          </p:cNvSpPr>
          <p:nvPr>
            <p:ph type="subTitle" idx="4294967295"/>
          </p:nvPr>
        </p:nvSpPr>
        <p:spPr>
          <a:xfrm>
            <a:off x="190788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56" name="Google Shape;956;g2c4feb0fda9_1_0"/>
          <p:cNvSpPr/>
          <p:nvPr/>
        </p:nvSpPr>
        <p:spPr>
          <a:xfrm>
            <a:off x="5152165" y="4011900"/>
            <a:ext cx="16209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0c83c4006_0_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d0c83c4006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0c83c4006_0_11"/>
          <p:cNvSpPr/>
          <p:nvPr/>
        </p:nvSpPr>
        <p:spPr>
          <a:xfrm>
            <a:off x="388665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d0c83c4006_0_11"/>
          <p:cNvSpPr/>
          <p:nvPr/>
        </p:nvSpPr>
        <p:spPr>
          <a:xfrm>
            <a:off x="469242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6" name="Google Shape;966;g2d0c83c4006_0_1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7" name="Google Shape;967;g2d0c83c4006_0_11"/>
          <p:cNvSpPr txBox="1">
            <a:spLocks noGrp="1"/>
          </p:cNvSpPr>
          <p:nvPr>
            <p:ph type="subTitle" idx="4294967295"/>
          </p:nvPr>
        </p:nvSpPr>
        <p:spPr>
          <a:xfrm>
            <a:off x="4983778" y="1308025"/>
            <a:ext cx="254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968" name="Google Shape;968;g2d0c83c4006_0_11"/>
          <p:cNvSpPr txBox="1">
            <a:spLocks noGrp="1"/>
          </p:cNvSpPr>
          <p:nvPr>
            <p:ph type="subTitle" idx="4294967295"/>
          </p:nvPr>
        </p:nvSpPr>
        <p:spPr>
          <a:xfrm>
            <a:off x="331695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69" name="Google Shape;969;g2d0c83c4006_0_1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0c83c4006_0_1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d0c83c4006_0_1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d0c83c4006_0_1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d0c83c4006_0_1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c83c4006_0_1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5" name="Google Shape;975;g2d0c83c4006_0_1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6" name="Google Shape;976;g2d0c83c4006_0_1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7" name="Google Shape;977;g2d0c83c4006_0_1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8" name="Google Shape;978;g2d0c83c4006_0_1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9" name="Google Shape;979;g2d0c83c4006_0_1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0" name="Google Shape;980;g2d0c83c4006_0_1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1" name="Google Shape;981;g2d0c83c4006_0_1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2" name="Google Shape;982;g2d0c83c4006_0_1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d0c83c4006_0_1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d0c83c4006_0_1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d0c83c4006_0_1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6" name="Google Shape;986;g2d0c83c4006_0_11"/>
          <p:cNvSpPr/>
          <p:nvPr/>
        </p:nvSpPr>
        <p:spPr>
          <a:xfrm>
            <a:off x="312528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d0c83c4006_0_11"/>
          <p:cNvSpPr txBox="1">
            <a:spLocks noGrp="1"/>
          </p:cNvSpPr>
          <p:nvPr>
            <p:ph type="subTitle" idx="4294967295"/>
          </p:nvPr>
        </p:nvSpPr>
        <p:spPr>
          <a:xfrm>
            <a:off x="255558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88" name="Google Shape;988;g2d0c83c4006_0_11"/>
          <p:cNvSpPr/>
          <p:nvPr/>
        </p:nvSpPr>
        <p:spPr>
          <a:xfrm>
            <a:off x="218292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9" name="Google Shape;989;g2d0c83c4006_0_11"/>
          <p:cNvSpPr txBox="1">
            <a:spLocks noGrp="1"/>
          </p:cNvSpPr>
          <p:nvPr>
            <p:ph type="subTitle" idx="4294967295"/>
          </p:nvPr>
        </p:nvSpPr>
        <p:spPr>
          <a:xfrm>
            <a:off x="161322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90" name="Google Shape;990;g2d0c83c4006_0_11"/>
          <p:cNvSpPr/>
          <p:nvPr/>
        </p:nvSpPr>
        <p:spPr>
          <a:xfrm>
            <a:off x="5446828" y="4011900"/>
            <a:ext cx="16209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d0c83c4006_0_11"/>
          <p:cNvSpPr txBox="1"/>
          <p:nvPr/>
        </p:nvSpPr>
        <p:spPr>
          <a:xfrm>
            <a:off x="4126188" y="1391225"/>
            <a:ext cx="1404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8" name="Google Shape;99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9" name="Google Shape;99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6" name="Google Shape;100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7" name="Google Shape;100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08" name="Google Shape;100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5" name="Google Shape;101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6" name="Google Shape;101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17" name="Google Shape;101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4" name="Google Shape;102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5" name="Google Shape;102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6" name="Google Shape;102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3" name="Google Shape;103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4" name="Google Shape;103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5" name="Google Shape;103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6b641b03cd_0_301"/>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2" name="Google Shape;104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3" name="Google Shape;1043;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4" name="Google Shape;104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6b641b03cd_0_308"/>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1" name="Google Shape;105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2" name="Google Shape;1052;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3" name="Google Shape;105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0" name="Google Shape;106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1" name="Google Shape;1061;g1f3daf8a844_0_64"/>
          <p:cNvGrpSpPr/>
          <p:nvPr/>
        </p:nvGrpSpPr>
        <p:grpSpPr>
          <a:xfrm>
            <a:off x="3024000" y="209875"/>
            <a:ext cx="3096000" cy="454800"/>
            <a:chOff x="3024000" y="209875"/>
            <a:chExt cx="3096000" cy="454800"/>
          </a:xfrm>
        </p:grpSpPr>
        <p:sp>
          <p:nvSpPr>
            <p:cNvPr id="1062" name="Google Shape;106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3" name="Google Shape;106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4" name="Google Shape;106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5" name="Google Shape;106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6" name="Google Shape;106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7" name="Google Shape;106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8" name="Google Shape;106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9" name="Google Shape;1069;g1f3daf8a844_0_64"/>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0" name="Google Shape;1070;g1f3daf8a844_0_64"/>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71" name="Google Shape;107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72" name="Google Shape;1072;g1f3daf8a844_0_64"/>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73" name="Google Shape;1073;g1f3daf8a844_0_64"/>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74" name="Google Shape;107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075" name="Google Shape;1075;g1f3daf8a844_0_64"/>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76" name="Google Shape;1076;g1f3daf8a844_0_64"/>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077" name="Google Shape;1077;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078" name="Google Shape;1078;g1f3daf8a844_0_64"/>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9" name="Google Shape;1079;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080" name="Google Shape;1080;g1f3daf8a844_0_64"/>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81" name="Google Shape;1081;g1f3daf8a844_0_64"/>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cxnSp>
        <p:nvCxnSpPr>
          <p:cNvPr id="1082" name="Google Shape;108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3" name="Google Shape;1083;g1f3daf8a844_0_64"/>
          <p:cNvSpPr txBox="1"/>
          <p:nvPr/>
        </p:nvSpPr>
        <p:spPr>
          <a:xfrm>
            <a:off x="4030829" y="21960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4700" b="0" i="0" u="none" strike="noStrike" cap="none">
              <a:solidFill>
                <a:srgbClr val="ED1C24"/>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d0c83c4006_0_5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0" name="Google Shape;1090;g2d0c83c4006_0_5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1" name="Google Shape;1091;g2d0c83c4006_0_54"/>
          <p:cNvGrpSpPr/>
          <p:nvPr/>
        </p:nvGrpSpPr>
        <p:grpSpPr>
          <a:xfrm>
            <a:off x="3024000" y="209875"/>
            <a:ext cx="3096000" cy="454800"/>
            <a:chOff x="3024000" y="209875"/>
            <a:chExt cx="3096000" cy="454800"/>
          </a:xfrm>
        </p:grpSpPr>
        <p:sp>
          <p:nvSpPr>
            <p:cNvPr id="1092" name="Google Shape;1092;g2d0c83c4006_0_5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3" name="Google Shape;1093;g2d0c83c4006_0_5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4" name="Google Shape;1094;g2d0c83c4006_0_5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95" name="Google Shape;1095;g2d0c83c4006_0_54"/>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strip strong street strict spl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sh splint split</a:t>
            </a:r>
            <a:endParaRPr sz="1800" b="0" i="0" u="none" strike="noStrike" cap="none">
              <a:solidFill>
                <a:srgbClr val="B7B7B7"/>
              </a:solidFill>
              <a:latin typeface="Jost"/>
              <a:ea typeface="Jost"/>
              <a:cs typeface="Jost"/>
              <a:sym typeface="Jost"/>
            </a:endParaRPr>
          </a:p>
        </p:txBody>
      </p:sp>
      <p:cxnSp>
        <p:nvCxnSpPr>
          <p:cNvPr id="1096" name="Google Shape;1096;g2d0c83c4006_0_5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7" name="Google Shape;1097;g2d0c83c4006_0_5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8" name="Google Shape;1098;g2d0c83c4006_0_5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9" name="Google Shape;1099;g2d0c83c4006_0_5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0" name="Google Shape;1100;g2d0c83c4006_0_5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1" name="Google Shape;1101;g2d0c83c4006_0_54"/>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2" name="Google Shape;1102;g2d0c83c4006_0_54"/>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3" name="Google Shape;1103;g2d0c83c4006_0_5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4" name="Google Shape;1104;g2d0c83c4006_0_54"/>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05" name="Google Shape;1105;g2d0c83c4006_0_54"/>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106" name="Google Shape;1106;g2d0c83c4006_0_5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7" name="Google Shape;1107;g2d0c83c4006_0_5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08" name="Google Shape;1108;g2d0c83c4006_0_54"/>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09" name="Google Shape;1109;g2d0c83c4006_0_54"/>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10" name="Google Shape;1110;g2d0c83c4006_0_5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11" name="Google Shape;1111;g2d0c83c4006_0_54"/>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2" name="Google Shape;1112;g2d0c83c4006_0_5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113" name="Google Shape;1113;g2d0c83c4006_0_54"/>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4" name="Google Shape;1114;g2d0c83c4006_0_54"/>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15" name="Google Shape;1115;g2d0c83c4006_0_54"/>
          <p:cNvSpPr txBox="1"/>
          <p:nvPr/>
        </p:nvSpPr>
        <p:spPr>
          <a:xfrm>
            <a:off x="4030829" y="21960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47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471</Words>
  <Application>Microsoft Office PowerPoint</Application>
  <PresentationFormat>On-screen Show (4:3)</PresentationFormat>
  <Paragraphs>147</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Nunito Black</vt:lpstr>
      <vt:lpstr>Poppins Medium</vt:lpstr>
      <vt:lpstr>Poppins</vt:lpstr>
      <vt:lpstr>Poppins SemiBold</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Alphabet Song</vt:lpstr>
      <vt:lpstr>Hear Phonemes</vt:lpstr>
      <vt:lpstr>Hear Phonemes</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2026-05-20T02:21:58Z</dcterms:modified>
</cp:coreProperties>
</file>