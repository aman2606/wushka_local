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R58DcKQibN7uVMVIcmOefAcp1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B1E32E-4F73-4965-9C92-3FB005DA3289}">
  <a:tblStyle styleId="{B3B1E32E-4F73-4965-9C92-3FB005DA328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d0caa9df38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d0caa9df38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d0caa9df38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d0caa9df38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d0caa9df38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d0caa9df38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CCCVC CVCCC ('nch')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7 - Thursday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34</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6.xml"/><Relationship Id="rId4" Type="http://schemas.openxmlformats.org/officeDocument/2006/relationships/image" Target="../media/image5.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6.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s>
</file>

<file path=ppt/slides/_rels/slide8.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637651"/>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CCCVC CVCCC ('nch')</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34</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146936">
            <a:off x="4140891" y="4418173"/>
            <a:ext cx="2493520" cy="997851"/>
          </a:xfrm>
          <a:prstGeom prst="rect">
            <a:avLst/>
          </a:prstGeom>
          <a:noFill/>
          <a:ln>
            <a:noFill/>
          </a:ln>
          <a:effectLst>
            <a:outerShdw blurRad="71438" dist="38100" dir="5220000" algn="bl" rotWithShape="0">
              <a:srgbClr val="000000">
                <a:alpha val="20392"/>
              </a:srgbClr>
            </a:outerShdw>
          </a:effectLst>
        </p:spPr>
      </p:pic>
      <p:pic>
        <p:nvPicPr>
          <p:cNvPr id="721" name="Google Shape;721;p1"/>
          <p:cNvPicPr preferRelativeResize="0"/>
          <p:nvPr/>
        </p:nvPicPr>
        <p:blipFill rotWithShape="1">
          <a:blip r:embed="rId4">
            <a:alphaModFix/>
          </a:blip>
          <a:srcRect l="79" r="89"/>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2" name="Google Shape;722;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3" name="Google Shape;723;p1"/>
          <p:cNvGraphicFramePr/>
          <p:nvPr/>
        </p:nvGraphicFramePr>
        <p:xfrm>
          <a:off x="4844200" y="1891197"/>
          <a:ext cx="3785000" cy="1678950"/>
        </p:xfrm>
        <a:graphic>
          <a:graphicData uri="http://schemas.openxmlformats.org/drawingml/2006/table">
            <a:tbl>
              <a:tblPr firstRow="1" bandRow="1">
                <a:noFill/>
                <a:tableStyleId>{B3B1E32E-4F73-4965-9C92-3FB005DA3289}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CCCVC CVCCC</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3 letter adjacent consonants.</a:t>
            </a:r>
            <a:endParaRPr/>
          </a:p>
        </p:txBody>
      </p:sp>
      <p:sp>
        <p:nvSpPr>
          <p:cNvPr id="730" name="Google Shape;73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31" name="Google Shape;73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3">
            <a:alphaModFix/>
          </a:blip>
          <a:srcRect l="159" r="149"/>
          <a:stretch/>
        </p:blipFill>
        <p:spPr>
          <a:xfrm>
            <a:off x="2719706" y="4169988"/>
            <a:ext cx="813600" cy="977433"/>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843300" y="5256525"/>
            <a:ext cx="1316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5">
            <a:alphaModFix/>
          </a:blip>
          <a:srcRect t="59" b="59"/>
          <a:stretch/>
        </p:blipFill>
        <p:spPr>
          <a:xfrm>
            <a:off x="5035629" y="4326104"/>
            <a:ext cx="931973" cy="665200"/>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7" action="ppaction://hlinksldjump"/>
          </p:cNvPr>
          <p:cNvSpPr/>
          <p:nvPr/>
        </p:nvSpPr>
        <p:spPr>
          <a:xfrm>
            <a:off x="1014500"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8" action="ppaction://hlinksldjump"/>
          </p:cNvPr>
          <p:cNvSpPr/>
          <p:nvPr/>
        </p:nvSpPr>
        <p:spPr>
          <a:xfrm>
            <a:off x="3845871" y="378381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9" action="ppaction://hlinksldjump"/>
          </p:cNvPr>
          <p:cNvSpPr/>
          <p:nvPr/>
        </p:nvSpPr>
        <p:spPr>
          <a:xfrm>
            <a:off x="4896510" y="377148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0" action="ppaction://hlinksldjump"/>
          </p:cNvPr>
          <p:cNvSpPr/>
          <p:nvPr/>
        </p:nvSpPr>
        <p:spPr>
          <a:xfrm>
            <a:off x="2530963" y="378381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4" name="Google Shape;79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9" name="Google Shape;819;g26b7edf6e71_0_109"/>
          <p:cNvGrpSpPr/>
          <p:nvPr/>
        </p:nvGrpSpPr>
        <p:grpSpPr>
          <a:xfrm>
            <a:off x="865957" y="2135925"/>
            <a:ext cx="7282807" cy="2686611"/>
            <a:chOff x="867357" y="2129450"/>
            <a:chExt cx="7282807" cy="2686611"/>
          </a:xfrm>
        </p:grpSpPr>
        <p:pic>
          <p:nvPicPr>
            <p:cNvPr id="820" name="Google Shape;82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0" name="Google Shape;840;g2c298d33e0c_0_6"/>
          <p:cNvGrpSpPr/>
          <p:nvPr/>
        </p:nvGrpSpPr>
        <p:grpSpPr>
          <a:xfrm>
            <a:off x="866900" y="2155300"/>
            <a:ext cx="7281864" cy="2684601"/>
            <a:chOff x="868300" y="2129450"/>
            <a:chExt cx="7281864" cy="2684601"/>
          </a:xfrm>
        </p:grpSpPr>
        <p:pic>
          <p:nvPicPr>
            <p:cNvPr id="841" name="Google Shape;84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5" name="Google Shape;84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 so old do little one</a:t>
            </a:r>
            <a:r>
              <a:rPr lang="en-US">
                <a:solidFill>
                  <a:schemeClr val="dk1"/>
                </a:solidFill>
              </a:rPr>
              <a:t>.</a:t>
            </a:r>
            <a:endParaRPr/>
          </a:p>
        </p:txBody>
      </p:sp>
      <p:pic>
        <p:nvPicPr>
          <p:cNvPr id="875" name="Google Shape;875;g26b94af6077_0_0"/>
          <p:cNvPicPr preferRelativeResize="0"/>
          <p:nvPr/>
        </p:nvPicPr>
        <p:blipFill rotWithShape="1">
          <a:blip r:embed="rId3">
            <a:alphaModFix/>
          </a:blip>
          <a:srcRect l="189" r="179"/>
          <a:stretch/>
        </p:blipFill>
        <p:spPr>
          <a:xfrm>
            <a:off x="868300" y="3991095"/>
            <a:ext cx="1147320" cy="822956"/>
          </a:xfrm>
          <a:prstGeom prst="rect">
            <a:avLst/>
          </a:prstGeom>
          <a:noFill/>
          <a:ln>
            <a:noFill/>
          </a:ln>
          <a:effectLst>
            <a:outerShdw blurRad="71438" dist="19050" dir="5400000" algn="bl" rotWithShape="0">
              <a:srgbClr val="000000">
                <a:alpha val="17650"/>
              </a:srgbClr>
            </a:outerShdw>
          </a:effectLst>
        </p:spPr>
      </p:pic>
      <p:pic>
        <p:nvPicPr>
          <p:cNvPr id="876" name="Google Shape;876;g26b94af6077_0_0"/>
          <p:cNvPicPr preferRelativeResize="0"/>
          <p:nvPr/>
        </p:nvPicPr>
        <p:blipFill rotWithShape="1">
          <a:blip r:embed="rId4">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6b94af6077_0_0"/>
          <p:cNvPicPr preferRelativeResize="0"/>
          <p:nvPr/>
        </p:nvPicPr>
        <p:blipFill rotWithShape="1">
          <a:blip r:embed="rId5">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6b94af6077_0_0"/>
          <p:cNvPicPr preferRelativeResize="0"/>
          <p:nvPr/>
        </p:nvPicPr>
        <p:blipFill rotWithShape="1">
          <a:blip r:embed="rId6">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6b94af6077_0_0"/>
          <p:cNvPicPr preferRelativeResize="0"/>
          <p:nvPr/>
        </p:nvPicPr>
        <p:blipFill rotWithShape="1">
          <a:blip r:embed="rId7">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80" name="Google Shape;880;g26b94af6077_0_0"/>
          <p:cNvPicPr preferRelativeResize="0"/>
          <p:nvPr/>
        </p:nvPicPr>
        <p:blipFill rotWithShape="1">
          <a:blip r:embed="rId8">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1" name="Google Shape;881;g26b94af6077_0_0"/>
          <p:cNvPicPr preferRelativeResize="0"/>
          <p:nvPr/>
        </p:nvPicPr>
        <p:blipFill rotWithShape="1">
          <a:blip r:embed="rId9">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82" name="Google Shape;882;g26b94af6077_0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3" name="Google Shape;883;g26b94af6077_0_0"/>
          <p:cNvPicPr preferRelativeResize="0"/>
          <p:nvPr/>
        </p:nvPicPr>
        <p:blipFill rotWithShape="1">
          <a:blip r:embed="rId11">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84" name="Google Shape;884;g26b94af6077_0_0"/>
          <p:cNvPicPr preferRelativeResize="0"/>
          <p:nvPr/>
        </p:nvPicPr>
        <p:blipFill rotWithShape="1">
          <a:blip r:embed="rId12">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85" name="Google Shape;885;g26b94af6077_0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6b94af6077_0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7" name="Google Shape;887;g26b94af6077_0_0"/>
          <p:cNvPicPr preferRelativeResize="0"/>
          <p:nvPr/>
        </p:nvPicPr>
        <p:blipFill rotWithShape="1">
          <a:blip r:embed="rId15">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94" name="Google Shape;89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95" name="Google Shape;89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2" name="Google Shape;90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3" name="Google Shape;903;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4" name="Google Shape;90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1" name="Google Shape;91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2" name="Google Shape;91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3" name="Google Shape;91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20" name="Google Shape;92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1" name="Google Shape;92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9" name="Google Shape;929;g2c4feb0fda9_1_0"/>
          <p:cNvSpPr/>
          <p:nvPr/>
        </p:nvSpPr>
        <p:spPr>
          <a:xfrm>
            <a:off x="2343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p:nvPr/>
        </p:nvSpPr>
        <p:spPr>
          <a:xfrm>
            <a:off x="34334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2c4feb0fda9_1_0"/>
          <p:cNvSpPr/>
          <p:nvPr/>
        </p:nvSpPr>
        <p:spPr>
          <a:xfrm>
            <a:off x="4446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2" name="Google Shape;932;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3" name="Google Shape;933;g2c4feb0fda9_1_0"/>
          <p:cNvSpPr txBox="1">
            <a:spLocks noGrp="1"/>
          </p:cNvSpPr>
          <p:nvPr>
            <p:ph type="subTitle" idx="4294967295"/>
          </p:nvPr>
        </p:nvSpPr>
        <p:spPr>
          <a:xfrm>
            <a:off x="3877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4" name="Google Shape;934;g2c4feb0fda9_1_0"/>
          <p:cNvSpPr txBox="1">
            <a:spLocks noGrp="1"/>
          </p:cNvSpPr>
          <p:nvPr>
            <p:ph type="subTitle" idx="4294967295"/>
          </p:nvPr>
        </p:nvSpPr>
        <p:spPr>
          <a:xfrm>
            <a:off x="1774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35" name="Google Shape;935;g2c4feb0fda9_1_0"/>
          <p:cNvSpPr txBox="1">
            <a:spLocks noGrp="1"/>
          </p:cNvSpPr>
          <p:nvPr>
            <p:ph type="subTitle" idx="4294967295"/>
          </p:nvPr>
        </p:nvSpPr>
        <p:spPr>
          <a:xfrm>
            <a:off x="2863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36" name="Google Shape;936;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2" name="Google Shape;942;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3" name="Google Shape;943;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4" name="Google Shape;944;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5" name="Google Shape;945;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6" name="Google Shape;946;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7" name="Google Shape;947;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8" name="Google Shape;948;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9" name="Google Shape;949;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3" name="Google Shape;953;g2c4feb0fda9_1_0"/>
          <p:cNvSpPr txBox="1">
            <a:spLocks noGrp="1"/>
          </p:cNvSpPr>
          <p:nvPr>
            <p:ph type="subTitle" idx="4294967295"/>
          </p:nvPr>
        </p:nvSpPr>
        <p:spPr>
          <a:xfrm>
            <a:off x="4791625" y="1308025"/>
            <a:ext cx="2578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54" name="Google Shape;954;g2c4feb0fda9_1_0"/>
          <p:cNvSpPr/>
          <p:nvPr/>
        </p:nvSpPr>
        <p:spPr>
          <a:xfrm>
            <a:off x="5403925" y="4011900"/>
            <a:ext cx="140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d0caa9df38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1" name="Google Shape;961;g2d0caa9df38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2" name="Google Shape;962;g2d0caa9df38_0_10"/>
          <p:cNvSpPr/>
          <p:nvPr/>
        </p:nvSpPr>
        <p:spPr>
          <a:xfrm>
            <a:off x="2686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d0caa9df38_0_10"/>
          <p:cNvSpPr/>
          <p:nvPr/>
        </p:nvSpPr>
        <p:spPr>
          <a:xfrm>
            <a:off x="33953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d0caa9df38_0_10"/>
          <p:cNvSpPr/>
          <p:nvPr/>
        </p:nvSpPr>
        <p:spPr>
          <a:xfrm>
            <a:off x="4103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5" name="Google Shape;965;g2d0caa9df38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d0caa9df38_0_10"/>
          <p:cNvSpPr txBox="1">
            <a:spLocks noGrp="1"/>
          </p:cNvSpPr>
          <p:nvPr>
            <p:ph type="subTitle" idx="4294967295"/>
          </p:nvPr>
        </p:nvSpPr>
        <p:spPr>
          <a:xfrm>
            <a:off x="3534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7" name="Google Shape;967;g2d0caa9df38_0_10"/>
          <p:cNvSpPr txBox="1">
            <a:spLocks noGrp="1"/>
          </p:cNvSpPr>
          <p:nvPr>
            <p:ph type="subTitle" idx="4294967295"/>
          </p:nvPr>
        </p:nvSpPr>
        <p:spPr>
          <a:xfrm>
            <a:off x="2117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8" name="Google Shape;968;g2d0caa9df38_0_10"/>
          <p:cNvSpPr txBox="1">
            <a:spLocks noGrp="1"/>
          </p:cNvSpPr>
          <p:nvPr>
            <p:ph type="subTitle" idx="4294967295"/>
          </p:nvPr>
        </p:nvSpPr>
        <p:spPr>
          <a:xfrm>
            <a:off x="2825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69" name="Google Shape;969;g2d0caa9df38_0_1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caa9df38_0_1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caa9df38_0_1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0caa9df38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0caa9df38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caa9df38_0_1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5" name="Google Shape;975;g2d0caa9df38_0_1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6" name="Google Shape;976;g2d0caa9df38_0_1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7" name="Google Shape;977;g2d0caa9df38_0_1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8" name="Google Shape;978;g2d0caa9df38_0_1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9" name="Google Shape;979;g2d0caa9df38_0_1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0" name="Google Shape;980;g2d0caa9df38_0_1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1" name="Google Shape;981;g2d0caa9df38_0_1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2" name="Google Shape;982;g2d0caa9df38_0_1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d0caa9df38_0_1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0caa9df38_0_1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d0caa9df38_0_1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6" name="Google Shape;986;g2d0caa9df38_0_10"/>
          <p:cNvSpPr txBox="1">
            <a:spLocks noGrp="1"/>
          </p:cNvSpPr>
          <p:nvPr>
            <p:ph type="subTitle" idx="4294967295"/>
          </p:nvPr>
        </p:nvSpPr>
        <p:spPr>
          <a:xfrm>
            <a:off x="4448725" y="1308025"/>
            <a:ext cx="2578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87" name="Google Shape;987;g2d0caa9df38_0_10"/>
          <p:cNvSpPr/>
          <p:nvPr/>
        </p:nvSpPr>
        <p:spPr>
          <a:xfrm>
            <a:off x="5061025" y="4011900"/>
            <a:ext cx="140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4" name="Google Shape;99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5" name="Google Shape;99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2" name="Google Shape;100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3" name="Google Shape;1003;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4" name="Google Shape;100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1" name="Google Shape;101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2" name="Google Shape;1012;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3" name="Google Shape;101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0" name="Google Shape;102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1" name="Google Shape;102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2" name="Google Shape;102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9" name="Google Shape;102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0" name="Google Shape;103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1" name="Google Shape;103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6b641b03cd_0_301"/>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8" name="Google Shape;103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39" name="Google Shape;1039;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0" name="Google Shape;104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6b641b03cd_0_308"/>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7" name="Google Shape;104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8" name="Google Shape;1048;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9" name="Google Shape;104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6" name="Google Shape;105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7" name="Google Shape;1057;g1f3daf8a844_0_64"/>
          <p:cNvGrpSpPr/>
          <p:nvPr/>
        </p:nvGrpSpPr>
        <p:grpSpPr>
          <a:xfrm>
            <a:off x="3024000" y="209875"/>
            <a:ext cx="3096000" cy="454800"/>
            <a:chOff x="3024000" y="209875"/>
            <a:chExt cx="3096000" cy="454800"/>
          </a:xfrm>
        </p:grpSpPr>
        <p:sp>
          <p:nvSpPr>
            <p:cNvPr id="1058" name="Google Shape;105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9" name="Google Shape;105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0" name="Google Shape;106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1" name="Google Shape;106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2" name="Google Shape;106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3" name="Google Shape;106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4" name="Google Shape;106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5" name="Google Shape;1065;g1f3daf8a844_0_6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66" name="Google Shape;1066;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67" name="Google Shape;1067;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070" name="Google Shape;107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073" name="Google Shape;1073;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4" name="Google Shape;1074;g1f3daf8a844_0_64"/>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00904D"/>
              </a:solidFill>
              <a:latin typeface="Jost"/>
              <a:ea typeface="Jost"/>
              <a:cs typeface="Jost"/>
              <a:sym typeface="Jost"/>
            </a:endParaRPr>
          </a:p>
        </p:txBody>
      </p:sp>
      <p:sp>
        <p:nvSpPr>
          <p:cNvPr id="1076" name="Google Shape;1076;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77" name="Google Shape;1077;g1f3daf8a844_0_64"/>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078" name="Google Shape;107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9" name="Google Shape;1079;g1f3daf8a844_0_64"/>
          <p:cNvSpPr txBox="1"/>
          <p:nvPr/>
        </p:nvSpPr>
        <p:spPr>
          <a:xfrm>
            <a:off x="3102518" y="21960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d0caa9df38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6" name="Google Shape;1086;g2d0caa9df38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7" name="Google Shape;1087;g2d0caa9df38_0_45"/>
          <p:cNvGrpSpPr/>
          <p:nvPr/>
        </p:nvGrpSpPr>
        <p:grpSpPr>
          <a:xfrm>
            <a:off x="3024000" y="209875"/>
            <a:ext cx="3096000" cy="454800"/>
            <a:chOff x="3024000" y="209875"/>
            <a:chExt cx="3096000" cy="454800"/>
          </a:xfrm>
        </p:grpSpPr>
        <p:sp>
          <p:nvSpPr>
            <p:cNvPr id="1088" name="Google Shape;1088;g2d0caa9df38_0_4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9" name="Google Shape;1089;g2d0caa9df38_0_4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0" name="Google Shape;1090;g2d0caa9df38_0_4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91" name="Google Shape;1091;g2d0caa9df38_0_4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lunch bench bunch pinch br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nch stench crunch</a:t>
            </a:r>
            <a:endParaRPr sz="1800" b="0" i="0" u="none" strike="noStrike" cap="none">
              <a:solidFill>
                <a:srgbClr val="B7B7B7"/>
              </a:solidFill>
              <a:latin typeface="Jost"/>
              <a:ea typeface="Jost"/>
              <a:cs typeface="Jost"/>
              <a:sym typeface="Jost"/>
            </a:endParaRPr>
          </a:p>
        </p:txBody>
      </p:sp>
      <p:cxnSp>
        <p:nvCxnSpPr>
          <p:cNvPr id="1092" name="Google Shape;1092;g2d0caa9df38_0_4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3" name="Google Shape;1093;g2d0caa9df38_0_4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4" name="Google Shape;1094;g2d0caa9df38_0_4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5" name="Google Shape;1095;g2d0caa9df38_0_4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6" name="Google Shape;1096;g2d0caa9df38_0_4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7" name="Google Shape;1097;g2d0caa9df38_0_45"/>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98" name="Google Shape;1098;g2d0caa9df38_0_45"/>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9" name="Google Shape;1099;g2d0caa9df38_0_4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0" name="Google Shape;1100;g2d0caa9df38_0_45"/>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1" name="Google Shape;1101;g2d0caa9df38_0_45"/>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cxnSp>
        <p:nvCxnSpPr>
          <p:cNvPr id="1102" name="Google Shape;1102;g2d0caa9df38_0_4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3" name="Google Shape;1103;g2d0caa9df38_0_4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4" name="Google Shape;1104;g2d0caa9df38_0_45"/>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5" name="Google Shape;1105;g2d0caa9df38_0_45"/>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06" name="Google Shape;1106;g2d0caa9df38_0_45"/>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7" name="Google Shape;1107;g2d0caa9df38_0_45"/>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8" name="Google Shape;1108;g2d0caa9df38_0_45"/>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00904D"/>
              </a:solidFill>
              <a:latin typeface="Jost"/>
              <a:ea typeface="Jost"/>
              <a:cs typeface="Jost"/>
              <a:sym typeface="Jost"/>
            </a:endParaRPr>
          </a:p>
        </p:txBody>
      </p:sp>
      <p:sp>
        <p:nvSpPr>
          <p:cNvPr id="1109" name="Google Shape;1109;g2d0caa9df38_0_45"/>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0" name="Google Shape;1110;g2d0caa9df38_0_45"/>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1" name="Google Shape;1111;g2d0caa9df38_0_45"/>
          <p:cNvSpPr txBox="1"/>
          <p:nvPr/>
        </p:nvSpPr>
        <p:spPr>
          <a:xfrm>
            <a:off x="3102518" y="21960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465</Words>
  <Application>Microsoft Office PowerPoint</Application>
  <PresentationFormat>On-screen Show (4:3)</PresentationFormat>
  <Paragraphs>145</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Poppins SemiBold</vt:lpstr>
      <vt:lpstr>Arial</vt:lpstr>
      <vt:lpstr>Poppins</vt:lpstr>
      <vt:lpstr>Jost</vt:lpstr>
      <vt:lpstr>Poppins Medium</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2026-05-20T02:26:41Z</dcterms:modified>
</cp:coreProperties>
</file>