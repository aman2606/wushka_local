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Mulish" panose="020B0604020202020204" charset="0"/>
      <p:regular r:id="rId20"/>
      <p:bold r:id="rId21"/>
      <p:italic r:id="rId22"/>
      <p:boldItalic r:id="rId23"/>
    </p:embeddedFont>
    <p:embeddedFont>
      <p:font typeface="Nunito Black" pitchFamily="2" charset="0"/>
      <p:bold r:id="rId24"/>
      <p:boldItalic r:id="rId25"/>
    </p:embeddedFont>
    <p:embeddedFont>
      <p:font typeface="Poppins" panose="00000500000000000000" pitchFamily="2" charset="0"/>
      <p:regular r:id="rId26"/>
      <p:bold r:id="rId27"/>
      <p:italic r:id="rId28"/>
      <p:boldItalic r:id="rId29"/>
    </p:embeddedFont>
    <p:embeddedFont>
      <p:font typeface="Poppins Medium" panose="00000600000000000000" pitchFamily="2" charset="0"/>
      <p:regular r:id="rId30"/>
      <p:bold r:id="rId31"/>
      <p:italic r:id="rId32"/>
      <p:boldItalic r:id="rId33"/>
    </p:embeddedFont>
    <p:embeddedFont>
      <p:font typeface="Poppins SemiBold" panose="000007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Ms4Yz6WVd2KlYQUTaygZto9PO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656C92-EB0E-4AC8-A99A-74C8CB5C94F1}">
  <a:tblStyle styleId="{FE656C92-EB0E-4AC8-A99A-74C8CB5C94F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2" name="Google Shape;84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y z zz</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2 -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9</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7" name="Google Shape;197;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98" name="Google Shape;198;g26b641b03cd_0_260"/>
          <p:cNvGrpSpPr/>
          <p:nvPr/>
        </p:nvGrpSpPr>
        <p:grpSpPr>
          <a:xfrm>
            <a:off x="-36800" y="-52000"/>
            <a:ext cx="9236100" cy="543750"/>
            <a:chOff x="-36800" y="-52000"/>
            <a:chExt cx="9236100" cy="54375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1900680" y="8825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3" name="Google Shape;20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8.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13.xml"/><Relationship Id="rId4" Type="http://schemas.openxmlformats.org/officeDocument/2006/relationships/image" Target="../media/image9.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5.xml"/><Relationship Id="rId16"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image" Target="../media/image67.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y z zz</a:t>
            </a:r>
            <a:endParaRPr/>
          </a:p>
        </p:txBody>
      </p:sp>
      <p:sp>
        <p:nvSpPr>
          <p:cNvPr id="710" name="Google Shape;710;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9</a:t>
            </a:r>
            <a:endParaRPr/>
          </a:p>
        </p:txBody>
      </p:sp>
      <p:graphicFrame>
        <p:nvGraphicFramePr>
          <p:cNvPr id="711" name="Google Shape;711;p1"/>
          <p:cNvGraphicFramePr/>
          <p:nvPr/>
        </p:nvGraphicFramePr>
        <p:xfrm>
          <a:off x="4844200" y="1891197"/>
          <a:ext cx="3784950" cy="1678950"/>
        </p:xfrm>
        <a:graphic>
          <a:graphicData uri="http://schemas.openxmlformats.org/drawingml/2006/table">
            <a:tbl>
              <a:tblPr firstRow="1" bandRow="1">
                <a:noFill/>
                <a:tableStyleId>{FE656C92-EB0E-4AC8-A99A-74C8CB5C94F1}</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y</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2" name="Google Shape;71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3" name="Google Shape;713;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
        <p:nvSpPr>
          <p:cNvPr id="714" name="Google Shape;714;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5" name="Google Shape;715;p1"/>
          <p:cNvPicPr preferRelativeResize="0"/>
          <p:nvPr/>
        </p:nvPicPr>
        <p:blipFill rotWithShape="1">
          <a:blip r:embed="rId3">
            <a:alphaModFix/>
          </a:blip>
          <a:srcRect l="79" r="79"/>
          <a:stretch/>
        </p:blipFill>
        <p:spPr>
          <a:xfrm rot="455440">
            <a:off x="7334776" y="3962416"/>
            <a:ext cx="1208039" cy="1709827"/>
          </a:xfrm>
          <a:prstGeom prst="rect">
            <a:avLst/>
          </a:prstGeom>
          <a:noFill/>
          <a:ln>
            <a:noFill/>
          </a:ln>
          <a:effectLst>
            <a:outerShdw blurRad="71438" dist="38100" dir="5220000" algn="bl" rotWithShape="0">
              <a:srgbClr val="000000">
                <a:alpha val="20000"/>
              </a:srgbClr>
            </a:outerShdw>
          </a:effectLst>
        </p:spPr>
      </p:pic>
      <p:pic>
        <p:nvPicPr>
          <p:cNvPr id="716" name="Google Shape;716;p1"/>
          <p:cNvPicPr preferRelativeResize="0"/>
          <p:nvPr/>
        </p:nvPicPr>
        <p:blipFill rotWithShape="1">
          <a:blip r:embed="rId4">
            <a:alphaModFix/>
          </a:blip>
          <a:srcRect l="79" r="69"/>
          <a:stretch/>
        </p:blipFill>
        <p:spPr>
          <a:xfrm rot="-65106">
            <a:off x="6295791" y="3890251"/>
            <a:ext cx="1208041" cy="1709825"/>
          </a:xfrm>
          <a:prstGeom prst="rect">
            <a:avLst/>
          </a:prstGeom>
          <a:noFill/>
          <a:ln>
            <a:noFill/>
          </a:ln>
          <a:effectLst>
            <a:outerShdw blurRad="71438" dist="38100" dir="5220000" algn="bl" rotWithShape="0">
              <a:srgbClr val="000000">
                <a:alpha val="20000"/>
              </a:srgbClr>
            </a:outerShdw>
          </a:effectLst>
        </p:spPr>
      </p:pic>
      <p:pic>
        <p:nvPicPr>
          <p:cNvPr id="717" name="Google Shape;717;p1"/>
          <p:cNvPicPr preferRelativeResize="0"/>
          <p:nvPr/>
        </p:nvPicPr>
        <p:blipFill rotWithShape="1">
          <a:blip r:embed="rId5">
            <a:alphaModFix/>
          </a:blip>
          <a:srcRect l="19" r="19"/>
          <a:stretch/>
        </p:blipFill>
        <p:spPr>
          <a:xfrm rot="-571955">
            <a:off x="5328352" y="3979072"/>
            <a:ext cx="1208040" cy="1709824"/>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bee4f4af4b_0_204"/>
          <p:cNvSpPr txBox="1">
            <a:spLocks noGrp="1"/>
          </p:cNvSpPr>
          <p:nvPr>
            <p:ph type="body" idx="1"/>
          </p:nvPr>
        </p:nvSpPr>
        <p:spPr>
          <a:xfrm>
            <a:off x="3298550" y="1032250"/>
            <a:ext cx="50484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sounds </a:t>
            </a:r>
            <a:r>
              <a:rPr lang="en-US">
                <a:solidFill>
                  <a:srgbClr val="8DC63F"/>
                </a:solidFill>
              </a:rPr>
              <a:t>y z zz</a:t>
            </a:r>
            <a:r>
              <a:rPr lang="en-US"/>
              <a:t>.</a:t>
            </a:r>
            <a:endParaRPr/>
          </a:p>
        </p:txBody>
      </p:sp>
      <p:sp>
        <p:nvSpPr>
          <p:cNvPr id="724" name="Google Shape;72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p:txBody>
      </p:sp>
      <p:sp>
        <p:nvSpPr>
          <p:cNvPr id="725" name="Google Shape;72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6" name="Google Shape;726;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8" name="Google Shape;738;g2bee4f4af4b_0_204">
            <a:hlinkClick r:id="rId7" action="ppaction://hlinksldjump"/>
          </p:cNvPr>
          <p:cNvSpPr/>
          <p:nvPr/>
        </p:nvSpPr>
        <p:spPr>
          <a:xfrm>
            <a:off x="1031138" y="3843172"/>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8" action="ppaction://hlinksldjump"/>
          </p:cNvPr>
          <p:cNvSpPr/>
          <p:nvPr/>
        </p:nvSpPr>
        <p:spPr>
          <a:xfrm>
            <a:off x="2446538" y="37340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9" action="ppaction://hlinksldjump"/>
          </p:cNvPr>
          <p:cNvSpPr/>
          <p:nvPr/>
        </p:nvSpPr>
        <p:spPr>
          <a:xfrm>
            <a:off x="3617888" y="372599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g2bee4f4af4b_0_204">
            <a:hlinkClick r:id="rId10" action="ppaction://hlinksldjump"/>
          </p:cNvPr>
          <p:cNvSpPr/>
          <p:nvPr/>
        </p:nvSpPr>
        <p:spPr>
          <a:xfrm>
            <a:off x="4859461" y="377417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8" name="Google Shape;748;g26b641b03cd_0_165"/>
          <p:cNvGrpSpPr/>
          <p:nvPr/>
        </p:nvGrpSpPr>
        <p:grpSpPr>
          <a:xfrm>
            <a:off x="930400" y="2129444"/>
            <a:ext cx="7283200" cy="3724851"/>
            <a:chOff x="930400" y="2129444"/>
            <a:chExt cx="7283200" cy="3724851"/>
          </a:xfrm>
        </p:grpSpPr>
        <p:pic>
          <p:nvPicPr>
            <p:cNvPr id="749" name="Google Shape;74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8" name="Google Shape;778;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4"/>
              </a:srgbClr>
            </a:outerShdw>
          </a:effectLst>
        </p:spPr>
      </p:pic>
      <p:pic>
        <p:nvPicPr>
          <p:cNvPr id="779" name="Google Shape;779;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4"/>
              </a:srgbClr>
            </a:outerShdw>
          </a:effectLst>
        </p:spPr>
      </p:pic>
      <p:pic>
        <p:nvPicPr>
          <p:cNvPr id="780" name="Google Shape;780;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4"/>
              </a:srgbClr>
            </a:outerShdw>
          </a:effectLst>
        </p:spPr>
      </p:pic>
      <p:pic>
        <p:nvPicPr>
          <p:cNvPr id="781" name="Google Shape;781;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4"/>
              </a:srgbClr>
            </a:outerShdw>
          </a:effectLst>
        </p:spPr>
      </p:pic>
      <p:pic>
        <p:nvPicPr>
          <p:cNvPr id="782" name="Google Shape;782;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4"/>
              </a:srgbClr>
            </a:outerShdw>
          </a:effectLst>
        </p:spPr>
      </p:pic>
      <p:pic>
        <p:nvPicPr>
          <p:cNvPr id="783" name="Google Shape;783;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4"/>
              </a:srgbClr>
            </a:outerShdw>
          </a:effectLst>
        </p:spPr>
      </p:pic>
      <p:pic>
        <p:nvPicPr>
          <p:cNvPr id="784" name="Google Shape;784;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91" name="Google Shape;791;g26b7edf6e71_0_109"/>
          <p:cNvGrpSpPr/>
          <p:nvPr/>
        </p:nvGrpSpPr>
        <p:grpSpPr>
          <a:xfrm>
            <a:off x="867357" y="2129450"/>
            <a:ext cx="7282807" cy="2686611"/>
            <a:chOff x="867357" y="2129450"/>
            <a:chExt cx="7282807" cy="2686611"/>
          </a:xfrm>
        </p:grpSpPr>
        <p:pic>
          <p:nvPicPr>
            <p:cNvPr id="792" name="Google Shape;79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2" name="Google Shape;81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3" name="Google Shape;81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4" name="Google Shape;814;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815" name="Google Shape;815;g2c186218c5a_0_17"/>
          <p:cNvPicPr preferRelativeResize="0"/>
          <p:nvPr/>
        </p:nvPicPr>
        <p:blipFill rotWithShape="1">
          <a:blip r:embed="rId4">
            <a:alphaModFix/>
          </a:blip>
          <a:srcRect t="99" b="109"/>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pic>
        <p:nvPicPr>
          <p:cNvPr id="816" name="Google Shape;816;g2c186218c5a_0_17"/>
          <p:cNvPicPr preferRelativeResize="0"/>
          <p:nvPr/>
        </p:nvPicPr>
        <p:blipFill rotWithShape="1">
          <a:blip r:embed="rId5">
            <a:alphaModFix/>
          </a:blip>
          <a:srcRect/>
          <a:stretch/>
        </p:blipFill>
        <p:spPr>
          <a:xfrm>
            <a:off x="2777931" y="3516780"/>
            <a:ext cx="3588140"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3" name="Google Shape;82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4" name="Google Shape;82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25" name="Google Shape;825;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6" name="Google Shape;826;g26b641b03cd_0_185"/>
          <p:cNvPicPr preferRelativeResize="0"/>
          <p:nvPr/>
        </p:nvPicPr>
        <p:blipFill rotWithShape="1">
          <a:blip r:embed="rId4">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7" name="Google Shape;827;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4" name="Google Shape;83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35" name="Google Shape;83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36" name="Google Shape;836;g2c186218c5a_0_25"/>
          <p:cNvPicPr preferRelativeResize="0"/>
          <p:nvPr/>
        </p:nvPicPr>
        <p:blipFill rotWithShape="1">
          <a:blip r:embed="rId3">
            <a:alphaModFix/>
          </a:blip>
          <a:srcRect l="19" r="2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37" name="Google Shape;837;g2c186218c5a_0_25"/>
          <p:cNvPicPr preferRelativeResize="0"/>
          <p:nvPr/>
        </p:nvPicPr>
        <p:blipFill rotWithShape="1">
          <a:blip r:embed="rId4">
            <a:alphaModFix/>
          </a:blip>
          <a:srcRect l="79" r="7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38" name="Google Shape;838;g2c186218c5a_0_25"/>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5" name="Google Shape;84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46" name="Google Shape;84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47" name="Google Shape;847;g26b641b03cd_0_192"/>
          <p:cNvPicPr preferRelativeResize="0"/>
          <p:nvPr/>
        </p:nvPicPr>
        <p:blipFill rotWithShape="1">
          <a:blip r:embed="rId3">
            <a:alphaModFix/>
          </a:blip>
          <a:srcRect t="59" b="4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48" name="Google Shape;848;g26b641b03cd_0_192"/>
          <p:cNvPicPr preferRelativeResize="0"/>
          <p:nvPr/>
        </p:nvPicPr>
        <p:blipFill rotWithShape="1">
          <a:blip r:embed="rId4">
            <a:alphaModFix/>
          </a:blip>
          <a:srcRect/>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49" name="Google Shape;849;g26b641b03cd_0_192"/>
          <p:cNvPicPr preferRelativeResize="0"/>
          <p:nvPr/>
        </p:nvPicPr>
        <p:blipFill rotWithShape="1">
          <a:blip r:embed="rId5">
            <a:alphaModFix/>
          </a:blip>
          <a:srcRect/>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56" name="Google Shape;85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57" name="Google Shape;85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8" name="Google Shape;858;g26b641b03cd_0_204"/>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59" name="Google Shape;859;g26b641b03cd_0_204"/>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60" name="Google Shape;860;g26b641b03cd_0_204"/>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7" name="Google Shape;86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68" name="Google Shape;8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69" name="Google Shape;869;g2c186218c5a_0_48"/>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70" name="Google Shape;870;g2c186218c5a_0_48"/>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71" name="Google Shape;871;g2c186218c5a_0_48"/>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78" name="Google Shape;87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79" name="Google Shape;87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0" name="Google Shape;880;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881" name="Google Shape;881;g26b641b03cd_0_213"/>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882" name="Google Shape;882;g26b641b03cd_0_213"/>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9" name="Google Shape;88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90" name="Google Shape;89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1" name="Google Shape;891;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892" name="Google Shape;892;g2c186218c5a_0_149"/>
          <p:cNvPicPr preferRelativeResize="0"/>
          <p:nvPr/>
        </p:nvPicPr>
        <p:blipFill rotWithShape="1">
          <a:blip r:embed="rId4">
            <a:alphaModFix/>
          </a:blip>
          <a:srcRect l="228" r="228"/>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893" name="Google Shape;893;g2c186218c5a_0_149"/>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Words>
  <Application>Microsoft Office PowerPoint</Application>
  <PresentationFormat>On-screen Show (4:3)</PresentationFormat>
  <Paragraphs>78</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Nunito Black</vt:lpstr>
      <vt:lpstr>Poppins Medium</vt:lpstr>
      <vt:lpstr>Calibri</vt:lpstr>
      <vt:lpstr>Mulish</vt:lpstr>
      <vt:lpstr>Poppins SemiBold</vt:lpstr>
      <vt:lpstr>Poppins</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2026-04-29T01:46:50Z</dcterms:modified>
</cp:coreProperties>
</file>