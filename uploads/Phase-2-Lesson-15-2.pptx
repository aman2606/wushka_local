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pwQRLX8VWTe946pUBNQmLzC/r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6BC86C-78DF-45F1-9968-04ACFF1BBD64}">
  <a:tblStyle styleId="{A76BC86C-78DF-45F1-9968-04ACFF1BBD6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d9cb73a41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d9cb73a41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d9cb73a41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6c2c517676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6c2c517676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6c2c517676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b012a80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b012a80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b012a80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g o c k</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3 - Friday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15</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58"/>
        <p:cNvGrpSpPr/>
        <p:nvPr/>
      </p:nvGrpSpPr>
      <p:grpSpPr>
        <a:xfrm>
          <a:off x="0" y="0"/>
          <a:ext cx="0" cy="0"/>
          <a:chOff x="0" y="0"/>
          <a:chExt cx="0" cy="0"/>
        </a:xfrm>
      </p:grpSpPr>
      <p:sp>
        <p:nvSpPr>
          <p:cNvPr id="159" name="Google Shape;159;g26bb012a803_0_744"/>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Independent Reading</a:t>
            </a:r>
            <a:endParaRPr sz="3200" b="0" i="0" u="none" strike="noStrike" cap="none">
              <a:solidFill>
                <a:srgbClr val="F7941D"/>
              </a:solidFill>
              <a:latin typeface="Poppins Medium"/>
              <a:ea typeface="Poppins Medium"/>
              <a:cs typeface="Poppins Medium"/>
              <a:sym typeface="Poppins Medium"/>
            </a:endParaRPr>
          </a:p>
        </p:txBody>
      </p:sp>
      <p:cxnSp>
        <p:nvCxnSpPr>
          <p:cNvPr id="160" name="Google Shape;160;g26bb012a803_0_744"/>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61" name="Google Shape;161;g26bb012a803_0_74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2" name="Google Shape;162;g26bb012a803_0_744"/>
          <p:cNvGrpSpPr/>
          <p:nvPr/>
        </p:nvGrpSpPr>
        <p:grpSpPr>
          <a:xfrm>
            <a:off x="8199150" y="5983875"/>
            <a:ext cx="586800" cy="571500"/>
            <a:chOff x="7894350" y="6212475"/>
            <a:chExt cx="586800" cy="571500"/>
          </a:xfrm>
        </p:grpSpPr>
        <p:sp>
          <p:nvSpPr>
            <p:cNvPr id="163" name="Google Shape;163;g26bb012a803_0_74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6bb012a803_0_74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5" name="Google Shape;165;g26bb012a803_0_74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6" name="Google Shape;166;g26bb012a803_0_744"/>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67" name="Google Shape;167;g26bb012a803_0_744"/>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Decodable Readers &amp; Teacher Book Activities</a:t>
            </a:r>
            <a:endParaRPr sz="1100" b="0" i="0" u="none" strike="noStrike" cap="none">
              <a:solidFill>
                <a:srgbClr val="F7941D"/>
              </a:solidFill>
              <a:latin typeface="Poppins Medium"/>
              <a:ea typeface="Poppins Medium"/>
              <a:cs typeface="Poppins Medium"/>
              <a:sym typeface="Poppins Medium"/>
            </a:endParaRPr>
          </a:p>
        </p:txBody>
      </p:sp>
      <p:sp>
        <p:nvSpPr>
          <p:cNvPr id="168" name="Google Shape;168;g26bb012a803_0_744"/>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Workbooks</a:t>
            </a:r>
            <a:endParaRPr sz="1100" b="0" i="0" u="none" strike="noStrike" cap="none">
              <a:solidFill>
                <a:srgbClr val="F7941D"/>
              </a:solidFill>
              <a:latin typeface="Poppins Medium"/>
              <a:ea typeface="Poppins Medium"/>
              <a:cs typeface="Poppins Medium"/>
              <a:sym typeface="Poppins Medium"/>
            </a:endParaRPr>
          </a:p>
        </p:txBody>
      </p:sp>
      <p:grpSp>
        <p:nvGrpSpPr>
          <p:cNvPr id="170" name="Google Shape;170;g26bb012a803_0_744"/>
          <p:cNvGrpSpPr/>
          <p:nvPr/>
        </p:nvGrpSpPr>
        <p:grpSpPr>
          <a:xfrm>
            <a:off x="-36800" y="-52000"/>
            <a:ext cx="9236100" cy="543750"/>
            <a:chOff x="-36800" y="-52000"/>
            <a:chExt cx="9236100" cy="543750"/>
          </a:xfrm>
        </p:grpSpPr>
        <p:sp>
          <p:nvSpPr>
            <p:cNvPr id="171" name="Google Shape;171;g26bb012a803_0_74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b012a803_0_744"/>
            <p:cNvGrpSpPr/>
            <p:nvPr/>
          </p:nvGrpSpPr>
          <p:grpSpPr>
            <a:xfrm>
              <a:off x="565600" y="88250"/>
              <a:ext cx="1337400" cy="403500"/>
              <a:chOff x="565600" y="88250"/>
              <a:chExt cx="1337400" cy="403500"/>
            </a:xfrm>
          </p:grpSpPr>
          <p:grpSp>
            <p:nvGrpSpPr>
              <p:cNvPr id="173" name="Google Shape;173;g26bb012a803_0_744"/>
              <p:cNvGrpSpPr/>
              <p:nvPr/>
            </p:nvGrpSpPr>
            <p:grpSpPr>
              <a:xfrm>
                <a:off x="565600" y="88250"/>
                <a:ext cx="1337400" cy="403500"/>
                <a:chOff x="565600" y="88250"/>
                <a:chExt cx="1337400" cy="403500"/>
              </a:xfrm>
            </p:grpSpPr>
            <p:sp>
              <p:nvSpPr>
                <p:cNvPr id="174" name="Google Shape;174;g26bb012a803_0_74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b012a803_0_74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6" name="Google Shape;176;g26bb012a803_0_74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77" name="Google Shape;177;g26bb012a803_0_74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b012a803_0_74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b012a803_0_74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b012a803_0_74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b012a803_0_74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b012a803_0_74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b012a803_0_74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b012a803_0_74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b012a803_0_74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b012a803_0_74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1"/>
        <p:cNvGrpSpPr/>
        <p:nvPr/>
      </p:nvGrpSpPr>
      <p:grpSpPr>
        <a:xfrm>
          <a:off x="0" y="0"/>
          <a:ext cx="0" cy="0"/>
          <a:chOff x="0" y="0"/>
          <a:chExt cx="0" cy="0"/>
        </a:xfrm>
      </p:grpSpPr>
      <p:sp>
        <p:nvSpPr>
          <p:cNvPr id="222" name="Google Shape;22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2c235dd0dad_1_87"/>
          <p:cNvGrpSpPr/>
          <p:nvPr/>
        </p:nvGrpSpPr>
        <p:grpSpPr>
          <a:xfrm>
            <a:off x="662575" y="6212475"/>
            <a:ext cx="586800" cy="571500"/>
            <a:chOff x="662575" y="6212475"/>
            <a:chExt cx="586800" cy="571500"/>
          </a:xfrm>
        </p:grpSpPr>
        <p:sp>
          <p:nvSpPr>
            <p:cNvPr id="230" name="Google Shape;23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2c235dd0dad_1_87"/>
          <p:cNvGrpSpPr/>
          <p:nvPr/>
        </p:nvGrpSpPr>
        <p:grpSpPr>
          <a:xfrm>
            <a:off x="7894350" y="6212475"/>
            <a:ext cx="586800" cy="571500"/>
            <a:chOff x="7894350" y="6212475"/>
            <a:chExt cx="586800" cy="571500"/>
          </a:xfrm>
        </p:grpSpPr>
        <p:sp>
          <p:nvSpPr>
            <p:cNvPr id="234" name="Google Shape;23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4" name="Google Shape;24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5" name="Google Shape;24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1f3daf8a844_0_32"/>
          <p:cNvGrpSpPr/>
          <p:nvPr/>
        </p:nvGrpSpPr>
        <p:grpSpPr>
          <a:xfrm>
            <a:off x="662575" y="6212475"/>
            <a:ext cx="586800" cy="571500"/>
            <a:chOff x="662575" y="6212475"/>
            <a:chExt cx="586800" cy="571500"/>
          </a:xfrm>
        </p:grpSpPr>
        <p:sp>
          <p:nvSpPr>
            <p:cNvPr id="261" name="Google Shape;26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1f3daf8a844_0_32"/>
          <p:cNvGrpSpPr/>
          <p:nvPr/>
        </p:nvGrpSpPr>
        <p:grpSpPr>
          <a:xfrm>
            <a:off x="7894350" y="6212475"/>
            <a:ext cx="586800" cy="571500"/>
            <a:chOff x="7894350" y="6212475"/>
            <a:chExt cx="586800" cy="571500"/>
          </a:xfrm>
        </p:grpSpPr>
        <p:sp>
          <p:nvSpPr>
            <p:cNvPr id="265" name="Google Shape;26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4" name="Google Shape;27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5" name="Google Shape;27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6" name="Google Shape;27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7" name="Google Shape;27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8" name="Google Shape;27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0" name="Google Shape;28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1" name="Google Shape;28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2" name="Google Shape;28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3"/>
        <p:cNvGrpSpPr/>
        <p:nvPr/>
      </p:nvGrpSpPr>
      <p:grpSpPr>
        <a:xfrm>
          <a:off x="0" y="0"/>
          <a:ext cx="0" cy="0"/>
          <a:chOff x="0" y="0"/>
          <a:chExt cx="0" cy="0"/>
        </a:xfrm>
      </p:grpSpPr>
      <p:sp>
        <p:nvSpPr>
          <p:cNvPr id="284" name="Google Shape;28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0" name="Google Shape;290;g2c157a2fb06_0_53"/>
          <p:cNvGrpSpPr/>
          <p:nvPr/>
        </p:nvGrpSpPr>
        <p:grpSpPr>
          <a:xfrm>
            <a:off x="662575" y="6212475"/>
            <a:ext cx="586800" cy="571500"/>
            <a:chOff x="662575" y="6212475"/>
            <a:chExt cx="586800" cy="571500"/>
          </a:xfrm>
        </p:grpSpPr>
        <p:sp>
          <p:nvSpPr>
            <p:cNvPr id="291" name="Google Shape;29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4" name="Google Shape;294;g2c157a2fb06_0_53"/>
          <p:cNvGrpSpPr/>
          <p:nvPr/>
        </p:nvGrpSpPr>
        <p:grpSpPr>
          <a:xfrm>
            <a:off x="7894350" y="6212475"/>
            <a:ext cx="586800" cy="571500"/>
            <a:chOff x="7894350" y="6212475"/>
            <a:chExt cx="586800" cy="571500"/>
          </a:xfrm>
        </p:grpSpPr>
        <p:sp>
          <p:nvSpPr>
            <p:cNvPr id="295" name="Google Shape;29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8" name="Google Shape;29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9" name="Google Shape;29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5" name="Google Shape;30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7" name="Google Shape;30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8" name="Google Shape;30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9" name="Google Shape;30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 name="Google Shape;31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4" name="Google Shape;314;g2c157a2fb06_0_53"/>
          <p:cNvGrpSpPr/>
          <p:nvPr/>
        </p:nvGrpSpPr>
        <p:grpSpPr>
          <a:xfrm>
            <a:off x="1403031" y="6958923"/>
            <a:ext cx="6774848" cy="1291477"/>
            <a:chOff x="717231" y="7263723"/>
            <a:chExt cx="6774848" cy="1291477"/>
          </a:xfrm>
        </p:grpSpPr>
        <p:sp>
          <p:nvSpPr>
            <p:cNvPr id="315" name="Google Shape;31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1" name="Google Shape;32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2" name="Google Shape;32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3" name="Google Shape;32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7" name="Google Shape;32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8"/>
        <p:cNvGrpSpPr/>
        <p:nvPr/>
      </p:nvGrpSpPr>
      <p:grpSpPr>
        <a:xfrm>
          <a:off x="0" y="0"/>
          <a:ext cx="0" cy="0"/>
          <a:chOff x="0" y="0"/>
          <a:chExt cx="0" cy="0"/>
        </a:xfrm>
      </p:grpSpPr>
      <p:pic>
        <p:nvPicPr>
          <p:cNvPr id="329" name="Google Shape;32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0" name="Google Shape;33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6" name="Google Shape;336;g2c157a2fb06_0_158"/>
          <p:cNvGrpSpPr/>
          <p:nvPr/>
        </p:nvGrpSpPr>
        <p:grpSpPr>
          <a:xfrm>
            <a:off x="662575" y="6212475"/>
            <a:ext cx="586800" cy="571500"/>
            <a:chOff x="662575" y="6212475"/>
            <a:chExt cx="586800" cy="571500"/>
          </a:xfrm>
        </p:grpSpPr>
        <p:sp>
          <p:nvSpPr>
            <p:cNvPr id="337" name="Google Shape;33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0" name="Google Shape;340;g2c157a2fb06_0_158"/>
          <p:cNvGrpSpPr/>
          <p:nvPr/>
        </p:nvGrpSpPr>
        <p:grpSpPr>
          <a:xfrm>
            <a:off x="7894350" y="6212475"/>
            <a:ext cx="586800" cy="571500"/>
            <a:chOff x="7894350" y="6212475"/>
            <a:chExt cx="586800" cy="571500"/>
          </a:xfrm>
        </p:grpSpPr>
        <p:sp>
          <p:nvSpPr>
            <p:cNvPr id="341" name="Google Shape;34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4" name="Google Shape;34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6" name="Google Shape;34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7" name="Google Shape;34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9" name="Google Shape;34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50" name="Google Shape;35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51" name="Google Shape;35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5" name="Google Shape;35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6" name="Google Shape;35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7"/>
        <p:cNvGrpSpPr/>
        <p:nvPr/>
      </p:nvGrpSpPr>
      <p:grpSpPr>
        <a:xfrm>
          <a:off x="0" y="0"/>
          <a:ext cx="0" cy="0"/>
          <a:chOff x="0" y="0"/>
          <a:chExt cx="0" cy="0"/>
        </a:xfrm>
      </p:grpSpPr>
      <p:sp>
        <p:nvSpPr>
          <p:cNvPr id="358" name="Google Shape;35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4" name="Google Shape;364;g2c157a2fb06_0_263"/>
          <p:cNvGrpSpPr/>
          <p:nvPr/>
        </p:nvGrpSpPr>
        <p:grpSpPr>
          <a:xfrm>
            <a:off x="662575" y="6212475"/>
            <a:ext cx="586800" cy="571500"/>
            <a:chOff x="662575" y="6212475"/>
            <a:chExt cx="586800" cy="571500"/>
          </a:xfrm>
        </p:grpSpPr>
        <p:sp>
          <p:nvSpPr>
            <p:cNvPr id="365" name="Google Shape;36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8" name="Google Shape;368;g2c157a2fb06_0_263"/>
          <p:cNvGrpSpPr/>
          <p:nvPr/>
        </p:nvGrpSpPr>
        <p:grpSpPr>
          <a:xfrm>
            <a:off x="7894350" y="6212475"/>
            <a:ext cx="586800" cy="571500"/>
            <a:chOff x="7894350" y="6212475"/>
            <a:chExt cx="586800" cy="571500"/>
          </a:xfrm>
        </p:grpSpPr>
        <p:sp>
          <p:nvSpPr>
            <p:cNvPr id="369" name="Google Shape;36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2" name="Google Shape;37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3" name="Google Shape;37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4" name="Google Shape;37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7" name="Google Shape;37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8" name="Google Shape;37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9" name="Google Shape;37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263"/>
          <p:cNvSpPr>
            <a:spLocks noGrp="1"/>
          </p:cNvSpPr>
          <p:nvPr>
            <p:ph type="pic" idx="8"/>
          </p:nvPr>
        </p:nvSpPr>
        <p:spPr>
          <a:xfrm>
            <a:off x="5086375" y="4412425"/>
            <a:ext cx="2668800" cy="1291500"/>
          </a:xfrm>
          <a:prstGeom prst="rect">
            <a:avLst/>
          </a:prstGeom>
          <a:noFill/>
          <a:ln>
            <a:noFill/>
          </a:ln>
        </p:spPr>
      </p:sp>
      <p:sp>
        <p:nvSpPr>
          <p:cNvPr id="384" name="Google Shape;384;g2c157a2fb06_0_263"/>
          <p:cNvSpPr>
            <a:spLocks noGrp="1"/>
          </p:cNvSpPr>
          <p:nvPr>
            <p:ph type="pic" idx="9"/>
          </p:nvPr>
        </p:nvSpPr>
        <p:spPr>
          <a:xfrm>
            <a:off x="5086375" y="797675"/>
            <a:ext cx="2668800" cy="1291500"/>
          </a:xfrm>
          <a:prstGeom prst="rect">
            <a:avLst/>
          </a:prstGeom>
          <a:noFill/>
          <a:ln>
            <a:noFill/>
          </a:ln>
        </p:spPr>
      </p:sp>
      <p:sp>
        <p:nvSpPr>
          <p:cNvPr id="385" name="Google Shape;385;g2c157a2fb06_0_263"/>
          <p:cNvSpPr>
            <a:spLocks noGrp="1"/>
          </p:cNvSpPr>
          <p:nvPr>
            <p:ph type="pic" idx="13"/>
          </p:nvPr>
        </p:nvSpPr>
        <p:spPr>
          <a:xfrm>
            <a:off x="5086375" y="2002592"/>
            <a:ext cx="2668800" cy="1291500"/>
          </a:xfrm>
          <a:prstGeom prst="rect">
            <a:avLst/>
          </a:prstGeom>
          <a:noFill/>
          <a:ln>
            <a:noFill/>
          </a:ln>
        </p:spPr>
      </p:sp>
      <p:sp>
        <p:nvSpPr>
          <p:cNvPr id="386" name="Google Shape;386;g2c157a2fb06_0_263"/>
          <p:cNvSpPr>
            <a:spLocks noGrp="1"/>
          </p:cNvSpPr>
          <p:nvPr>
            <p:ph type="pic" idx="14"/>
          </p:nvPr>
        </p:nvSpPr>
        <p:spPr>
          <a:xfrm>
            <a:off x="5086375" y="3207508"/>
            <a:ext cx="2668800" cy="1291500"/>
          </a:xfrm>
          <a:prstGeom prst="rect">
            <a:avLst/>
          </a:prstGeom>
          <a:noFill/>
          <a:ln>
            <a:noFill/>
          </a:ln>
        </p:spPr>
      </p:sp>
      <p:sp>
        <p:nvSpPr>
          <p:cNvPr id="387" name="Google Shape;38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8" name="Google Shape;38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9"/>
        <p:cNvGrpSpPr/>
        <p:nvPr/>
      </p:nvGrpSpPr>
      <p:grpSpPr>
        <a:xfrm>
          <a:off x="0" y="0"/>
          <a:ext cx="0" cy="0"/>
          <a:chOff x="0" y="0"/>
          <a:chExt cx="0" cy="0"/>
        </a:xfrm>
      </p:grpSpPr>
      <p:cxnSp>
        <p:nvCxnSpPr>
          <p:cNvPr id="390" name="Google Shape;39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1" name="Google Shape;39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3" name="Google Shape;39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2c157a2fb06_0_467"/>
          <p:cNvGrpSpPr/>
          <p:nvPr/>
        </p:nvGrpSpPr>
        <p:grpSpPr>
          <a:xfrm>
            <a:off x="662575" y="6212475"/>
            <a:ext cx="586800" cy="571500"/>
            <a:chOff x="662575" y="6212475"/>
            <a:chExt cx="586800" cy="571500"/>
          </a:xfrm>
        </p:grpSpPr>
        <p:sp>
          <p:nvSpPr>
            <p:cNvPr id="400" name="Google Shape;40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2c157a2fb06_0_467"/>
          <p:cNvGrpSpPr/>
          <p:nvPr/>
        </p:nvGrpSpPr>
        <p:grpSpPr>
          <a:xfrm>
            <a:off x="7894350" y="6212475"/>
            <a:ext cx="586800" cy="571500"/>
            <a:chOff x="7894350" y="6212475"/>
            <a:chExt cx="586800" cy="571500"/>
          </a:xfrm>
        </p:grpSpPr>
        <p:sp>
          <p:nvSpPr>
            <p:cNvPr id="404" name="Google Shape;40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3" name="Google Shape;41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4" name="Google Shape;41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6"/>
        <p:cNvGrpSpPr/>
        <p:nvPr/>
      </p:nvGrpSpPr>
      <p:grpSpPr>
        <a:xfrm>
          <a:off x="0" y="0"/>
          <a:ext cx="0" cy="0"/>
          <a:chOff x="0" y="0"/>
          <a:chExt cx="0" cy="0"/>
        </a:xfrm>
      </p:grpSpPr>
      <p:cxnSp>
        <p:nvCxnSpPr>
          <p:cNvPr id="417" name="Google Shape;41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629"/>
          <p:cNvGrpSpPr/>
          <p:nvPr/>
        </p:nvGrpSpPr>
        <p:grpSpPr>
          <a:xfrm>
            <a:off x="662575" y="6212475"/>
            <a:ext cx="586800" cy="571500"/>
            <a:chOff x="662575" y="6212475"/>
            <a:chExt cx="586800" cy="571500"/>
          </a:xfrm>
        </p:grpSpPr>
        <p:sp>
          <p:nvSpPr>
            <p:cNvPr id="426" name="Google Shape;42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629"/>
          <p:cNvGrpSpPr/>
          <p:nvPr/>
        </p:nvGrpSpPr>
        <p:grpSpPr>
          <a:xfrm>
            <a:off x="7894350" y="6212475"/>
            <a:ext cx="586800" cy="571500"/>
            <a:chOff x="7894350" y="6212475"/>
            <a:chExt cx="586800" cy="571500"/>
          </a:xfrm>
        </p:grpSpPr>
        <p:sp>
          <p:nvSpPr>
            <p:cNvPr id="430" name="Google Shape;43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cxnSp>
        <p:nvCxnSpPr>
          <p:cNvPr id="444" name="Google Shape;44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5" name="Google Shape;44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6" name="Google Shape;44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8" name="Google Shape;44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1" name="Google Shape;45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4" name="Google Shape;454;g2c157a2fb06_0_798"/>
          <p:cNvGrpSpPr/>
          <p:nvPr/>
        </p:nvGrpSpPr>
        <p:grpSpPr>
          <a:xfrm>
            <a:off x="662575" y="6212475"/>
            <a:ext cx="586800" cy="571500"/>
            <a:chOff x="662575" y="6212475"/>
            <a:chExt cx="586800" cy="571500"/>
          </a:xfrm>
        </p:grpSpPr>
        <p:sp>
          <p:nvSpPr>
            <p:cNvPr id="455" name="Google Shape;45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8" name="Google Shape;458;g2c157a2fb06_0_798"/>
          <p:cNvGrpSpPr/>
          <p:nvPr/>
        </p:nvGrpSpPr>
        <p:grpSpPr>
          <a:xfrm>
            <a:off x="7894350" y="6212475"/>
            <a:ext cx="586800" cy="571500"/>
            <a:chOff x="7894350" y="6212475"/>
            <a:chExt cx="586800" cy="571500"/>
          </a:xfrm>
        </p:grpSpPr>
        <p:sp>
          <p:nvSpPr>
            <p:cNvPr id="459" name="Google Shape;45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2" name="Google Shape;46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4" name="Google Shape;46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7" name="Google Shape;46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8" name="Google Shape;46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9" name="Google Shape;46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0" name="Google Shape;47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1"/>
        <p:cNvGrpSpPr/>
        <p:nvPr/>
      </p:nvGrpSpPr>
      <p:grpSpPr>
        <a:xfrm>
          <a:off x="0" y="0"/>
          <a:ext cx="0" cy="0"/>
          <a:chOff x="0" y="0"/>
          <a:chExt cx="0" cy="0"/>
        </a:xfrm>
      </p:grpSpPr>
      <p:cxnSp>
        <p:nvCxnSpPr>
          <p:cNvPr id="472" name="Google Shape;47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3" name="Google Shape;47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4" name="Google Shape;47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5" name="Google Shape;47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6" name="Google Shape;47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9" name="Google Shape;47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2" name="Google Shape;482;g2c157a2fb06_0_825"/>
          <p:cNvGrpSpPr/>
          <p:nvPr/>
        </p:nvGrpSpPr>
        <p:grpSpPr>
          <a:xfrm>
            <a:off x="662575" y="6212475"/>
            <a:ext cx="586800" cy="571500"/>
            <a:chOff x="662575" y="6212475"/>
            <a:chExt cx="586800" cy="571500"/>
          </a:xfrm>
        </p:grpSpPr>
        <p:sp>
          <p:nvSpPr>
            <p:cNvPr id="483" name="Google Shape;48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6" name="Google Shape;486;g2c157a2fb06_0_825"/>
          <p:cNvGrpSpPr/>
          <p:nvPr/>
        </p:nvGrpSpPr>
        <p:grpSpPr>
          <a:xfrm>
            <a:off x="7894350" y="6212475"/>
            <a:ext cx="586800" cy="571500"/>
            <a:chOff x="7894350" y="6212475"/>
            <a:chExt cx="586800" cy="571500"/>
          </a:xfrm>
        </p:grpSpPr>
        <p:sp>
          <p:nvSpPr>
            <p:cNvPr id="487" name="Google Shape;48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90" name="Google Shape;49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2" name="Google Shape;49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3" name="Google Shape;49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6" name="Google Shape;49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7" name="Google Shape;49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9"/>
        <p:cNvGrpSpPr/>
        <p:nvPr/>
      </p:nvGrpSpPr>
      <p:grpSpPr>
        <a:xfrm>
          <a:off x="0" y="0"/>
          <a:ext cx="0" cy="0"/>
          <a:chOff x="0" y="0"/>
          <a:chExt cx="0" cy="0"/>
        </a:xfrm>
      </p:grpSpPr>
      <p:sp>
        <p:nvSpPr>
          <p:cNvPr id="500" name="Google Shape;50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700"/>
          <p:cNvGrpSpPr/>
          <p:nvPr/>
        </p:nvGrpSpPr>
        <p:grpSpPr>
          <a:xfrm>
            <a:off x="662575" y="6212475"/>
            <a:ext cx="586800" cy="571500"/>
            <a:chOff x="662575" y="6212475"/>
            <a:chExt cx="586800" cy="571500"/>
          </a:xfrm>
        </p:grpSpPr>
        <p:sp>
          <p:nvSpPr>
            <p:cNvPr id="510" name="Google Shape;51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700"/>
          <p:cNvGrpSpPr/>
          <p:nvPr/>
        </p:nvGrpSpPr>
        <p:grpSpPr>
          <a:xfrm>
            <a:off x="7894350" y="6212475"/>
            <a:ext cx="586800" cy="571500"/>
            <a:chOff x="7894350" y="6212475"/>
            <a:chExt cx="586800" cy="571500"/>
          </a:xfrm>
        </p:grpSpPr>
        <p:sp>
          <p:nvSpPr>
            <p:cNvPr id="514" name="Google Shape;51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3" name="Google Shape;52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7" name="Google Shape;53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9"/>
        <p:cNvGrpSpPr/>
        <p:nvPr/>
      </p:nvGrpSpPr>
      <p:grpSpPr>
        <a:xfrm>
          <a:off x="0" y="0"/>
          <a:ext cx="0" cy="0"/>
          <a:chOff x="0" y="0"/>
          <a:chExt cx="0" cy="0"/>
        </a:xfrm>
      </p:grpSpPr>
      <p:sp>
        <p:nvSpPr>
          <p:cNvPr id="540" name="Google Shape;54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6" name="Google Shape;546;g2c157a2fb06_0_932"/>
          <p:cNvGrpSpPr/>
          <p:nvPr/>
        </p:nvGrpSpPr>
        <p:grpSpPr>
          <a:xfrm>
            <a:off x="662575" y="6212475"/>
            <a:ext cx="586800" cy="571500"/>
            <a:chOff x="662575" y="6212475"/>
            <a:chExt cx="586800" cy="571500"/>
          </a:xfrm>
        </p:grpSpPr>
        <p:sp>
          <p:nvSpPr>
            <p:cNvPr id="547" name="Google Shape;54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932"/>
          <p:cNvGrpSpPr/>
          <p:nvPr/>
        </p:nvGrpSpPr>
        <p:grpSpPr>
          <a:xfrm>
            <a:off x="7894350" y="6212475"/>
            <a:ext cx="586800" cy="571500"/>
            <a:chOff x="7894350" y="6212475"/>
            <a:chExt cx="586800" cy="571500"/>
          </a:xfrm>
        </p:grpSpPr>
        <p:sp>
          <p:nvSpPr>
            <p:cNvPr id="551" name="Google Shape;55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4" name="Google Shape;55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57" name="Google Shape;55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9" name="Google Shape;55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60" name="Google Shape;56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7" name="Google Shape;56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8" name="Google Shape;56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9" name="Google Shape;56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70" name="Google Shape;57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8" name="Google Shape;57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9"/>
        <p:cNvGrpSpPr/>
        <p:nvPr/>
      </p:nvGrpSpPr>
      <p:grpSpPr>
        <a:xfrm>
          <a:off x="0" y="0"/>
          <a:ext cx="0" cy="0"/>
          <a:chOff x="0" y="0"/>
          <a:chExt cx="0" cy="0"/>
        </a:xfrm>
      </p:grpSpPr>
      <p:cxnSp>
        <p:nvCxnSpPr>
          <p:cNvPr id="580" name="Google Shape;58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1" name="Google Shape;58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2" name="Google Shape;58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4" name="Google Shape;59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7" name="Google Shape;597;g2c157a2fb06_0_1045"/>
          <p:cNvGrpSpPr/>
          <p:nvPr/>
        </p:nvGrpSpPr>
        <p:grpSpPr>
          <a:xfrm>
            <a:off x="662575" y="6212475"/>
            <a:ext cx="586800" cy="571500"/>
            <a:chOff x="662575" y="6212475"/>
            <a:chExt cx="586800" cy="571500"/>
          </a:xfrm>
        </p:grpSpPr>
        <p:sp>
          <p:nvSpPr>
            <p:cNvPr id="598" name="Google Shape;59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045"/>
          <p:cNvGrpSpPr/>
          <p:nvPr/>
        </p:nvGrpSpPr>
        <p:grpSpPr>
          <a:xfrm>
            <a:off x="7894350" y="6212475"/>
            <a:ext cx="586800" cy="571500"/>
            <a:chOff x="7894350" y="6212475"/>
            <a:chExt cx="586800" cy="571500"/>
          </a:xfrm>
        </p:grpSpPr>
        <p:sp>
          <p:nvSpPr>
            <p:cNvPr id="602" name="Google Shape;60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8" name="Google Shape;60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11" name="Google Shape;61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2" name="Google Shape;61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4" name="Google Shape;61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5" name="Google Shape;61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6"/>
        <p:cNvGrpSpPr/>
        <p:nvPr/>
      </p:nvGrpSpPr>
      <p:grpSpPr>
        <a:xfrm>
          <a:off x="0" y="0"/>
          <a:ext cx="0" cy="0"/>
          <a:chOff x="0" y="0"/>
          <a:chExt cx="0" cy="0"/>
        </a:xfrm>
      </p:grpSpPr>
      <p:sp>
        <p:nvSpPr>
          <p:cNvPr id="617" name="Google Shape;61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3" name="Google Shape;623;g2c157a2fb06_0_1110"/>
          <p:cNvGrpSpPr/>
          <p:nvPr/>
        </p:nvGrpSpPr>
        <p:grpSpPr>
          <a:xfrm>
            <a:off x="662575" y="6212475"/>
            <a:ext cx="586800" cy="571500"/>
            <a:chOff x="662575" y="6212475"/>
            <a:chExt cx="586800" cy="571500"/>
          </a:xfrm>
        </p:grpSpPr>
        <p:sp>
          <p:nvSpPr>
            <p:cNvPr id="624" name="Google Shape;62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7894350" y="6212475"/>
            <a:ext cx="586800" cy="571500"/>
            <a:chOff x="7894350" y="6212475"/>
            <a:chExt cx="586800" cy="571500"/>
          </a:xfrm>
        </p:grpSpPr>
        <p:sp>
          <p:nvSpPr>
            <p:cNvPr id="628" name="Google Shape;62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1" name="Google Shape;63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3" name="Google Shape;63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4" name="Google Shape;63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5" name="Google Shape;63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7" name="Google Shape;63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8" name="Google Shape;63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0" name="Google Shape;64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1" name="Google Shape;64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2" name="Google Shape;642;g2c157a2fb06_0_1110"/>
          <p:cNvGrpSpPr/>
          <p:nvPr/>
        </p:nvGrpSpPr>
        <p:grpSpPr>
          <a:xfrm>
            <a:off x="5806200" y="1807463"/>
            <a:ext cx="756300" cy="146700"/>
            <a:chOff x="5806200" y="1807463"/>
            <a:chExt cx="756300" cy="146700"/>
          </a:xfrm>
        </p:grpSpPr>
        <p:sp>
          <p:nvSpPr>
            <p:cNvPr id="643" name="Google Shape;64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6" name="Google Shape;64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7" name="Google Shape;64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8" name="Google Shape;648;g2c157a2fb06_0_1110"/>
          <p:cNvGrpSpPr/>
          <p:nvPr/>
        </p:nvGrpSpPr>
        <p:grpSpPr>
          <a:xfrm>
            <a:off x="5806200" y="2842438"/>
            <a:ext cx="756300" cy="146700"/>
            <a:chOff x="5806200" y="1807463"/>
            <a:chExt cx="756300" cy="146700"/>
          </a:xfrm>
        </p:grpSpPr>
        <p:sp>
          <p:nvSpPr>
            <p:cNvPr id="649" name="Google Shape;64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1110"/>
          <p:cNvGrpSpPr/>
          <p:nvPr/>
        </p:nvGrpSpPr>
        <p:grpSpPr>
          <a:xfrm>
            <a:off x="5806200" y="3877413"/>
            <a:ext cx="756300" cy="146700"/>
            <a:chOff x="5806200" y="1807463"/>
            <a:chExt cx="756300" cy="146700"/>
          </a:xfrm>
        </p:grpSpPr>
        <p:sp>
          <p:nvSpPr>
            <p:cNvPr id="653" name="Google Shape;65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5.xml"/><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2.xml"/><Relationship Id="rId5" Type="http://schemas.openxmlformats.org/officeDocument/2006/relationships/image" Target="../media/image8.png"/><Relationship Id="rId10" Type="http://schemas.openxmlformats.org/officeDocument/2006/relationships/slide" Target="slide7.xml"/><Relationship Id="rId4" Type="http://schemas.openxmlformats.org/officeDocument/2006/relationships/image" Target="../media/image10.png"/><Relationship Id="rId9" Type="http://schemas.openxmlformats.org/officeDocument/2006/relationships/slide" Target="slide5.xml"/><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9.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10.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59.png"/><Relationship Id="rId5" Type="http://schemas.openxmlformats.org/officeDocument/2006/relationships/image" Target="../media/image7.png"/><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g o c k</a:t>
            </a:r>
            <a:endParaRPr/>
          </a:p>
        </p:txBody>
      </p:sp>
      <p:sp>
        <p:nvSpPr>
          <p:cNvPr id="715" name="Google Shape;715;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7" name="Google Shape;717;p1"/>
          <p:cNvPicPr preferRelativeResize="0"/>
          <p:nvPr/>
        </p:nvPicPr>
        <p:blipFill rotWithShape="1">
          <a:blip r:embed="rId3">
            <a:alphaModFix/>
          </a:blip>
          <a:srcRect l="19" r="1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sp>
        <p:nvSpPr>
          <p:cNvPr id="718" name="Google Shape;71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15</a:t>
            </a:r>
            <a:endParaRPr/>
          </a:p>
        </p:txBody>
      </p:sp>
      <p:pic>
        <p:nvPicPr>
          <p:cNvPr id="719" name="Google Shape;719;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20" name="Google Shape;720;p1"/>
          <p:cNvPicPr preferRelativeResize="0"/>
          <p:nvPr/>
        </p:nvPicPr>
        <p:blipFill rotWithShape="1">
          <a:blip r:embed="rId5">
            <a:alphaModFix/>
          </a:blip>
          <a:srcRect l="19" r="19"/>
          <a:stretch/>
        </p:blipFill>
        <p:spPr>
          <a:xfrm rot="-313763">
            <a:off x="5408681" y="3900402"/>
            <a:ext cx="1208040" cy="1709822"/>
          </a:xfrm>
          <a:prstGeom prst="rect">
            <a:avLst/>
          </a:prstGeom>
          <a:noFill/>
          <a:ln>
            <a:noFill/>
          </a:ln>
          <a:effectLst>
            <a:outerShdw blurRad="71438" dist="38100" dir="5220000" algn="bl" rotWithShape="0">
              <a:srgbClr val="000000">
                <a:alpha val="20000"/>
              </a:srgbClr>
            </a:outerShdw>
          </a:effectLst>
        </p:spPr>
      </p:pic>
      <p:pic>
        <p:nvPicPr>
          <p:cNvPr id="721" name="Google Shape;721;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{A76BC86C-78DF-45F1-9968-04ACFF1BBD64}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g</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k</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g2bee4f4af4b_0_204"/>
          <p:cNvPicPr preferRelativeResize="0"/>
          <p:nvPr/>
        </p:nvPicPr>
        <p:blipFill rotWithShape="1">
          <a:blip r:embed="rId3">
            <a:alphaModFix/>
          </a:blip>
          <a:srcRect t="59" b="59"/>
          <a:stretch/>
        </p:blipFill>
        <p:spPr>
          <a:xfrm>
            <a:off x="6102429" y="4326104"/>
            <a:ext cx="931973" cy="665200"/>
          </a:xfrm>
          <a:prstGeom prst="rect">
            <a:avLst/>
          </a:prstGeom>
          <a:noFill/>
          <a:ln>
            <a:noFill/>
          </a:ln>
          <a:effectLst>
            <a:outerShdw blurRad="71438" dist="19050" dir="5220000" algn="bl" rotWithShape="0">
              <a:srgbClr val="D8D8D8"/>
            </a:outerShdw>
          </a:effectLst>
        </p:spPr>
      </p:pic>
      <p:pic>
        <p:nvPicPr>
          <p:cNvPr id="729" name="Google Shape;729;g2bee4f4af4b_0_204"/>
          <p:cNvPicPr preferRelativeResize="0"/>
          <p:nvPr/>
        </p:nvPicPr>
        <p:blipFill rotWithShape="1">
          <a:blip r:embed="rId4">
            <a:alphaModFix/>
          </a:blip>
          <a:srcRect l="69" r="69"/>
          <a:stretch/>
        </p:blipFill>
        <p:spPr>
          <a:xfrm>
            <a:off x="7455246" y="4363493"/>
            <a:ext cx="786850" cy="590422"/>
          </a:xfrm>
          <a:prstGeom prst="rect">
            <a:avLst/>
          </a:prstGeom>
          <a:noFill/>
          <a:ln>
            <a:noFill/>
          </a:ln>
          <a:effectLst>
            <a:outerShdw blurRad="71438" dist="19050" dir="5220000" algn="bl" rotWithShape="0">
              <a:srgbClr val="D8D8D8"/>
            </a:outerShdw>
          </a:effectLst>
        </p:spPr>
      </p:pic>
      <p:pic>
        <p:nvPicPr>
          <p:cNvPr id="730" name="Google Shape;730;g2bee4f4af4b_0_204"/>
          <p:cNvPicPr preferRelativeResize="0"/>
          <p:nvPr/>
        </p:nvPicPr>
        <p:blipFill rotWithShape="1">
          <a:blip r:embed="rId5">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pic>
        <p:nvPicPr>
          <p:cNvPr id="731" name="Google Shape;731;g2bee4f4af4b_0_204"/>
          <p:cNvPicPr preferRelativeResize="0"/>
          <p:nvPr/>
        </p:nvPicPr>
        <p:blipFill rotWithShape="1">
          <a:blip r:embed="rId6">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pic>
        <p:nvPicPr>
          <p:cNvPr id="732" name="Google Shape;732;g2bee4f4af4b_0_204"/>
          <p:cNvPicPr preferRelativeResize="0"/>
          <p:nvPr/>
        </p:nvPicPr>
        <p:blipFill rotWithShape="1">
          <a:blip r:embed="rId7">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pic>
        <p:nvPicPr>
          <p:cNvPr id="733" name="Google Shape;733;g2bee4f4af4b_0_204"/>
          <p:cNvPicPr preferRelativeResize="0"/>
          <p:nvPr/>
        </p:nvPicPr>
        <p:blipFill rotWithShape="1">
          <a:blip r:embed="rId8">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4" name="Google Shape;73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sounds </a:t>
            </a:r>
            <a:r>
              <a:rPr lang="en-US">
                <a:solidFill>
                  <a:srgbClr val="8DC63F"/>
                </a:solidFill>
              </a:rPr>
              <a:t>g o c k</a:t>
            </a:r>
            <a:r>
              <a:rPr lang="en-US"/>
              <a:t>.</a:t>
            </a:r>
            <a:endParaRPr/>
          </a:p>
        </p:txBody>
      </p:sp>
      <p:sp>
        <p:nvSpPr>
          <p:cNvPr id="735" name="Google Shape;735;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g o c k</a:t>
            </a:r>
            <a:r>
              <a:rPr lang="en-US"/>
              <a:t> using flashcards.</a:t>
            </a:r>
            <a:endParaRPr/>
          </a:p>
        </p:txBody>
      </p:sp>
      <p:sp>
        <p:nvSpPr>
          <p:cNvPr id="736" name="Google Shape;73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37" name="Google Shape;73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739" name="Google Shape;73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741" name="Google Shape;74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sp>
        <p:nvSpPr>
          <p:cNvPr id="743" name="Google Shape;743;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44" name="Google Shape;744;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745" name="Google Shape;745;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6" name="Google Shape;746;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sp>
        <p:nvSpPr>
          <p:cNvPr id="747" name="Google Shape;74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8" name="Google Shape;74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749" name="Google Shape;749;g2bee4f4af4b_0_204">
            <a:hlinkClick r:id="rId9" action="ppaction://hlinksldjump"/>
          </p:cNvPr>
          <p:cNvSpPr/>
          <p:nvPr/>
        </p:nvSpPr>
        <p:spPr>
          <a:xfrm>
            <a:off x="959726" y="3876039"/>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0" action="ppaction://hlinksldjump"/>
          </p:cNvPr>
          <p:cNvSpPr/>
          <p:nvPr/>
        </p:nvSpPr>
        <p:spPr>
          <a:xfrm>
            <a:off x="2422352" y="375235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1" action="ppaction://hlinksldjump"/>
          </p:cNvPr>
          <p:cNvSpPr/>
          <p:nvPr/>
        </p:nvSpPr>
        <p:spPr>
          <a:xfrm>
            <a:off x="3597763" y="380703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g2bee4f4af4b_0_204">
            <a:hlinkClick r:id="rId12" action="ppaction://hlinksldjump"/>
          </p:cNvPr>
          <p:cNvSpPr/>
          <p:nvPr/>
        </p:nvSpPr>
        <p:spPr>
          <a:xfrm>
            <a:off x="4869700" y="365623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3" name="Google Shape;753;g2bee4f4af4b_0_204">
            <a:hlinkClick r:id="rId13" action="ppaction://hlinksldjump"/>
          </p:cNvPr>
          <p:cNvSpPr/>
          <p:nvPr/>
        </p:nvSpPr>
        <p:spPr>
          <a:xfrm>
            <a:off x="5964264" y="360286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4" name="Google Shape;754;g2bee4f4af4b_0_204">
            <a:hlinkClick r:id="rId14" action="ppaction://hlinksldjump"/>
          </p:cNvPr>
          <p:cNvSpPr/>
          <p:nvPr/>
        </p:nvSpPr>
        <p:spPr>
          <a:xfrm>
            <a:off x="7350521" y="366190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61" name="Google Shape;761;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60000"/>
              </a:lnSpc>
              <a:spcBef>
                <a:spcPts val="1000"/>
              </a:spcBef>
              <a:spcAft>
                <a:spcPts val="0"/>
              </a:spcAft>
              <a:buSzPts val="2400"/>
              <a:buNone/>
            </a:pPr>
            <a:r>
              <a:rPr lang="en-US"/>
              <a:t>Recall </a:t>
            </a:r>
            <a:r>
              <a:rPr lang="en-US">
                <a:solidFill>
                  <a:srgbClr val="8DC63F"/>
                </a:solidFill>
              </a:rPr>
              <a:t>g o c k</a:t>
            </a:r>
            <a:r>
              <a:rPr lang="en-US"/>
              <a:t> using flashcards.</a:t>
            </a:r>
            <a:endParaRPr/>
          </a:p>
        </p:txBody>
      </p:sp>
      <p:pic>
        <p:nvPicPr>
          <p:cNvPr id="762" name="Google Shape;762;g26b641b03cd_0_165"/>
          <p:cNvPicPr preferRelativeResize="0"/>
          <p:nvPr/>
        </p:nvPicPr>
        <p:blipFill rotWithShape="1">
          <a:blip r:embed="rId3">
            <a:alphaModFix/>
          </a:blip>
          <a:srcRect l="79" r="79"/>
          <a:stretch/>
        </p:blipFill>
        <p:spPr>
          <a:xfrm>
            <a:off x="865575" y="2305875"/>
            <a:ext cx="1747050" cy="2472849"/>
          </a:xfrm>
          <a:prstGeom prst="rect">
            <a:avLst/>
          </a:prstGeom>
          <a:noFill/>
          <a:ln>
            <a:noFill/>
          </a:ln>
          <a:effectLst>
            <a:outerShdw blurRad="71438" dist="28575" dir="5400000" algn="bl" rotWithShape="0">
              <a:srgbClr val="000000">
                <a:alpha val="16078"/>
              </a:srgbClr>
            </a:outerShdw>
          </a:effectLst>
        </p:spPr>
      </p:pic>
      <p:pic>
        <p:nvPicPr>
          <p:cNvPr id="763" name="Google Shape;763;g26b641b03cd_0_165"/>
          <p:cNvPicPr preferRelativeResize="0"/>
          <p:nvPr/>
        </p:nvPicPr>
        <p:blipFill rotWithShape="1">
          <a:blip r:embed="rId4">
            <a:alphaModFix/>
          </a:blip>
          <a:srcRect l="19" r="29"/>
          <a:stretch/>
        </p:blipFill>
        <p:spPr>
          <a:xfrm>
            <a:off x="6401636" y="2305875"/>
            <a:ext cx="1747050" cy="2472848"/>
          </a:xfrm>
          <a:prstGeom prst="rect">
            <a:avLst/>
          </a:prstGeom>
          <a:noFill/>
          <a:ln>
            <a:noFill/>
          </a:ln>
          <a:effectLst>
            <a:outerShdw blurRad="71438" dist="28575" dir="5400000" algn="bl" rotWithShape="0">
              <a:srgbClr val="000000">
                <a:alpha val="16078"/>
              </a:srgbClr>
            </a:outerShdw>
          </a:effectLst>
        </p:spPr>
      </p:pic>
      <p:pic>
        <p:nvPicPr>
          <p:cNvPr id="764" name="Google Shape;764;g26b641b03cd_0_165"/>
          <p:cNvPicPr preferRelativeResize="0"/>
          <p:nvPr/>
        </p:nvPicPr>
        <p:blipFill rotWithShape="1">
          <a:blip r:embed="rId5">
            <a:alphaModFix/>
          </a:blip>
          <a:srcRect l="19" r="29"/>
          <a:stretch/>
        </p:blipFill>
        <p:spPr>
          <a:xfrm>
            <a:off x="2710929" y="2305875"/>
            <a:ext cx="1747050" cy="2472848"/>
          </a:xfrm>
          <a:prstGeom prst="rect">
            <a:avLst/>
          </a:prstGeom>
          <a:noFill/>
          <a:ln>
            <a:noFill/>
          </a:ln>
          <a:effectLst>
            <a:outerShdw blurRad="71438" dist="28575" dir="5400000" algn="bl" rotWithShape="0">
              <a:srgbClr val="000000">
                <a:alpha val="16078"/>
              </a:srgbClr>
            </a:outerShdw>
          </a:effectLst>
        </p:spPr>
      </p:pic>
      <p:pic>
        <p:nvPicPr>
          <p:cNvPr id="765" name="Google Shape;765;g26b641b03cd_0_165"/>
          <p:cNvPicPr preferRelativeResize="0"/>
          <p:nvPr/>
        </p:nvPicPr>
        <p:blipFill rotWithShape="1">
          <a:blip r:embed="rId6">
            <a:alphaModFix/>
          </a:blip>
          <a:srcRect l="19" r="29"/>
          <a:stretch/>
        </p:blipFill>
        <p:spPr>
          <a:xfrm>
            <a:off x="4556283" y="2305875"/>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d9cb73a414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72" name="Google Shape;772;g2d9cb73a414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3" name="Google Shape;773;g2d9cb73a414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74" name="Google Shape;774;g2d9cb73a414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1" name="Google Shape;78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2" name="Google Shape;782;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sp>
        <p:nvSpPr>
          <p:cNvPr id="783" name="Google Shape;78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784" name="Google Shape;784;g2c186218c5a_0_17"/>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785" name="Google Shape;785;g2c186218c5a_0_17"/>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786" name="Google Shape;786;g2c186218c5a_0_17"/>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3" name="Google Shape;79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794" name="Google Shape;79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795" name="Google Shape;795;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796" name="Google Shape;796;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797" name="Google Shape;797;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798" name="Google Shape;798;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5" name="Google Shape;80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06" name="Google Shape;80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07" name="Google Shape;807;g2c186218c5a_0_25"/>
          <p:cNvPicPr preferRelativeResize="0"/>
          <p:nvPr/>
        </p:nvPicPr>
        <p:blipFill rotWithShape="1">
          <a:blip r:embed="rId3">
            <a:alphaModFix/>
          </a:blip>
          <a:srcRect l="79" r="79"/>
          <a:stretch/>
        </p:blipFill>
        <p:spPr>
          <a:xfrm>
            <a:off x="930425" y="2001075"/>
            <a:ext cx="1747050" cy="2472849"/>
          </a:xfrm>
          <a:prstGeom prst="rect">
            <a:avLst/>
          </a:prstGeom>
          <a:noFill/>
          <a:ln>
            <a:noFill/>
          </a:ln>
          <a:effectLst>
            <a:outerShdw blurRad="71438" dist="28575" dir="5400000" algn="bl" rotWithShape="0">
              <a:srgbClr val="000000">
                <a:alpha val="16078"/>
              </a:srgbClr>
            </a:outerShdw>
          </a:effectLst>
        </p:spPr>
      </p:pic>
      <p:pic>
        <p:nvPicPr>
          <p:cNvPr id="808" name="Google Shape;808;g2c186218c5a_0_25"/>
          <p:cNvPicPr preferRelativeResize="0"/>
          <p:nvPr/>
        </p:nvPicPr>
        <p:blipFill rotWithShape="1">
          <a:blip r:embed="rId4">
            <a:alphaModFix/>
          </a:blip>
          <a:srcRect l="19" r="29"/>
          <a:stretch/>
        </p:blipFill>
        <p:spPr>
          <a:xfrm>
            <a:off x="6466486" y="2001075"/>
            <a:ext cx="1747050" cy="2472848"/>
          </a:xfrm>
          <a:prstGeom prst="rect">
            <a:avLst/>
          </a:prstGeom>
          <a:noFill/>
          <a:ln>
            <a:noFill/>
          </a:ln>
          <a:effectLst>
            <a:outerShdw blurRad="71438" dist="28575" dir="5400000" algn="bl" rotWithShape="0">
              <a:srgbClr val="000000">
                <a:alpha val="16078"/>
              </a:srgbClr>
            </a:outerShdw>
          </a:effectLst>
        </p:spPr>
      </p:pic>
      <p:pic>
        <p:nvPicPr>
          <p:cNvPr id="809" name="Google Shape;809;g2c186218c5a_0_25"/>
          <p:cNvPicPr preferRelativeResize="0"/>
          <p:nvPr/>
        </p:nvPicPr>
        <p:blipFill rotWithShape="1">
          <a:blip r:embed="rId5">
            <a:alphaModFix/>
          </a:blip>
          <a:srcRect l="19" r="29"/>
          <a:stretch/>
        </p:blipFill>
        <p:spPr>
          <a:xfrm>
            <a:off x="2775779" y="2001075"/>
            <a:ext cx="1747050" cy="2472848"/>
          </a:xfrm>
          <a:prstGeom prst="rect">
            <a:avLst/>
          </a:prstGeom>
          <a:noFill/>
          <a:ln>
            <a:noFill/>
          </a:ln>
          <a:effectLst>
            <a:outerShdw blurRad="71438" dist="28575" dir="5400000" algn="bl" rotWithShape="0">
              <a:srgbClr val="000000">
                <a:alpha val="16078"/>
              </a:srgbClr>
            </a:outerShdw>
          </a:effectLst>
        </p:spPr>
      </p:pic>
      <p:pic>
        <p:nvPicPr>
          <p:cNvPr id="810" name="Google Shape;810;g2c186218c5a_0_25"/>
          <p:cNvPicPr preferRelativeResize="0"/>
          <p:nvPr/>
        </p:nvPicPr>
        <p:blipFill rotWithShape="1">
          <a:blip r:embed="rId6">
            <a:alphaModFix/>
          </a:blip>
          <a:srcRect l="19" r="29"/>
          <a:stretch/>
        </p:blipFill>
        <p:spPr>
          <a:xfrm>
            <a:off x="4621133" y="2001075"/>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7" name="Google Shape;81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18" name="Google Shape;81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19" name="Google Shape;819;g26b641b03cd_0_192"/>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20" name="Google Shape;820;g26b641b03cd_0_192"/>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821" name="Google Shape;821;g26b641b03cd_0_192"/>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822" name="Google Shape;822;g26b641b03cd_0_192"/>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9" name="Google Shape;82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30" name="Google Shape;83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37" name="Google Shape;83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38" name="Google Shape;83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45" name="Google Shape;84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46" name="Google Shape;84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47" name="Google Shape;847;g26b641b03cd_0_204"/>
          <p:cNvPicPr preferRelativeResize="0"/>
          <p:nvPr/>
        </p:nvPicPr>
        <p:blipFill rotWithShape="1">
          <a:blip r:embed="rId3">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48" name="Google Shape;848;g26b641b03cd_0_204"/>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49" name="Google Shape;849;g26b641b03cd_0_204"/>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50" name="Google Shape;850;g26b641b03cd_0_204"/>
          <p:cNvPicPr preferRelativeResize="0"/>
          <p:nvPr/>
        </p:nvPicPr>
        <p:blipFill rotWithShape="1">
          <a:blip r:embed="rId6">
            <a:alphaModFix/>
          </a:blip>
          <a:srcRect l="69" r="6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57" name="Google Shape;85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58" name="Google Shape;85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9" name="Google Shape;859;g2c186218c5a_0_48"/>
          <p:cNvPicPr preferRelativeResize="0"/>
          <p:nvPr/>
        </p:nvPicPr>
        <p:blipFill rotWithShape="1">
          <a:blip r:embed="rId3">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0" name="Google Shape;860;g2c186218c5a_0_48"/>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1" name="Google Shape;861;g2c186218c5a_0_48"/>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2" name="Google Shape;862;g2c186218c5a_0_48"/>
          <p:cNvPicPr preferRelativeResize="0"/>
          <p:nvPr/>
        </p:nvPicPr>
        <p:blipFill rotWithShape="1">
          <a:blip r:embed="rId6">
            <a:alphaModFix/>
          </a:blip>
          <a:srcRect l="69" r="6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69" name="Google Shape;86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70" name="Google Shape;87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71" name="Google Shape;871;g26b641b03cd_0_213"/>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872" name="Google Shape;872;g26b641b03cd_0_213"/>
          <p:cNvPicPr preferRelativeResize="0"/>
          <p:nvPr/>
        </p:nvPicPr>
        <p:blipFill rotWithShape="1">
          <a:blip r:embed="rId4">
            <a:alphaModFix/>
          </a:blip>
          <a:srcRect l="228" r="228"/>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873" name="Google Shape;873;g26b641b03cd_0_213"/>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874" name="Google Shape;874;g26b641b03cd_0_213"/>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1" name="Google Shape;88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882" name="Google Shape;882;g2c186218c5a_0_149"/>
          <p:cNvPicPr preferRelativeResize="0"/>
          <p:nvPr/>
        </p:nvPicPr>
        <p:blipFill rotWithShape="1">
          <a:blip r:embed="rId3">
            <a:alphaModFix/>
          </a:blip>
          <a:srcRect/>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sp>
        <p:nvSpPr>
          <p:cNvPr id="883" name="Google Shape;88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84" name="Google Shape;884;g2c186218c5a_0_149"/>
          <p:cNvPicPr preferRelativeResize="0"/>
          <p:nvPr/>
        </p:nvPicPr>
        <p:blipFill rotWithShape="1">
          <a:blip r:embed="rId4">
            <a:alphaModFix/>
          </a:blip>
          <a:srcRect l="99" r="89"/>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885" name="Google Shape;885;g2c186218c5a_0_149"/>
          <p:cNvPicPr preferRelativeResize="0"/>
          <p:nvPr/>
        </p:nvPicPr>
        <p:blipFill rotWithShape="1">
          <a:blip r:embed="rId5">
            <a:alphaModFix/>
          </a:blip>
          <a:srcRect l="99" r="89"/>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886" name="Google Shape;886;g2c186218c5a_0_149"/>
          <p:cNvPicPr preferRelativeResize="0"/>
          <p:nvPr/>
        </p:nvPicPr>
        <p:blipFill rotWithShape="1">
          <a:blip r:embed="rId6">
            <a:alphaModFix/>
          </a:blip>
          <a:srcRect/>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6b641b03cd_0_301"/>
          <p:cNvSpPr txBox="1">
            <a:spLocks noGrp="1"/>
          </p:cNvSpPr>
          <p:nvPr>
            <p:ph type="title"/>
          </p:nvPr>
        </p:nvSpPr>
        <p:spPr>
          <a:xfrm>
            <a:off x="1045850" y="5568500"/>
            <a:ext cx="7052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93" name="Google Shape;89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894" name="Google Shape;89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5" name="Google Shape;895;g26b641b03cd_0_301"/>
          <p:cNvPicPr preferRelativeResize="0"/>
          <p:nvPr/>
        </p:nvPicPr>
        <p:blipFill rotWithShape="1">
          <a:blip r:embed="rId3">
            <a:alphaModFix/>
          </a:blip>
          <a:srcRect/>
          <a:stretch/>
        </p:blipFill>
        <p:spPr>
          <a:xfrm>
            <a:off x="1331375" y="3260888"/>
            <a:ext cx="3116324" cy="2227025"/>
          </a:xfrm>
          <a:prstGeom prst="rect">
            <a:avLst/>
          </a:prstGeom>
          <a:noFill/>
          <a:ln>
            <a:noFill/>
          </a:ln>
          <a:effectLst>
            <a:outerShdw blurRad="57150" dist="19050" dir="5400000" algn="bl" rotWithShape="0">
              <a:srgbClr val="000000">
                <a:alpha val="20000"/>
              </a:srgbClr>
            </a:outerShdw>
          </a:effectLst>
        </p:spPr>
      </p:pic>
      <p:pic>
        <p:nvPicPr>
          <p:cNvPr id="896" name="Google Shape;896;g26b641b03cd_0_301"/>
          <p:cNvPicPr preferRelativeResize="0"/>
          <p:nvPr/>
        </p:nvPicPr>
        <p:blipFill rotWithShape="1">
          <a:blip r:embed="rId4">
            <a:alphaModFix/>
          </a:blip>
          <a:srcRect t="79" b="89"/>
          <a:stretch/>
        </p:blipFill>
        <p:spPr>
          <a:xfrm>
            <a:off x="4696300" y="3260888"/>
            <a:ext cx="3116324" cy="2227026"/>
          </a:xfrm>
          <a:prstGeom prst="rect">
            <a:avLst/>
          </a:prstGeom>
          <a:noFill/>
          <a:ln>
            <a:noFill/>
          </a:ln>
          <a:effectLst>
            <a:outerShdw blurRad="57150" dist="19050" dir="5400000" algn="bl" rotWithShape="0">
              <a:srgbClr val="000000">
                <a:alpha val="20000"/>
              </a:srgbClr>
            </a:outerShdw>
          </a:effectLst>
        </p:spPr>
      </p:pic>
      <p:pic>
        <p:nvPicPr>
          <p:cNvPr id="897" name="Google Shape;897;g26b641b03cd_0_301"/>
          <p:cNvPicPr preferRelativeResize="0"/>
          <p:nvPr/>
        </p:nvPicPr>
        <p:blipFill rotWithShape="1">
          <a:blip r:embed="rId5">
            <a:alphaModFix/>
          </a:blip>
          <a:srcRect/>
          <a:stretch/>
        </p:blipFill>
        <p:spPr>
          <a:xfrm>
            <a:off x="1331375" y="846738"/>
            <a:ext cx="3116324" cy="2227025"/>
          </a:xfrm>
          <a:prstGeom prst="rect">
            <a:avLst/>
          </a:prstGeom>
          <a:noFill/>
          <a:ln>
            <a:noFill/>
          </a:ln>
          <a:effectLst>
            <a:outerShdw blurRad="57150" dist="19050" dir="5400000" algn="bl" rotWithShape="0">
              <a:srgbClr val="000000">
                <a:alpha val="20000"/>
              </a:srgbClr>
            </a:outerShdw>
          </a:effectLst>
        </p:spPr>
      </p:pic>
      <p:pic>
        <p:nvPicPr>
          <p:cNvPr id="898" name="Google Shape;898;g26b641b03cd_0_301"/>
          <p:cNvPicPr preferRelativeResize="0"/>
          <p:nvPr/>
        </p:nvPicPr>
        <p:blipFill rotWithShape="1">
          <a:blip r:embed="rId6">
            <a:alphaModFix/>
          </a:blip>
          <a:srcRect/>
          <a:stretch/>
        </p:blipFill>
        <p:spPr>
          <a:xfrm>
            <a:off x="4696300" y="846738"/>
            <a:ext cx="3116324" cy="22270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6b641b03cd_0_308"/>
          <p:cNvSpPr txBox="1">
            <a:spLocks noGrp="1"/>
          </p:cNvSpPr>
          <p:nvPr>
            <p:ph type="title"/>
          </p:nvPr>
        </p:nvSpPr>
        <p:spPr>
          <a:xfrm>
            <a:off x="1083425" y="5568500"/>
            <a:ext cx="6977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05" name="Google Shape;90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06" name="Google Shape;90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07" name="Google Shape;907;g26b641b03cd_0_308"/>
          <p:cNvPicPr preferRelativeResize="0"/>
          <p:nvPr/>
        </p:nvPicPr>
        <p:blipFill rotWithShape="1">
          <a:blip r:embed="rId3">
            <a:alphaModFix/>
          </a:blip>
          <a:srcRect l="59" r="59"/>
          <a:stretch/>
        </p:blipFill>
        <p:spPr>
          <a:xfrm>
            <a:off x="1331375" y="3260888"/>
            <a:ext cx="3116325" cy="2227025"/>
          </a:xfrm>
          <a:prstGeom prst="rect">
            <a:avLst/>
          </a:prstGeom>
          <a:noFill/>
          <a:ln>
            <a:noFill/>
          </a:ln>
          <a:effectLst>
            <a:outerShdw blurRad="57150" dist="19050" dir="5400000" algn="bl" rotWithShape="0">
              <a:srgbClr val="000000">
                <a:alpha val="20000"/>
              </a:srgbClr>
            </a:outerShdw>
          </a:effectLst>
        </p:spPr>
      </p:pic>
      <p:pic>
        <p:nvPicPr>
          <p:cNvPr id="908" name="Google Shape;908;g26b641b03cd_0_308"/>
          <p:cNvPicPr preferRelativeResize="0"/>
          <p:nvPr/>
        </p:nvPicPr>
        <p:blipFill rotWithShape="1">
          <a:blip r:embed="rId4">
            <a:alphaModFix/>
          </a:blip>
          <a:srcRect t="19" b="29"/>
          <a:stretch/>
        </p:blipFill>
        <p:spPr>
          <a:xfrm>
            <a:off x="4696300" y="3260888"/>
            <a:ext cx="3116325" cy="2227026"/>
          </a:xfrm>
          <a:prstGeom prst="rect">
            <a:avLst/>
          </a:prstGeom>
          <a:noFill/>
          <a:ln>
            <a:noFill/>
          </a:ln>
          <a:effectLst>
            <a:outerShdw blurRad="57150" dist="19050" dir="5400000" algn="bl" rotWithShape="0">
              <a:srgbClr val="000000">
                <a:alpha val="20000"/>
              </a:srgbClr>
            </a:outerShdw>
          </a:effectLst>
        </p:spPr>
      </p:pic>
      <p:pic>
        <p:nvPicPr>
          <p:cNvPr id="909" name="Google Shape;909;g26b641b03cd_0_308"/>
          <p:cNvPicPr preferRelativeResize="0"/>
          <p:nvPr/>
        </p:nvPicPr>
        <p:blipFill rotWithShape="1">
          <a:blip r:embed="rId5">
            <a:alphaModFix/>
          </a:blip>
          <a:srcRect l="59" r="59"/>
          <a:stretch/>
        </p:blipFill>
        <p:spPr>
          <a:xfrm>
            <a:off x="1331375" y="846738"/>
            <a:ext cx="3116325" cy="2227025"/>
          </a:xfrm>
          <a:prstGeom prst="rect">
            <a:avLst/>
          </a:prstGeom>
          <a:noFill/>
          <a:ln>
            <a:noFill/>
          </a:ln>
          <a:effectLst>
            <a:outerShdw blurRad="57150" dist="19050" dir="5400000" algn="bl" rotWithShape="0">
              <a:srgbClr val="000000">
                <a:alpha val="20000"/>
              </a:srgbClr>
            </a:outerShdw>
          </a:effectLst>
        </p:spPr>
      </p:pic>
      <p:pic>
        <p:nvPicPr>
          <p:cNvPr id="910" name="Google Shape;910;g26b641b03cd_0_308"/>
          <p:cNvPicPr preferRelativeResize="0"/>
          <p:nvPr/>
        </p:nvPicPr>
        <p:blipFill rotWithShape="1">
          <a:blip r:embed="rId6">
            <a:alphaModFix/>
          </a:blip>
          <a:srcRect l="59" r="59"/>
          <a:stretch/>
        </p:blipFill>
        <p:spPr>
          <a:xfrm>
            <a:off x="4696300" y="846738"/>
            <a:ext cx="3116325" cy="22270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17" name="Google Shape;91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18" name="Google Shape;918;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19" name="Google Shape;919;g26b641b03cd_0_315"/>
          <p:cNvPicPr preferRelativeResize="0"/>
          <p:nvPr/>
        </p:nvPicPr>
        <p:blipFill rotWithShape="1">
          <a:blip r:embed="rId3">
            <a:alphaModFix/>
          </a:blip>
          <a:srcRect t="19" b="19"/>
          <a:stretch/>
        </p:blipFill>
        <p:spPr>
          <a:xfrm>
            <a:off x="3398780" y="1313955"/>
            <a:ext cx="2346440" cy="1760692"/>
          </a:xfrm>
          <a:prstGeom prst="rect">
            <a:avLst/>
          </a:prstGeom>
          <a:noFill/>
          <a:ln>
            <a:noFill/>
          </a:ln>
          <a:effectLst>
            <a:outerShdw blurRad="57150" dist="19050" dir="5400000" algn="bl" rotWithShape="0">
              <a:srgbClr val="000000">
                <a:alpha val="20000"/>
              </a:srgbClr>
            </a:outerShdw>
          </a:effectLst>
        </p:spPr>
      </p:pic>
      <p:pic>
        <p:nvPicPr>
          <p:cNvPr id="920" name="Google Shape;920;g26b641b03cd_0_315"/>
          <p:cNvPicPr preferRelativeResize="0"/>
          <p:nvPr/>
        </p:nvPicPr>
        <p:blipFill rotWithShape="1">
          <a:blip r:embed="rId4">
            <a:alphaModFix/>
          </a:blip>
          <a:srcRect/>
          <a:stretch/>
        </p:blipFill>
        <p:spPr>
          <a:xfrm>
            <a:off x="5864809" y="1313955"/>
            <a:ext cx="2346441" cy="1760693"/>
          </a:xfrm>
          <a:prstGeom prst="rect">
            <a:avLst/>
          </a:prstGeom>
          <a:noFill/>
          <a:ln>
            <a:noFill/>
          </a:ln>
          <a:effectLst>
            <a:outerShdw blurRad="57150" dist="19050" dir="5400000" algn="bl" rotWithShape="0">
              <a:srgbClr val="000000">
                <a:alpha val="20000"/>
              </a:srgbClr>
            </a:outerShdw>
          </a:effectLst>
        </p:spPr>
      </p:pic>
      <p:pic>
        <p:nvPicPr>
          <p:cNvPr id="921" name="Google Shape;921;g26b641b03cd_0_315"/>
          <p:cNvPicPr preferRelativeResize="0"/>
          <p:nvPr/>
        </p:nvPicPr>
        <p:blipFill rotWithShape="1">
          <a:blip r:embed="rId5">
            <a:alphaModFix/>
          </a:blip>
          <a:srcRect l="69" r="69"/>
          <a:stretch/>
        </p:blipFill>
        <p:spPr>
          <a:xfrm>
            <a:off x="932750" y="1313955"/>
            <a:ext cx="2346440" cy="1760693"/>
          </a:xfrm>
          <a:prstGeom prst="rect">
            <a:avLst/>
          </a:prstGeom>
          <a:noFill/>
          <a:ln>
            <a:noFill/>
          </a:ln>
          <a:effectLst>
            <a:outerShdw blurRad="57150" dist="19050" dir="5400000" algn="bl" rotWithShape="0">
              <a:srgbClr val="000000">
                <a:alpha val="20000"/>
              </a:srgbClr>
            </a:outerShdw>
          </a:effectLst>
        </p:spPr>
      </p:pic>
      <p:pic>
        <p:nvPicPr>
          <p:cNvPr id="922" name="Google Shape;922;g26b641b03cd_0_315"/>
          <p:cNvPicPr preferRelativeResize="0"/>
          <p:nvPr/>
        </p:nvPicPr>
        <p:blipFill rotWithShape="1">
          <a:blip r:embed="rId6">
            <a:alphaModFix/>
          </a:blip>
          <a:srcRect t="89" b="99"/>
          <a:stretch/>
        </p:blipFill>
        <p:spPr>
          <a:xfrm>
            <a:off x="4631795" y="3260001"/>
            <a:ext cx="2346441" cy="1760692"/>
          </a:xfrm>
          <a:prstGeom prst="rect">
            <a:avLst/>
          </a:prstGeom>
          <a:noFill/>
          <a:ln>
            <a:noFill/>
          </a:ln>
          <a:effectLst>
            <a:outerShdw blurRad="57150" dist="19050" dir="5400000" algn="bl" rotWithShape="0">
              <a:srgbClr val="000000">
                <a:alpha val="20000"/>
              </a:srgbClr>
            </a:outerShdw>
          </a:effectLst>
        </p:spPr>
      </p:pic>
      <p:pic>
        <p:nvPicPr>
          <p:cNvPr id="923" name="Google Shape;923;g26b641b03cd_0_315"/>
          <p:cNvPicPr preferRelativeResize="0"/>
          <p:nvPr/>
        </p:nvPicPr>
        <p:blipFill rotWithShape="1">
          <a:blip r:embed="rId7">
            <a:alphaModFix/>
          </a:blip>
          <a:srcRect/>
          <a:stretch/>
        </p:blipFill>
        <p:spPr>
          <a:xfrm>
            <a:off x="2165764" y="3260001"/>
            <a:ext cx="2346441" cy="176069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0" name="Google Shape;93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31" name="Google Shape;93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2" name="Google Shape;932;g26b641b03cd_1_0"/>
          <p:cNvPicPr preferRelativeResize="0"/>
          <p:nvPr/>
        </p:nvPicPr>
        <p:blipFill rotWithShape="1">
          <a:blip r:embed="rId3">
            <a:alphaModFix/>
          </a:blip>
          <a:srcRect t="89" b="99"/>
          <a:stretch/>
        </p:blipFill>
        <p:spPr>
          <a:xfrm>
            <a:off x="3398780" y="1313955"/>
            <a:ext cx="2346441" cy="1760692"/>
          </a:xfrm>
          <a:prstGeom prst="rect">
            <a:avLst/>
          </a:prstGeom>
          <a:noFill/>
          <a:ln>
            <a:noFill/>
          </a:ln>
          <a:effectLst>
            <a:outerShdw blurRad="57150" dist="19050" dir="5400000" algn="bl" rotWithShape="0">
              <a:srgbClr val="000000">
                <a:alpha val="20000"/>
              </a:srgbClr>
            </a:outerShdw>
          </a:effectLst>
        </p:spPr>
      </p:pic>
      <p:pic>
        <p:nvPicPr>
          <p:cNvPr id="933" name="Google Shape;933;g26b641b03cd_1_0"/>
          <p:cNvPicPr preferRelativeResize="0"/>
          <p:nvPr/>
        </p:nvPicPr>
        <p:blipFill rotWithShape="1">
          <a:blip r:embed="rId4">
            <a:alphaModFix/>
          </a:blip>
          <a:srcRect l="69" r="69"/>
          <a:stretch/>
        </p:blipFill>
        <p:spPr>
          <a:xfrm>
            <a:off x="5864809" y="1313955"/>
            <a:ext cx="2346440" cy="1760693"/>
          </a:xfrm>
          <a:prstGeom prst="rect">
            <a:avLst/>
          </a:prstGeom>
          <a:noFill/>
          <a:ln>
            <a:noFill/>
          </a:ln>
          <a:effectLst>
            <a:outerShdw blurRad="57150" dist="19050" dir="5400000" algn="bl" rotWithShape="0">
              <a:srgbClr val="000000">
                <a:alpha val="20000"/>
              </a:srgbClr>
            </a:outerShdw>
          </a:effectLst>
        </p:spPr>
      </p:pic>
      <p:pic>
        <p:nvPicPr>
          <p:cNvPr id="934" name="Google Shape;934;g26b641b03cd_1_0"/>
          <p:cNvPicPr preferRelativeResize="0"/>
          <p:nvPr/>
        </p:nvPicPr>
        <p:blipFill rotWithShape="1">
          <a:blip r:embed="rId5">
            <a:alphaModFix/>
          </a:blip>
          <a:srcRect/>
          <a:stretch/>
        </p:blipFill>
        <p:spPr>
          <a:xfrm>
            <a:off x="932750" y="1313955"/>
            <a:ext cx="2346441" cy="1760693"/>
          </a:xfrm>
          <a:prstGeom prst="rect">
            <a:avLst/>
          </a:prstGeom>
          <a:noFill/>
          <a:ln>
            <a:noFill/>
          </a:ln>
          <a:effectLst>
            <a:outerShdw blurRad="57150" dist="19050" dir="5400000" algn="bl" rotWithShape="0">
              <a:srgbClr val="000000">
                <a:alpha val="20000"/>
              </a:srgbClr>
            </a:outerShdw>
          </a:effectLst>
        </p:spPr>
      </p:pic>
      <p:pic>
        <p:nvPicPr>
          <p:cNvPr id="935" name="Google Shape;935;g26b641b03cd_1_0"/>
          <p:cNvPicPr preferRelativeResize="0"/>
          <p:nvPr/>
        </p:nvPicPr>
        <p:blipFill rotWithShape="1">
          <a:blip r:embed="rId6">
            <a:alphaModFix/>
          </a:blip>
          <a:srcRect t="19" b="19"/>
          <a:stretch/>
        </p:blipFill>
        <p:spPr>
          <a:xfrm>
            <a:off x="4631795" y="3260001"/>
            <a:ext cx="2346440" cy="1760692"/>
          </a:xfrm>
          <a:prstGeom prst="rect">
            <a:avLst/>
          </a:prstGeom>
          <a:noFill/>
          <a:ln>
            <a:noFill/>
          </a:ln>
          <a:effectLst>
            <a:outerShdw blurRad="57150" dist="19050" dir="5400000" algn="bl" rotWithShape="0">
              <a:srgbClr val="000000">
                <a:alpha val="20000"/>
              </a:srgbClr>
            </a:outerShdw>
          </a:effectLst>
        </p:spPr>
      </p:pic>
      <p:pic>
        <p:nvPicPr>
          <p:cNvPr id="936" name="Google Shape;936;g26b641b03cd_1_0"/>
          <p:cNvPicPr preferRelativeResize="0"/>
          <p:nvPr/>
        </p:nvPicPr>
        <p:blipFill rotWithShape="1">
          <a:blip r:embed="rId7">
            <a:alphaModFix/>
          </a:blip>
          <a:srcRect l="69" r="69"/>
          <a:stretch/>
        </p:blipFill>
        <p:spPr>
          <a:xfrm>
            <a:off x="2165764" y="3260001"/>
            <a:ext cx="2346440" cy="176069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43" name="Google Shape;94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44" name="Google Shape;944;g1f3daf8a844_0_64"/>
          <p:cNvGrpSpPr/>
          <p:nvPr/>
        </p:nvGrpSpPr>
        <p:grpSpPr>
          <a:xfrm>
            <a:off x="3024000" y="209875"/>
            <a:ext cx="3096000" cy="454800"/>
            <a:chOff x="3024000" y="209875"/>
            <a:chExt cx="3096000" cy="454800"/>
          </a:xfrm>
        </p:grpSpPr>
        <p:sp>
          <p:nvSpPr>
            <p:cNvPr id="945" name="Google Shape;94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47" name="Google Shape;94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48" name="Google Shape;948;g1f3daf8a844_0_64"/>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9" name="Google Shape;949;g1f3daf8a844_0_64"/>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0" name="Google Shape;950;g1f3daf8a844_0_64"/>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1" name="Google Shape;951;g1f3daf8a844_0_64"/>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2" name="Google Shape;952;g1f3daf8a844_0_64"/>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953" name="Google Shape;953;g1f3daf8a844_0_64"/>
          <p:cNvGrpSpPr/>
          <p:nvPr/>
        </p:nvGrpSpPr>
        <p:grpSpPr>
          <a:xfrm>
            <a:off x="1403031" y="6958923"/>
            <a:ext cx="6774848" cy="1291477"/>
            <a:chOff x="717231" y="7263723"/>
            <a:chExt cx="6774848" cy="1291477"/>
          </a:xfrm>
        </p:grpSpPr>
        <p:sp>
          <p:nvSpPr>
            <p:cNvPr id="954" name="Google Shape;954;g1f3daf8a844_0_64"/>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000000"/>
                  </a:solidFill>
                  <a:latin typeface="Poppins"/>
                  <a:ea typeface="Poppins"/>
                  <a:cs typeface="Poppins"/>
                  <a:sym typeface="Poppins"/>
                </a:rPr>
                <a:t>Sound Buttons</a:t>
              </a:r>
              <a:endParaRPr sz="2000" b="0" i="0" u="none" strike="noStrike" cap="none">
                <a:solidFill>
                  <a:srgbClr val="000000"/>
                </a:solidFill>
                <a:latin typeface="Poppins"/>
                <a:ea typeface="Poppins"/>
                <a:cs typeface="Poppins"/>
                <a:sym typeface="Poppins"/>
              </a:endParaRPr>
            </a:p>
          </p:txBody>
        </p:sp>
        <p:sp>
          <p:nvSpPr>
            <p:cNvPr id="955" name="Google Shape;955;g1f3daf8a844_0_64"/>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1f3daf8a844_0_64"/>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1f3daf8a844_0_64"/>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1f3daf8a844_0_64"/>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1f3daf8a844_0_64"/>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1f3daf8a844_0_64"/>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1f3daf8a844_0_64"/>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2" name="Google Shape;962;g1f3daf8a844_0_64"/>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1f3daf8a844_0_64"/>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4" name="Google Shape;96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5" name="Google Shape;96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6" name="Google Shape;96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7" name="Google Shape;96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8" name="Google Shape;96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69" name="Google Shape;96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70" name="Google Shape;97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71" name="Google Shape;97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72" name="Google Shape;972;g1f3daf8a844_0_64"/>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2356AF"/>
              </a:solidFill>
              <a:latin typeface="Jost"/>
              <a:ea typeface="Jost"/>
              <a:cs typeface="Jost"/>
              <a:sym typeface="Jost"/>
            </a:endParaRPr>
          </a:p>
        </p:txBody>
      </p:sp>
      <p:sp>
        <p:nvSpPr>
          <p:cNvPr id="973" name="Google Shape;97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74" name="Google Shape;974;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5" name="Google Shape;975;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76" name="Google Shape;976;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77" name="Google Shape;977;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978" name="Google Shape;9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6c2c517676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85" name="Google Shape;985;g26c2c517676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6" name="Google Shape;986;g26c2c517676_0_742"/>
          <p:cNvGrpSpPr/>
          <p:nvPr/>
        </p:nvGrpSpPr>
        <p:grpSpPr>
          <a:xfrm>
            <a:off x="3024000" y="209875"/>
            <a:ext cx="3096000" cy="454800"/>
            <a:chOff x="3024000" y="209875"/>
            <a:chExt cx="3096000" cy="454800"/>
          </a:xfrm>
        </p:grpSpPr>
        <p:sp>
          <p:nvSpPr>
            <p:cNvPr id="987" name="Google Shape;987;g26c2c517676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6c2c517676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9" name="Google Shape;989;g26c2c517676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90" name="Google Shape;990;g26c2c517676_0_742"/>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1" name="Google Shape;991;g26c2c517676_0_742"/>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2" name="Google Shape;992;g26c2c517676_0_742"/>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3" name="Google Shape;993;g26c2c517676_0_742"/>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4" name="Google Shape;994;g26c2c517676_0_742"/>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995" name="Google Shape;995;g26c2c517676_0_742"/>
          <p:cNvGrpSpPr/>
          <p:nvPr/>
        </p:nvGrpSpPr>
        <p:grpSpPr>
          <a:xfrm>
            <a:off x="1403031" y="6958923"/>
            <a:ext cx="6774848" cy="1291477"/>
            <a:chOff x="717231" y="7263723"/>
            <a:chExt cx="6774848" cy="1291477"/>
          </a:xfrm>
        </p:grpSpPr>
        <p:sp>
          <p:nvSpPr>
            <p:cNvPr id="996" name="Google Shape;996;g26c2c517676_0_742"/>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000000"/>
                  </a:solidFill>
                  <a:latin typeface="Poppins"/>
                  <a:ea typeface="Poppins"/>
                  <a:cs typeface="Poppins"/>
                  <a:sym typeface="Poppins"/>
                </a:rPr>
                <a:t>Sound Buttons</a:t>
              </a:r>
              <a:endParaRPr sz="2000" b="0" i="0" u="none" strike="noStrike" cap="none">
                <a:solidFill>
                  <a:srgbClr val="000000"/>
                </a:solidFill>
                <a:latin typeface="Poppins"/>
                <a:ea typeface="Poppins"/>
                <a:cs typeface="Poppins"/>
                <a:sym typeface="Poppins"/>
              </a:endParaRPr>
            </a:p>
          </p:txBody>
        </p:sp>
        <p:sp>
          <p:nvSpPr>
            <p:cNvPr id="997" name="Google Shape;997;g26c2c517676_0_742"/>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8" name="Google Shape;998;g26c2c517676_0_742"/>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9" name="Google Shape;999;g26c2c517676_0_742"/>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0" name="Google Shape;1000;g26c2c517676_0_742"/>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1" name="Google Shape;1001;g26c2c517676_0_742"/>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2" name="Google Shape;1002;g26c2c517676_0_742"/>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3" name="Google Shape;1003;g26c2c517676_0_742"/>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4" name="Google Shape;1004;g26c2c517676_0_742"/>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6c2c517676_0_742"/>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6" name="Google Shape;1006;g26c2c517676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07" name="Google Shape;1007;g26c2c517676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8" name="Google Shape;1008;g26c2c517676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9" name="Google Shape;1009;g26c2c517676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0" name="Google Shape;1010;g26c2c517676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1" name="Google Shape;1011;g26c2c517676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log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kid</a:t>
            </a:r>
            <a:endParaRPr sz="1800" b="0" i="0" u="none" strike="noStrike" cap="none">
              <a:solidFill>
                <a:srgbClr val="B7B7B7"/>
              </a:solidFill>
              <a:latin typeface="Jost"/>
              <a:ea typeface="Jost"/>
              <a:cs typeface="Jost"/>
              <a:sym typeface="Jost"/>
            </a:endParaRPr>
          </a:p>
        </p:txBody>
      </p:sp>
      <p:sp>
        <p:nvSpPr>
          <p:cNvPr id="1012" name="Google Shape;1012;g26c2c517676_0_7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3" name="Google Shape;1013;g26c2c517676_0_74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14" name="Google Shape;1014;g26c2c517676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15" name="Google Shape;1015;g26c2c517676_0_74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16" name="Google Shape;1016;g26c2c517676_0_742"/>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2356AF"/>
              </a:solidFill>
              <a:latin typeface="Jost"/>
              <a:ea typeface="Jost"/>
              <a:cs typeface="Jost"/>
              <a:sym typeface="Jost"/>
            </a:endParaRPr>
          </a:p>
        </p:txBody>
      </p:sp>
      <p:cxnSp>
        <p:nvCxnSpPr>
          <p:cNvPr id="1017" name="Google Shape;1017;g26c2c517676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18" name="Google Shape;1018;g26c2c517676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19" name="Google Shape;1019;g26c2c517676_0_742"/>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0" name="Google Shape;1020;g26c2c517676_0_742"/>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21" name="Google Shape;1021;g26c2c517676_0_742"/>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22" name="Google Shape;1022;g26c2c517676_0_742"/>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pic>
        <p:nvPicPr>
          <p:cNvPr id="1028" name="Google Shape;1028;g2c186218c5a_0_118"/>
          <p:cNvPicPr preferRelativeResize="0"/>
          <p:nvPr/>
        </p:nvPicPr>
        <p:blipFill rotWithShape="1">
          <a:blip r:embed="rId3">
            <a:alphaModFix/>
          </a:blip>
          <a:srcRect l="19" r="29"/>
          <a:stretch/>
        </p:blipFill>
        <p:spPr>
          <a:xfrm rot="-467347">
            <a:off x="969125" y="2876537"/>
            <a:ext cx="880698" cy="1246575"/>
          </a:xfrm>
          <a:prstGeom prst="rect">
            <a:avLst/>
          </a:prstGeom>
          <a:noFill/>
          <a:ln>
            <a:noFill/>
          </a:ln>
        </p:spPr>
      </p:pic>
      <p:sp>
        <p:nvSpPr>
          <p:cNvPr id="1029" name="Google Shape;102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Sorting with Feely bags - </a:t>
            </a:r>
            <a:r>
              <a:rPr lang="en-US">
                <a:solidFill>
                  <a:srgbClr val="8DC63F"/>
                </a:solidFill>
              </a:rPr>
              <a:t>g o c k</a:t>
            </a:r>
            <a:r>
              <a:rPr lang="en-US"/>
              <a:t>; Have children sort objects beginning with the letter sounds into the correct bags.</a:t>
            </a:r>
            <a:endParaRPr/>
          </a:p>
        </p:txBody>
      </p:sp>
      <p:pic>
        <p:nvPicPr>
          <p:cNvPr id="1030" name="Google Shape;1030;g2c186218c5a_0_118"/>
          <p:cNvPicPr preferRelativeResize="0"/>
          <p:nvPr/>
        </p:nvPicPr>
        <p:blipFill rotWithShape="1">
          <a:blip r:embed="rId4">
            <a:alphaModFix/>
          </a:blip>
          <a:srcRect/>
          <a:stretch/>
        </p:blipFill>
        <p:spPr>
          <a:xfrm rot="730911">
            <a:off x="669553" y="3312099"/>
            <a:ext cx="1567899" cy="1577920"/>
          </a:xfrm>
          <a:prstGeom prst="rect">
            <a:avLst/>
          </a:prstGeom>
          <a:noFill/>
          <a:ln>
            <a:noFill/>
          </a:ln>
        </p:spPr>
      </p:pic>
      <p:pic>
        <p:nvPicPr>
          <p:cNvPr id="1031" name="Google Shape;1031;g2c186218c5a_0_118"/>
          <p:cNvPicPr preferRelativeResize="0"/>
          <p:nvPr/>
        </p:nvPicPr>
        <p:blipFill rotWithShape="1">
          <a:blip r:embed="rId4">
            <a:alphaModFix/>
          </a:blip>
          <a:srcRect/>
          <a:stretch/>
        </p:blipFill>
        <p:spPr>
          <a:xfrm rot="-713345" flipH="1">
            <a:off x="2508351" y="3026001"/>
            <a:ext cx="1567902" cy="1577922"/>
          </a:xfrm>
          <a:prstGeom prst="rect">
            <a:avLst/>
          </a:prstGeom>
          <a:noFill/>
          <a:ln>
            <a:noFill/>
          </a:ln>
        </p:spPr>
      </p:pic>
      <p:pic>
        <p:nvPicPr>
          <p:cNvPr id="1032" name="Google Shape;1032;g2c186218c5a_0_118"/>
          <p:cNvPicPr preferRelativeResize="0"/>
          <p:nvPr/>
        </p:nvPicPr>
        <p:blipFill rotWithShape="1">
          <a:blip r:embed="rId5">
            <a:alphaModFix/>
          </a:blip>
          <a:srcRect l="19" r="29"/>
          <a:stretch/>
        </p:blipFill>
        <p:spPr>
          <a:xfrm rot="917645">
            <a:off x="2182103" y="1956424"/>
            <a:ext cx="880698" cy="1246576"/>
          </a:xfrm>
          <a:prstGeom prst="rect">
            <a:avLst/>
          </a:prstGeom>
          <a:noFill/>
          <a:ln>
            <a:noFill/>
          </a:ln>
        </p:spPr>
      </p:pic>
      <p:pic>
        <p:nvPicPr>
          <p:cNvPr id="1033" name="Google Shape;1033;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1034" name="Google Shape;1034;g2c186218c5a_0_118"/>
          <p:cNvSpPr txBox="1">
            <a:spLocks noGrp="1"/>
          </p:cNvSpPr>
          <p:nvPr>
            <p:ph type="title" idx="4294967295"/>
          </p:nvPr>
        </p:nvSpPr>
        <p:spPr>
          <a:xfrm rot="667673">
            <a:off x="1081589" y="4044990"/>
            <a:ext cx="425908" cy="48338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a:t>
            </a:r>
            <a:endParaRPr sz="5000">
              <a:solidFill>
                <a:srgbClr val="FFFFFF"/>
              </a:solidFill>
              <a:latin typeface="Jost"/>
              <a:ea typeface="Jost"/>
              <a:cs typeface="Jost"/>
              <a:sym typeface="Jost"/>
            </a:endParaRPr>
          </a:p>
        </p:txBody>
      </p:sp>
      <p:sp>
        <p:nvSpPr>
          <p:cNvPr id="1035" name="Google Shape;1035;g2c186218c5a_0_118"/>
          <p:cNvSpPr txBox="1">
            <a:spLocks noGrp="1"/>
          </p:cNvSpPr>
          <p:nvPr>
            <p:ph type="title" idx="4294967295"/>
          </p:nvPr>
        </p:nvSpPr>
        <p:spPr>
          <a:xfrm rot="-749364">
            <a:off x="3173911" y="3791863"/>
            <a:ext cx="425878" cy="4833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4000">
                <a:solidFill>
                  <a:srgbClr val="FFFFFF"/>
                </a:solidFill>
              </a:rPr>
              <a:t>?</a:t>
            </a:r>
            <a:endParaRPr sz="40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pic>
        <p:nvPicPr>
          <p:cNvPr id="1041" name="Google Shape;1041;g26bb012a803_0_0"/>
          <p:cNvPicPr preferRelativeResize="0"/>
          <p:nvPr/>
        </p:nvPicPr>
        <p:blipFill rotWithShape="1">
          <a:blip r:embed="rId3">
            <a:alphaModFix/>
          </a:blip>
          <a:srcRect l="719" r="718"/>
          <a:stretch/>
        </p:blipFill>
        <p:spPr>
          <a:xfrm>
            <a:off x="4392597" y="2697413"/>
            <a:ext cx="3906211" cy="2453951"/>
          </a:xfrm>
          <a:prstGeom prst="rect">
            <a:avLst/>
          </a:prstGeom>
          <a:noFill/>
          <a:ln>
            <a:noFill/>
          </a:ln>
        </p:spPr>
      </p:pic>
      <p:pic>
        <p:nvPicPr>
          <p:cNvPr id="1042" name="Google Shape;1042;g26bb012a803_0_0"/>
          <p:cNvPicPr preferRelativeResize="0"/>
          <p:nvPr/>
        </p:nvPicPr>
        <p:blipFill rotWithShape="1">
          <a:blip r:embed="rId4">
            <a:alphaModFix/>
          </a:blip>
          <a:srcRect l="367" r="376"/>
          <a:stretch/>
        </p:blipFill>
        <p:spPr>
          <a:xfrm>
            <a:off x="879153" y="2714147"/>
            <a:ext cx="3362575" cy="1091031"/>
          </a:xfrm>
          <a:prstGeom prst="rect">
            <a:avLst/>
          </a:prstGeom>
          <a:noFill/>
          <a:ln>
            <a:noFill/>
          </a:ln>
        </p:spPr>
      </p:pic>
      <p:pic>
        <p:nvPicPr>
          <p:cNvPr id="1043" name="Google Shape;1043;g26bb012a803_0_0"/>
          <p:cNvPicPr preferRelativeResize="0"/>
          <p:nvPr/>
        </p:nvPicPr>
        <p:blipFill rotWithShape="1">
          <a:blip r:embed="rId5">
            <a:alphaModFix/>
          </a:blip>
          <a:srcRect l="1333" r="1342"/>
          <a:stretch/>
        </p:blipFill>
        <p:spPr>
          <a:xfrm>
            <a:off x="847178" y="3906426"/>
            <a:ext cx="3529583"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Words>
  <Application>Microsoft Office PowerPoint</Application>
  <PresentationFormat>On-screen Show (4:3)</PresentationFormat>
  <Paragraphs>151</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Poppins</vt:lpstr>
      <vt:lpstr>Poppins SemiBold</vt:lpstr>
      <vt:lpstr>Mulish</vt:lpstr>
      <vt:lpstr>Calibri</vt:lpstr>
      <vt:lpstr>Arial</vt:lpstr>
      <vt:lpstr>Nunito Black</vt:lpstr>
      <vt:lpstr>Jost</vt:lpstr>
      <vt:lpstr>Poppins Medium</vt:lpstr>
      <vt:lpstr>Office Theme</vt:lpstr>
      <vt:lpstr>PowerPoint Presentation</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lpst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2026-04-22T05:50:23Z</dcterms:modified>
</cp:coreProperties>
</file>