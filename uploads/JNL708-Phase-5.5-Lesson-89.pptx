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9144000"/>
  <p:notesSz cx="6858000" cy="9144000"/>
  <p:embeddedFontLst>
    <p:embeddedFont>
      <p:font typeface="Poppins"/>
      <p:regular r:id="rId23"/>
      <p:bold r:id="rId24"/>
      <p:italic r:id="rId25"/>
      <p:boldItalic r:id="rId26"/>
    </p:embeddedFont>
    <p:embeddedFont>
      <p:font typeface="Jost"/>
      <p:regular r:id="rId27"/>
      <p:bold r:id="rId28"/>
      <p:italic r:id="rId29"/>
      <p:boldItalic r:id="rId30"/>
    </p:embeddedFont>
    <p:embeddedFont>
      <p:font typeface="Poppins Medium"/>
      <p:regular r:id="rId31"/>
      <p:bold r:id="rId32"/>
      <p:italic r:id="rId33"/>
      <p:boldItalic r:id="rId34"/>
    </p:embeddedFont>
    <p:embeddedFont>
      <p:font typeface="Poppins SemiBold"/>
      <p:regular r:id="rId35"/>
      <p:bold r:id="rId36"/>
      <p:italic r:id="rId37"/>
      <p:boldItalic r:id="rId38"/>
    </p:embeddedFont>
    <p:embeddedFont>
      <p:font typeface="Nunito Black"/>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41" roundtripDataSignature="AMtx7mjV119ZFbBZmFEJdwLCMEGQHEcE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D52FAB-67E0-4B7A-89F9-EA9CC8209609}">
  <a:tblStyle styleId="{F6D52FAB-67E0-4B7A-89F9-EA9CC8209609}"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NunitoBlack-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Jost-bold.fntdata"/><Relationship Id="rId27" Type="http://schemas.openxmlformats.org/officeDocument/2006/relationships/font" Target="fonts/Jos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Jos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Medium-regular.fntdata"/><Relationship Id="rId30" Type="http://schemas.openxmlformats.org/officeDocument/2006/relationships/font" Target="fonts/Jost-boldItalic.fntdata"/><Relationship Id="rId11" Type="http://schemas.openxmlformats.org/officeDocument/2006/relationships/slide" Target="slides/slide5.xml"/><Relationship Id="rId33" Type="http://schemas.openxmlformats.org/officeDocument/2006/relationships/font" Target="fonts/PoppinsMedium-italic.fntdata"/><Relationship Id="rId10" Type="http://schemas.openxmlformats.org/officeDocument/2006/relationships/slide" Target="slides/slide4.xml"/><Relationship Id="rId32" Type="http://schemas.openxmlformats.org/officeDocument/2006/relationships/font" Target="fonts/PoppinsMedium-bold.fntdata"/><Relationship Id="rId13" Type="http://schemas.openxmlformats.org/officeDocument/2006/relationships/slide" Target="slides/slide7.xml"/><Relationship Id="rId35" Type="http://schemas.openxmlformats.org/officeDocument/2006/relationships/font" Target="fonts/PoppinsSemiBold-regular.fntdata"/><Relationship Id="rId12" Type="http://schemas.openxmlformats.org/officeDocument/2006/relationships/slide" Target="slides/slide6.xml"/><Relationship Id="rId34" Type="http://schemas.openxmlformats.org/officeDocument/2006/relationships/font" Target="fonts/PoppinsMedium-boldItalic.fntdata"/><Relationship Id="rId15" Type="http://schemas.openxmlformats.org/officeDocument/2006/relationships/slide" Target="slides/slide9.xml"/><Relationship Id="rId37" Type="http://schemas.openxmlformats.org/officeDocument/2006/relationships/font" Target="fonts/PoppinsSemiBold-italic.fntdata"/><Relationship Id="rId14" Type="http://schemas.openxmlformats.org/officeDocument/2006/relationships/slide" Target="slides/slide8.xml"/><Relationship Id="rId36" Type="http://schemas.openxmlformats.org/officeDocument/2006/relationships/font" Target="fonts/PoppinsSemiBold-bold.fntdata"/><Relationship Id="rId17" Type="http://schemas.openxmlformats.org/officeDocument/2006/relationships/slide" Target="slides/slide11.xml"/><Relationship Id="rId39" Type="http://schemas.openxmlformats.org/officeDocument/2006/relationships/font" Target="fonts/NunitoBlack-bold.fntdata"/><Relationship Id="rId16" Type="http://schemas.openxmlformats.org/officeDocument/2006/relationships/slide" Target="slides/slide10.xml"/><Relationship Id="rId38" Type="http://schemas.openxmlformats.org/officeDocument/2006/relationships/font" Target="fonts/PoppinsSemiBold-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41b5a21106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g341b5a2110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g341b5a2110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41b5a21106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41b5a21106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41b5a21106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41b5a21106_0_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g341b5a21106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g341b5a21106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41b5a21106_0_1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g341b5a21106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2" name="Google Shape;832;g341b5a21106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41b5a21106_0_1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g341b5a21106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41b5a21106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41b5a21106_0_1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g341b5a21106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41b5a21106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41b5a21106_0_2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41b5a21106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41b5a21106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41b5a21106_0_2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g341b5a21106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41b5a21106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41b5a21106_0_2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g341b5a21106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41b5a21106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41b5a21106_0_2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0" name="Google Shape;1010;g341b5a21106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41b5a21106_0_2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41b5a21106_0_3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0" name="Google Shape;1040;g341b5a21106_0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41b5a21106_0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7396dc95f3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g27396dc95f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27396dc95f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0.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6.xml.rels><?xml version="1.0" encoding="UTF-8"?><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0.png"/><Relationship Id="rId13" Type="http://schemas.openxmlformats.org/officeDocument/2006/relationships/image" Target="../media/image4.png"/><Relationship Id="rId12"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9.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7.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7.png"/></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927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215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pendent Reading">
  <p:cSld name="End of Session_1_1_1">
    <p:spTree>
      <p:nvGrpSpPr>
        <p:cNvPr id="103" name="Shape 103"/>
        <p:cNvGrpSpPr/>
        <p:nvPr/>
      </p:nvGrpSpPr>
      <p:grpSpPr>
        <a:xfrm>
          <a:off x="0" y="0"/>
          <a:ext cx="0" cy="0"/>
          <a:chOff x="0" y="0"/>
          <a:chExt cx="0" cy="0"/>
        </a:xfrm>
      </p:grpSpPr>
      <p:sp>
        <p:nvSpPr>
          <p:cNvPr id="104" name="Google Shape;104;g2ce718e20f2_0_768"/>
          <p:cNvSpPr txBox="1"/>
          <p:nvPr/>
        </p:nvSpPr>
        <p:spPr>
          <a:xfrm>
            <a:off x="856325" y="958000"/>
            <a:ext cx="55779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Independent Reading</a:t>
            </a:r>
            <a:endParaRPr b="0" i="0" sz="3200" u="none" cap="none" strike="noStrike">
              <a:solidFill>
                <a:srgbClr val="CB3D85"/>
              </a:solidFill>
              <a:latin typeface="Poppins Medium"/>
              <a:ea typeface="Poppins Medium"/>
              <a:cs typeface="Poppins Medium"/>
              <a:sym typeface="Poppins Medium"/>
            </a:endParaRPr>
          </a:p>
        </p:txBody>
      </p:sp>
      <p:cxnSp>
        <p:nvCxnSpPr>
          <p:cNvPr id="105" name="Google Shape;105;g2ce718e20f2_0_768"/>
          <p:cNvCxnSpPr/>
          <p:nvPr/>
        </p:nvCxnSpPr>
        <p:spPr>
          <a:xfrm>
            <a:off x="941786" y="1709260"/>
            <a:ext cx="4402200" cy="0"/>
          </a:xfrm>
          <a:prstGeom prst="straightConnector1">
            <a:avLst/>
          </a:prstGeom>
          <a:noFill/>
          <a:ln cap="flat" cmpd="sng" w="9525">
            <a:solidFill>
              <a:srgbClr val="BFBFBF"/>
            </a:solidFill>
            <a:prstDash val="solid"/>
            <a:miter lim="800000"/>
            <a:headEnd len="sm" w="sm" type="none"/>
            <a:tailEnd len="sm" w="sm" type="none"/>
          </a:ln>
        </p:spPr>
      </p:cxnSp>
      <p:sp>
        <p:nvSpPr>
          <p:cNvPr id="106" name="Google Shape;106;g2ce718e20f2_0_768"/>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2ce718e20f2_0_768"/>
          <p:cNvSpPr txBox="1"/>
          <p:nvPr/>
        </p:nvSpPr>
        <p:spPr>
          <a:xfrm>
            <a:off x="842866" y="1759850"/>
            <a:ext cx="46068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400"/>
              <a:buFont typeface="Arial"/>
              <a:buNone/>
            </a:pPr>
            <a:r>
              <a:rPr b="0" i="0" lang="en-US" sz="1400" u="none" cap="none" strike="noStrike">
                <a:solidFill>
                  <a:schemeClr val="dk1"/>
                </a:solidFill>
                <a:latin typeface="Poppins"/>
                <a:ea typeface="Poppins"/>
                <a:cs typeface="Poppins"/>
                <a:sym typeface="Poppins"/>
              </a:rPr>
              <a:t>Children are given a decodable reader that covers letter sounds previously taught.</a:t>
            </a:r>
            <a:endParaRPr b="0" i="0" sz="1400" u="none" cap="none" strike="noStrike">
              <a:solidFill>
                <a:schemeClr val="dk1"/>
              </a:solidFill>
              <a:latin typeface="Poppins"/>
              <a:ea typeface="Poppins"/>
              <a:cs typeface="Poppins"/>
              <a:sym typeface="Poppins"/>
            </a:endParaRPr>
          </a:p>
        </p:txBody>
      </p:sp>
      <p:pic>
        <p:nvPicPr>
          <p:cNvPr id="108" name="Google Shape;108;g2ce718e20f2_0_768"/>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274"/>
              </a:srgbClr>
            </a:outerShdw>
          </a:effectLst>
        </p:spPr>
      </p:pic>
      <p:grpSp>
        <p:nvGrpSpPr>
          <p:cNvPr id="109" name="Google Shape;109;g2ce718e20f2_0_768"/>
          <p:cNvGrpSpPr/>
          <p:nvPr/>
        </p:nvGrpSpPr>
        <p:grpSpPr>
          <a:xfrm>
            <a:off x="8199150" y="5983875"/>
            <a:ext cx="586800" cy="571500"/>
            <a:chOff x="7894350" y="6212475"/>
            <a:chExt cx="586800" cy="571500"/>
          </a:xfrm>
        </p:grpSpPr>
        <p:sp>
          <p:nvSpPr>
            <p:cNvPr id="110" name="Google Shape;110;g2ce718e20f2_0_76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1" name="Google Shape;111;g2ce718e20f2_0_76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2" name="Google Shape;112;g2ce718e20f2_0_76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13" name="Google Shape;113;g2ce718e20f2_0_768"/>
          <p:cNvGrpSpPr/>
          <p:nvPr/>
        </p:nvGrpSpPr>
        <p:grpSpPr>
          <a:xfrm>
            <a:off x="-36800" y="-52000"/>
            <a:ext cx="9236100" cy="543600"/>
            <a:chOff x="-36800" y="-52000"/>
            <a:chExt cx="9236100" cy="543600"/>
          </a:xfrm>
        </p:grpSpPr>
        <p:sp>
          <p:nvSpPr>
            <p:cNvPr id="114" name="Google Shape;114;g2ce718e20f2_0_768"/>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5" name="Google Shape;115;g2ce718e20f2_0_768"/>
            <p:cNvGrpSpPr/>
            <p:nvPr/>
          </p:nvGrpSpPr>
          <p:grpSpPr>
            <a:xfrm>
              <a:off x="5905920" y="88100"/>
              <a:ext cx="1337400" cy="403500"/>
              <a:chOff x="565600" y="88250"/>
              <a:chExt cx="1337400" cy="403500"/>
            </a:xfrm>
          </p:grpSpPr>
          <p:sp>
            <p:nvSpPr>
              <p:cNvPr id="116" name="Google Shape;116;g2ce718e20f2_0_768"/>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17" name="Google Shape;117;g2ce718e20f2_0_768"/>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18" name="Google Shape;118;g2ce718e20f2_0_768"/>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19" name="Google Shape;119;g2ce718e20f2_0_768"/>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20" name="Google Shape;120;g2ce718e20f2_0_768"/>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21" name="Google Shape;121;g2ce718e20f2_0_768"/>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22" name="Google Shape;122;g2ce718e20f2_0_768"/>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3" name="Google Shape;123;g2ce718e20f2_0_768"/>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24" name="Google Shape;124;g2ce718e20f2_0_768"/>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ce718e20f2_0_768"/>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26" name="Google Shape;126;g2ce718e20f2_0_768"/>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27" name="Google Shape;127;g2ce718e20f2_0_768"/>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8" name="Google Shape;128;g2ce718e20f2_0_768"/>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29" name="Google Shape;129;g2ce718e20f2_0_768"/>
          <p:cNvPicPr preferRelativeResize="0"/>
          <p:nvPr/>
        </p:nvPicPr>
        <p:blipFill rotWithShape="1">
          <a:blip r:embed="rId3">
            <a:alphaModFix/>
          </a:blip>
          <a:srcRect b="49806" l="0" r="0" t="0"/>
          <a:stretch/>
        </p:blipFill>
        <p:spPr>
          <a:xfrm>
            <a:off x="941775" y="2352221"/>
            <a:ext cx="3592025" cy="2953923"/>
          </a:xfrm>
          <a:prstGeom prst="rect">
            <a:avLst/>
          </a:prstGeom>
          <a:noFill/>
          <a:ln>
            <a:noFill/>
          </a:ln>
        </p:spPr>
      </p:pic>
      <p:pic>
        <p:nvPicPr>
          <p:cNvPr id="130" name="Google Shape;130;g2ce718e20f2_0_768"/>
          <p:cNvPicPr preferRelativeResize="0"/>
          <p:nvPr/>
        </p:nvPicPr>
        <p:blipFill rotWithShape="1">
          <a:blip r:embed="rId3">
            <a:alphaModFix/>
          </a:blip>
          <a:srcRect b="0" l="0" r="0" t="51589"/>
          <a:stretch/>
        </p:blipFill>
        <p:spPr>
          <a:xfrm>
            <a:off x="4793675" y="2458868"/>
            <a:ext cx="3592025" cy="284902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31" name="Shape 131"/>
        <p:cNvGrpSpPr/>
        <p:nvPr/>
      </p:nvGrpSpPr>
      <p:grpSpPr>
        <a:xfrm>
          <a:off x="0" y="0"/>
          <a:ext cx="0" cy="0"/>
          <a:chOff x="0" y="0"/>
          <a:chExt cx="0" cy="0"/>
        </a:xfrm>
      </p:grpSpPr>
      <p:grpSp>
        <p:nvGrpSpPr>
          <p:cNvPr id="132" name="Google Shape;132;p25"/>
          <p:cNvGrpSpPr/>
          <p:nvPr/>
        </p:nvGrpSpPr>
        <p:grpSpPr>
          <a:xfrm>
            <a:off x="-400050" y="-342900"/>
            <a:ext cx="9944100" cy="7258200"/>
            <a:chOff x="-400050" y="-342900"/>
            <a:chExt cx="9944100" cy="7258200"/>
          </a:xfrm>
        </p:grpSpPr>
        <p:grpSp>
          <p:nvGrpSpPr>
            <p:cNvPr id="133" name="Google Shape;133;p25"/>
            <p:cNvGrpSpPr/>
            <p:nvPr/>
          </p:nvGrpSpPr>
          <p:grpSpPr>
            <a:xfrm>
              <a:off x="-400050" y="-342900"/>
              <a:ext cx="9944100" cy="7258200"/>
              <a:chOff x="-400050" y="-342900"/>
              <a:chExt cx="9944100" cy="7258200"/>
            </a:xfrm>
          </p:grpSpPr>
          <p:grpSp>
            <p:nvGrpSpPr>
              <p:cNvPr id="134" name="Google Shape;134;p25"/>
              <p:cNvGrpSpPr/>
              <p:nvPr/>
            </p:nvGrpSpPr>
            <p:grpSpPr>
              <a:xfrm>
                <a:off x="-36925" y="-42000"/>
                <a:ext cx="9236225" cy="6957300"/>
                <a:chOff x="-36925" y="-42000"/>
                <a:chExt cx="9236225" cy="6957300"/>
              </a:xfrm>
            </p:grpSpPr>
            <p:sp>
              <p:nvSpPr>
                <p:cNvPr id="135" name="Google Shape;135;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7" name="Google Shape;137;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8" name="Google Shape;138;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9" name="Google Shape;139;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1" name="Google Shape;141;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42" name="Google Shape;142;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43" name="Google Shape;143;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4" name="Shape 144"/>
        <p:cNvGrpSpPr/>
        <p:nvPr/>
      </p:nvGrpSpPr>
      <p:grpSpPr>
        <a:xfrm>
          <a:off x="0" y="0"/>
          <a:ext cx="0" cy="0"/>
          <a:chOff x="0" y="0"/>
          <a:chExt cx="0" cy="0"/>
        </a:xfrm>
      </p:grpSpPr>
      <p:sp>
        <p:nvSpPr>
          <p:cNvPr id="145" name="Google Shape;145;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8" name="Google Shape;148;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9" name="Google Shape;149;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50" name="Google Shape;150;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51" name="Google Shape;151;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52" name="Google Shape;152;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53" name="Google Shape;153;g2c4fb7f6616_0_721"/>
          <p:cNvGrpSpPr/>
          <p:nvPr/>
        </p:nvGrpSpPr>
        <p:grpSpPr>
          <a:xfrm>
            <a:off x="1050674" y="3528974"/>
            <a:ext cx="508471" cy="472349"/>
            <a:chOff x="718913" y="3178865"/>
            <a:chExt cx="825441" cy="766800"/>
          </a:xfrm>
        </p:grpSpPr>
        <p:sp>
          <p:nvSpPr>
            <p:cNvPr id="154" name="Google Shape;154;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5" name="Google Shape;155;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6" name="Google Shape;156;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058"/>
              </a:srgbClr>
            </a:outerShdw>
          </a:effectLst>
        </p:spPr>
      </p:pic>
      <p:sp>
        <p:nvSpPr>
          <p:cNvPr id="157" name="Google Shape;157;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8" name="Google Shape;158;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9" name="Google Shape;159;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60" name="Google Shape;160;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61" name="Google Shape;161;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62" name="Google Shape;162;g2c4fb7f6616_0_721"/>
          <p:cNvPicPr preferRelativeResize="0"/>
          <p:nvPr/>
        </p:nvPicPr>
        <p:blipFill rotWithShape="1">
          <a:blip r:embed="rId12">
            <a:alphaModFix/>
          </a:blip>
          <a:srcRect b="0" l="0" r="0" t="0"/>
          <a:stretch/>
        </p:blipFill>
        <p:spPr>
          <a:xfrm rot="-505316">
            <a:off x="5528790" y="1629680"/>
            <a:ext cx="1382684" cy="1382664"/>
          </a:xfrm>
          <a:prstGeom prst="rect">
            <a:avLst/>
          </a:prstGeom>
          <a:noFill/>
          <a:ln>
            <a:noFill/>
          </a:ln>
          <a:effectLst>
            <a:outerShdw blurRad="57150" rotWithShape="0" algn="bl" dir="5400000" dist="19050">
              <a:srgbClr val="000000">
                <a:alpha val="20000"/>
              </a:srgbClr>
            </a:outerShdw>
          </a:effectLst>
        </p:spPr>
      </p:pic>
      <p:pic>
        <p:nvPicPr>
          <p:cNvPr id="163" name="Google Shape;163;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64" name="Shape 164"/>
        <p:cNvGrpSpPr/>
        <p:nvPr/>
      </p:nvGrpSpPr>
      <p:grpSpPr>
        <a:xfrm>
          <a:off x="0" y="0"/>
          <a:ext cx="0" cy="0"/>
          <a:chOff x="0" y="0"/>
          <a:chExt cx="0" cy="0"/>
        </a:xfrm>
      </p:grpSpPr>
      <p:sp>
        <p:nvSpPr>
          <p:cNvPr id="165" name="Google Shape;165;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6" name="Google Shape;166;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7" name="Google Shape;167;g26b641b03cd_0_3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8" name="Google Shape;168;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Review </a:t>
            </a:r>
            <a:r>
              <a:rPr lang="en-US" sz="1800">
                <a:solidFill>
                  <a:srgbClr val="FFFFFF"/>
                </a:solidFill>
                <a:latin typeface="Poppins SemiBold"/>
                <a:ea typeface="Poppins SemiBold"/>
                <a:cs typeface="Poppins SemiBold"/>
                <a:sym typeface="Poppins SemiBold"/>
              </a:rPr>
              <a:t>Common Exception Word</a:t>
            </a:r>
            <a:r>
              <a:rPr b="0" i="0" lang="en-US" sz="1800" u="none" cap="none" strike="noStrike">
                <a:solidFill>
                  <a:srgbClr val="FFFFFF"/>
                </a:solidFill>
                <a:latin typeface="Poppins SemiBold"/>
                <a:ea typeface="Poppins SemiBold"/>
                <a:cs typeface="Poppins SemiBold"/>
                <a:sym typeface="Poppins SemiBold"/>
              </a:rPr>
              <a:t>s</a:t>
            </a:r>
            <a:endParaRPr b="0" i="0" sz="1800" u="none" cap="none" strike="noStrike">
              <a:solidFill>
                <a:srgbClr val="FFFFFF"/>
              </a:solidFill>
              <a:latin typeface="Poppins SemiBold"/>
              <a:ea typeface="Poppins SemiBold"/>
              <a:cs typeface="Poppins SemiBold"/>
              <a:sym typeface="Poppins SemiBold"/>
            </a:endParaRPr>
          </a:p>
        </p:txBody>
      </p:sp>
      <p:sp>
        <p:nvSpPr>
          <p:cNvPr id="169" name="Google Shape;169;g26b641b03cd_0_3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1800"/>
              <a:buFont typeface="Arial"/>
              <a:buNone/>
            </a:pPr>
            <a:r>
              <a:rPr lang="en-US" sz="1800">
                <a:solidFill>
                  <a:srgbClr val="CB3D85"/>
                </a:solidFill>
                <a:latin typeface="Poppins Medium"/>
                <a:ea typeface="Poppins Medium"/>
                <a:cs typeface="Poppins Medium"/>
                <a:sym typeface="Poppins Medium"/>
              </a:rPr>
              <a:t>Week 18 - Thursday</a:t>
            </a:r>
            <a:endParaRPr b="0" i="0" sz="1800" u="none" cap="none" strike="noStrike">
              <a:solidFill>
                <a:srgbClr val="CB3D85"/>
              </a:solidFill>
              <a:latin typeface="Poppins Medium"/>
              <a:ea typeface="Poppins Medium"/>
              <a:cs typeface="Poppins Medium"/>
              <a:sym typeface="Poppins Medium"/>
            </a:endParaRPr>
          </a:p>
        </p:txBody>
      </p:sp>
      <p:sp>
        <p:nvSpPr>
          <p:cNvPr id="170" name="Google Shape;170;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71" name="Google Shape;171;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72" name="Google Shape;172;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73" name="Google Shape;173;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74" name="Google Shape;174;g26b641b03cd_0_33"/>
          <p:cNvGrpSpPr/>
          <p:nvPr/>
        </p:nvGrpSpPr>
        <p:grpSpPr>
          <a:xfrm>
            <a:off x="662575" y="6212475"/>
            <a:ext cx="586800" cy="571500"/>
            <a:chOff x="662575" y="6212475"/>
            <a:chExt cx="586800" cy="571500"/>
          </a:xfrm>
        </p:grpSpPr>
        <p:sp>
          <p:nvSpPr>
            <p:cNvPr id="175" name="Google Shape;175;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6" name="Google Shape;176;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7" name="Google Shape;177;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8" name="Google Shape;178;g26b641b03cd_0_33"/>
          <p:cNvGrpSpPr/>
          <p:nvPr/>
        </p:nvGrpSpPr>
        <p:grpSpPr>
          <a:xfrm>
            <a:off x="7894350" y="6212475"/>
            <a:ext cx="586800" cy="571500"/>
            <a:chOff x="7894350" y="6212475"/>
            <a:chExt cx="586800" cy="571500"/>
          </a:xfrm>
        </p:grpSpPr>
        <p:sp>
          <p:nvSpPr>
            <p:cNvPr id="179" name="Google Shape;179;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0" name="Google Shape;180;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82" name="Google Shape;182;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84" name="Google Shape;184;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5" name="Google Shape;185;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89</a:t>
            </a:r>
            <a:endParaRPr b="0" i="0" sz="1800" u="none" cap="none" strike="noStrike">
              <a:solidFill>
                <a:srgbClr val="CB3D85"/>
              </a:solidFill>
              <a:latin typeface="Poppins Medium"/>
              <a:ea typeface="Poppins Medium"/>
              <a:cs typeface="Poppins Medium"/>
              <a:sym typeface="Poppins Medium"/>
            </a:endParaRPr>
          </a:p>
        </p:txBody>
      </p:sp>
      <p:sp>
        <p:nvSpPr>
          <p:cNvPr id="186" name="Google Shape;186;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87" name="Shape 187"/>
        <p:cNvGrpSpPr/>
        <p:nvPr/>
      </p:nvGrpSpPr>
      <p:grpSpPr>
        <a:xfrm>
          <a:off x="0" y="0"/>
          <a:ext cx="0" cy="0"/>
          <a:chOff x="0" y="0"/>
          <a:chExt cx="0" cy="0"/>
        </a:xfrm>
      </p:grpSpPr>
      <p:sp>
        <p:nvSpPr>
          <p:cNvPr id="188" name="Google Shape;188;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89" name="Google Shape;189;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26b641b03cd_0_260"/>
          <p:cNvSpPr/>
          <p:nvPr>
            <p:ph idx="2" type="pic"/>
          </p:nvPr>
        </p:nvSpPr>
        <p:spPr>
          <a:xfrm>
            <a:off x="960225" y="1993200"/>
            <a:ext cx="2946000" cy="1949700"/>
          </a:xfrm>
          <a:prstGeom prst="roundRect">
            <a:avLst>
              <a:gd fmla="val 16667" name="adj"/>
            </a:avLst>
          </a:prstGeom>
          <a:noFill/>
          <a:ln>
            <a:noFill/>
          </a:ln>
        </p:spPr>
      </p:sp>
      <p:pic>
        <p:nvPicPr>
          <p:cNvPr id="193" name="Google Shape;193;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5882"/>
              </a:srgbClr>
            </a:outerShdw>
          </a:effectLst>
        </p:spPr>
      </p:pic>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6" name="Google Shape;196;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97" name="Google Shape;197;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214" name="Shape 214"/>
        <p:cNvGrpSpPr/>
        <p:nvPr/>
      </p:nvGrpSpPr>
      <p:grpSpPr>
        <a:xfrm>
          <a:off x="0" y="0"/>
          <a:ext cx="0" cy="0"/>
          <a:chOff x="0" y="0"/>
          <a:chExt cx="0" cy="0"/>
        </a:xfrm>
      </p:grpSpPr>
      <p:sp>
        <p:nvSpPr>
          <p:cNvPr id="215" name="Google Shape;215;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16" name="Google Shape;216;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218" name="Google Shape;218;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219" name="Google Shape;219;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0" name="Google Shape;220;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3" name="Google Shape;223;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4" name="Google Shape;224;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5" name="Google Shape;225;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6" name="Google Shape;226;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7" name="Google Shape;227;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2" name="Google Shape;232;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9" name="Google Shape;239;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0" name="Google Shape;240;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3" name="Google Shape;243;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4" name="Google Shape;244;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45"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49" name="Google Shape;249;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2" name="Google Shape;252;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53" name="Google Shape;253;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54" name="Google Shape;254;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55" name="Google Shape;255;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6" name="Google Shape;256;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8" name="Google Shape;268;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2" name="Google Shape;272;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74"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77" name="Google Shape;277;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8" name="Google Shape;278;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79" name="Google Shape;279;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80" name="Google Shape;280;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81" name="Google Shape;281;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6" name="Google Shape;296;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0" name="Google Shape;300;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302"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4" name="Google Shape;324;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5" name="Google Shape;325;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30"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33" name="Google Shape;333;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4" name="Google Shape;334;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5" name="Google Shape;335;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6" name="Google Shape;336;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37" name="Google Shape;337;g2c157a2fb06_0_263"/>
          <p:cNvSpPr/>
          <p:nvPr>
            <p:ph idx="5" type="pic"/>
          </p:nvPr>
        </p:nvSpPr>
        <p:spPr>
          <a:xfrm>
            <a:off x="5086375" y="4412425"/>
            <a:ext cx="2668800" cy="1291500"/>
          </a:xfrm>
          <a:prstGeom prst="rect">
            <a:avLst/>
          </a:prstGeom>
          <a:noFill/>
          <a:ln>
            <a:noFill/>
          </a:ln>
        </p:spPr>
      </p:sp>
      <p:sp>
        <p:nvSpPr>
          <p:cNvPr id="338" name="Google Shape;338;g2c157a2fb06_0_263"/>
          <p:cNvSpPr/>
          <p:nvPr>
            <p:ph idx="6" type="pic"/>
          </p:nvPr>
        </p:nvSpPr>
        <p:spPr>
          <a:xfrm>
            <a:off x="5086375" y="797675"/>
            <a:ext cx="2668800" cy="1291500"/>
          </a:xfrm>
          <a:prstGeom prst="rect">
            <a:avLst/>
          </a:prstGeom>
          <a:noFill/>
          <a:ln>
            <a:noFill/>
          </a:ln>
        </p:spPr>
      </p:sp>
      <p:sp>
        <p:nvSpPr>
          <p:cNvPr id="339" name="Google Shape;339;g2c157a2fb06_0_263"/>
          <p:cNvSpPr/>
          <p:nvPr>
            <p:ph idx="7" type="pic"/>
          </p:nvPr>
        </p:nvSpPr>
        <p:spPr>
          <a:xfrm>
            <a:off x="5086375" y="2002592"/>
            <a:ext cx="2668800" cy="1291500"/>
          </a:xfrm>
          <a:prstGeom prst="rect">
            <a:avLst/>
          </a:prstGeom>
          <a:noFill/>
          <a:ln>
            <a:noFill/>
          </a:ln>
        </p:spPr>
      </p:sp>
      <p:sp>
        <p:nvSpPr>
          <p:cNvPr id="340" name="Google Shape;340;g2c157a2fb06_0_263"/>
          <p:cNvSpPr/>
          <p:nvPr>
            <p:ph idx="8" type="pic"/>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8" name="Google Shape;348;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6" name="Google Shape;356;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0" name="Google Shape;360;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6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3" name="Google Shape;363;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4" name="Google Shape;364;g2c157a2fb06_0_467"/>
          <p:cNvSpPr/>
          <p:nvPr>
            <p:ph idx="2" type="pic"/>
          </p:nvPr>
        </p:nvSpPr>
        <p:spPr>
          <a:xfrm>
            <a:off x="1181100" y="852975"/>
            <a:ext cx="6781800" cy="2771700"/>
          </a:xfrm>
          <a:prstGeom prst="roundRect">
            <a:avLst>
              <a:gd fmla="val 16667" name="adj"/>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4" name="Google Shape;374;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2" name="Google Shape;382;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6" name="Google Shape;386;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87"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629"/>
          <p:cNvSpPr/>
          <p:nvPr>
            <p:ph idx="2" type="pic"/>
          </p:nvPr>
        </p:nvSpPr>
        <p:spPr>
          <a:xfrm>
            <a:off x="1181100" y="852975"/>
            <a:ext cx="6781800" cy="2771700"/>
          </a:xfrm>
          <a:prstGeom prst="roundRect">
            <a:avLst>
              <a:gd fmla="val 16667" name="adj"/>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92" name="Google Shape;392;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3" name="Google Shape;393;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413"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798"/>
          <p:cNvSpPr/>
          <p:nvPr>
            <p:ph idx="2" type="pic"/>
          </p:nvPr>
        </p:nvSpPr>
        <p:spPr>
          <a:xfrm>
            <a:off x="1181100" y="852975"/>
            <a:ext cx="6781800" cy="2771700"/>
          </a:xfrm>
          <a:prstGeom prst="roundRect">
            <a:avLst>
              <a:gd fmla="val 16667" name="adj"/>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40"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42" name="Google Shape;442;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43" name="Google Shape;443;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44" name="Google Shape;444;g2c157a2fb06_0_825"/>
          <p:cNvSpPr/>
          <p:nvPr>
            <p:ph idx="2" type="pic"/>
          </p:nvPr>
        </p:nvSpPr>
        <p:spPr>
          <a:xfrm>
            <a:off x="1181100" y="852975"/>
            <a:ext cx="6781800" cy="2771700"/>
          </a:xfrm>
          <a:prstGeom prst="roundRect">
            <a:avLst>
              <a:gd fmla="val 16667" name="adj"/>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1" name="Google Shape;461;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67"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9" name="Google Shape;469;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73" name="Google Shape;473;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4" name="Google Shape;474;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5" name="Google Shape;475;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6" name="Google Shape;476;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78" name="Google Shape;478;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9" name="Google Shape;479;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0" name="Google Shape;480;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1" name="Google Shape;481;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2" name="Google Shape;482;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3" name="Google Shape;483;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4" name="Google Shape;484;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5" name="Google Shape;485;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86" name="Google Shape;486;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93" name="Google Shape;493;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0" name="Google Shape;500;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506"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09" name="Google Shape;509;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0" name="Google Shape;510;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1" name="Google Shape;511;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512" name="Google Shape;512;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3" name="Google Shape;513;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4" name="Google Shape;514;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515" name="Google Shape;515;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516" name="Google Shape;516;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518" name="Google Shape;518;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19" name="Google Shape;519;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0" name="Google Shape;520;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1" name="Google Shape;521;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2" name="Google Shape;522;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3" name="Google Shape;523;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4" name="Google Shape;524;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5" name="Google Shape;525;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6" name="Google Shape;526;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27" name="Google Shape;527;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2" name="Google Shape;532;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9" name="Google Shape;539;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3" name="Google Shape;543;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4" name="Google Shape;544;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45"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47" name="Google Shape;547;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48" name="Google Shape;548;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49" name="Google Shape;549;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0" name="Google Shape;550;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1" name="Google Shape;551;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2" name="Google Shape;552;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3" name="Google Shape;553;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4" name="Google Shape;554;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5" name="Google Shape;555;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6" name="Google Shape;556;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57" name="Google Shape;557;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59" name="Google Shape;559;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60" name="Google Shape;560;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8" name="Google Shape;568;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5" name="Google Shape;575;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8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5" name="Google Shape;585;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6" name="Google Shape;586;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87" name="Google Shape;587;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07" name="Google Shape;607;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4" name="Google Shape;614;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5" name="Google Shape;615;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8" name="Google Shape;618;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19" name="Google Shape;619;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620"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66"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70"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22.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image" Target="../media/image22.png"/></Relationships>
</file>

<file path=ppt/slides/_rels/slide3.xml.rels><?xml version="1.0" encoding="UTF-8"?><Relationships xmlns="http://schemas.openxmlformats.org/package/2006/relationships"><Relationship Id="rId20" Type="http://schemas.openxmlformats.org/officeDocument/2006/relationships/image" Target="../media/image35.png"/><Relationship Id="rId22" Type="http://schemas.openxmlformats.org/officeDocument/2006/relationships/image" Target="../media/image42.png"/><Relationship Id="rId21" Type="http://schemas.openxmlformats.org/officeDocument/2006/relationships/image" Target="../media/image33.png"/><Relationship Id="rId24" Type="http://schemas.openxmlformats.org/officeDocument/2006/relationships/image" Target="../media/image41.png"/><Relationship Id="rId23" Type="http://schemas.openxmlformats.org/officeDocument/2006/relationships/image" Target="../media/image38.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image" Target="../media/image16.png"/><Relationship Id="rId9" Type="http://schemas.openxmlformats.org/officeDocument/2006/relationships/image" Target="../media/image28.png"/><Relationship Id="rId25" Type="http://schemas.openxmlformats.org/officeDocument/2006/relationships/image" Target="../media/image40.png"/><Relationship Id="rId5" Type="http://schemas.openxmlformats.org/officeDocument/2006/relationships/image" Target="../media/image29.png"/><Relationship Id="rId6" Type="http://schemas.openxmlformats.org/officeDocument/2006/relationships/image" Target="../media/image20.png"/><Relationship Id="rId7" Type="http://schemas.openxmlformats.org/officeDocument/2006/relationships/image" Target="../media/image25.png"/><Relationship Id="rId8" Type="http://schemas.openxmlformats.org/officeDocument/2006/relationships/image" Target="../media/image26.png"/><Relationship Id="rId11" Type="http://schemas.openxmlformats.org/officeDocument/2006/relationships/image" Target="../media/image39.png"/><Relationship Id="rId10" Type="http://schemas.openxmlformats.org/officeDocument/2006/relationships/image" Target="../media/image31.png"/><Relationship Id="rId13" Type="http://schemas.openxmlformats.org/officeDocument/2006/relationships/image" Target="../media/image46.png"/><Relationship Id="rId12" Type="http://schemas.openxmlformats.org/officeDocument/2006/relationships/image" Target="../media/image32.png"/><Relationship Id="rId15" Type="http://schemas.openxmlformats.org/officeDocument/2006/relationships/image" Target="../media/image43.png"/><Relationship Id="rId14" Type="http://schemas.openxmlformats.org/officeDocument/2006/relationships/image" Target="../media/image44.png"/><Relationship Id="rId17" Type="http://schemas.openxmlformats.org/officeDocument/2006/relationships/image" Target="../media/image36.png"/><Relationship Id="rId16" Type="http://schemas.openxmlformats.org/officeDocument/2006/relationships/image" Target="../media/image37.png"/><Relationship Id="rId19" Type="http://schemas.openxmlformats.org/officeDocument/2006/relationships/image" Target="../media/image45.png"/><Relationship Id="rId18" Type="http://schemas.openxmlformats.org/officeDocument/2006/relationships/image" Target="../media/image34.png"/></Relationships>
</file>

<file path=ppt/slides/_rels/slide4.xml.rels><?xml version="1.0" encoding="UTF-8"?><Relationships xmlns="http://schemas.openxmlformats.org/package/2006/relationships"><Relationship Id="rId20" Type="http://schemas.openxmlformats.org/officeDocument/2006/relationships/image" Target="../media/image65.png"/><Relationship Id="rId22" Type="http://schemas.openxmlformats.org/officeDocument/2006/relationships/image" Target="../media/image64.png"/><Relationship Id="rId21" Type="http://schemas.openxmlformats.org/officeDocument/2006/relationships/image" Target="../media/image67.png"/><Relationship Id="rId24" Type="http://schemas.openxmlformats.org/officeDocument/2006/relationships/image" Target="../media/image69.png"/><Relationship Id="rId23" Type="http://schemas.openxmlformats.org/officeDocument/2006/relationships/image" Target="../media/image68.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8.png"/><Relationship Id="rId4" Type="http://schemas.openxmlformats.org/officeDocument/2006/relationships/image" Target="../media/image49.png"/><Relationship Id="rId9" Type="http://schemas.openxmlformats.org/officeDocument/2006/relationships/image" Target="../media/image61.png"/><Relationship Id="rId26" Type="http://schemas.openxmlformats.org/officeDocument/2006/relationships/image" Target="../media/image74.png"/><Relationship Id="rId25" Type="http://schemas.openxmlformats.org/officeDocument/2006/relationships/image" Target="../media/image70.png"/><Relationship Id="rId28" Type="http://schemas.openxmlformats.org/officeDocument/2006/relationships/image" Target="../media/image73.png"/><Relationship Id="rId27" Type="http://schemas.openxmlformats.org/officeDocument/2006/relationships/image" Target="../media/image71.png"/><Relationship Id="rId5" Type="http://schemas.openxmlformats.org/officeDocument/2006/relationships/image" Target="../media/image50.png"/><Relationship Id="rId6" Type="http://schemas.openxmlformats.org/officeDocument/2006/relationships/image" Target="../media/image55.png"/><Relationship Id="rId29" Type="http://schemas.openxmlformats.org/officeDocument/2006/relationships/image" Target="../media/image77.png"/><Relationship Id="rId7" Type="http://schemas.openxmlformats.org/officeDocument/2006/relationships/image" Target="../media/image54.png"/><Relationship Id="rId8" Type="http://schemas.openxmlformats.org/officeDocument/2006/relationships/image" Target="../media/image52.png"/><Relationship Id="rId31" Type="http://schemas.openxmlformats.org/officeDocument/2006/relationships/image" Target="../media/image84.png"/><Relationship Id="rId30" Type="http://schemas.openxmlformats.org/officeDocument/2006/relationships/image" Target="../media/image72.png"/><Relationship Id="rId11" Type="http://schemas.openxmlformats.org/officeDocument/2006/relationships/image" Target="../media/image51.png"/><Relationship Id="rId10" Type="http://schemas.openxmlformats.org/officeDocument/2006/relationships/image" Target="../media/image53.png"/><Relationship Id="rId13" Type="http://schemas.openxmlformats.org/officeDocument/2006/relationships/image" Target="../media/image56.png"/><Relationship Id="rId12" Type="http://schemas.openxmlformats.org/officeDocument/2006/relationships/image" Target="../media/image59.png"/><Relationship Id="rId15" Type="http://schemas.openxmlformats.org/officeDocument/2006/relationships/image" Target="../media/image66.png"/><Relationship Id="rId14" Type="http://schemas.openxmlformats.org/officeDocument/2006/relationships/image" Target="../media/image60.png"/><Relationship Id="rId17" Type="http://schemas.openxmlformats.org/officeDocument/2006/relationships/image" Target="../media/image57.png"/><Relationship Id="rId16" Type="http://schemas.openxmlformats.org/officeDocument/2006/relationships/image" Target="../media/image62.png"/><Relationship Id="rId19" Type="http://schemas.openxmlformats.org/officeDocument/2006/relationships/image" Target="../media/image58.png"/><Relationship Id="rId18" Type="http://schemas.openxmlformats.org/officeDocument/2006/relationships/image" Target="../media/image63.png"/></Relationships>
</file>

<file path=ppt/slides/_rels/slide5.xml.rels><?xml version="1.0" encoding="UTF-8"?><Relationships xmlns="http://schemas.openxmlformats.org/package/2006/relationships"><Relationship Id="rId40" Type="http://schemas.openxmlformats.org/officeDocument/2006/relationships/image" Target="../media/image117.png"/><Relationship Id="rId20" Type="http://schemas.openxmlformats.org/officeDocument/2006/relationships/image" Target="../media/image90.png"/><Relationship Id="rId42" Type="http://schemas.openxmlformats.org/officeDocument/2006/relationships/image" Target="../media/image119.png"/><Relationship Id="rId41" Type="http://schemas.openxmlformats.org/officeDocument/2006/relationships/image" Target="../media/image121.png"/><Relationship Id="rId22" Type="http://schemas.openxmlformats.org/officeDocument/2006/relationships/image" Target="../media/image96.png"/><Relationship Id="rId21" Type="http://schemas.openxmlformats.org/officeDocument/2006/relationships/image" Target="../media/image100.png"/><Relationship Id="rId43" Type="http://schemas.openxmlformats.org/officeDocument/2006/relationships/image" Target="../media/image116.png"/><Relationship Id="rId24" Type="http://schemas.openxmlformats.org/officeDocument/2006/relationships/image" Target="../media/image97.png"/><Relationship Id="rId23" Type="http://schemas.openxmlformats.org/officeDocument/2006/relationships/image" Target="../media/image92.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4.png"/><Relationship Id="rId4" Type="http://schemas.openxmlformats.org/officeDocument/2006/relationships/image" Target="../media/image78.png"/><Relationship Id="rId9" Type="http://schemas.openxmlformats.org/officeDocument/2006/relationships/image" Target="../media/image80.png"/><Relationship Id="rId26" Type="http://schemas.openxmlformats.org/officeDocument/2006/relationships/image" Target="../media/image98.png"/><Relationship Id="rId25" Type="http://schemas.openxmlformats.org/officeDocument/2006/relationships/image" Target="../media/image101.png"/><Relationship Id="rId28" Type="http://schemas.openxmlformats.org/officeDocument/2006/relationships/image" Target="../media/image95.png"/><Relationship Id="rId27" Type="http://schemas.openxmlformats.org/officeDocument/2006/relationships/image" Target="../media/image99.png"/><Relationship Id="rId5" Type="http://schemas.openxmlformats.org/officeDocument/2006/relationships/image" Target="../media/image82.png"/><Relationship Id="rId6" Type="http://schemas.openxmlformats.org/officeDocument/2006/relationships/image" Target="../media/image83.png"/><Relationship Id="rId29" Type="http://schemas.openxmlformats.org/officeDocument/2006/relationships/image" Target="../media/image104.png"/><Relationship Id="rId7" Type="http://schemas.openxmlformats.org/officeDocument/2006/relationships/image" Target="../media/image75.png"/><Relationship Id="rId8" Type="http://schemas.openxmlformats.org/officeDocument/2006/relationships/image" Target="../media/image76.png"/><Relationship Id="rId31" Type="http://schemas.openxmlformats.org/officeDocument/2006/relationships/image" Target="../media/image106.png"/><Relationship Id="rId30" Type="http://schemas.openxmlformats.org/officeDocument/2006/relationships/image" Target="../media/image102.png"/><Relationship Id="rId11" Type="http://schemas.openxmlformats.org/officeDocument/2006/relationships/image" Target="../media/image81.png"/><Relationship Id="rId33" Type="http://schemas.openxmlformats.org/officeDocument/2006/relationships/image" Target="../media/image107.png"/><Relationship Id="rId10" Type="http://schemas.openxmlformats.org/officeDocument/2006/relationships/image" Target="../media/image85.png"/><Relationship Id="rId32" Type="http://schemas.openxmlformats.org/officeDocument/2006/relationships/image" Target="../media/image105.png"/><Relationship Id="rId13" Type="http://schemas.openxmlformats.org/officeDocument/2006/relationships/image" Target="../media/image86.png"/><Relationship Id="rId35" Type="http://schemas.openxmlformats.org/officeDocument/2006/relationships/image" Target="../media/image109.png"/><Relationship Id="rId12" Type="http://schemas.openxmlformats.org/officeDocument/2006/relationships/image" Target="../media/image79.png"/><Relationship Id="rId34" Type="http://schemas.openxmlformats.org/officeDocument/2006/relationships/image" Target="../media/image108.png"/><Relationship Id="rId15" Type="http://schemas.openxmlformats.org/officeDocument/2006/relationships/image" Target="../media/image103.png"/><Relationship Id="rId37" Type="http://schemas.openxmlformats.org/officeDocument/2006/relationships/image" Target="../media/image112.png"/><Relationship Id="rId14" Type="http://schemas.openxmlformats.org/officeDocument/2006/relationships/image" Target="../media/image87.png"/><Relationship Id="rId36" Type="http://schemas.openxmlformats.org/officeDocument/2006/relationships/image" Target="../media/image113.png"/><Relationship Id="rId17" Type="http://schemas.openxmlformats.org/officeDocument/2006/relationships/image" Target="../media/image91.png"/><Relationship Id="rId39" Type="http://schemas.openxmlformats.org/officeDocument/2006/relationships/image" Target="../media/image110.png"/><Relationship Id="rId16" Type="http://schemas.openxmlformats.org/officeDocument/2006/relationships/image" Target="../media/image88.png"/><Relationship Id="rId38" Type="http://schemas.openxmlformats.org/officeDocument/2006/relationships/image" Target="../media/image111.png"/><Relationship Id="rId19" Type="http://schemas.openxmlformats.org/officeDocument/2006/relationships/image" Target="../media/image93.png"/><Relationship Id="rId18" Type="http://schemas.openxmlformats.org/officeDocument/2006/relationships/image" Target="../media/image89.png"/></Relationships>
</file>

<file path=ppt/slides/_rels/slide6.xml.rels><?xml version="1.0" encoding="UTF-8"?><Relationships xmlns="http://schemas.openxmlformats.org/package/2006/relationships"><Relationship Id="rId40" Type="http://schemas.openxmlformats.org/officeDocument/2006/relationships/image" Target="../media/image156.png"/><Relationship Id="rId20" Type="http://schemas.openxmlformats.org/officeDocument/2006/relationships/image" Target="../media/image145.png"/><Relationship Id="rId42" Type="http://schemas.openxmlformats.org/officeDocument/2006/relationships/image" Target="../media/image157.png"/><Relationship Id="rId41" Type="http://schemas.openxmlformats.org/officeDocument/2006/relationships/image" Target="../media/image159.png"/><Relationship Id="rId22" Type="http://schemas.openxmlformats.org/officeDocument/2006/relationships/image" Target="../media/image131.png"/><Relationship Id="rId44" Type="http://schemas.openxmlformats.org/officeDocument/2006/relationships/image" Target="../media/image167.png"/><Relationship Id="rId21" Type="http://schemas.openxmlformats.org/officeDocument/2006/relationships/image" Target="../media/image135.png"/><Relationship Id="rId43" Type="http://schemas.openxmlformats.org/officeDocument/2006/relationships/image" Target="../media/image161.png"/><Relationship Id="rId24" Type="http://schemas.openxmlformats.org/officeDocument/2006/relationships/image" Target="../media/image140.png"/><Relationship Id="rId46" Type="http://schemas.openxmlformats.org/officeDocument/2006/relationships/image" Target="../media/image155.png"/><Relationship Id="rId23" Type="http://schemas.openxmlformats.org/officeDocument/2006/relationships/image" Target="../media/image139.png"/><Relationship Id="rId45" Type="http://schemas.openxmlformats.org/officeDocument/2006/relationships/image" Target="../media/image164.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4.png"/><Relationship Id="rId4" Type="http://schemas.openxmlformats.org/officeDocument/2006/relationships/image" Target="../media/image120.png"/><Relationship Id="rId9" Type="http://schemas.openxmlformats.org/officeDocument/2006/relationships/image" Target="../media/image124.png"/><Relationship Id="rId26" Type="http://schemas.openxmlformats.org/officeDocument/2006/relationships/image" Target="../media/image143.png"/><Relationship Id="rId25" Type="http://schemas.openxmlformats.org/officeDocument/2006/relationships/image" Target="../media/image138.png"/><Relationship Id="rId47" Type="http://schemas.openxmlformats.org/officeDocument/2006/relationships/image" Target="../media/image195.png"/><Relationship Id="rId28" Type="http://schemas.openxmlformats.org/officeDocument/2006/relationships/image" Target="../media/image142.png"/><Relationship Id="rId27" Type="http://schemas.openxmlformats.org/officeDocument/2006/relationships/image" Target="../media/image152.png"/><Relationship Id="rId5" Type="http://schemas.openxmlformats.org/officeDocument/2006/relationships/image" Target="../media/image125.png"/><Relationship Id="rId6" Type="http://schemas.openxmlformats.org/officeDocument/2006/relationships/image" Target="../media/image115.png"/><Relationship Id="rId29" Type="http://schemas.openxmlformats.org/officeDocument/2006/relationships/image" Target="../media/image144.png"/><Relationship Id="rId7" Type="http://schemas.openxmlformats.org/officeDocument/2006/relationships/image" Target="../media/image118.png"/><Relationship Id="rId8" Type="http://schemas.openxmlformats.org/officeDocument/2006/relationships/image" Target="../media/image122.png"/><Relationship Id="rId31" Type="http://schemas.openxmlformats.org/officeDocument/2006/relationships/image" Target="../media/image137.png"/><Relationship Id="rId30" Type="http://schemas.openxmlformats.org/officeDocument/2006/relationships/image" Target="../media/image141.png"/><Relationship Id="rId11" Type="http://schemas.openxmlformats.org/officeDocument/2006/relationships/image" Target="../media/image126.png"/><Relationship Id="rId33" Type="http://schemas.openxmlformats.org/officeDocument/2006/relationships/image" Target="../media/image147.png"/><Relationship Id="rId10" Type="http://schemas.openxmlformats.org/officeDocument/2006/relationships/image" Target="../media/image123.png"/><Relationship Id="rId32" Type="http://schemas.openxmlformats.org/officeDocument/2006/relationships/image" Target="../media/image146.png"/><Relationship Id="rId13" Type="http://schemas.openxmlformats.org/officeDocument/2006/relationships/image" Target="../media/image128.png"/><Relationship Id="rId35" Type="http://schemas.openxmlformats.org/officeDocument/2006/relationships/image" Target="../media/image150.png"/><Relationship Id="rId12" Type="http://schemas.openxmlformats.org/officeDocument/2006/relationships/image" Target="../media/image127.png"/><Relationship Id="rId34" Type="http://schemas.openxmlformats.org/officeDocument/2006/relationships/image" Target="../media/image148.png"/><Relationship Id="rId15" Type="http://schemas.openxmlformats.org/officeDocument/2006/relationships/image" Target="../media/image133.png"/><Relationship Id="rId37" Type="http://schemas.openxmlformats.org/officeDocument/2006/relationships/image" Target="../media/image149.png"/><Relationship Id="rId14" Type="http://schemas.openxmlformats.org/officeDocument/2006/relationships/image" Target="../media/image130.png"/><Relationship Id="rId36" Type="http://schemas.openxmlformats.org/officeDocument/2006/relationships/image" Target="../media/image154.png"/><Relationship Id="rId17" Type="http://schemas.openxmlformats.org/officeDocument/2006/relationships/image" Target="../media/image134.png"/><Relationship Id="rId39" Type="http://schemas.openxmlformats.org/officeDocument/2006/relationships/image" Target="../media/image151.png"/><Relationship Id="rId16" Type="http://schemas.openxmlformats.org/officeDocument/2006/relationships/image" Target="../media/image129.png"/><Relationship Id="rId38" Type="http://schemas.openxmlformats.org/officeDocument/2006/relationships/image" Target="../media/image153.png"/><Relationship Id="rId19" Type="http://schemas.openxmlformats.org/officeDocument/2006/relationships/image" Target="../media/image132.png"/><Relationship Id="rId18" Type="http://schemas.openxmlformats.org/officeDocument/2006/relationships/image" Target="../media/image136.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160.png"/><Relationship Id="rId9" Type="http://schemas.openxmlformats.org/officeDocument/2006/relationships/image" Target="../media/image166.png"/><Relationship Id="rId5" Type="http://schemas.openxmlformats.org/officeDocument/2006/relationships/image" Target="../media/image165.png"/><Relationship Id="rId6" Type="http://schemas.openxmlformats.org/officeDocument/2006/relationships/image" Target="../media/image162.png"/><Relationship Id="rId7" Type="http://schemas.openxmlformats.org/officeDocument/2006/relationships/image" Target="../media/image163.png"/><Relationship Id="rId8" Type="http://schemas.openxmlformats.org/officeDocument/2006/relationships/image" Target="../media/image171.png"/><Relationship Id="rId11" Type="http://schemas.openxmlformats.org/officeDocument/2006/relationships/image" Target="../media/image170.png"/><Relationship Id="rId10" Type="http://schemas.openxmlformats.org/officeDocument/2006/relationships/image" Target="../media/image168.png"/><Relationship Id="rId13" Type="http://schemas.openxmlformats.org/officeDocument/2006/relationships/image" Target="../media/image169.png"/><Relationship Id="rId12" Type="http://schemas.openxmlformats.org/officeDocument/2006/relationships/image" Target="../media/image173.png"/><Relationship Id="rId15" Type="http://schemas.openxmlformats.org/officeDocument/2006/relationships/image" Target="../media/image178.png"/><Relationship Id="rId14" Type="http://schemas.openxmlformats.org/officeDocument/2006/relationships/image" Target="../media/image172.png"/><Relationship Id="rId16" Type="http://schemas.openxmlformats.org/officeDocument/2006/relationships/image" Target="../media/image174.png"/></Relationships>
</file>

<file path=ppt/slides/_rels/slide8.xml.rels><?xml version="1.0" encoding="UTF-8"?><Relationships xmlns="http://schemas.openxmlformats.org/package/2006/relationships"><Relationship Id="rId20" Type="http://schemas.openxmlformats.org/officeDocument/2006/relationships/image" Target="../media/image192.png"/><Relationship Id="rId22" Type="http://schemas.openxmlformats.org/officeDocument/2006/relationships/image" Target="../media/image193.png"/><Relationship Id="rId21" Type="http://schemas.openxmlformats.org/officeDocument/2006/relationships/image" Target="../media/image198.png"/><Relationship Id="rId24" Type="http://schemas.openxmlformats.org/officeDocument/2006/relationships/image" Target="../media/image199.png"/><Relationship Id="rId23" Type="http://schemas.openxmlformats.org/officeDocument/2006/relationships/image" Target="../media/image200.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7.png"/><Relationship Id="rId4" Type="http://schemas.openxmlformats.org/officeDocument/2006/relationships/image" Target="../media/image175.png"/><Relationship Id="rId9" Type="http://schemas.openxmlformats.org/officeDocument/2006/relationships/image" Target="../media/image187.png"/><Relationship Id="rId26" Type="http://schemas.openxmlformats.org/officeDocument/2006/relationships/image" Target="../media/image197.png"/><Relationship Id="rId25" Type="http://schemas.openxmlformats.org/officeDocument/2006/relationships/image" Target="../media/image196.png"/><Relationship Id="rId28" Type="http://schemas.openxmlformats.org/officeDocument/2006/relationships/image" Target="../media/image201.png"/><Relationship Id="rId27" Type="http://schemas.openxmlformats.org/officeDocument/2006/relationships/image" Target="../media/image203.png"/><Relationship Id="rId5" Type="http://schemas.openxmlformats.org/officeDocument/2006/relationships/image" Target="../media/image176.png"/><Relationship Id="rId6" Type="http://schemas.openxmlformats.org/officeDocument/2006/relationships/image" Target="../media/image181.png"/><Relationship Id="rId29" Type="http://schemas.openxmlformats.org/officeDocument/2006/relationships/image" Target="../media/image202.png"/><Relationship Id="rId7" Type="http://schemas.openxmlformats.org/officeDocument/2006/relationships/image" Target="../media/image183.png"/><Relationship Id="rId8" Type="http://schemas.openxmlformats.org/officeDocument/2006/relationships/image" Target="../media/image179.png"/><Relationship Id="rId30" Type="http://schemas.openxmlformats.org/officeDocument/2006/relationships/image" Target="../media/image209.png"/><Relationship Id="rId11" Type="http://schemas.openxmlformats.org/officeDocument/2006/relationships/image" Target="../media/image182.png"/><Relationship Id="rId10" Type="http://schemas.openxmlformats.org/officeDocument/2006/relationships/image" Target="../media/image180.png"/><Relationship Id="rId13" Type="http://schemas.openxmlformats.org/officeDocument/2006/relationships/image" Target="../media/image194.png"/><Relationship Id="rId12" Type="http://schemas.openxmlformats.org/officeDocument/2006/relationships/image" Target="../media/image184.png"/><Relationship Id="rId15" Type="http://schemas.openxmlformats.org/officeDocument/2006/relationships/image" Target="../media/image186.png"/><Relationship Id="rId14" Type="http://schemas.openxmlformats.org/officeDocument/2006/relationships/image" Target="../media/image185.png"/><Relationship Id="rId17" Type="http://schemas.openxmlformats.org/officeDocument/2006/relationships/image" Target="../media/image189.png"/><Relationship Id="rId16" Type="http://schemas.openxmlformats.org/officeDocument/2006/relationships/image" Target="../media/image190.png"/><Relationship Id="rId19" Type="http://schemas.openxmlformats.org/officeDocument/2006/relationships/image" Target="../media/image18.png"/><Relationship Id="rId18" Type="http://schemas.openxmlformats.org/officeDocument/2006/relationships/image" Target="../media/image191.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4.png"/><Relationship Id="rId4" Type="http://schemas.openxmlformats.org/officeDocument/2006/relationships/image" Target="../media/image205.png"/><Relationship Id="rId9" Type="http://schemas.openxmlformats.org/officeDocument/2006/relationships/image" Target="../media/image211.png"/><Relationship Id="rId5" Type="http://schemas.openxmlformats.org/officeDocument/2006/relationships/image" Target="../media/image206.png"/><Relationship Id="rId6" Type="http://schemas.openxmlformats.org/officeDocument/2006/relationships/image" Target="../media/image208.png"/><Relationship Id="rId7" Type="http://schemas.openxmlformats.org/officeDocument/2006/relationships/image" Target="../media/image207.png"/><Relationship Id="rId8" Type="http://schemas.openxmlformats.org/officeDocument/2006/relationships/image" Target="../media/image210.png"/><Relationship Id="rId11" Type="http://schemas.openxmlformats.org/officeDocument/2006/relationships/image" Target="../media/image219.png"/><Relationship Id="rId10" Type="http://schemas.openxmlformats.org/officeDocument/2006/relationships/image" Target="../media/image19.png"/><Relationship Id="rId13" Type="http://schemas.openxmlformats.org/officeDocument/2006/relationships/image" Target="../media/image215.png"/><Relationship Id="rId12" Type="http://schemas.openxmlformats.org/officeDocument/2006/relationships/image" Target="../media/image213.png"/><Relationship Id="rId15" Type="http://schemas.openxmlformats.org/officeDocument/2006/relationships/image" Target="../media/image214.png"/><Relationship Id="rId14" Type="http://schemas.openxmlformats.org/officeDocument/2006/relationships/image" Target="../media/image224.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8.png"/><Relationship Id="rId4" Type="http://schemas.openxmlformats.org/officeDocument/2006/relationships/image" Target="../media/image217.png"/><Relationship Id="rId9" Type="http://schemas.openxmlformats.org/officeDocument/2006/relationships/image" Target="../media/image223.png"/><Relationship Id="rId5" Type="http://schemas.openxmlformats.org/officeDocument/2006/relationships/image" Target="../media/image216.png"/><Relationship Id="rId6" Type="http://schemas.openxmlformats.org/officeDocument/2006/relationships/image" Target="../media/image220.png"/><Relationship Id="rId7" Type="http://schemas.openxmlformats.org/officeDocument/2006/relationships/image" Target="../media/image221.png"/><Relationship Id="rId8" Type="http://schemas.openxmlformats.org/officeDocument/2006/relationships/image" Target="../media/image222.png"/><Relationship Id="rId11" Type="http://schemas.openxmlformats.org/officeDocument/2006/relationships/image" Target="../media/image225.png"/><Relationship Id="rId10" Type="http://schemas.openxmlformats.org/officeDocument/2006/relationships/image" Target="../media/image14.png"/><Relationship Id="rId13" Type="http://schemas.openxmlformats.org/officeDocument/2006/relationships/image" Target="../media/image230.png"/><Relationship Id="rId12" Type="http://schemas.openxmlformats.org/officeDocument/2006/relationships/image" Target="../media/image228.png"/><Relationship Id="rId15" Type="http://schemas.openxmlformats.org/officeDocument/2006/relationships/image" Target="../media/image229.png"/><Relationship Id="rId14" Type="http://schemas.openxmlformats.org/officeDocument/2006/relationships/image" Target="../media/image227.png"/><Relationship Id="rId16" Type="http://schemas.openxmlformats.org/officeDocument/2006/relationships/image" Target="../media/image231.png"/></Relationships>
</file>

<file path=ppt/slides/_rels/slide11.xml.rels><?xml version="1.0" encoding="UTF-8"?><Relationships xmlns="http://schemas.openxmlformats.org/package/2006/relationships"><Relationship Id="rId20" Type="http://schemas.openxmlformats.org/officeDocument/2006/relationships/image" Target="../media/image249.png"/><Relationship Id="rId22" Type="http://schemas.openxmlformats.org/officeDocument/2006/relationships/image" Target="../media/image247.png"/><Relationship Id="rId21" Type="http://schemas.openxmlformats.org/officeDocument/2006/relationships/image" Target="../media/image250.png"/><Relationship Id="rId24" Type="http://schemas.openxmlformats.org/officeDocument/2006/relationships/image" Target="../media/image251.png"/><Relationship Id="rId23" Type="http://schemas.openxmlformats.org/officeDocument/2006/relationships/image" Target="../media/image252.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32.png"/><Relationship Id="rId9" Type="http://schemas.openxmlformats.org/officeDocument/2006/relationships/image" Target="../media/image17.png"/><Relationship Id="rId26" Type="http://schemas.openxmlformats.org/officeDocument/2006/relationships/image" Target="../media/image254.png"/><Relationship Id="rId25" Type="http://schemas.openxmlformats.org/officeDocument/2006/relationships/image" Target="../media/image253.png"/><Relationship Id="rId5" Type="http://schemas.openxmlformats.org/officeDocument/2006/relationships/image" Target="../media/image243.png"/><Relationship Id="rId6" Type="http://schemas.openxmlformats.org/officeDocument/2006/relationships/image" Target="../media/image234.png"/><Relationship Id="rId7" Type="http://schemas.openxmlformats.org/officeDocument/2006/relationships/image" Target="../media/image233.png"/><Relationship Id="rId8" Type="http://schemas.openxmlformats.org/officeDocument/2006/relationships/image" Target="../media/image244.png"/><Relationship Id="rId11" Type="http://schemas.openxmlformats.org/officeDocument/2006/relationships/image" Target="../media/image239.png"/><Relationship Id="rId10" Type="http://schemas.openxmlformats.org/officeDocument/2006/relationships/image" Target="../media/image237.png"/><Relationship Id="rId13" Type="http://schemas.openxmlformats.org/officeDocument/2006/relationships/image" Target="../media/image236.png"/><Relationship Id="rId12" Type="http://schemas.openxmlformats.org/officeDocument/2006/relationships/image" Target="../media/image235.png"/><Relationship Id="rId15" Type="http://schemas.openxmlformats.org/officeDocument/2006/relationships/image" Target="../media/image13.png"/><Relationship Id="rId14" Type="http://schemas.openxmlformats.org/officeDocument/2006/relationships/image" Target="../media/image245.png"/><Relationship Id="rId17" Type="http://schemas.openxmlformats.org/officeDocument/2006/relationships/image" Target="../media/image241.png"/><Relationship Id="rId16" Type="http://schemas.openxmlformats.org/officeDocument/2006/relationships/image" Target="../media/image240.png"/><Relationship Id="rId19" Type="http://schemas.openxmlformats.org/officeDocument/2006/relationships/image" Target="../media/image242.png"/><Relationship Id="rId18" Type="http://schemas.openxmlformats.org/officeDocument/2006/relationships/image" Target="../media/image246.png"/></Relationships>
</file>

<file path=ppt/slides/_rels/slide12.xml.rels><?xml version="1.0" encoding="UTF-8"?><Relationships xmlns="http://schemas.openxmlformats.org/package/2006/relationships"><Relationship Id="rId20" Type="http://schemas.openxmlformats.org/officeDocument/2006/relationships/image" Target="../media/image274.png"/><Relationship Id="rId22" Type="http://schemas.openxmlformats.org/officeDocument/2006/relationships/image" Target="../media/image275.png"/><Relationship Id="rId21" Type="http://schemas.openxmlformats.org/officeDocument/2006/relationships/image" Target="../media/image277.png"/><Relationship Id="rId24" Type="http://schemas.openxmlformats.org/officeDocument/2006/relationships/image" Target="../media/image272.png"/><Relationship Id="rId23" Type="http://schemas.openxmlformats.org/officeDocument/2006/relationships/image" Target="../media/image281.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7.png"/><Relationship Id="rId4" Type="http://schemas.openxmlformats.org/officeDocument/2006/relationships/image" Target="../media/image256.png"/><Relationship Id="rId9" Type="http://schemas.openxmlformats.org/officeDocument/2006/relationships/image" Target="../media/image261.png"/><Relationship Id="rId26" Type="http://schemas.openxmlformats.org/officeDocument/2006/relationships/image" Target="../media/image279.png"/><Relationship Id="rId25" Type="http://schemas.openxmlformats.org/officeDocument/2006/relationships/image" Target="../media/image273.png"/><Relationship Id="rId5" Type="http://schemas.openxmlformats.org/officeDocument/2006/relationships/image" Target="../media/image255.png"/><Relationship Id="rId6" Type="http://schemas.openxmlformats.org/officeDocument/2006/relationships/image" Target="../media/image258.png"/><Relationship Id="rId7" Type="http://schemas.openxmlformats.org/officeDocument/2006/relationships/image" Target="../media/image259.png"/><Relationship Id="rId8" Type="http://schemas.openxmlformats.org/officeDocument/2006/relationships/image" Target="../media/image276.png"/><Relationship Id="rId11" Type="http://schemas.openxmlformats.org/officeDocument/2006/relationships/image" Target="../media/image260.png"/><Relationship Id="rId10" Type="http://schemas.openxmlformats.org/officeDocument/2006/relationships/image" Target="../media/image262.png"/><Relationship Id="rId13" Type="http://schemas.openxmlformats.org/officeDocument/2006/relationships/image" Target="../media/image263.png"/><Relationship Id="rId12" Type="http://schemas.openxmlformats.org/officeDocument/2006/relationships/image" Target="../media/image269.png"/><Relationship Id="rId15" Type="http://schemas.openxmlformats.org/officeDocument/2006/relationships/image" Target="../media/image267.png"/><Relationship Id="rId14" Type="http://schemas.openxmlformats.org/officeDocument/2006/relationships/image" Target="../media/image264.png"/><Relationship Id="rId17" Type="http://schemas.openxmlformats.org/officeDocument/2006/relationships/image" Target="../media/image268.png"/><Relationship Id="rId16" Type="http://schemas.openxmlformats.org/officeDocument/2006/relationships/image" Target="../media/image265.png"/><Relationship Id="rId19" Type="http://schemas.openxmlformats.org/officeDocument/2006/relationships/image" Target="../media/image270.png"/><Relationship Id="rId18" Type="http://schemas.openxmlformats.org/officeDocument/2006/relationships/image" Target="../media/image271.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0.png"/><Relationship Id="rId4" Type="http://schemas.openxmlformats.org/officeDocument/2006/relationships/image" Target="../media/image21.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Review Common Exception Words</a:t>
            </a:r>
            <a:endParaRPr sz="3000"/>
          </a:p>
        </p:txBody>
      </p:sp>
      <p:sp>
        <p:nvSpPr>
          <p:cNvPr id="679" name="Google Shape;679;p1"/>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89</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81" name="Google Shape;681;p1"/>
          <p:cNvSpPr/>
          <p:nvPr/>
        </p:nvSpPr>
        <p:spPr>
          <a:xfrm>
            <a:off x="5255759" y="5049197"/>
            <a:ext cx="183600" cy="106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682" name="Google Shape;682;p1"/>
          <p:cNvGrpSpPr/>
          <p:nvPr/>
        </p:nvGrpSpPr>
        <p:grpSpPr>
          <a:xfrm>
            <a:off x="4190473" y="4149529"/>
            <a:ext cx="4588402" cy="1407734"/>
            <a:chOff x="4190473" y="4149529"/>
            <a:chExt cx="4588402" cy="1407734"/>
          </a:xfrm>
        </p:grpSpPr>
        <p:pic>
          <p:nvPicPr>
            <p:cNvPr id="683" name="Google Shape;683;p1" title="JNL687-109F.png"/>
            <p:cNvPicPr preferRelativeResize="0"/>
            <p:nvPr/>
          </p:nvPicPr>
          <p:blipFill rotWithShape="1">
            <a:blip r:embed="rId3">
              <a:alphaModFix/>
            </a:blip>
            <a:srcRect b="29" l="0" r="0" t="19"/>
            <a:stretch/>
          </p:blipFill>
          <p:spPr>
            <a:xfrm rot="648185">
              <a:off x="7367470" y="4487461"/>
              <a:ext cx="1333890" cy="953241"/>
            </a:xfrm>
            <a:prstGeom prst="rect">
              <a:avLst/>
            </a:prstGeom>
            <a:noFill/>
            <a:ln>
              <a:noFill/>
            </a:ln>
            <a:effectLst>
              <a:outerShdw blurRad="71438" rotWithShape="0" algn="bl" dir="5400000" dist="19050">
                <a:srgbClr val="000000">
                  <a:alpha val="17647"/>
                </a:srgbClr>
              </a:outerShdw>
            </a:effectLst>
          </p:spPr>
        </p:pic>
        <p:pic>
          <p:nvPicPr>
            <p:cNvPr id="684" name="Google Shape;684;p1" title="JNL687-72F.png"/>
            <p:cNvPicPr preferRelativeResize="0"/>
            <p:nvPr/>
          </p:nvPicPr>
          <p:blipFill rotWithShape="1">
            <a:blip r:embed="rId4">
              <a:alphaModFix/>
            </a:blip>
            <a:srcRect b="0" l="159" r="159" t="0"/>
            <a:stretch/>
          </p:blipFill>
          <p:spPr>
            <a:xfrm rot="133661">
              <a:off x="6292709" y="4219695"/>
              <a:ext cx="1334478" cy="955591"/>
            </a:xfrm>
            <a:prstGeom prst="rect">
              <a:avLst/>
            </a:prstGeom>
            <a:noFill/>
            <a:ln>
              <a:noFill/>
            </a:ln>
            <a:effectLst>
              <a:outerShdw blurRad="71438" rotWithShape="0" algn="bl" dir="5400000" dist="19050">
                <a:srgbClr val="000000">
                  <a:alpha val="17647"/>
                </a:srgbClr>
              </a:outerShdw>
            </a:effectLst>
          </p:spPr>
        </p:pic>
        <p:pic>
          <p:nvPicPr>
            <p:cNvPr id="685" name="Google Shape;685;p1" title="JNL687-66F.png"/>
            <p:cNvPicPr preferRelativeResize="0"/>
            <p:nvPr/>
          </p:nvPicPr>
          <p:blipFill rotWithShape="1">
            <a:blip r:embed="rId5">
              <a:alphaModFix/>
            </a:blip>
            <a:srcRect b="49" l="0" r="0" t="39"/>
            <a:stretch/>
          </p:blipFill>
          <p:spPr>
            <a:xfrm rot="-305105">
              <a:off x="5255740" y="4206861"/>
              <a:ext cx="1336092" cy="955590"/>
            </a:xfrm>
            <a:prstGeom prst="rect">
              <a:avLst/>
            </a:prstGeom>
            <a:noFill/>
            <a:ln>
              <a:noFill/>
            </a:ln>
            <a:effectLst>
              <a:outerShdw blurRad="71438" rotWithShape="0" algn="bl" dir="5400000" dist="19050">
                <a:srgbClr val="000000">
                  <a:alpha val="17647"/>
                </a:srgbClr>
              </a:outerShdw>
            </a:effectLst>
          </p:spPr>
        </p:pic>
        <p:pic>
          <p:nvPicPr>
            <p:cNvPr id="686" name="Google Shape;686;p1" title="JNL687-60F.png"/>
            <p:cNvPicPr preferRelativeResize="0"/>
            <p:nvPr/>
          </p:nvPicPr>
          <p:blipFill rotWithShape="1">
            <a:blip r:embed="rId6">
              <a:alphaModFix/>
            </a:blip>
            <a:srcRect b="0" l="0" r="0" t="0"/>
            <a:stretch/>
          </p:blipFill>
          <p:spPr>
            <a:xfrm rot="-511404">
              <a:off x="4253749" y="4487468"/>
              <a:ext cx="1333892" cy="953243"/>
            </a:xfrm>
            <a:prstGeom prst="rect">
              <a:avLst/>
            </a:prstGeom>
            <a:noFill/>
            <a:ln>
              <a:noFill/>
            </a:ln>
            <a:effectLst>
              <a:outerShdw blurRad="71438" rotWithShape="0" algn="bl" dir="5400000" dist="19050">
                <a:srgbClr val="000000">
                  <a:alpha val="17647"/>
                </a:srgbClr>
              </a:outerShdw>
            </a:effectLst>
          </p:spPr>
        </p:pic>
      </p:grpSp>
      <p:graphicFrame>
        <p:nvGraphicFramePr>
          <p:cNvPr id="687" name="Google Shape;687;p1"/>
          <p:cNvGraphicFramePr/>
          <p:nvPr/>
        </p:nvGraphicFramePr>
        <p:xfrm>
          <a:off x="4844200" y="1646527"/>
          <a:ext cx="3000000" cy="3000000"/>
        </p:xfrm>
        <a:graphic>
          <a:graphicData uri="http://schemas.openxmlformats.org/drawingml/2006/table">
            <a:tbl>
              <a:tblPr bandRow="1" firstRow="1">
                <a:noFill/>
                <a:tableStyleId>{F6D52FAB-67E0-4B7A-89F9-EA9CC8209609}</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ir/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latin typeface="Jost"/>
                          <a:ea typeface="Jost"/>
                          <a:cs typeface="Jost"/>
                          <a:sym typeface="Jost"/>
                        </a:rPr>
                        <a:t>/e</a:t>
                      </a:r>
                      <a:r>
                        <a:rPr lang="en-US" sz="1350">
                          <a:latin typeface="Poppins"/>
                          <a:ea typeface="Poppins"/>
                          <a:cs typeface="Poppins"/>
                          <a:sym typeface="Poppins"/>
                        </a:rPr>
                        <a:t>a</a:t>
                      </a:r>
                      <a:r>
                        <a:rPr lang="en-US" sz="1600">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 xml:space="preserve">Learn and </a:t>
            </a:r>
            <a:r>
              <a:rPr lang="en-US"/>
              <a:t>practise</a:t>
            </a:r>
            <a:r>
              <a:rPr lang="en-US"/>
              <a:t xml:space="preserve"> </a:t>
            </a:r>
            <a:r>
              <a:rPr lang="en-US"/>
              <a:t>Common Exception Word</a:t>
            </a:r>
            <a:r>
              <a:rPr lang="en-US"/>
              <a:t>s and review sound families taught during the week.</a:t>
            </a:r>
            <a:endParaRPr/>
          </a:p>
        </p:txBody>
      </p:sp>
      <p:sp>
        <p:nvSpPr>
          <p:cNvPr id="694" name="Google Shape;694;g2bee4f4af4b_0_204"/>
          <p:cNvSpPr txBox="1"/>
          <p:nvPr>
            <p:ph idx="2" type="body"/>
          </p:nvPr>
        </p:nvSpPr>
        <p:spPr>
          <a:xfrm>
            <a:off x="3298550" y="21215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1000"/>
              </a:spcBef>
              <a:spcAft>
                <a:spcPts val="0"/>
              </a:spcAft>
              <a:buSzPts val="1600"/>
              <a:buChar char="•"/>
            </a:pPr>
            <a:r>
              <a:rPr lang="en-US"/>
              <a:t>Recall all GPCs learned so far using flashcards.</a:t>
            </a:r>
            <a:endParaRPr/>
          </a:p>
        </p:txBody>
      </p:sp>
      <p:sp>
        <p:nvSpPr>
          <p:cNvPr id="695" name="Google Shape;695;g2bee4f4af4b_0_204"/>
          <p:cNvSpPr txBox="1"/>
          <p:nvPr/>
        </p:nvSpPr>
        <p:spPr>
          <a:xfrm>
            <a:off x="49424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696" name="Google Shape;696;g2bee4f4af4b_0_204"/>
          <p:cNvSpPr txBox="1"/>
          <p:nvPr/>
        </p:nvSpPr>
        <p:spPr>
          <a:xfrm>
            <a:off x="4610462" y="5256525"/>
            <a:ext cx="1477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b="0" i="0" lang="en-US" sz="900" u="none" cap="none" strike="noStrik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xml:space="preserve"> </a:t>
            </a:r>
            <a:r>
              <a:rPr b="0" i="0" lang="en-US" sz="900" u="none" cap="none" strike="noStrike">
                <a:solidFill>
                  <a:srgbClr val="757070"/>
                </a:solidFill>
                <a:latin typeface="Poppins Medium"/>
                <a:ea typeface="Poppins Medium"/>
                <a:cs typeface="Poppins Medium"/>
                <a:sym typeface="Poppins Medium"/>
              </a:rPr>
              <a:t>Phase 5</a:t>
            </a:r>
            <a:endParaRPr b="0" i="0" sz="900" u="none" cap="none" strike="noStrike">
              <a:solidFill>
                <a:srgbClr val="757070"/>
              </a:solidFill>
              <a:latin typeface="Poppins Medium"/>
              <a:ea typeface="Poppins Medium"/>
              <a:cs typeface="Poppins Medium"/>
              <a:sym typeface="Poppins Medium"/>
            </a:endParaRPr>
          </a:p>
        </p:txBody>
      </p:sp>
      <p:pic>
        <p:nvPicPr>
          <p:cNvPr id="697" name="Google Shape;697;g2bee4f4af4b_0_204" title="JNL687-45F.png"/>
          <p:cNvPicPr preferRelativeResize="0"/>
          <p:nvPr/>
        </p:nvPicPr>
        <p:blipFill rotWithShape="1">
          <a:blip r:embed="rId3">
            <a:alphaModFix/>
          </a:blip>
          <a:srcRect b="0" l="0" r="0" t="0"/>
          <a:stretch/>
        </p:blipFill>
        <p:spPr>
          <a:xfrm>
            <a:off x="4883229" y="4326104"/>
            <a:ext cx="931974" cy="665200"/>
          </a:xfrm>
          <a:prstGeom prst="rect">
            <a:avLst/>
          </a:prstGeom>
          <a:noFill/>
          <a:ln>
            <a:noFill/>
          </a:ln>
          <a:effectLst>
            <a:outerShdw blurRad="71438" rotWithShape="0" algn="bl" dir="5220000" dist="19050">
              <a:srgbClr val="D8D8D8"/>
            </a:outerShdw>
          </a:effectLst>
        </p:spPr>
      </p:pic>
      <p:sp>
        <p:nvSpPr>
          <p:cNvPr id="698" name="Google Shape;698;g2bee4f4af4b_0_204"/>
          <p:cNvSpPr txBox="1"/>
          <p:nvPr/>
        </p:nvSpPr>
        <p:spPr>
          <a:xfrm>
            <a:off x="36470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699" name="Google Shape;699;g2bee4f4af4b_0_204"/>
          <p:cNvSpPr txBox="1"/>
          <p:nvPr/>
        </p:nvSpPr>
        <p:spPr>
          <a:xfrm>
            <a:off x="3315188" y="5256525"/>
            <a:ext cx="1477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b="0" i="0" lang="en-US" sz="900" u="none" cap="none" strike="noStrik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xml:space="preserve"> P</a:t>
            </a:r>
            <a:r>
              <a:rPr b="0" i="0" lang="en-US" sz="900" u="none" cap="none" strike="noStrike">
                <a:solidFill>
                  <a:srgbClr val="757070"/>
                </a:solidFill>
                <a:latin typeface="Poppins Medium"/>
                <a:ea typeface="Poppins Medium"/>
                <a:cs typeface="Poppins Medium"/>
                <a:sym typeface="Poppins Medium"/>
              </a:rPr>
              <a:t>hase 4</a:t>
            </a:r>
            <a:endParaRPr b="0" i="0" sz="900" u="none" cap="none" strike="noStrike">
              <a:solidFill>
                <a:srgbClr val="757070"/>
              </a:solidFill>
              <a:latin typeface="Poppins Medium"/>
              <a:ea typeface="Poppins Medium"/>
              <a:cs typeface="Poppins Medium"/>
              <a:sym typeface="Poppins Medium"/>
            </a:endParaRPr>
          </a:p>
        </p:txBody>
      </p:sp>
      <p:pic>
        <p:nvPicPr>
          <p:cNvPr id="700" name="Google Shape;700;g2bee4f4af4b_0_204" title="JNL687-32F.png"/>
          <p:cNvPicPr preferRelativeResize="0"/>
          <p:nvPr/>
        </p:nvPicPr>
        <p:blipFill rotWithShape="1">
          <a:blip r:embed="rId4">
            <a:alphaModFix/>
          </a:blip>
          <a:srcRect b="0" l="0" r="0" t="0"/>
          <a:stretch/>
        </p:blipFill>
        <p:spPr>
          <a:xfrm>
            <a:off x="3587829" y="4326104"/>
            <a:ext cx="931974" cy="665200"/>
          </a:xfrm>
          <a:prstGeom prst="rect">
            <a:avLst/>
          </a:prstGeom>
          <a:noFill/>
          <a:ln>
            <a:noFill/>
          </a:ln>
          <a:effectLst>
            <a:outerShdw blurRad="71438" rotWithShape="0" algn="bl" dir="5220000" dist="19050">
              <a:srgbClr val="D8D8D8"/>
            </a:outerShdw>
          </a:effectLst>
        </p:spPr>
      </p:pic>
      <p:sp>
        <p:nvSpPr>
          <p:cNvPr id="701" name="Google Shape;701;g2bee4f4af4b_0_204"/>
          <p:cNvSpPr txBox="1"/>
          <p:nvPr/>
        </p:nvSpPr>
        <p:spPr>
          <a:xfrm>
            <a:off x="235159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702" name="Google Shape;702;g2bee4f4af4b_0_204"/>
          <p:cNvSpPr txBox="1"/>
          <p:nvPr/>
        </p:nvSpPr>
        <p:spPr>
          <a:xfrm>
            <a:off x="2019662" y="5256525"/>
            <a:ext cx="1477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b="0" i="0" lang="en-US" sz="900" u="none" cap="none" strike="noStrike">
                <a:solidFill>
                  <a:srgbClr val="757070"/>
                </a:solidFill>
                <a:latin typeface="Poppins Medium"/>
                <a:ea typeface="Poppins Medium"/>
                <a:cs typeface="Poppins Medium"/>
                <a:sym typeface="Poppins Medium"/>
              </a:rPr>
              <a:t>s Phase 3</a:t>
            </a:r>
            <a:endParaRPr b="0" i="0" sz="1400" u="none" cap="none" strike="noStrike">
              <a:solidFill>
                <a:srgbClr val="000000"/>
              </a:solidFill>
              <a:latin typeface="Poppins Medium"/>
              <a:ea typeface="Poppins Medium"/>
              <a:cs typeface="Poppins Medium"/>
              <a:sym typeface="Poppins Medium"/>
            </a:endParaRPr>
          </a:p>
        </p:txBody>
      </p:sp>
      <p:pic>
        <p:nvPicPr>
          <p:cNvPr id="703" name="Google Shape;703;g2bee4f4af4b_0_204" title="JNL687-15F.png"/>
          <p:cNvPicPr preferRelativeResize="0"/>
          <p:nvPr/>
        </p:nvPicPr>
        <p:blipFill rotWithShape="1">
          <a:blip r:embed="rId5">
            <a:alphaModFix/>
          </a:blip>
          <a:srcRect b="79" l="0" r="0" t="89"/>
          <a:stretch/>
        </p:blipFill>
        <p:spPr>
          <a:xfrm>
            <a:off x="2292429" y="4326104"/>
            <a:ext cx="931974" cy="665199"/>
          </a:xfrm>
          <a:prstGeom prst="rect">
            <a:avLst/>
          </a:prstGeom>
          <a:noFill/>
          <a:ln>
            <a:noFill/>
          </a:ln>
          <a:effectLst>
            <a:outerShdw blurRad="71438" rotWithShape="0" algn="bl" dir="5220000" dist="19050">
              <a:srgbClr val="D8D8D8"/>
            </a:outerShdw>
          </a:effectLst>
        </p:spPr>
      </p:pic>
      <p:sp>
        <p:nvSpPr>
          <p:cNvPr id="704" name="Google Shape;704;g2bee4f4af4b_0_204"/>
          <p:cNvSpPr txBox="1"/>
          <p:nvPr/>
        </p:nvSpPr>
        <p:spPr>
          <a:xfrm>
            <a:off x="10562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705" name="Google Shape;705;g2bee4f4af4b_0_204"/>
          <p:cNvSpPr txBox="1"/>
          <p:nvPr/>
        </p:nvSpPr>
        <p:spPr>
          <a:xfrm>
            <a:off x="724274" y="5256525"/>
            <a:ext cx="1477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b="0" i="0" lang="en-US" sz="900" u="none" cap="none" strike="noStrike">
                <a:solidFill>
                  <a:srgbClr val="757070"/>
                </a:solidFill>
                <a:latin typeface="Poppins Medium"/>
                <a:ea typeface="Poppins Medium"/>
                <a:cs typeface="Poppins Medium"/>
                <a:sym typeface="Poppins Medium"/>
              </a:rPr>
              <a:t>s Phase 2</a:t>
            </a:r>
            <a:endParaRPr b="0" i="0" sz="1400" u="none" cap="none" strike="noStrike">
              <a:solidFill>
                <a:srgbClr val="000000"/>
              </a:solidFill>
              <a:latin typeface="Poppins Medium"/>
              <a:ea typeface="Poppins Medium"/>
              <a:cs typeface="Poppins Medium"/>
              <a:sym typeface="Poppins Medium"/>
            </a:endParaRPr>
          </a:p>
        </p:txBody>
      </p:sp>
      <p:pic>
        <p:nvPicPr>
          <p:cNvPr id="706" name="Google Shape;706;g2bee4f4af4b_0_204" title="JNL687-1F.png"/>
          <p:cNvPicPr preferRelativeResize="0"/>
          <p:nvPr/>
        </p:nvPicPr>
        <p:blipFill rotWithShape="1">
          <a:blip r:embed="rId6">
            <a:alphaModFix/>
          </a:blip>
          <a:srcRect b="59" l="0" r="0" t="59"/>
          <a:stretch/>
        </p:blipFill>
        <p:spPr>
          <a:xfrm>
            <a:off x="997029" y="4326104"/>
            <a:ext cx="931973" cy="665200"/>
          </a:xfrm>
          <a:prstGeom prst="rect">
            <a:avLst/>
          </a:prstGeom>
          <a:noFill/>
          <a:ln>
            <a:noFill/>
          </a:ln>
          <a:effectLst>
            <a:outerShdw blurRad="71438" rotWithShape="0" algn="bl" dir="5220000" dist="19050">
              <a:srgbClr val="D8D8D8"/>
            </a:outerShdw>
          </a:effectLst>
        </p:spPr>
      </p:pic>
      <p:sp>
        <p:nvSpPr>
          <p:cNvPr id="707" name="Google Shape;707;g2bee4f4af4b_0_204">
            <a:hlinkClick/>
          </p:cNvPr>
          <p:cNvSpPr/>
          <p:nvPr/>
        </p:nvSpPr>
        <p:spPr>
          <a:xfrm>
            <a:off x="34397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08" name="Google Shape;708;g2bee4f4af4b_0_204">
            <a:hlinkClick/>
          </p:cNvPr>
          <p:cNvSpPr/>
          <p:nvPr/>
        </p:nvSpPr>
        <p:spPr>
          <a:xfrm>
            <a:off x="47351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09" name="Google Shape;709;g2bee4f4af4b_0_204">
            <a:hlinkClick/>
          </p:cNvPr>
          <p:cNvSpPr/>
          <p:nvPr/>
        </p:nvSpPr>
        <p:spPr>
          <a:xfrm>
            <a:off x="21443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0" name="Google Shape;710;g2bee4f4af4b_0_204">
            <a:hlinkClick/>
          </p:cNvPr>
          <p:cNvSpPr/>
          <p:nvPr/>
        </p:nvSpPr>
        <p:spPr>
          <a:xfrm>
            <a:off x="8489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1" name="Google Shape;711;g2bee4f4af4b_0_204"/>
          <p:cNvSpPr txBox="1"/>
          <p:nvPr/>
        </p:nvSpPr>
        <p:spPr>
          <a:xfrm>
            <a:off x="62378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712" name="Google Shape;712;g2bee4f4af4b_0_204"/>
          <p:cNvSpPr txBox="1"/>
          <p:nvPr/>
        </p:nvSpPr>
        <p:spPr>
          <a:xfrm>
            <a:off x="5925699" y="5256525"/>
            <a:ext cx="1437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b="0" i="0" lang="en-US" sz="900" u="none" cap="none" strike="noStrike">
                <a:solidFill>
                  <a:srgbClr val="757070"/>
                </a:solidFill>
                <a:latin typeface="Poppins Medium"/>
                <a:ea typeface="Poppins Medium"/>
                <a:cs typeface="Poppins Medium"/>
                <a:sym typeface="Poppins Medium"/>
              </a:rPr>
              <a:t>s</a:t>
            </a:r>
            <a:r>
              <a:rPr lang="en-US" sz="900">
                <a:solidFill>
                  <a:srgbClr val="757070"/>
                </a:solidFill>
                <a:latin typeface="Poppins Medium"/>
                <a:ea typeface="Poppins Medium"/>
                <a:cs typeface="Poppins Medium"/>
                <a:sym typeface="Poppins Medium"/>
              </a:rPr>
              <a:t xml:space="preserve"> </a:t>
            </a:r>
            <a:r>
              <a:rPr b="0" i="0" lang="en-US" sz="900" u="none" cap="none" strike="noStrike">
                <a:solidFill>
                  <a:srgbClr val="757070"/>
                </a:solidFill>
                <a:latin typeface="Poppins Medium"/>
                <a:ea typeface="Poppins Medium"/>
                <a:cs typeface="Poppins Medium"/>
                <a:sym typeface="Poppins Medium"/>
              </a:rPr>
              <a:t>Phase 5.5</a:t>
            </a:r>
            <a:endParaRPr b="0" i="0" sz="900" u="none" cap="none" strike="noStrike">
              <a:solidFill>
                <a:srgbClr val="757070"/>
              </a:solidFill>
              <a:latin typeface="Poppins Medium"/>
              <a:ea typeface="Poppins Medium"/>
              <a:cs typeface="Poppins Medium"/>
              <a:sym typeface="Poppins Medium"/>
            </a:endParaRPr>
          </a:p>
        </p:txBody>
      </p:sp>
      <p:pic>
        <p:nvPicPr>
          <p:cNvPr id="713" name="Google Shape;713;g2bee4f4af4b_0_204" title="JNL687-60F.png"/>
          <p:cNvPicPr preferRelativeResize="0"/>
          <p:nvPr/>
        </p:nvPicPr>
        <p:blipFill rotWithShape="1">
          <a:blip r:embed="rId7">
            <a:alphaModFix/>
          </a:blip>
          <a:srcRect b="59" l="0" r="0" t="59"/>
          <a:stretch/>
        </p:blipFill>
        <p:spPr>
          <a:xfrm>
            <a:off x="6178629" y="4326104"/>
            <a:ext cx="931973" cy="665200"/>
          </a:xfrm>
          <a:prstGeom prst="rect">
            <a:avLst/>
          </a:prstGeom>
          <a:noFill/>
          <a:ln>
            <a:noFill/>
          </a:ln>
          <a:effectLst>
            <a:outerShdw blurRad="71438" rotWithShape="0" algn="bl" dir="5220000" dist="19050">
              <a:srgbClr val="D8D8D8"/>
            </a:outerShdw>
          </a:effectLst>
        </p:spPr>
      </p:pic>
      <p:sp>
        <p:nvSpPr>
          <p:cNvPr id="714" name="Google Shape;714;g2bee4f4af4b_0_204">
            <a:hlinkClick/>
          </p:cNvPr>
          <p:cNvSpPr/>
          <p:nvPr/>
        </p:nvSpPr>
        <p:spPr>
          <a:xfrm>
            <a:off x="60305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41b5a21106_0_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721" name="Google Shape;721;g341b5a21106_0_1"/>
          <p:cNvGrpSpPr/>
          <p:nvPr/>
        </p:nvGrpSpPr>
        <p:grpSpPr>
          <a:xfrm>
            <a:off x="854200" y="2053244"/>
            <a:ext cx="7283200" cy="3724851"/>
            <a:chOff x="930400" y="2129444"/>
            <a:chExt cx="7283200" cy="3724851"/>
          </a:xfrm>
        </p:grpSpPr>
        <p:pic>
          <p:nvPicPr>
            <p:cNvPr id="722" name="Google Shape;722;g341b5a21106_0_1"/>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723" name="Google Shape;723;g341b5a21106_0_1"/>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724" name="Google Shape;724;g341b5a21106_0_1"/>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725" name="Google Shape;725;g341b5a21106_0_1"/>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726" name="Google Shape;726;g341b5a21106_0_1"/>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727" name="Google Shape;727;g341b5a21106_0_1"/>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728" name="Google Shape;728;g341b5a21106_0_1"/>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729" name="Google Shape;729;g341b5a21106_0_1"/>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730" name="Google Shape;730;g341b5a21106_0_1"/>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731" name="Google Shape;731;g341b5a21106_0_1"/>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732" name="Google Shape;732;g341b5a21106_0_1"/>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733" name="Google Shape;733;g341b5a21106_0_1"/>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734" name="Google Shape;734;g341b5a21106_0_1"/>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735" name="Google Shape;735;g341b5a21106_0_1"/>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736" name="Google Shape;736;g341b5a21106_0_1"/>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737" name="Google Shape;737;g341b5a21106_0_1"/>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738" name="Google Shape;738;g341b5a21106_0_1"/>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39" name="Google Shape;739;g341b5a21106_0_1"/>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40" name="Google Shape;740;g341b5a21106_0_1"/>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1" name="Google Shape;741;g341b5a21106_0_1"/>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42" name="Google Shape;742;g341b5a21106_0_1"/>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43" name="Google Shape;743;g341b5a21106_0_1"/>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44" name="Google Shape;744;g341b5a21106_0_1"/>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41b5a21106_0_3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341b5a21106_0_30"/>
          <p:cNvGrpSpPr/>
          <p:nvPr/>
        </p:nvGrpSpPr>
        <p:grpSpPr>
          <a:xfrm>
            <a:off x="854200" y="2053250"/>
            <a:ext cx="7283201" cy="2971674"/>
            <a:chOff x="930400" y="2129450"/>
            <a:chExt cx="7283201" cy="2971674"/>
          </a:xfrm>
        </p:grpSpPr>
        <p:pic>
          <p:nvPicPr>
            <p:cNvPr id="752" name="Google Shape;752;g341b5a21106_0_30"/>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53" name="Google Shape;753;g341b5a21106_0_30"/>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54" name="Google Shape;754;g341b5a21106_0_30"/>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55" name="Google Shape;755;g341b5a21106_0_30"/>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56" name="Google Shape;756;g341b5a21106_0_30"/>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57" name="Google Shape;757;g341b5a21106_0_30"/>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58" name="Google Shape;758;g341b5a21106_0_30"/>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59" name="Google Shape;759;g341b5a21106_0_30"/>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60" name="Google Shape;760;g341b5a21106_0_30"/>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61" name="Google Shape;761;g341b5a21106_0_30"/>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62" name="Google Shape;762;g341b5a21106_0_30"/>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63" name="Google Shape;763;g341b5a21106_0_30"/>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64" name="Google Shape;764;g341b5a21106_0_30"/>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65" name="Google Shape;765;g341b5a21106_0_30"/>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66" name="Google Shape;766;g341b5a21106_0_30"/>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67" name="Google Shape;767;g341b5a21106_0_30"/>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68" name="Google Shape;768;g341b5a21106_0_30"/>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69" name="Google Shape;769;g341b5a21106_0_30"/>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0" name="Google Shape;770;g341b5a21106_0_30"/>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1" name="Google Shape;771;g341b5a21106_0_30"/>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72" name="Google Shape;772;g341b5a21106_0_30"/>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1b5a21106_0_30"/>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b5a21106_0_30"/>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75" name="Google Shape;775;g341b5a21106_0_30"/>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76" name="Google Shape;776;g341b5a21106_0_30"/>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77" name="Google Shape;777;g341b5a21106_0_30"/>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41b5a21106_0_30"/>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79" name="Google Shape;779;g341b5a21106_0_30"/>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80" name="Google Shape;780;g341b5a21106_0_30"/>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41b5a21106_0_6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7" name="Google Shape;787;g341b5a21106_0_65"/>
          <p:cNvGrpSpPr/>
          <p:nvPr/>
        </p:nvGrpSpPr>
        <p:grpSpPr>
          <a:xfrm>
            <a:off x="854200" y="2053250"/>
            <a:ext cx="7283201" cy="2971674"/>
            <a:chOff x="930400" y="2053250"/>
            <a:chExt cx="7283201" cy="2971674"/>
          </a:xfrm>
        </p:grpSpPr>
        <p:pic>
          <p:nvPicPr>
            <p:cNvPr id="788" name="Google Shape;788;g341b5a21106_0_65"/>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89" name="Google Shape;789;g341b5a21106_0_65"/>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90" name="Google Shape;790;g341b5a21106_0_65"/>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91" name="Google Shape;791;g341b5a21106_0_65"/>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92" name="Google Shape;792;g341b5a21106_0_65"/>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93" name="Google Shape;793;g341b5a21106_0_65"/>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94" name="Google Shape;794;g341b5a21106_0_65"/>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95" name="Google Shape;795;g341b5a21106_0_65"/>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96" name="Google Shape;796;g341b5a21106_0_65"/>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97" name="Google Shape;797;g341b5a21106_0_65"/>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98" name="Google Shape;798;g341b5a21106_0_65"/>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99" name="Google Shape;799;g341b5a21106_0_65"/>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800" name="Google Shape;800;g341b5a21106_0_65"/>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01" name="Google Shape;801;g341b5a21106_0_65"/>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2" name="Google Shape;802;g341b5a21106_0_65"/>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03" name="Google Shape;803;g341b5a21106_0_65"/>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04" name="Google Shape;804;g341b5a21106_0_65"/>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805" name="Google Shape;805;g341b5a21106_0_65"/>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06" name="Google Shape;806;g341b5a21106_0_65"/>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07" name="Google Shape;807;g341b5a21106_0_65"/>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808" name="Google Shape;808;g341b5a21106_0_65"/>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809" name="Google Shape;809;g341b5a21106_0_65"/>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10" name="Google Shape;810;g341b5a21106_0_65"/>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811" name="Google Shape;811;g341b5a21106_0_65"/>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12" name="Google Shape;812;g341b5a21106_0_65"/>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813" name="Google Shape;813;g341b5a21106_0_65"/>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814" name="Google Shape;814;g341b5a21106_0_65"/>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815" name="Google Shape;815;g341b5a21106_0_65"/>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816" name="Google Shape;816;g341b5a21106_0_65"/>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817" name="Google Shape;817;g341b5a21106_0_65"/>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818" name="Google Shape;818;g341b5a21106_0_65"/>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819" name="Google Shape;819;g341b5a21106_0_65"/>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820" name="Google Shape;820;g341b5a21106_0_65"/>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21" name="Google Shape;821;g341b5a21106_0_65"/>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822" name="Google Shape;822;g341b5a21106_0_65"/>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823" name="Google Shape;823;g341b5a21106_0_65"/>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24" name="Google Shape;824;g341b5a21106_0_65"/>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825" name="Google Shape;825;g341b5a21106_0_65"/>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826" name="Google Shape;826;g341b5a21106_0_65"/>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827" name="Google Shape;827;g341b5a21106_0_65"/>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828" name="Google Shape;828;g341b5a21106_0_65"/>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g341b5a21106_0_11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35" name="Google Shape;835;g341b5a21106_0_112"/>
          <p:cNvGrpSpPr/>
          <p:nvPr/>
        </p:nvGrpSpPr>
        <p:grpSpPr>
          <a:xfrm>
            <a:off x="855905" y="2053250"/>
            <a:ext cx="7272577" cy="3316697"/>
            <a:chOff x="855905" y="2053250"/>
            <a:chExt cx="7272577" cy="3316697"/>
          </a:xfrm>
        </p:grpSpPr>
        <p:pic>
          <p:nvPicPr>
            <p:cNvPr id="836" name="Google Shape;836;g341b5a21106_0_112"/>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837" name="Google Shape;837;g341b5a21106_0_112"/>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838" name="Google Shape;838;g341b5a21106_0_112"/>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39" name="Google Shape;839;g341b5a21106_0_112"/>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40" name="Google Shape;840;g341b5a21106_0_112"/>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41" name="Google Shape;841;g341b5a21106_0_112"/>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42" name="Google Shape;842;g341b5a21106_0_112"/>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43" name="Google Shape;843;g341b5a21106_0_112"/>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44" name="Google Shape;844;g341b5a21106_0_112"/>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45" name="Google Shape;845;g341b5a21106_0_112"/>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46" name="Google Shape;846;g341b5a21106_0_112"/>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47" name="Google Shape;847;g341b5a21106_0_112"/>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48" name="Google Shape;848;g341b5a21106_0_112"/>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49" name="Google Shape;849;g341b5a21106_0_112"/>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50" name="Google Shape;850;g341b5a21106_0_112"/>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51" name="Google Shape;851;g341b5a21106_0_112"/>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52" name="Google Shape;852;g341b5a21106_0_112"/>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53" name="Google Shape;853;g341b5a21106_0_112"/>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54" name="Google Shape;854;g341b5a21106_0_112"/>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55" name="Google Shape;855;g341b5a21106_0_112"/>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56" name="Google Shape;856;g341b5a21106_0_112"/>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57" name="Google Shape;857;g341b5a21106_0_112"/>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58" name="Google Shape;858;g341b5a21106_0_112"/>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59" name="Google Shape;859;g341b5a21106_0_112"/>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60" name="Google Shape;860;g341b5a21106_0_112"/>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61" name="Google Shape;861;g341b5a21106_0_112"/>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62" name="Google Shape;862;g341b5a21106_0_112"/>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63" name="Google Shape;863;g341b5a21106_0_112"/>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64" name="Google Shape;864;g341b5a21106_0_112"/>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65" name="Google Shape;865;g341b5a21106_0_112"/>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66" name="Google Shape;866;g341b5a21106_0_112"/>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67" name="Google Shape;867;g341b5a21106_0_112"/>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68" name="Google Shape;868;g341b5a21106_0_112"/>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69" name="Google Shape;869;g341b5a21106_0_112"/>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70" name="Google Shape;870;g341b5a21106_0_112"/>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71" name="Google Shape;871;g341b5a21106_0_112"/>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72" name="Google Shape;872;g341b5a21106_0_112"/>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73" name="Google Shape;873;g341b5a21106_0_112"/>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74" name="Google Shape;874;g341b5a21106_0_112"/>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75" name="Google Shape;875;g341b5a21106_0_112"/>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76" name="Google Shape;876;g341b5a21106_0_112"/>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77" name="Google Shape;877;g341b5a21106_0_112"/>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78" name="Google Shape;878;g341b5a21106_0_112"/>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pic>
          <p:nvPicPr>
            <p:cNvPr id="879" name="Google Shape;879;g341b5a21106_0_112"/>
            <p:cNvPicPr preferRelativeResize="0"/>
            <p:nvPr/>
          </p:nvPicPr>
          <p:blipFill rotWithShape="1">
            <a:blip r:embed="rId46">
              <a:alphaModFix/>
            </a:blip>
            <a:srcRect b="0" l="79" r="79" t="0"/>
            <a:stretch/>
          </p:blipFill>
          <p:spPr>
            <a:xfrm>
              <a:off x="5136975" y="4598412"/>
              <a:ext cx="545045" cy="771487"/>
            </a:xfrm>
            <a:prstGeom prst="rect">
              <a:avLst/>
            </a:prstGeom>
            <a:noFill/>
            <a:ln>
              <a:noFill/>
            </a:ln>
            <a:effectLst>
              <a:outerShdw blurRad="71438" rotWithShape="0" algn="bl" dir="5400000" dist="28575">
                <a:srgbClr val="000000">
                  <a:alpha val="14900"/>
                </a:srgbClr>
              </a:outerShdw>
            </a:effectLst>
          </p:spPr>
        </p:pic>
        <p:pic>
          <p:nvPicPr>
            <p:cNvPr id="880" name="Google Shape;880;g341b5a21106_0_112"/>
            <p:cNvPicPr preferRelativeResize="0"/>
            <p:nvPr/>
          </p:nvPicPr>
          <p:blipFill rotWithShape="1">
            <a:blip r:embed="rId47">
              <a:alphaModFix/>
            </a:blip>
            <a:srcRect b="0" l="19" r="29" t="0"/>
            <a:stretch/>
          </p:blipFill>
          <p:spPr>
            <a:xfrm>
              <a:off x="5748586"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41b5a21106_0_16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87" name="Google Shape;887;g341b5a21106_0_163"/>
          <p:cNvGrpSpPr/>
          <p:nvPr/>
        </p:nvGrpSpPr>
        <p:grpSpPr>
          <a:xfrm>
            <a:off x="865957" y="2135925"/>
            <a:ext cx="7282807" cy="2686611"/>
            <a:chOff x="867357" y="2129450"/>
            <a:chExt cx="7282807" cy="2686611"/>
          </a:xfrm>
        </p:grpSpPr>
        <p:pic>
          <p:nvPicPr>
            <p:cNvPr id="888" name="Google Shape;888;g341b5a21106_0_163"/>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9" name="Google Shape;889;g341b5a21106_0_163"/>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90" name="Google Shape;890;g341b5a21106_0_163"/>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91" name="Google Shape;891;g341b5a21106_0_163"/>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92" name="Google Shape;892;g341b5a21106_0_163"/>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93" name="Google Shape;893;g341b5a21106_0_163"/>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4" name="Google Shape;894;g341b5a21106_0_163"/>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5" name="Google Shape;895;g341b5a21106_0_163"/>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96" name="Google Shape;896;g341b5a21106_0_163"/>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7" name="Google Shape;897;g341b5a21106_0_163"/>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8" name="Google Shape;898;g341b5a21106_0_163"/>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99" name="Google Shape;899;g341b5a21106_0_163"/>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900" name="Google Shape;900;g341b5a21106_0_163"/>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901" name="Google Shape;901;g341b5a21106_0_163"/>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41b5a21106_0_18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908" name="Google Shape;908;g341b5a21106_0_183"/>
          <p:cNvGrpSpPr/>
          <p:nvPr/>
        </p:nvGrpSpPr>
        <p:grpSpPr>
          <a:xfrm>
            <a:off x="866900" y="2136011"/>
            <a:ext cx="7281864" cy="2684601"/>
            <a:chOff x="868300" y="2129450"/>
            <a:chExt cx="7281864" cy="2684601"/>
          </a:xfrm>
        </p:grpSpPr>
        <p:pic>
          <p:nvPicPr>
            <p:cNvPr id="909" name="Google Shape;909;g341b5a21106_0_183"/>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910" name="Google Shape;910;g341b5a21106_0_183"/>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911" name="Google Shape;911;g341b5a21106_0_183"/>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912" name="Google Shape;912;g341b5a21106_0_183"/>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913" name="Google Shape;913;g341b5a21106_0_183"/>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914" name="Google Shape;914;g341b5a21106_0_183"/>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15" name="Google Shape;915;g341b5a21106_0_183"/>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16" name="Google Shape;916;g341b5a21106_0_183"/>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17" name="Google Shape;917;g341b5a21106_0_183"/>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18" name="Google Shape;918;g341b5a21106_0_183"/>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19" name="Google Shape;919;g341b5a21106_0_183"/>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20" name="Google Shape;920;g341b5a21106_0_183"/>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21" name="Google Shape;921;g341b5a21106_0_183"/>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22" name="Google Shape;922;g341b5a21106_0_183"/>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23" name="Google Shape;923;g341b5a21106_0_183"/>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24" name="Google Shape;924;g341b5a21106_0_183"/>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25" name="Google Shape;925;g341b5a21106_0_183"/>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926" name="Google Shape;926;g341b5a21106_0_183"/>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927" name="Google Shape;927;g341b5a21106_0_183"/>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928" name="Google Shape;928;g341b5a21106_0_183"/>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929" name="Google Shape;929;g341b5a21106_0_183"/>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930" name="Google Shape;930;g341b5a21106_0_183"/>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931" name="Google Shape;931;g341b5a21106_0_183"/>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932" name="Google Shape;932;g341b5a21106_0_183"/>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933" name="Google Shape;933;g341b5a21106_0_183"/>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934" name="Google Shape;934;g341b5a21106_0_183"/>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935" name="Google Shape;935;g341b5a21106_0_183"/>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936" name="Google Shape;936;g341b5a21106_0_183"/>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41b5a21106_0_21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943" name="Google Shape;943;g341b5a21106_0_217"/>
          <p:cNvGrpSpPr/>
          <p:nvPr/>
        </p:nvGrpSpPr>
        <p:grpSpPr>
          <a:xfrm>
            <a:off x="868300" y="2129450"/>
            <a:ext cx="7281864" cy="2684601"/>
            <a:chOff x="868300" y="2053250"/>
            <a:chExt cx="7281864" cy="2684601"/>
          </a:xfrm>
        </p:grpSpPr>
        <p:pic>
          <p:nvPicPr>
            <p:cNvPr id="944" name="Google Shape;944;g341b5a21106_0_217"/>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45" name="Google Shape;945;g341b5a21106_0_217"/>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46" name="Google Shape;946;g341b5a21106_0_217"/>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47" name="Google Shape;947;g341b5a21106_0_217"/>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48" name="Google Shape;948;g341b5a21106_0_217"/>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49" name="Google Shape;949;g341b5a21106_0_217"/>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50" name="Google Shape;950;g341b5a21106_0_217"/>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51" name="Google Shape;951;g341b5a21106_0_217"/>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52" name="Google Shape;952;g341b5a21106_0_217"/>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53" name="Google Shape;953;g341b5a21106_0_217"/>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54" name="Google Shape;954;g341b5a21106_0_217"/>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55" name="Google Shape;955;g341b5a21106_0_217"/>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56" name="Google Shape;956;g341b5a21106_0_217"/>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41b5a21106_0_23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63" name="Google Shape;963;g341b5a21106_0_236"/>
          <p:cNvGrpSpPr/>
          <p:nvPr/>
        </p:nvGrpSpPr>
        <p:grpSpPr>
          <a:xfrm>
            <a:off x="868300" y="2129450"/>
            <a:ext cx="7281864" cy="2688001"/>
            <a:chOff x="868300" y="2129450"/>
            <a:chExt cx="7281864" cy="2688001"/>
          </a:xfrm>
        </p:grpSpPr>
        <p:pic>
          <p:nvPicPr>
            <p:cNvPr id="964" name="Google Shape;964;g341b5a21106_0_236"/>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65" name="Google Shape;965;g341b5a21106_0_236"/>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66" name="Google Shape;966;g341b5a21106_0_236"/>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67" name="Google Shape;967;g341b5a21106_0_236"/>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68" name="Google Shape;968;g341b5a21106_0_236"/>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69" name="Google Shape;969;g341b5a21106_0_236"/>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70" name="Google Shape;970;g341b5a21106_0_236"/>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71" name="Google Shape;971;g341b5a21106_0_236"/>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72" name="Google Shape;972;g341b5a21106_0_236"/>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73" name="Google Shape;973;g341b5a21106_0_236"/>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74" name="Google Shape;974;g341b5a21106_0_236"/>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75" name="Google Shape;975;g341b5a21106_0_236"/>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76" name="Google Shape;976;g341b5a21106_0_236"/>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77" name="Google Shape;977;g341b5a21106_0_236"/>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41b5a21106_0_256"/>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84" name="Google Shape;984;g341b5a21106_0_256"/>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85" name="Google Shape;985;g341b5a21106_0_256"/>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86" name="Google Shape;986;g341b5a21106_0_256"/>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87" name="Google Shape;987;g341b5a21106_0_256"/>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88" name="Google Shape;988;g341b5a21106_0_256"/>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89" name="Google Shape;989;g341b5a21106_0_256"/>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90" name="Google Shape;990;g341b5a21106_0_256"/>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91" name="Google Shape;991;g341b5a21106_0_256"/>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92" name="Google Shape;992;g341b5a21106_0_256"/>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3" name="Google Shape;993;g341b5a21106_0_256"/>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94" name="Google Shape;994;g341b5a21106_0_256"/>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95" name="Google Shape;995;g341b5a21106_0_256"/>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96" name="Google Shape;996;g341b5a21106_0_256"/>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97" name="Google Shape;997;g341b5a21106_0_256"/>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98" name="Google Shape;998;g341b5a21106_0_256"/>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99" name="Google Shape;999;g341b5a21106_0_256"/>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1000" name="Google Shape;1000;g341b5a21106_0_256"/>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1001" name="Google Shape;1001;g341b5a21106_0_256"/>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1002" name="Google Shape;1002;g341b5a21106_0_256"/>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1003" name="Google Shape;1003;g341b5a21106_0_256"/>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1004" name="Google Shape;1004;g341b5a21106_0_256"/>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1005" name="Google Shape;1005;g341b5a21106_0_256"/>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1006" name="Google Shape;1006;g341b5a21106_0_256"/>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1007" name="Google Shape;1007;g341b5a21106_0_256"/>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41b5a21106_0_28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1014" name="Google Shape;1014;g341b5a21106_0_285"/>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1015" name="Google Shape;1015;g341b5a21106_0_285"/>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6" name="Google Shape;1016;g341b5a21106_0_285"/>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1017" name="Google Shape;1017;g341b5a21106_0_285"/>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8" name="Google Shape;1018;g341b5a21106_0_285"/>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1019" name="Google Shape;1019;g341b5a21106_0_285"/>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1020" name="Google Shape;1020;g341b5a21106_0_285"/>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1" name="Google Shape;1021;g341b5a21106_0_285"/>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2" name="Google Shape;1022;g341b5a21106_0_285"/>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3" name="Google Shape;1023;g341b5a21106_0_285"/>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4" name="Google Shape;1024;g341b5a21106_0_285"/>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1025" name="Google Shape;1025;g341b5a21106_0_285"/>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1026" name="Google Shape;1026;g341b5a21106_0_285"/>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1027" name="Google Shape;1027;g341b5a21106_0_285"/>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1028" name="Google Shape;1028;g341b5a21106_0_285"/>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1029" name="Google Shape;1029;g341b5a21106_0_285"/>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0" name="Google Shape;1030;g341b5a21106_0_285"/>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1031" name="Google Shape;1031;g341b5a21106_0_285"/>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1032" name="Google Shape;1032;g341b5a21106_0_285"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3" name="Google Shape;1033;g341b5a21106_0_285"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4" name="Google Shape;1034;g341b5a21106_0_285"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5" name="Google Shape;1035;g341b5a21106_0_285"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1036" name="Google Shape;1036;g341b5a21106_0_285"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1037" name="Google Shape;1037;g341b5a21106_0_285"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41b5a21106_0_31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their parents</a:t>
            </a:r>
            <a:r>
              <a:rPr lang="en-US" sz="2000"/>
              <a:t>.</a:t>
            </a:r>
            <a:endParaRPr sz="2000"/>
          </a:p>
        </p:txBody>
      </p:sp>
      <p:pic>
        <p:nvPicPr>
          <p:cNvPr id="1044" name="Google Shape;1044;g341b5a21106_0_314" title="JNL687-108F.png"/>
          <p:cNvPicPr preferRelativeResize="0"/>
          <p:nvPr/>
        </p:nvPicPr>
        <p:blipFill rotWithShape="1">
          <a:blip r:embed="rId3">
            <a:alphaModFix/>
          </a:blip>
          <a:srcRect b="0" l="59" r="59" t="0"/>
          <a:stretch/>
        </p:blipFill>
        <p:spPr>
          <a:xfrm>
            <a:off x="867797" y="2125686"/>
            <a:ext cx="1147422" cy="819976"/>
          </a:xfrm>
          <a:prstGeom prst="rect">
            <a:avLst/>
          </a:prstGeom>
          <a:noFill/>
          <a:ln>
            <a:noFill/>
          </a:ln>
          <a:effectLst>
            <a:outerShdw blurRad="71438" rotWithShape="0" algn="bl" dir="5400000" dist="19050">
              <a:srgbClr val="000000">
                <a:alpha val="17650"/>
              </a:srgbClr>
            </a:outerShdw>
          </a:effectLst>
        </p:spPr>
      </p:pic>
      <p:pic>
        <p:nvPicPr>
          <p:cNvPr id="1045" name="Google Shape;1045;g341b5a21106_0_314" title="JNL687-109F.png"/>
          <p:cNvPicPr preferRelativeResize="0"/>
          <p:nvPr/>
        </p:nvPicPr>
        <p:blipFill rotWithShape="1">
          <a:blip r:embed="rId4">
            <a:alphaModFix/>
          </a:blip>
          <a:srcRect b="0" l="59" r="59"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Review Sound Family /ear/ - Lesson 90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1" name="Shape 106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