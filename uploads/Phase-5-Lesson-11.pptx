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8"/>
  </p:notesMasterIdLst>
  <p:handoutMasterIdLst>
    <p:handoutMasterId r:id="rId29"/>
  </p:handout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sldSz cx="9144000" cy="6858000" type="screen4x3"/>
  <p:notesSz cx="6858000" cy="9144000"/>
  <p:embeddedFontLst>
    <p:embeddedFont>
      <p:font typeface="Jost" panose="020B0604020202020204" charset="0"/>
      <p:regular r:id="rId30"/>
      <p:bold r:id="rId31"/>
      <p:italic r:id="rId32"/>
      <p:boldItalic r:id="rId33"/>
    </p:embeddedFont>
    <p:embeddedFont>
      <p:font typeface="Nunito Black" pitchFamily="2" charset="0"/>
      <p:bold r:id="rId34"/>
      <p:boldItalic r:id="rId35"/>
    </p:embeddedFont>
    <p:embeddedFont>
      <p:font typeface="Poppins" panose="00000500000000000000" pitchFamily="2" charset="0"/>
      <p:regular r:id="rId36"/>
      <p:bold r:id="rId37"/>
      <p:italic r:id="rId38"/>
      <p:boldItalic r:id="rId39"/>
    </p:embeddedFont>
    <p:embeddedFont>
      <p:font typeface="Poppins Medium" panose="00000600000000000000" pitchFamily="2" charset="0"/>
      <p:regular r:id="rId40"/>
      <p:bold r:id="rId41"/>
      <p:italic r:id="rId42"/>
      <p:boldItalic r:id="rId43"/>
    </p:embeddedFont>
    <p:embeddedFont>
      <p:font typeface="Poppins SemiBold" panose="00000700000000000000" pitchFamily="2" charset="0"/>
      <p:regular r:id="rId44"/>
      <p:bold r:id="rId45"/>
      <p:italic r:id="rId46"/>
      <p:boldItalic r:id="rId4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3" roundtripDataSignature="AMtx7mj9g/0krQvgNc65frQIFWOeO08Fn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80F3F42-EE5A-45EB-8B96-8CD627D32E74}">
  <a:tblStyle styleId="{A80F3F42-EE5A-45EB-8B96-8CD627D32E74}"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1794" y="78"/>
      </p:cViewPr>
      <p:guideLst>
        <p:guide orient="horz" pos="2160"/>
        <p:guide pos="2880"/>
      </p:guideLst>
    </p:cSldViewPr>
  </p:slideViewPr>
  <p:notesTextViewPr>
    <p:cViewPr>
      <p:scale>
        <a:sx n="1" d="1"/>
        <a:sy n="1" d="1"/>
      </p:scale>
      <p:origin x="0" y="0"/>
    </p:cViewPr>
  </p:notesTextViewPr>
  <p:notesViewPr>
    <p:cSldViewPr snapToGrid="0">
      <p:cViewPr varScale="1">
        <p:scale>
          <a:sx n="84" d="100"/>
          <a:sy n="84" d="100"/>
        </p:scale>
        <p:origin x="3912" y="96"/>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0.fntdata"/><Relationship Id="rId21" Type="http://schemas.openxmlformats.org/officeDocument/2006/relationships/slide" Target="slides/slide20.xml"/><Relationship Id="rId34" Type="http://schemas.openxmlformats.org/officeDocument/2006/relationships/font" Target="fonts/font5.fntdata"/><Relationship Id="rId42" Type="http://schemas.openxmlformats.org/officeDocument/2006/relationships/font" Target="fonts/font13.fntdata"/><Relationship Id="rId47" Type="http://schemas.openxmlformats.org/officeDocument/2006/relationships/font" Target="fonts/font18.fntdata"/><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handoutMaster" Target="handoutMasters/handoutMaster1.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3.fntdata"/><Relationship Id="rId37" Type="http://schemas.openxmlformats.org/officeDocument/2006/relationships/font" Target="fonts/font8.fntdata"/><Relationship Id="rId40" Type="http://schemas.openxmlformats.org/officeDocument/2006/relationships/font" Target="fonts/font11.fntdata"/><Relationship Id="rId45" Type="http://schemas.openxmlformats.org/officeDocument/2006/relationships/font" Target="fonts/font16.fntdata"/><Relationship Id="rId53" Type="http://customschemas.google.com/relationships/presentationmetadata" Target="meta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36" Type="http://schemas.openxmlformats.org/officeDocument/2006/relationships/font" Target="fonts/font7.fntdata"/><Relationship Id="rId57"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2.fntdata"/><Relationship Id="rId44" Type="http://schemas.openxmlformats.org/officeDocument/2006/relationships/font" Target="fonts/font1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1.fntdata"/><Relationship Id="rId35" Type="http://schemas.openxmlformats.org/officeDocument/2006/relationships/font" Target="fonts/font6.fntdata"/><Relationship Id="rId43" Type="http://schemas.openxmlformats.org/officeDocument/2006/relationships/font" Target="fonts/font14.fntdata"/><Relationship Id="rId56"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4.fntdata"/><Relationship Id="rId38" Type="http://schemas.openxmlformats.org/officeDocument/2006/relationships/font" Target="fonts/font9.fntdata"/><Relationship Id="rId46" Type="http://schemas.openxmlformats.org/officeDocument/2006/relationships/font" Target="fonts/font17.fntdata"/><Relationship Id="rId20" Type="http://schemas.openxmlformats.org/officeDocument/2006/relationships/slide" Target="slides/slide19.xml"/><Relationship Id="rId41" Type="http://schemas.openxmlformats.org/officeDocument/2006/relationships/font" Target="fonts/font12.fntdata"/><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BD4C847-34B9-5E0C-6FF8-D557DAD92767}"/>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a:extLst>
              <a:ext uri="{FF2B5EF4-FFF2-40B4-BE49-F238E27FC236}">
                <a16:creationId xmlns:a16="http://schemas.microsoft.com/office/drawing/2014/main" id="{CA067043-C248-93B3-17B4-ED37347770F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D10BF92-915C-4B7A-9983-AED4865E70C4}" type="datetimeFigureOut">
              <a:rPr lang="en-AU" smtClean="0"/>
              <a:t>20/05/2026</a:t>
            </a:fld>
            <a:endParaRPr lang="en-AU"/>
          </a:p>
        </p:txBody>
      </p:sp>
      <p:sp>
        <p:nvSpPr>
          <p:cNvPr id="4" name="Footer Placeholder 3">
            <a:extLst>
              <a:ext uri="{FF2B5EF4-FFF2-40B4-BE49-F238E27FC236}">
                <a16:creationId xmlns:a16="http://schemas.microsoft.com/office/drawing/2014/main" id="{4B8752D0-1DD6-87B4-1A95-7FED9989C67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5" name="Slide Number Placeholder 4">
            <a:extLst>
              <a:ext uri="{FF2B5EF4-FFF2-40B4-BE49-F238E27FC236}">
                <a16:creationId xmlns:a16="http://schemas.microsoft.com/office/drawing/2014/main" id="{BE251A6E-3DB1-B527-EF14-CA10F84C4EE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F6B4DB8-31EE-4CB5-9320-E686F2EBF16B}" type="slidenum">
              <a:rPr lang="en-AU" smtClean="0"/>
              <a:t>‹#›</a:t>
            </a:fld>
            <a:endParaRPr lang="en-AU"/>
          </a:p>
        </p:txBody>
      </p:sp>
    </p:spTree>
    <p:extLst>
      <p:ext uri="{BB962C8B-B14F-4D97-AF65-F5344CB8AC3E}">
        <p14:creationId xmlns:p14="http://schemas.microsoft.com/office/powerpoint/2010/main" val="36909820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3"/>
        <p:cNvGrpSpPr/>
        <p:nvPr/>
      </p:nvGrpSpPr>
      <p:grpSpPr>
        <a:xfrm>
          <a:off x="0" y="0"/>
          <a:ext cx="0" cy="0"/>
          <a:chOff x="0" y="0"/>
          <a:chExt cx="0" cy="0"/>
        </a:xfrm>
      </p:grpSpPr>
      <p:sp>
        <p:nvSpPr>
          <p:cNvPr id="664" name="Google Shape;664;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65" name="Google Shape;665;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3"/>
        <p:cNvGrpSpPr/>
        <p:nvPr/>
      </p:nvGrpSpPr>
      <p:grpSpPr>
        <a:xfrm>
          <a:off x="0" y="0"/>
          <a:ext cx="0" cy="0"/>
          <a:chOff x="0" y="0"/>
          <a:chExt cx="0" cy="0"/>
        </a:xfrm>
      </p:grpSpPr>
      <p:sp>
        <p:nvSpPr>
          <p:cNvPr id="674" name="Google Shape;674;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75" name="Google Shape;675;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76" name="Google Shape;676;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1"/>
        <p:cNvGrpSpPr/>
        <p:nvPr/>
      </p:nvGrpSpPr>
      <p:grpSpPr>
        <a:xfrm>
          <a:off x="0" y="0"/>
          <a:ext cx="0" cy="0"/>
          <a:chOff x="0" y="0"/>
          <a:chExt cx="0" cy="0"/>
        </a:xfrm>
      </p:grpSpPr>
      <p:sp>
        <p:nvSpPr>
          <p:cNvPr id="702" name="Google Shape;702;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03" name="Google Shape;703;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04" name="Google Shape;704;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1"/>
        <p:cNvGrpSpPr/>
        <p:nvPr/>
      </p:nvGrpSpPr>
      <p:grpSpPr>
        <a:xfrm>
          <a:off x="0" y="0"/>
          <a:ext cx="0" cy="0"/>
          <a:chOff x="0" y="0"/>
          <a:chExt cx="0" cy="0"/>
        </a:xfrm>
      </p:grpSpPr>
      <p:sp>
        <p:nvSpPr>
          <p:cNvPr id="732" name="Google Shape;732;g26b7edf6e71_0_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33" name="Google Shape;733;g26b7edf6e71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34" name="Google Shape;734;g26b7edf6e71_0_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7"/>
        <p:cNvGrpSpPr/>
        <p:nvPr/>
      </p:nvGrpSpPr>
      <p:grpSpPr>
        <a:xfrm>
          <a:off x="0" y="0"/>
          <a:ext cx="0" cy="0"/>
          <a:chOff x="0" y="0"/>
          <a:chExt cx="0" cy="0"/>
        </a:xfrm>
      </p:grpSpPr>
      <p:sp>
        <p:nvSpPr>
          <p:cNvPr id="768" name="Google Shape;768;g2c298da1f27_0_4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69" name="Google Shape;769;g2c298da1f27_0_4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70" name="Google Shape;770;g2c298da1f27_0_4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1"/>
        <p:cNvGrpSpPr/>
        <p:nvPr/>
      </p:nvGrpSpPr>
      <p:grpSpPr>
        <a:xfrm>
          <a:off x="0" y="0"/>
          <a:ext cx="0" cy="0"/>
          <a:chOff x="0" y="0"/>
          <a:chExt cx="0" cy="0"/>
        </a:xfrm>
      </p:grpSpPr>
      <p:sp>
        <p:nvSpPr>
          <p:cNvPr id="782" name="Google Shape;782;g26b7edf6e71_0_10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83" name="Google Shape;783;g26b7edf6e71_0_10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84" name="Google Shape;784;g26b7edf6e71_0_10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2"/>
        <p:cNvGrpSpPr/>
        <p:nvPr/>
      </p:nvGrpSpPr>
      <p:grpSpPr>
        <a:xfrm>
          <a:off x="0" y="0"/>
          <a:ext cx="0" cy="0"/>
          <a:chOff x="0" y="0"/>
          <a:chExt cx="0" cy="0"/>
        </a:xfrm>
      </p:grpSpPr>
      <p:sp>
        <p:nvSpPr>
          <p:cNvPr id="803" name="Google Shape;803;g2c298d33e0c_0_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04" name="Google Shape;804;g2c298d33e0c_0_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05" name="Google Shape;805;g2c298d33e0c_0_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7"/>
        <p:cNvGrpSpPr/>
        <p:nvPr/>
      </p:nvGrpSpPr>
      <p:grpSpPr>
        <a:xfrm>
          <a:off x="0" y="0"/>
          <a:ext cx="0" cy="0"/>
          <a:chOff x="0" y="0"/>
          <a:chExt cx="0" cy="0"/>
        </a:xfrm>
      </p:grpSpPr>
      <p:sp>
        <p:nvSpPr>
          <p:cNvPr id="838" name="Google Shape;838;g2c298da1f27_0_45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39" name="Google Shape;839;g2c298da1f27_0_45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40" name="Google Shape;840;g2c298da1f27_0_45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7"/>
        <p:cNvGrpSpPr/>
        <p:nvPr/>
      </p:nvGrpSpPr>
      <p:grpSpPr>
        <a:xfrm>
          <a:off x="0" y="0"/>
          <a:ext cx="0" cy="0"/>
          <a:chOff x="0" y="0"/>
          <a:chExt cx="0" cy="0"/>
        </a:xfrm>
      </p:grpSpPr>
      <p:sp>
        <p:nvSpPr>
          <p:cNvPr id="858" name="Google Shape;858;g2cfeef5077f_0_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59" name="Google Shape;859;g2cfeef5077f_0_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0" name="Google Shape;860;g2cfeef5077f_0_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1"/>
        <p:cNvGrpSpPr/>
        <p:nvPr/>
      </p:nvGrpSpPr>
      <p:grpSpPr>
        <a:xfrm>
          <a:off x="0" y="0"/>
          <a:ext cx="0" cy="0"/>
          <a:chOff x="0" y="0"/>
          <a:chExt cx="0" cy="0"/>
        </a:xfrm>
      </p:grpSpPr>
      <p:sp>
        <p:nvSpPr>
          <p:cNvPr id="872" name="Google Shape;872;g2c186218c5a_0_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73" name="Google Shape;873;g2c186218c5a_0_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74" name="Google Shape;874;g2c186218c5a_0_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0"/>
        <p:cNvGrpSpPr/>
        <p:nvPr/>
      </p:nvGrpSpPr>
      <p:grpSpPr>
        <a:xfrm>
          <a:off x="0" y="0"/>
          <a:ext cx="0" cy="0"/>
          <a:chOff x="0" y="0"/>
          <a:chExt cx="0" cy="0"/>
        </a:xfrm>
      </p:grpSpPr>
      <p:sp>
        <p:nvSpPr>
          <p:cNvPr id="881" name="Google Shape;881;g26b641b03cd_0_18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82" name="Google Shape;882;g26b641b03cd_0_18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83" name="Google Shape;883;g26b641b03cd_0_18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9"/>
        <p:cNvGrpSpPr/>
        <p:nvPr/>
      </p:nvGrpSpPr>
      <p:grpSpPr>
        <a:xfrm>
          <a:off x="0" y="0"/>
          <a:ext cx="0" cy="0"/>
          <a:chOff x="0" y="0"/>
          <a:chExt cx="0" cy="0"/>
        </a:xfrm>
      </p:grpSpPr>
      <p:sp>
        <p:nvSpPr>
          <p:cNvPr id="890" name="Google Shape;890;g2c186218c5a_0_2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91" name="Google Shape;891;g2c186218c5a_0_2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92" name="Google Shape;892;g2c186218c5a_0_2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8"/>
        <p:cNvGrpSpPr/>
        <p:nvPr/>
      </p:nvGrpSpPr>
      <p:grpSpPr>
        <a:xfrm>
          <a:off x="0" y="0"/>
          <a:ext cx="0" cy="0"/>
          <a:chOff x="0" y="0"/>
          <a:chExt cx="0" cy="0"/>
        </a:xfrm>
      </p:grpSpPr>
      <p:sp>
        <p:nvSpPr>
          <p:cNvPr id="899" name="Google Shape;899;g26b641b03cd_0_19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00" name="Google Shape;900;g26b641b03cd_0_19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01" name="Google Shape;901;g26b641b03cd_0_19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7"/>
        <p:cNvGrpSpPr/>
        <p:nvPr/>
      </p:nvGrpSpPr>
      <p:grpSpPr>
        <a:xfrm>
          <a:off x="0" y="0"/>
          <a:ext cx="0" cy="0"/>
          <a:chOff x="0" y="0"/>
          <a:chExt cx="0" cy="0"/>
        </a:xfrm>
      </p:grpSpPr>
      <p:sp>
        <p:nvSpPr>
          <p:cNvPr id="908" name="Google Shape;908;g2c186218c5a_0_4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09" name="Google Shape;909;g2c186218c5a_0_4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10" name="Google Shape;910;g2c186218c5a_0_4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5"/>
        <p:cNvGrpSpPr/>
        <p:nvPr/>
      </p:nvGrpSpPr>
      <p:grpSpPr>
        <a:xfrm>
          <a:off x="0" y="0"/>
          <a:ext cx="0" cy="0"/>
          <a:chOff x="0" y="0"/>
          <a:chExt cx="0" cy="0"/>
        </a:xfrm>
      </p:grpSpPr>
      <p:sp>
        <p:nvSpPr>
          <p:cNvPr id="916" name="Google Shape;916;g2c4fb7f6616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17" name="Google Shape;917;g2c4fb7f6616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18" name="Google Shape;918;g2c4fb7f6616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4"/>
        <p:cNvGrpSpPr/>
        <p:nvPr/>
      </p:nvGrpSpPr>
      <p:grpSpPr>
        <a:xfrm>
          <a:off x="0" y="0"/>
          <a:ext cx="0" cy="0"/>
          <a:chOff x="0" y="0"/>
          <a:chExt cx="0" cy="0"/>
        </a:xfrm>
      </p:grpSpPr>
      <p:sp>
        <p:nvSpPr>
          <p:cNvPr id="945" name="Google Shape;945;g26f55fe722e_1_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46" name="Google Shape;946;g26f55fe722e_1_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7" name="Google Shape;947;g26f55fe722e_1_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3"/>
        <p:cNvGrpSpPr/>
        <p:nvPr/>
      </p:nvGrpSpPr>
      <p:grpSpPr>
        <a:xfrm>
          <a:off x="0" y="0"/>
          <a:ext cx="0" cy="0"/>
          <a:chOff x="0" y="0"/>
          <a:chExt cx="0" cy="0"/>
        </a:xfrm>
      </p:grpSpPr>
      <p:sp>
        <p:nvSpPr>
          <p:cNvPr id="974" name="Google Shape;974;g26f55fe722e_1_3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75" name="Google Shape;975;g26f55fe722e_1_3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76" name="Google Shape;976;g26f55fe722e_1_3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2"/>
        <p:cNvGrpSpPr/>
        <p:nvPr/>
      </p:nvGrpSpPr>
      <p:grpSpPr>
        <a:xfrm>
          <a:off x="0" y="0"/>
          <a:ext cx="0" cy="0"/>
          <a:chOff x="0" y="0"/>
          <a:chExt cx="0" cy="0"/>
        </a:xfrm>
      </p:grpSpPr>
      <p:sp>
        <p:nvSpPr>
          <p:cNvPr id="1003" name="Google Shape;1003;g2c186218c5a_0_4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04" name="Google Shape;1004;g2c186218c5a_0_4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05" name="Google Shape;1005;g2c186218c5a_0_4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0"/>
        <p:cNvGrpSpPr/>
        <p:nvPr/>
      </p:nvGrpSpPr>
      <p:grpSpPr>
        <a:xfrm>
          <a:off x="0" y="0"/>
          <a:ext cx="0" cy="0"/>
          <a:chOff x="0" y="0"/>
          <a:chExt cx="0" cy="0"/>
        </a:xfrm>
      </p:grpSpPr>
      <p:sp>
        <p:nvSpPr>
          <p:cNvPr id="1011" name="Google Shape;1011;g26b641b03cd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12" name="Google Shape;1012;g26b641b03cd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13" name="Google Shape;1013;g26b641b03cd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9"/>
        <p:cNvGrpSpPr/>
        <p:nvPr/>
      </p:nvGrpSpPr>
      <p:grpSpPr>
        <a:xfrm>
          <a:off x="0" y="0"/>
          <a:ext cx="0" cy="0"/>
          <a:chOff x="0" y="0"/>
          <a:chExt cx="0" cy="0"/>
        </a:xfrm>
      </p:grpSpPr>
      <p:sp>
        <p:nvSpPr>
          <p:cNvPr id="1020" name="Google Shape;1020;g2c186218c5a_0_4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21" name="Google Shape;1021;g2c186218c5a_0_4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2" name="Google Shape;1022;g2c186218c5a_0_4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8"/>
        <p:cNvGrpSpPr/>
        <p:nvPr/>
      </p:nvGrpSpPr>
      <p:grpSpPr>
        <a:xfrm>
          <a:off x="0" y="0"/>
          <a:ext cx="0" cy="0"/>
          <a:chOff x="0" y="0"/>
          <a:chExt cx="0" cy="0"/>
        </a:xfrm>
      </p:grpSpPr>
      <p:sp>
        <p:nvSpPr>
          <p:cNvPr id="1029" name="Google Shape;1029;g26b641b03cd_0_2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30" name="Google Shape;1030;g26b641b03cd_0_2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31" name="Google Shape;1031;g26b641b03cd_0_2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7"/>
        <p:cNvGrpSpPr/>
        <p:nvPr/>
      </p:nvGrpSpPr>
      <p:grpSpPr>
        <a:xfrm>
          <a:off x="0" y="0"/>
          <a:ext cx="0" cy="0"/>
          <a:chOff x="0" y="0"/>
          <a:chExt cx="0" cy="0"/>
        </a:xfrm>
      </p:grpSpPr>
      <p:sp>
        <p:nvSpPr>
          <p:cNvPr id="1038" name="Google Shape;1038;g2c186218c5a_0_14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39" name="Google Shape;1039;g2c186218c5a_0_14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40" name="Google Shape;1040;g2c186218c5a_0_14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6"/>
        <p:cNvGrpSpPr/>
        <p:nvPr/>
      </p:nvGrpSpPr>
      <p:grpSpPr>
        <a:xfrm>
          <a:off x="0" y="0"/>
          <a:ext cx="0" cy="0"/>
          <a:chOff x="0" y="0"/>
          <a:chExt cx="0" cy="0"/>
        </a:xfrm>
      </p:grpSpPr>
      <p:sp>
        <p:nvSpPr>
          <p:cNvPr id="1047" name="Google Shape;1047;g26b641b03cd_0_31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8" name="Google Shape;1048;g26b641b03cd_0_31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49" name="Google Shape;1049;g26b641b03cd_0_31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5"/>
        <p:cNvGrpSpPr/>
        <p:nvPr/>
      </p:nvGrpSpPr>
      <p:grpSpPr>
        <a:xfrm>
          <a:off x="0" y="0"/>
          <a:ext cx="0" cy="0"/>
          <a:chOff x="0" y="0"/>
          <a:chExt cx="0" cy="0"/>
        </a:xfrm>
      </p:grpSpPr>
      <p:sp>
        <p:nvSpPr>
          <p:cNvPr id="1056" name="Google Shape;1056;g26b641b03cd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57" name="Google Shape;1057;g26b641b03cd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58" name="Google Shape;1058;g26b641b03cd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24</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4"/>
        <p:cNvGrpSpPr/>
        <p:nvPr/>
      </p:nvGrpSpPr>
      <p:grpSpPr>
        <a:xfrm>
          <a:off x="0" y="0"/>
          <a:ext cx="0" cy="0"/>
          <a:chOff x="0" y="0"/>
          <a:chExt cx="0" cy="0"/>
        </a:xfrm>
      </p:grpSpPr>
      <p:sp>
        <p:nvSpPr>
          <p:cNvPr id="1065" name="Google Shape;1065;g1f3daf8a844_0_6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66" name="Google Shape;1066;g1f3daf8a844_0_6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67" name="Google Shape;1067;g1f3daf8a844_0_6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25</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8"/>
        <p:cNvGrpSpPr/>
        <p:nvPr/>
      </p:nvGrpSpPr>
      <p:grpSpPr>
        <a:xfrm>
          <a:off x="0" y="0"/>
          <a:ext cx="0" cy="0"/>
          <a:chOff x="0" y="0"/>
          <a:chExt cx="0" cy="0"/>
        </a:xfrm>
      </p:grpSpPr>
      <p:sp>
        <p:nvSpPr>
          <p:cNvPr id="1089" name="Google Shape;1089;g26f55fe722e_1_6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90" name="Google Shape;1090;g26f55fe722e_1_6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91" name="Google Shape;1091;g26f55fe722e_1_6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26</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3200"/>
              <a:buNone/>
              <a:defRPr sz="3200" b="0">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7" name="Google Shape;17;p14"/>
          <p:cNvSpPr txBox="1"/>
          <p:nvPr/>
        </p:nvSpPr>
        <p:spPr>
          <a:xfrm>
            <a:off x="804224" y="1600125"/>
            <a:ext cx="39624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92278F"/>
                </a:solidFill>
                <a:latin typeface="Poppins SemiBold"/>
                <a:ea typeface="Poppins SemiBold"/>
                <a:cs typeface="Poppins SemiBold"/>
                <a:sym typeface="Poppins SemiBold"/>
              </a:rPr>
              <a:t>Phase 5</a:t>
            </a:r>
            <a:endParaRPr sz="6000" b="0" i="0" u="none" strike="noStrike" cap="none">
              <a:solidFill>
                <a:srgbClr val="92278F"/>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1" name="Google Shape;21;p14"/>
          <p:cNvGrpSpPr/>
          <p:nvPr/>
        </p:nvGrpSpPr>
        <p:grpSpPr>
          <a:xfrm>
            <a:off x="8199150" y="5983875"/>
            <a:ext cx="586800" cy="571500"/>
            <a:chOff x="7894350" y="6212475"/>
            <a:chExt cx="586800" cy="571500"/>
          </a:xfrm>
        </p:grpSpPr>
        <p:sp>
          <p:nvSpPr>
            <p:cNvPr id="22" name="Google Shape;22;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 name="Google Shape;24;p14">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600"/>
            <a:chOff x="-36800" y="-52000"/>
            <a:chExt cx="9236100" cy="54360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4570840" y="88100"/>
              <a:ext cx="1337400" cy="403500"/>
              <a:chOff x="565600" y="88250"/>
              <a:chExt cx="1337400" cy="403500"/>
            </a:xfrm>
          </p:grpSpPr>
          <p:sp>
            <p:nvSpPr>
              <p:cNvPr id="28" name="Google Shape;28;p14"/>
              <p:cNvSpPr/>
              <p:nvPr/>
            </p:nvSpPr>
            <p:spPr>
              <a:xfrm>
                <a:off x="565600" y="88250"/>
                <a:ext cx="1337400" cy="240000"/>
              </a:xfrm>
              <a:prstGeom prst="roundRect">
                <a:avLst>
                  <a:gd name="adj" fmla="val 16667"/>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29" name="Google Shape;29;p14"/>
              <p:cNvSpPr/>
              <p:nvPr/>
            </p:nvSpPr>
            <p:spPr>
              <a:xfrm>
                <a:off x="565600" y="251750"/>
                <a:ext cx="1337400" cy="2400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30" name="Google Shape;30;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31" name="Google Shape;31;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32" name="Google Shape;32;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33" name="Google Shape;33;p14"/>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 name="Google Shape;34;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35" name="Google Shape;35;p1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 name="Google Shape;36;p14"/>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37" name="Google Shape;37;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38" name="Google Shape;38;p14"/>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 name="Google Shape;39;p14"/>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 name="Google Shape;40;p14"/>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1"/>
        <p:cNvGrpSpPr/>
        <p:nvPr/>
      </p:nvGrpSpPr>
      <p:grpSpPr>
        <a:xfrm>
          <a:off x="0" y="0"/>
          <a:ext cx="0" cy="0"/>
          <a:chOff x="0" y="0"/>
          <a:chExt cx="0" cy="0"/>
        </a:xfrm>
      </p:grpSpPr>
      <p:sp>
        <p:nvSpPr>
          <p:cNvPr id="42" name="Google Shape;42;p15"/>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3" name="Google Shape;43;p15"/>
          <p:cNvSpPr txBox="1">
            <a:spLocks noGrp="1"/>
          </p:cNvSpPr>
          <p:nvPr>
            <p:ph type="body" idx="2"/>
          </p:nvPr>
        </p:nvSpPr>
        <p:spPr>
          <a:xfrm>
            <a:off x="3298550" y="208346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txBox="1"/>
          <p:nvPr/>
        </p:nvSpPr>
        <p:spPr>
          <a:xfrm>
            <a:off x="856314" y="3261675"/>
            <a:ext cx="6198000" cy="4977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262626"/>
              </a:buClr>
              <a:buSzPts val="2400"/>
              <a:buFont typeface="Poppins"/>
              <a:buNone/>
            </a:pPr>
            <a:r>
              <a:rPr lang="en-US" sz="2400" b="0" i="0" u="none" strike="noStrike" cap="none">
                <a:solidFill>
                  <a:srgbClr val="262626"/>
                </a:solidFill>
                <a:latin typeface="Poppins"/>
                <a:ea typeface="Poppins"/>
                <a:cs typeface="Poppins"/>
                <a:sym typeface="Poppins"/>
              </a:rPr>
              <a:t>Supplementary Resources:</a:t>
            </a:r>
            <a:endParaRPr sz="2400" b="0" i="0" u="none" strike="noStrike" cap="none">
              <a:solidFill>
                <a:srgbClr val="262626"/>
              </a:solidFill>
              <a:latin typeface="Poppins"/>
              <a:ea typeface="Poppins"/>
              <a:cs typeface="Poppins"/>
              <a:sym typeface="Poppins"/>
            </a:endParaRPr>
          </a:p>
        </p:txBody>
      </p:sp>
      <p:sp>
        <p:nvSpPr>
          <p:cNvPr id="45" name="Google Shape;45;p15"/>
          <p:cNvSpPr txBox="1">
            <a:spLocks noGrp="1"/>
          </p:cNvSpPr>
          <p:nvPr>
            <p:ph type="body" idx="3"/>
          </p:nvPr>
        </p:nvSpPr>
        <p:spPr>
          <a:xfrm>
            <a:off x="856325" y="3761525"/>
            <a:ext cx="7215900" cy="338700"/>
          </a:xfrm>
          <a:prstGeom prst="rect">
            <a:avLst/>
          </a:prstGeom>
          <a:noFill/>
          <a:ln>
            <a:noFill/>
          </a:ln>
        </p:spPr>
        <p:txBody>
          <a:bodyPr spcFirstLastPara="1" wrap="square" lIns="91425" tIns="45700" rIns="91425" bIns="45700" anchor="t" anchorCtr="0">
            <a:norm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500"/>
              </a:spcBef>
              <a:spcAft>
                <a:spcPts val="0"/>
              </a:spcAft>
              <a:buClr>
                <a:srgbClr val="262626"/>
              </a:buClr>
              <a:buSzPts val="1600"/>
              <a:buChar char="•"/>
              <a:defRPr sz="1600">
                <a:solidFill>
                  <a:srgbClr val="262626"/>
                </a:solidFill>
              </a:defRPr>
            </a:lvl2pPr>
            <a:lvl3pPr marL="1371600" lvl="2" indent="-330200" algn="l">
              <a:lnSpc>
                <a:spcPct val="100000"/>
              </a:lnSpc>
              <a:spcBef>
                <a:spcPts val="500"/>
              </a:spcBef>
              <a:spcAft>
                <a:spcPts val="0"/>
              </a:spcAft>
              <a:buClr>
                <a:srgbClr val="262626"/>
              </a:buClr>
              <a:buSzPts val="1600"/>
              <a:buChar char="•"/>
              <a:defRPr sz="1600">
                <a:solidFill>
                  <a:srgbClr val="262626"/>
                </a:solidFill>
              </a:defRPr>
            </a:lvl3pPr>
            <a:lvl4pPr marL="1828800" lvl="3" indent="-330200" algn="l">
              <a:lnSpc>
                <a:spcPct val="100000"/>
              </a:lnSpc>
              <a:spcBef>
                <a:spcPts val="500"/>
              </a:spcBef>
              <a:spcAft>
                <a:spcPts val="0"/>
              </a:spcAft>
              <a:buClr>
                <a:srgbClr val="262626"/>
              </a:buClr>
              <a:buSzPts val="1600"/>
              <a:buChar char="•"/>
              <a:defRPr sz="1600">
                <a:solidFill>
                  <a:srgbClr val="262626"/>
                </a:solidFill>
              </a:defRPr>
            </a:lvl4pPr>
            <a:lvl5pPr marL="2286000" lvl="4" indent="-330200" algn="l">
              <a:lnSpc>
                <a:spcPct val="100000"/>
              </a:lnSpc>
              <a:spcBef>
                <a:spcPts val="500"/>
              </a:spcBef>
              <a:spcAft>
                <a:spcPts val="0"/>
              </a:spcAft>
              <a:buClr>
                <a:srgbClr val="262626"/>
              </a:buClr>
              <a:buSzPts val="1600"/>
              <a:buChar char="•"/>
              <a:defRPr sz="1600">
                <a:solidFill>
                  <a:srgbClr val="262626"/>
                </a:solidFill>
              </a:defRPr>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6" name="Google Shape;46;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92278F"/>
                </a:solidFill>
                <a:latin typeface="Poppins Medium"/>
                <a:ea typeface="Poppins Medium"/>
                <a:cs typeface="Poppins Medium"/>
                <a:sym typeface="Poppins Medium"/>
              </a:rPr>
              <a:t>Objective</a:t>
            </a:r>
            <a:endParaRPr sz="3200" b="0" i="0" u="none" strike="noStrike" cap="none">
              <a:solidFill>
                <a:srgbClr val="92278F"/>
              </a:solidFill>
              <a:latin typeface="Poppins Medium"/>
              <a:ea typeface="Poppins Medium"/>
              <a:cs typeface="Poppins Medium"/>
              <a:sym typeface="Poppins Medium"/>
            </a:endParaRPr>
          </a:p>
        </p:txBody>
      </p:sp>
      <p:sp>
        <p:nvSpPr>
          <p:cNvPr id="47" name="Google Shape;47;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48" name="Google Shape;48;p15"/>
          <p:cNvGrpSpPr/>
          <p:nvPr/>
        </p:nvGrpSpPr>
        <p:grpSpPr>
          <a:xfrm>
            <a:off x="357775" y="5983875"/>
            <a:ext cx="586800" cy="571500"/>
            <a:chOff x="662575" y="6212475"/>
            <a:chExt cx="586800" cy="571500"/>
          </a:xfrm>
        </p:grpSpPr>
        <p:sp>
          <p:nvSpPr>
            <p:cNvPr id="49" name="Google Shape;49;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 name="Google Shape;50;p15">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 name="Google Shape;51;p15">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2" name="Google Shape;52;p15"/>
          <p:cNvGrpSpPr/>
          <p:nvPr/>
        </p:nvGrpSpPr>
        <p:grpSpPr>
          <a:xfrm>
            <a:off x="8199150" y="5983875"/>
            <a:ext cx="586800" cy="571500"/>
            <a:chOff x="7894350" y="6212475"/>
            <a:chExt cx="586800" cy="571500"/>
          </a:xfrm>
        </p:grpSpPr>
        <p:sp>
          <p:nvSpPr>
            <p:cNvPr id="53" name="Google Shape;53;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 name="Google Shape;54;p15">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 name="Google Shape;55;p15">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6" name="Google Shape;56;p15"/>
          <p:cNvSpPr txBox="1"/>
          <p:nvPr/>
        </p:nvSpPr>
        <p:spPr>
          <a:xfrm>
            <a:off x="856314" y="2048210"/>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92278F"/>
                </a:solidFill>
                <a:latin typeface="Poppins Medium"/>
                <a:ea typeface="Poppins Medium"/>
                <a:cs typeface="Poppins Medium"/>
                <a:sym typeface="Poppins Medium"/>
              </a:rPr>
              <a:t>Review</a:t>
            </a:r>
            <a:endParaRPr sz="3200" b="0" i="0" u="none" strike="noStrike" cap="none">
              <a:solidFill>
                <a:srgbClr val="92278F"/>
              </a:solidFill>
              <a:latin typeface="Poppins Medium"/>
              <a:ea typeface="Poppins Medium"/>
              <a:cs typeface="Poppins Medium"/>
              <a:sym typeface="Poppins Medium"/>
            </a:endParaRPr>
          </a:p>
        </p:txBody>
      </p:sp>
      <p:cxnSp>
        <p:nvCxnSpPr>
          <p:cNvPr id="57" name="Google Shape;57;p15"/>
          <p:cNvCxnSpPr/>
          <p:nvPr/>
        </p:nvCxnSpPr>
        <p:spPr>
          <a:xfrm>
            <a:off x="865586" y="3078360"/>
            <a:ext cx="7283100" cy="0"/>
          </a:xfrm>
          <a:prstGeom prst="straightConnector1">
            <a:avLst/>
          </a:prstGeom>
          <a:noFill/>
          <a:ln w="9525" cap="flat" cmpd="sng">
            <a:solidFill>
              <a:srgbClr val="BFBFBF"/>
            </a:solidFill>
            <a:prstDash val="solid"/>
            <a:miter lim="800000"/>
            <a:headEnd type="none" w="sm" len="sm"/>
            <a:tailEnd type="none" w="sm" len="sm"/>
          </a:ln>
        </p:spPr>
      </p:cxnSp>
      <p:cxnSp>
        <p:nvCxnSpPr>
          <p:cNvPr id="58" name="Google Shape;58;p15"/>
          <p:cNvCxnSpPr/>
          <p:nvPr/>
        </p:nvCxnSpPr>
        <p:spPr>
          <a:xfrm>
            <a:off x="865586" y="17092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9" name="Google Shape;59;p15"/>
          <p:cNvGrpSpPr/>
          <p:nvPr/>
        </p:nvGrpSpPr>
        <p:grpSpPr>
          <a:xfrm>
            <a:off x="-36800" y="-52000"/>
            <a:ext cx="9236100" cy="543600"/>
            <a:chOff x="-36800" y="-52000"/>
            <a:chExt cx="9236100" cy="543600"/>
          </a:xfrm>
        </p:grpSpPr>
        <p:sp>
          <p:nvSpPr>
            <p:cNvPr id="60" name="Google Shape;60;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1" name="Google Shape;61;p15"/>
            <p:cNvGrpSpPr/>
            <p:nvPr/>
          </p:nvGrpSpPr>
          <p:grpSpPr>
            <a:xfrm>
              <a:off x="4570840" y="88100"/>
              <a:ext cx="1337400" cy="403500"/>
              <a:chOff x="565600" y="88250"/>
              <a:chExt cx="1337400" cy="403500"/>
            </a:xfrm>
          </p:grpSpPr>
          <p:sp>
            <p:nvSpPr>
              <p:cNvPr id="62" name="Google Shape;62;p15"/>
              <p:cNvSpPr/>
              <p:nvPr/>
            </p:nvSpPr>
            <p:spPr>
              <a:xfrm>
                <a:off x="565600" y="88250"/>
                <a:ext cx="1337400" cy="240000"/>
              </a:xfrm>
              <a:prstGeom prst="roundRect">
                <a:avLst>
                  <a:gd name="adj" fmla="val 16667"/>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63" name="Google Shape;63;p15"/>
              <p:cNvSpPr/>
              <p:nvPr/>
            </p:nvSpPr>
            <p:spPr>
              <a:xfrm>
                <a:off x="565600" y="251750"/>
                <a:ext cx="1337400" cy="2400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64" name="Google Shape;64;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65" name="Google Shape;65;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66" name="Google Shape;66;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67" name="Google Shape;67;p15"/>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8" name="Google Shape;68;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69" name="Google Shape;69;p15"/>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0" name="Google Shape;70;p15"/>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71" name="Google Shape;71;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72" name="Google Shape;72;p15"/>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3" name="Google Shape;73;p15"/>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 name="Google Shape;74;p15"/>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5"/>
        <p:cNvGrpSpPr/>
        <p:nvPr/>
      </p:nvGrpSpPr>
      <p:grpSpPr>
        <a:xfrm>
          <a:off x="0" y="0"/>
          <a:ext cx="0" cy="0"/>
          <a:chOff x="0" y="0"/>
          <a:chExt cx="0" cy="0"/>
        </a:xfrm>
      </p:grpSpPr>
      <p:sp>
        <p:nvSpPr>
          <p:cNvPr id="76" name="Google Shape;76;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 name="Google Shape;77;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a:endParaRPr/>
          </a:p>
        </p:txBody>
      </p:sp>
      <p:cxnSp>
        <p:nvCxnSpPr>
          <p:cNvPr id="78" name="Google Shape;78;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79" name="Google Shape;79;g26b641b03cd_1_92"/>
          <p:cNvGrpSpPr/>
          <p:nvPr/>
        </p:nvGrpSpPr>
        <p:grpSpPr>
          <a:xfrm>
            <a:off x="357775" y="5983875"/>
            <a:ext cx="586800" cy="571500"/>
            <a:chOff x="662575" y="6212475"/>
            <a:chExt cx="586800" cy="571500"/>
          </a:xfrm>
        </p:grpSpPr>
        <p:sp>
          <p:nvSpPr>
            <p:cNvPr id="80" name="Google Shape;80;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 name="Google Shape;81;g26b641b03cd_1_92">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6b641b03cd_1_92">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3" name="Google Shape;83;g26b641b03cd_1_92"/>
          <p:cNvGrpSpPr/>
          <p:nvPr/>
        </p:nvGrpSpPr>
        <p:grpSpPr>
          <a:xfrm>
            <a:off x="8199150" y="5983875"/>
            <a:ext cx="586800" cy="571500"/>
            <a:chOff x="7894350" y="6212475"/>
            <a:chExt cx="586800" cy="571500"/>
          </a:xfrm>
        </p:grpSpPr>
        <p:sp>
          <p:nvSpPr>
            <p:cNvPr id="84" name="Google Shape;84;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 name="Google Shape;85;g26b641b03cd_1_92">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6b641b03cd_1_92">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7" name="Google Shape;87;g26b641b03cd_1_92"/>
          <p:cNvGrpSpPr/>
          <p:nvPr/>
        </p:nvGrpSpPr>
        <p:grpSpPr>
          <a:xfrm>
            <a:off x="-36800" y="-52000"/>
            <a:ext cx="9236100" cy="543600"/>
            <a:chOff x="-36800" y="-52000"/>
            <a:chExt cx="9236100" cy="543600"/>
          </a:xfrm>
        </p:grpSpPr>
        <p:sp>
          <p:nvSpPr>
            <p:cNvPr id="88" name="Google Shape;88;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89" name="Google Shape;89;g26b641b03cd_1_92"/>
            <p:cNvGrpSpPr/>
            <p:nvPr/>
          </p:nvGrpSpPr>
          <p:grpSpPr>
            <a:xfrm>
              <a:off x="4570840" y="88100"/>
              <a:ext cx="1337400" cy="403500"/>
              <a:chOff x="565600" y="88250"/>
              <a:chExt cx="1337400" cy="403500"/>
            </a:xfrm>
          </p:grpSpPr>
          <p:sp>
            <p:nvSpPr>
              <p:cNvPr id="90" name="Google Shape;90;g26b641b03cd_1_92"/>
              <p:cNvSpPr/>
              <p:nvPr/>
            </p:nvSpPr>
            <p:spPr>
              <a:xfrm>
                <a:off x="565600" y="88250"/>
                <a:ext cx="1337400" cy="240000"/>
              </a:xfrm>
              <a:prstGeom prst="roundRect">
                <a:avLst>
                  <a:gd name="adj" fmla="val 16667"/>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91" name="Google Shape;91;g26b641b03cd_1_92"/>
              <p:cNvSpPr/>
              <p:nvPr/>
            </p:nvSpPr>
            <p:spPr>
              <a:xfrm>
                <a:off x="565600" y="251750"/>
                <a:ext cx="1337400" cy="2400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92" name="Google Shape;92;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93" name="Google Shape;93;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94" name="Google Shape;94;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95" name="Google Shape;95;g26b641b03cd_1_92"/>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6" name="Google Shape;96;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97" name="Google Shape;97;g26b641b03cd_1_9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8" name="Google Shape;98;g26b641b03cd_1_92"/>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99" name="Google Shape;99;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00" name="Google Shape;100;g26b641b03cd_1_92"/>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1" name="Google Shape;101;g26b641b03cd_1_92"/>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2" name="Google Shape;102;g26b641b03cd_1_92"/>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03"/>
        <p:cNvGrpSpPr/>
        <p:nvPr/>
      </p:nvGrpSpPr>
      <p:grpSpPr>
        <a:xfrm>
          <a:off x="0" y="0"/>
          <a:ext cx="0" cy="0"/>
          <a:chOff x="0" y="0"/>
          <a:chExt cx="0" cy="0"/>
        </a:xfrm>
      </p:grpSpPr>
      <p:sp>
        <p:nvSpPr>
          <p:cNvPr id="104" name="Google Shape;104;g26b641b03cd_0_33"/>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 name="Google Shape;105;g26b641b03cd_0_33"/>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106" name="Google Shape;106;g26b641b03cd_0_3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 name="Google Shape;107;g26b641b03cd_0_33"/>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8" name="Google Shape;108;g26b641b03cd_0_33"/>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 name="Google Shape;109;g26b641b03cd_0_3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0" name="Google Shape;110;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Digraph 'aw'</a:t>
            </a:r>
            <a:endParaRPr sz="1800" b="0" i="0" u="none" strike="noStrike" cap="none">
              <a:solidFill>
                <a:srgbClr val="FFFFFF"/>
              </a:solidFill>
              <a:latin typeface="Poppins SemiBold"/>
              <a:ea typeface="Poppins SemiBold"/>
              <a:cs typeface="Poppins SemiBold"/>
              <a:sym typeface="Poppins SemiBold"/>
            </a:endParaRPr>
          </a:p>
        </p:txBody>
      </p:sp>
      <p:sp>
        <p:nvSpPr>
          <p:cNvPr id="111" name="Google Shape;111;g26b641b03cd_0_3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92278F"/>
                </a:solidFill>
                <a:latin typeface="Poppins Medium"/>
                <a:ea typeface="Poppins Medium"/>
                <a:cs typeface="Poppins Medium"/>
                <a:sym typeface="Poppins Medium"/>
              </a:rPr>
              <a:t>Week 3 - Monday</a:t>
            </a:r>
            <a:endParaRPr sz="1800" b="0" i="0" u="none" strike="noStrike" cap="none">
              <a:solidFill>
                <a:srgbClr val="92278F"/>
              </a:solidFill>
              <a:latin typeface="Poppins Medium"/>
              <a:ea typeface="Poppins Medium"/>
              <a:cs typeface="Poppins Medium"/>
              <a:sym typeface="Poppins Medium"/>
            </a:endParaRPr>
          </a:p>
        </p:txBody>
      </p:sp>
      <p:sp>
        <p:nvSpPr>
          <p:cNvPr id="112" name="Google Shape;112;g26b641b03cd_0_3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92278F"/>
                </a:solidFill>
                <a:latin typeface="Poppins Medium"/>
                <a:ea typeface="Poppins Medium"/>
                <a:cs typeface="Poppins Medium"/>
                <a:sym typeface="Poppins Medium"/>
              </a:rPr>
              <a:t>Lesson 11</a:t>
            </a:r>
            <a:endParaRPr sz="1800" b="0" i="0" u="none" strike="noStrike" cap="none">
              <a:solidFill>
                <a:srgbClr val="92278F"/>
              </a:solidFill>
              <a:latin typeface="Poppins Medium"/>
              <a:ea typeface="Poppins Medium"/>
              <a:cs typeface="Poppins Medium"/>
              <a:sym typeface="Poppins Medium"/>
            </a:endParaRPr>
          </a:p>
        </p:txBody>
      </p:sp>
      <p:sp>
        <p:nvSpPr>
          <p:cNvPr id="113" name="Google Shape;113;g26b641b03cd_0_3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sp>
        <p:nvSpPr>
          <p:cNvPr id="114" name="Google Shape;114;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15" name="Google Shape;115;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16" name="Google Shape;116;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92278F"/>
              </a:buClr>
              <a:buSzPts val="3200"/>
              <a:buFont typeface="Poppins Medium"/>
              <a:buNone/>
              <a:defRPr sz="3200">
                <a:solidFill>
                  <a:srgbClr val="92278F"/>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a:endParaRPr/>
          </a:p>
        </p:txBody>
      </p:sp>
      <p:sp>
        <p:nvSpPr>
          <p:cNvPr id="117" name="Google Shape;117;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118" name="Google Shape;118;g26b641b03cd_0_33"/>
          <p:cNvGrpSpPr/>
          <p:nvPr/>
        </p:nvGrpSpPr>
        <p:grpSpPr>
          <a:xfrm>
            <a:off x="662575" y="6212475"/>
            <a:ext cx="586800" cy="571500"/>
            <a:chOff x="662575" y="6212475"/>
            <a:chExt cx="586800" cy="571500"/>
          </a:xfrm>
        </p:grpSpPr>
        <p:sp>
          <p:nvSpPr>
            <p:cNvPr id="119" name="Google Shape;119;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0" name="Google Shape;120;g26b641b03cd_0_33">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1" name="Google Shape;121;g26b641b03cd_0_33">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22" name="Google Shape;122;g26b641b03cd_0_33"/>
          <p:cNvGrpSpPr/>
          <p:nvPr/>
        </p:nvGrpSpPr>
        <p:grpSpPr>
          <a:xfrm>
            <a:off x="7894350" y="6212475"/>
            <a:ext cx="586800" cy="571500"/>
            <a:chOff x="7894350" y="6212475"/>
            <a:chExt cx="586800" cy="571500"/>
          </a:xfrm>
        </p:grpSpPr>
        <p:sp>
          <p:nvSpPr>
            <p:cNvPr id="123" name="Google Shape;123;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4" name="Google Shape;124;g26b641b03cd_0_33">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5" name="Google Shape;125;g26b641b03cd_0_33">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59"/>
        <p:cNvGrpSpPr/>
        <p:nvPr/>
      </p:nvGrpSpPr>
      <p:grpSpPr>
        <a:xfrm>
          <a:off x="0" y="0"/>
          <a:ext cx="0" cy="0"/>
          <a:chOff x="0" y="0"/>
          <a:chExt cx="0" cy="0"/>
        </a:xfrm>
      </p:grpSpPr>
      <p:sp>
        <p:nvSpPr>
          <p:cNvPr id="160" name="Google Shape;160;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61" name="Google Shape;161;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92278F"/>
                </a:solidFill>
                <a:latin typeface="Poppins Medium"/>
                <a:ea typeface="Poppins Medium"/>
                <a:cs typeface="Poppins Medium"/>
                <a:sym typeface="Poppins Medium"/>
              </a:rPr>
              <a:t>End of Session</a:t>
            </a:r>
            <a:endParaRPr sz="3200" b="0" i="0" u="none" strike="noStrike" cap="none">
              <a:solidFill>
                <a:srgbClr val="92278F"/>
              </a:solidFill>
              <a:latin typeface="Poppins Medium"/>
              <a:ea typeface="Poppins Medium"/>
              <a:cs typeface="Poppins Medium"/>
              <a:sym typeface="Poppins Medium"/>
            </a:endParaRPr>
          </a:p>
        </p:txBody>
      </p:sp>
      <p:cxnSp>
        <p:nvCxnSpPr>
          <p:cNvPr id="162" name="Google Shape;162;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63" name="Google Shape;163;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4" name="Google Shape;164;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166" name="Google Shape;166;g26b641b03cd_0_260"/>
          <p:cNvGrpSpPr/>
          <p:nvPr/>
        </p:nvGrpSpPr>
        <p:grpSpPr>
          <a:xfrm>
            <a:off x="8199150" y="5983875"/>
            <a:ext cx="586800" cy="571500"/>
            <a:chOff x="7894350" y="6212475"/>
            <a:chExt cx="586800" cy="571500"/>
          </a:xfrm>
        </p:grpSpPr>
        <p:sp>
          <p:nvSpPr>
            <p:cNvPr id="167" name="Google Shape;167;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68" name="Google Shape;168;g26b641b03cd_0_260">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69" name="Google Shape;169;g26b641b03cd_0_260">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70" name="Google Shape;170;g26b641b03cd_0_260"/>
          <p:cNvGrpSpPr/>
          <p:nvPr/>
        </p:nvGrpSpPr>
        <p:grpSpPr>
          <a:xfrm>
            <a:off x="-36800" y="-52000"/>
            <a:ext cx="9236100" cy="543600"/>
            <a:chOff x="-36800" y="-52000"/>
            <a:chExt cx="9236100" cy="543600"/>
          </a:xfrm>
        </p:grpSpPr>
        <p:sp>
          <p:nvSpPr>
            <p:cNvPr id="171" name="Google Shape;171;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72" name="Google Shape;172;g26b641b03cd_0_260"/>
            <p:cNvGrpSpPr/>
            <p:nvPr/>
          </p:nvGrpSpPr>
          <p:grpSpPr>
            <a:xfrm>
              <a:off x="4570840" y="88100"/>
              <a:ext cx="1337400" cy="403500"/>
              <a:chOff x="565600" y="88250"/>
              <a:chExt cx="1337400" cy="403500"/>
            </a:xfrm>
          </p:grpSpPr>
          <p:sp>
            <p:nvSpPr>
              <p:cNvPr id="173" name="Google Shape;173;g26b641b03cd_0_260"/>
              <p:cNvSpPr/>
              <p:nvPr/>
            </p:nvSpPr>
            <p:spPr>
              <a:xfrm>
                <a:off x="565600" y="88250"/>
                <a:ext cx="1337400" cy="240000"/>
              </a:xfrm>
              <a:prstGeom prst="roundRect">
                <a:avLst>
                  <a:gd name="adj" fmla="val 16667"/>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174" name="Google Shape;174;g26b641b03cd_0_260"/>
              <p:cNvSpPr/>
              <p:nvPr/>
            </p:nvSpPr>
            <p:spPr>
              <a:xfrm>
                <a:off x="565600" y="251750"/>
                <a:ext cx="1337400" cy="2400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175" name="Google Shape;175;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176" name="Google Shape;176;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177" name="Google Shape;177;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178" name="Google Shape;178;g26b641b03cd_0_260"/>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79" name="Google Shape;179;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80" name="Google Shape;180;g26b641b03cd_0_260"/>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1" name="Google Shape;181;g26b641b03cd_0_260"/>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82" name="Google Shape;182;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83" name="Google Shape;183;g26b641b03cd_0_260"/>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4" name="Google Shape;184;g26b641b03cd_0_260"/>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5" name="Google Shape;185;g26b641b03cd_0_260"/>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186"/>
        <p:cNvGrpSpPr/>
        <p:nvPr/>
      </p:nvGrpSpPr>
      <p:grpSpPr>
        <a:xfrm>
          <a:off x="0" y="0"/>
          <a:ext cx="0" cy="0"/>
          <a:chOff x="0" y="0"/>
          <a:chExt cx="0" cy="0"/>
        </a:xfrm>
      </p:grpSpPr>
      <p:sp>
        <p:nvSpPr>
          <p:cNvPr id="187" name="Google Shape;187;g2c235dd0dad_1_87"/>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8" name="Google Shape;188;g2c235dd0dad_1_87"/>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189" name="Google Shape;189;g2c235dd0dad_1_8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90" name="Google Shape;190;g2c235dd0dad_1_87"/>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1" name="Google Shape;191;g2c235dd0dad_1_87"/>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2" name="Google Shape;192;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93" name="Google Shape;193;g2c235dd0dad_1_8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sp>
        <p:nvSpPr>
          <p:cNvPr id="194" name="Google Shape;194;g2c235dd0dad_1_87"/>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95" name="Google Shape;195;g2c235dd0dad_1_87"/>
          <p:cNvSpPr txBox="1">
            <a:spLocks noGrp="1"/>
          </p:cNvSpPr>
          <p:nvPr>
            <p:ph type="subTitle" idx="2"/>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96" name="Google Shape;196;g2c235dd0dad_1_87"/>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197" name="Google Shape;197;g2c235dd0dad_1_87"/>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198" name="Google Shape;198;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199" name="Google Shape;199;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92278F"/>
                </a:solidFill>
                <a:latin typeface="Poppins Medium"/>
                <a:ea typeface="Poppins Medium"/>
                <a:cs typeface="Poppins Medium"/>
                <a:sym typeface="Poppins Medium"/>
              </a:rPr>
              <a:t>Practise</a:t>
            </a:r>
            <a:r>
              <a:rPr lang="en-US" sz="3000" b="0" i="0" u="none" strike="noStrike" cap="none">
                <a:solidFill>
                  <a:srgbClr val="92278F"/>
                </a:solidFill>
                <a:latin typeface="Poppins Medium"/>
                <a:ea typeface="Poppins Medium"/>
                <a:cs typeface="Poppins Medium"/>
                <a:sym typeface="Poppins Medium"/>
              </a:rPr>
              <a:t> Building Words</a:t>
            </a:r>
            <a:endParaRPr sz="3000" b="0" i="0" u="none" strike="noStrike" cap="none">
              <a:solidFill>
                <a:srgbClr val="92278F"/>
              </a:solidFill>
              <a:latin typeface="Poppins Medium"/>
              <a:ea typeface="Poppins Medium"/>
              <a:cs typeface="Poppins Medium"/>
              <a:sym typeface="Poppins Medium"/>
            </a:endParaRPr>
          </a:p>
        </p:txBody>
      </p:sp>
      <p:sp>
        <p:nvSpPr>
          <p:cNvPr id="200" name="Google Shape;200;g2c235dd0dad_1_87"/>
          <p:cNvSpPr txBox="1">
            <a:spLocks noGrp="1"/>
          </p:cNvSpPr>
          <p:nvPr>
            <p:ph type="subTitle" idx="5"/>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201" name="Google Shape;201;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02" name="Google Shape;202;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03" name="Google Shape;203;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04" name="Google Shape;204;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05" name="Google Shape;205;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06" name="Google Shape;206;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07" name="Google Shape;207;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08" name="Google Shape;208;g2c235dd0dad_1_87"/>
          <p:cNvSpPr txBox="1">
            <a:spLocks noGrp="1"/>
          </p:cNvSpPr>
          <p:nvPr>
            <p:ph type="subTitle" idx="6"/>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09" name="Google Shape;209;g2c235dd0dad_1_87"/>
          <p:cNvGrpSpPr/>
          <p:nvPr/>
        </p:nvGrpSpPr>
        <p:grpSpPr>
          <a:xfrm>
            <a:off x="662575" y="6212475"/>
            <a:ext cx="586800" cy="571500"/>
            <a:chOff x="662575" y="6212475"/>
            <a:chExt cx="586800" cy="571500"/>
          </a:xfrm>
        </p:grpSpPr>
        <p:sp>
          <p:nvSpPr>
            <p:cNvPr id="210" name="Google Shape;210;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1" name="Google Shape;211;g2c235dd0dad_1_87">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2" name="Google Shape;212;g2c235dd0dad_1_87">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13" name="Google Shape;213;g2c235dd0dad_1_87"/>
          <p:cNvGrpSpPr/>
          <p:nvPr/>
        </p:nvGrpSpPr>
        <p:grpSpPr>
          <a:xfrm>
            <a:off x="7894350" y="6212475"/>
            <a:ext cx="586800" cy="571500"/>
            <a:chOff x="7894350" y="6212475"/>
            <a:chExt cx="586800" cy="571500"/>
          </a:xfrm>
        </p:grpSpPr>
        <p:sp>
          <p:nvSpPr>
            <p:cNvPr id="214" name="Google Shape;214;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5" name="Google Shape;215;g2c235dd0dad_1_87">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6" name="Google Shape;216;g2c235dd0dad_1_87">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17"/>
        <p:cNvGrpSpPr/>
        <p:nvPr/>
      </p:nvGrpSpPr>
      <p:grpSpPr>
        <a:xfrm>
          <a:off x="0" y="0"/>
          <a:ext cx="0" cy="0"/>
          <a:chOff x="0" y="0"/>
          <a:chExt cx="0" cy="0"/>
        </a:xfrm>
      </p:grpSpPr>
      <p:sp>
        <p:nvSpPr>
          <p:cNvPr id="218" name="Google Shape;218;g1f3daf8a844_0_32"/>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9" name="Google Shape;219;g1f3daf8a844_0_32"/>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20" name="Google Shape;220;g1f3daf8a844_0_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1" name="Google Shape;221;g1f3daf8a844_0_32"/>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2" name="Google Shape;222;g1f3daf8a844_0_32"/>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3" name="Google Shape;223;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4" name="Google Shape;224;g1f3daf8a844_0_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sp>
        <p:nvSpPr>
          <p:cNvPr id="225" name="Google Shape;225;g1f3daf8a844_0_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Clr>
                <a:srgbClr val="2F286F"/>
              </a:buClr>
              <a:buSzPts val="2400"/>
              <a:buNone/>
              <a:defRPr>
                <a:solidFill>
                  <a:srgbClr val="2F286F"/>
                </a:solidFill>
              </a:defRPr>
            </a:lvl2pPr>
            <a:lvl3pPr lvl="2" algn="l">
              <a:lnSpc>
                <a:spcPct val="90000"/>
              </a:lnSpc>
              <a:spcBef>
                <a:spcPts val="500"/>
              </a:spcBef>
              <a:spcAft>
                <a:spcPts val="0"/>
              </a:spcAft>
              <a:buClr>
                <a:srgbClr val="2F286F"/>
              </a:buClr>
              <a:buSzPts val="2000"/>
              <a:buNone/>
              <a:defRPr>
                <a:solidFill>
                  <a:srgbClr val="2F286F"/>
                </a:solidFill>
              </a:defRPr>
            </a:lvl3pPr>
            <a:lvl4pPr lvl="3" algn="l">
              <a:lnSpc>
                <a:spcPct val="90000"/>
              </a:lnSpc>
              <a:spcBef>
                <a:spcPts val="500"/>
              </a:spcBef>
              <a:spcAft>
                <a:spcPts val="0"/>
              </a:spcAft>
              <a:buClr>
                <a:srgbClr val="2F286F"/>
              </a:buClr>
              <a:buSzPts val="1800"/>
              <a:buNone/>
              <a:defRPr>
                <a:solidFill>
                  <a:srgbClr val="2F286F"/>
                </a:solidFill>
              </a:defRPr>
            </a:lvl4pPr>
            <a:lvl5pPr lvl="4" algn="l">
              <a:lnSpc>
                <a:spcPct val="90000"/>
              </a:lnSpc>
              <a:spcBef>
                <a:spcPts val="500"/>
              </a:spcBef>
              <a:spcAft>
                <a:spcPts val="0"/>
              </a:spcAft>
              <a:buClr>
                <a:srgbClr val="2F286F"/>
              </a:buClr>
              <a:buSzPts val="1800"/>
              <a:buNone/>
              <a:defRPr>
                <a:solidFill>
                  <a:srgbClr val="2F286F"/>
                </a:solidFill>
              </a:defRPr>
            </a:lvl5pPr>
            <a:lvl6pPr lvl="5" algn="l">
              <a:lnSpc>
                <a:spcPct val="90000"/>
              </a:lnSpc>
              <a:spcBef>
                <a:spcPts val="500"/>
              </a:spcBef>
              <a:spcAft>
                <a:spcPts val="0"/>
              </a:spcAft>
              <a:buClr>
                <a:srgbClr val="2F286F"/>
              </a:buClr>
              <a:buSzPts val="1800"/>
              <a:buNone/>
              <a:defRPr>
                <a:solidFill>
                  <a:srgbClr val="2F286F"/>
                </a:solidFill>
              </a:defRPr>
            </a:lvl6pPr>
            <a:lvl7pPr lvl="6" algn="l">
              <a:lnSpc>
                <a:spcPct val="90000"/>
              </a:lnSpc>
              <a:spcBef>
                <a:spcPts val="500"/>
              </a:spcBef>
              <a:spcAft>
                <a:spcPts val="0"/>
              </a:spcAft>
              <a:buClr>
                <a:srgbClr val="2F286F"/>
              </a:buClr>
              <a:buSzPts val="1800"/>
              <a:buNone/>
              <a:defRPr>
                <a:solidFill>
                  <a:srgbClr val="2F286F"/>
                </a:solidFill>
              </a:defRPr>
            </a:lvl7pPr>
            <a:lvl8pPr lvl="7" algn="l">
              <a:lnSpc>
                <a:spcPct val="90000"/>
              </a:lnSpc>
              <a:spcBef>
                <a:spcPts val="500"/>
              </a:spcBef>
              <a:spcAft>
                <a:spcPts val="0"/>
              </a:spcAft>
              <a:buClr>
                <a:srgbClr val="2F286F"/>
              </a:buClr>
              <a:buSzPts val="1800"/>
              <a:buNone/>
              <a:defRPr>
                <a:solidFill>
                  <a:srgbClr val="2F286F"/>
                </a:solidFill>
              </a:defRPr>
            </a:lvl8pPr>
            <a:lvl9pPr lvl="8" algn="l">
              <a:lnSpc>
                <a:spcPct val="90000"/>
              </a:lnSpc>
              <a:spcBef>
                <a:spcPts val="500"/>
              </a:spcBef>
              <a:spcAft>
                <a:spcPts val="0"/>
              </a:spcAft>
              <a:buClr>
                <a:srgbClr val="2F286F"/>
              </a:buClr>
              <a:buSzPts val="1800"/>
              <a:buNone/>
              <a:defRPr>
                <a:solidFill>
                  <a:srgbClr val="2F286F"/>
                </a:solidFill>
              </a:defRPr>
            </a:lvl9pPr>
          </a:lstStyle>
          <a:p>
            <a:endParaRPr/>
          </a:p>
        </p:txBody>
      </p:sp>
      <p:sp>
        <p:nvSpPr>
          <p:cNvPr id="226" name="Google Shape;226;g1f3daf8a844_0_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27" name="Google Shape;227;g1f3daf8a844_0_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28" name="Google Shape;228;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229" name="Google Shape;229;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92278F"/>
                </a:solidFill>
                <a:latin typeface="Poppins Medium"/>
                <a:ea typeface="Poppins Medium"/>
                <a:cs typeface="Poppins Medium"/>
                <a:sym typeface="Poppins Medium"/>
              </a:rPr>
              <a:t>Practise</a:t>
            </a:r>
            <a:r>
              <a:rPr lang="en-US" sz="3000" b="0" i="0" u="none" strike="noStrike" cap="none">
                <a:solidFill>
                  <a:srgbClr val="92278F"/>
                </a:solidFill>
                <a:latin typeface="Poppins Medium"/>
                <a:ea typeface="Poppins Medium"/>
                <a:cs typeface="Poppins Medium"/>
                <a:sym typeface="Poppins Medium"/>
              </a:rPr>
              <a:t> Building Words</a:t>
            </a:r>
            <a:endParaRPr sz="3000" b="0" i="0" u="none" strike="noStrike" cap="none">
              <a:solidFill>
                <a:srgbClr val="92278F"/>
              </a:solidFill>
              <a:latin typeface="Poppins Medium"/>
              <a:ea typeface="Poppins Medium"/>
              <a:cs typeface="Poppins Medium"/>
              <a:sym typeface="Poppins Medium"/>
            </a:endParaRPr>
          </a:p>
        </p:txBody>
      </p:sp>
      <p:cxnSp>
        <p:nvCxnSpPr>
          <p:cNvPr id="230" name="Google Shape;230;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31" name="Google Shape;231;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32" name="Google Shape;232;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33" name="Google Shape;233;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34" name="Google Shape;234;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35" name="Google Shape;235;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36" name="Google Shape;236;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37" name="Google Shape;237;g1f3daf8a844_0_32"/>
          <p:cNvSpPr txBox="1">
            <a:spLocks noGrp="1"/>
          </p:cNvSpPr>
          <p:nvPr>
            <p:ph type="subTitle" idx="4"/>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38" name="Google Shape;238;g1f3daf8a844_0_32"/>
          <p:cNvGrpSpPr/>
          <p:nvPr/>
        </p:nvGrpSpPr>
        <p:grpSpPr>
          <a:xfrm>
            <a:off x="662575" y="6212475"/>
            <a:ext cx="586800" cy="571500"/>
            <a:chOff x="662575" y="6212475"/>
            <a:chExt cx="586800" cy="571500"/>
          </a:xfrm>
        </p:grpSpPr>
        <p:sp>
          <p:nvSpPr>
            <p:cNvPr id="239" name="Google Shape;239;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0" name="Google Shape;240;g1f3daf8a844_0_32">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1" name="Google Shape;241;g1f3daf8a844_0_32">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42" name="Google Shape;242;g1f3daf8a844_0_32"/>
          <p:cNvGrpSpPr/>
          <p:nvPr/>
        </p:nvGrpSpPr>
        <p:grpSpPr>
          <a:xfrm>
            <a:off x="7894350" y="6212475"/>
            <a:ext cx="586800" cy="571500"/>
            <a:chOff x="7894350" y="6212475"/>
            <a:chExt cx="586800" cy="571500"/>
          </a:xfrm>
        </p:grpSpPr>
        <p:sp>
          <p:nvSpPr>
            <p:cNvPr id="243" name="Google Shape;243;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4" name="Google Shape;244;g1f3daf8a844_0_32">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5" name="Google Shape;245;g1f3daf8a844_0_32">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46"/>
        <p:cNvGrpSpPr/>
        <p:nvPr/>
      </p:nvGrpSpPr>
      <p:grpSpPr>
        <a:xfrm>
          <a:off x="0" y="0"/>
          <a:ext cx="0" cy="0"/>
          <a:chOff x="0" y="0"/>
          <a:chExt cx="0" cy="0"/>
        </a:xfrm>
      </p:grpSpPr>
      <p:sp>
        <p:nvSpPr>
          <p:cNvPr id="247" name="Google Shape;247;g2c157a2fb06_0_53"/>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8" name="Google Shape;248;g2c157a2fb06_0_53"/>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49" name="Google Shape;249;g2c157a2fb06_0_5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0" name="Google Shape;250;g2c157a2fb06_0_53"/>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1" name="Google Shape;251;g2c157a2fb06_0_53"/>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2" name="Google Shape;252;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3" name="Google Shape;253;g2c157a2fb06_0_5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sp>
        <p:nvSpPr>
          <p:cNvPr id="254" name="Google Shape;254;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55" name="Google Shape;255;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Quickwrite</a:t>
            </a:r>
            <a:endParaRPr sz="3000" b="0" i="0" u="none" strike="noStrike" cap="none">
              <a:solidFill>
                <a:srgbClr val="92278F"/>
              </a:solidFill>
              <a:latin typeface="Poppins Medium"/>
              <a:ea typeface="Poppins Medium"/>
              <a:cs typeface="Poppins Medium"/>
              <a:sym typeface="Poppins Medium"/>
            </a:endParaRPr>
          </a:p>
        </p:txBody>
      </p:sp>
      <p:sp>
        <p:nvSpPr>
          <p:cNvPr id="256" name="Google Shape;256;g2c157a2fb06_0_53"/>
          <p:cNvSpPr txBox="1">
            <a:spLocks noGrp="1"/>
          </p:cNvSpPr>
          <p:nvPr>
            <p:ph type="subTitle" idx="1"/>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7" name="Google Shape;257;g2c157a2fb06_0_53"/>
          <p:cNvSpPr txBox="1">
            <a:spLocks noGrp="1"/>
          </p:cNvSpPr>
          <p:nvPr>
            <p:ph type="subTitle" idx="2"/>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8" name="Google Shape;258;g2c157a2fb06_0_53"/>
          <p:cNvSpPr txBox="1">
            <a:spLocks noGrp="1"/>
          </p:cNvSpPr>
          <p:nvPr>
            <p:ph type="subTitle" idx="3"/>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9" name="Google Shape;259;g2c157a2fb06_0_53"/>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60" name="Google Shape;260;g2c157a2fb06_0_53"/>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61" name="Google Shape;261;g2c157a2fb06_0_53"/>
          <p:cNvSpPr txBox="1">
            <a:spLocks noGrp="1"/>
          </p:cNvSpPr>
          <p:nvPr>
            <p:ph type="subTitle" idx="6"/>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62" name="Google Shape;262;g2c157a2fb06_0_53"/>
          <p:cNvSpPr/>
          <p:nvPr/>
        </p:nvSpPr>
        <p:spPr>
          <a:xfrm>
            <a:off x="3997207" y="7459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3" name="Google Shape;263;g2c157a2fb06_0_53"/>
          <p:cNvSpPr/>
          <p:nvPr/>
        </p:nvSpPr>
        <p:spPr>
          <a:xfrm>
            <a:off x="5249829" y="7459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4" name="Google Shape;264;g2c157a2fb06_0_53"/>
          <p:cNvSpPr/>
          <p:nvPr/>
        </p:nvSpPr>
        <p:spPr>
          <a:xfrm>
            <a:off x="2744584" y="7459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5" name="Google Shape;265;g2c157a2fb06_0_53"/>
          <p:cNvSpPr/>
          <p:nvPr/>
        </p:nvSpPr>
        <p:spPr>
          <a:xfrm>
            <a:off x="6502452" y="7459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6" name="Google Shape;266;g2c157a2fb06_0_53"/>
          <p:cNvSpPr/>
          <p:nvPr/>
        </p:nvSpPr>
        <p:spPr>
          <a:xfrm>
            <a:off x="7755075" y="7317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267" name="Google Shape;267;g2c157a2fb06_0_53"/>
          <p:cNvGrpSpPr/>
          <p:nvPr/>
        </p:nvGrpSpPr>
        <p:grpSpPr>
          <a:xfrm>
            <a:off x="1403031" y="6958923"/>
            <a:ext cx="6774848" cy="1291477"/>
            <a:chOff x="717231" y="7263723"/>
            <a:chExt cx="6774848" cy="1291477"/>
          </a:xfrm>
        </p:grpSpPr>
        <p:sp>
          <p:nvSpPr>
            <p:cNvPr id="268" name="Google Shape;268;g2c157a2fb06_0_53"/>
            <p:cNvSpPr txBox="1"/>
            <p:nvPr/>
          </p:nvSpPr>
          <p:spPr>
            <a:xfrm>
              <a:off x="777232" y="7263723"/>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FFFFFF"/>
                  </a:solidFill>
                  <a:latin typeface="Poppins"/>
                  <a:ea typeface="Poppins"/>
                  <a:cs typeface="Poppins"/>
                  <a:sym typeface="Poppins"/>
                </a:rPr>
                <a:t>Sound Buttons</a:t>
              </a:r>
              <a:endParaRPr sz="2000" b="0" i="0" u="none" strike="noStrike" cap="none">
                <a:solidFill>
                  <a:srgbClr val="FFFFFF"/>
                </a:solidFill>
                <a:latin typeface="Poppins"/>
                <a:ea typeface="Poppins"/>
                <a:cs typeface="Poppins"/>
                <a:sym typeface="Poppins"/>
              </a:endParaRPr>
            </a:p>
          </p:txBody>
        </p:sp>
        <p:sp>
          <p:nvSpPr>
            <p:cNvPr id="269" name="Google Shape;269;g2c157a2fb06_0_53"/>
            <p:cNvSpPr txBox="1"/>
            <p:nvPr/>
          </p:nvSpPr>
          <p:spPr>
            <a:xfrm>
              <a:off x="717231" y="8178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Vowel</a:t>
              </a:r>
              <a:endParaRPr sz="950" b="0" i="0" u="none" strike="noStrike" cap="none">
                <a:solidFill>
                  <a:srgbClr val="FFFFFF"/>
                </a:solidFill>
                <a:latin typeface="Poppins"/>
                <a:ea typeface="Poppins"/>
                <a:cs typeface="Poppins"/>
                <a:sym typeface="Poppins"/>
              </a:endParaRPr>
            </a:p>
          </p:txBody>
        </p:sp>
        <p:sp>
          <p:nvSpPr>
            <p:cNvPr id="270" name="Google Shape;270;g2c157a2fb06_0_53"/>
            <p:cNvSpPr txBox="1"/>
            <p:nvPr/>
          </p:nvSpPr>
          <p:spPr>
            <a:xfrm>
              <a:off x="1278224" y="8179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a:t>
              </a:r>
              <a:endParaRPr sz="950" b="0" i="0" u="none" strike="noStrike" cap="none">
                <a:solidFill>
                  <a:srgbClr val="FFFFFF"/>
                </a:solidFill>
                <a:latin typeface="Poppins"/>
                <a:ea typeface="Poppins"/>
                <a:cs typeface="Poppins"/>
                <a:sym typeface="Poppins"/>
              </a:endParaRPr>
            </a:p>
          </p:txBody>
        </p:sp>
        <p:sp>
          <p:nvSpPr>
            <p:cNvPr id="271" name="Google Shape;271;g2c157a2fb06_0_53"/>
            <p:cNvSpPr txBox="1"/>
            <p:nvPr/>
          </p:nvSpPr>
          <p:spPr>
            <a:xfrm>
              <a:off x="2048446"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 Digraph</a:t>
              </a:r>
              <a:endParaRPr sz="950" b="0" i="0" u="none" strike="noStrike" cap="none">
                <a:solidFill>
                  <a:srgbClr val="FFFFFF"/>
                </a:solidFill>
                <a:latin typeface="Poppins"/>
                <a:ea typeface="Poppins"/>
                <a:cs typeface="Poppins"/>
                <a:sym typeface="Poppins"/>
              </a:endParaRPr>
            </a:p>
          </p:txBody>
        </p:sp>
        <p:sp>
          <p:nvSpPr>
            <p:cNvPr id="272" name="Google Shape;272;g2c157a2fb06_0_53"/>
            <p:cNvSpPr txBox="1"/>
            <p:nvPr/>
          </p:nvSpPr>
          <p:spPr>
            <a:xfrm>
              <a:off x="3341753"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Long Vowel Sound</a:t>
              </a:r>
              <a:endParaRPr sz="950" b="0" i="0" u="none" strike="noStrike" cap="none">
                <a:solidFill>
                  <a:srgbClr val="FFFFFF"/>
                </a:solidFill>
                <a:latin typeface="Poppins"/>
                <a:ea typeface="Poppins"/>
                <a:cs typeface="Poppins"/>
                <a:sym typeface="Poppins"/>
              </a:endParaRPr>
            </a:p>
          </p:txBody>
        </p:sp>
        <p:sp>
          <p:nvSpPr>
            <p:cNvPr id="273" name="Google Shape;273;g2c157a2fb06_0_53"/>
            <p:cNvSpPr txBox="1"/>
            <p:nvPr/>
          </p:nvSpPr>
          <p:spPr>
            <a:xfrm>
              <a:off x="4562812"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R-controlled Digraph</a:t>
              </a:r>
              <a:endParaRPr sz="950" b="0" i="0" u="none" strike="noStrike" cap="none">
                <a:solidFill>
                  <a:srgbClr val="FFFFFF"/>
                </a:solidFill>
                <a:latin typeface="Poppins"/>
                <a:ea typeface="Poppins"/>
                <a:cs typeface="Poppins"/>
                <a:sym typeface="Poppins"/>
              </a:endParaRPr>
            </a:p>
          </p:txBody>
        </p:sp>
        <p:sp>
          <p:nvSpPr>
            <p:cNvPr id="274" name="Google Shape;274;g2c157a2fb06_0_53"/>
            <p:cNvSpPr txBox="1"/>
            <p:nvPr/>
          </p:nvSpPr>
          <p:spPr>
            <a:xfrm>
              <a:off x="5848919"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Split Digraph</a:t>
              </a:r>
              <a:endParaRPr sz="950" b="0" i="0" u="none" strike="noStrike" cap="none">
                <a:solidFill>
                  <a:srgbClr val="FFFFFF"/>
                </a:solidFill>
                <a:latin typeface="Poppins"/>
                <a:ea typeface="Poppins"/>
                <a:cs typeface="Poppins"/>
                <a:sym typeface="Poppins"/>
              </a:endParaRPr>
            </a:p>
          </p:txBody>
        </p:sp>
        <p:sp>
          <p:nvSpPr>
            <p:cNvPr id="275" name="Google Shape;275;g2c157a2fb06_0_53"/>
            <p:cNvSpPr txBox="1"/>
            <p:nvPr/>
          </p:nvSpPr>
          <p:spPr>
            <a:xfrm>
              <a:off x="6771179" y="8178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Syllable / Silent Letter</a:t>
              </a:r>
              <a:endParaRPr sz="950" b="0" i="0" u="none" strike="noStrike" cap="none">
                <a:solidFill>
                  <a:srgbClr val="FFFFFF"/>
                </a:solidFill>
                <a:latin typeface="Poppins"/>
                <a:ea typeface="Poppins"/>
                <a:cs typeface="Poppins"/>
                <a:sym typeface="Poppins"/>
              </a:endParaRPr>
            </a:p>
          </p:txBody>
        </p:sp>
      </p:grpSp>
      <p:sp>
        <p:nvSpPr>
          <p:cNvPr id="276" name="Google Shape;276;g2c157a2fb06_0_53"/>
          <p:cNvSpPr/>
          <p:nvPr/>
        </p:nvSpPr>
        <p:spPr>
          <a:xfrm>
            <a:off x="1498738" y="7358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7" name="Google Shape;277;g2c157a2fb06_0_53"/>
          <p:cNvSpPr/>
          <p:nvPr/>
        </p:nvSpPr>
        <p:spPr>
          <a:xfrm>
            <a:off x="2121661" y="7358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8" name="Google Shape;278;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79" name="Google Shape;279;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280" name="Google Shape;280;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grpSp>
        <p:nvGrpSpPr>
          <p:cNvPr id="281" name="Google Shape;281;g2c157a2fb06_0_53"/>
          <p:cNvGrpSpPr/>
          <p:nvPr/>
        </p:nvGrpSpPr>
        <p:grpSpPr>
          <a:xfrm>
            <a:off x="662575" y="6212475"/>
            <a:ext cx="586800" cy="571500"/>
            <a:chOff x="662575" y="6212475"/>
            <a:chExt cx="586800" cy="571500"/>
          </a:xfrm>
        </p:grpSpPr>
        <p:sp>
          <p:nvSpPr>
            <p:cNvPr id="282" name="Google Shape;282;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3" name="Google Shape;283;g2c157a2fb06_0_53">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4" name="Google Shape;284;g2c157a2fb06_0_53">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85" name="Google Shape;285;g2c157a2fb06_0_53"/>
          <p:cNvGrpSpPr/>
          <p:nvPr/>
        </p:nvGrpSpPr>
        <p:grpSpPr>
          <a:xfrm>
            <a:off x="7894350" y="6212475"/>
            <a:ext cx="586800" cy="571500"/>
            <a:chOff x="7894350" y="6212475"/>
            <a:chExt cx="586800" cy="571500"/>
          </a:xfrm>
        </p:grpSpPr>
        <p:sp>
          <p:nvSpPr>
            <p:cNvPr id="286" name="Google Shape;286;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7" name="Google Shape;287;g2c157a2fb06_0_53">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8" name="Google Shape;288;g2c157a2fb06_0_53">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89" name="Google Shape;289;g2c157a2fb06_0_53"/>
          <p:cNvSpPr txBox="1">
            <a:spLocks noGrp="1"/>
          </p:cNvSpPr>
          <p:nvPr>
            <p:ph type="subTitle" idx="7"/>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290"/>
        <p:cNvGrpSpPr/>
        <p:nvPr/>
      </p:nvGrpSpPr>
      <p:grpSpPr>
        <a:xfrm>
          <a:off x="0" y="0"/>
          <a:ext cx="0" cy="0"/>
          <a:chOff x="0" y="0"/>
          <a:chExt cx="0" cy="0"/>
        </a:xfrm>
      </p:grpSpPr>
      <p:sp>
        <p:nvSpPr>
          <p:cNvPr id="291" name="Google Shape;291;g2c157a2fb06_0_158"/>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2" name="Google Shape;292;g2c157a2fb06_0_158"/>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93" name="Google Shape;293;g2c157a2fb06_0_15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94" name="Google Shape;294;g2c157a2fb06_0_158"/>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5" name="Google Shape;295;g2c157a2fb06_0_158"/>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6" name="Google Shape;296;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97" name="Google Shape;297;g2c157a2fb06_0_15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pic>
        <p:nvPicPr>
          <p:cNvPr id="298" name="Google Shape;298;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299" name="Google Shape;299;g2c157a2fb06_0_158"/>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00" name="Google Shape;300;g2c157a2fb06_0_158"/>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01" name="Google Shape;301;g2c157a2fb06_0_158"/>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02" name="Google Shape;302;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303" name="Google Shape;303;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Full Circle</a:t>
            </a:r>
            <a:endParaRPr sz="3000" b="0" i="0" u="none" strike="noStrike" cap="none">
              <a:solidFill>
                <a:srgbClr val="92278F"/>
              </a:solidFill>
              <a:latin typeface="Poppins Medium"/>
              <a:ea typeface="Poppins Medium"/>
              <a:cs typeface="Poppins Medium"/>
              <a:sym typeface="Poppins Medium"/>
            </a:endParaRPr>
          </a:p>
        </p:txBody>
      </p:sp>
      <p:sp>
        <p:nvSpPr>
          <p:cNvPr id="304" name="Google Shape;304;g2c157a2fb06_0_158"/>
          <p:cNvSpPr txBox="1">
            <a:spLocks noGrp="1"/>
          </p:cNvSpPr>
          <p:nvPr>
            <p:ph type="subTitle" idx="4"/>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5" name="Google Shape;305;g2c157a2fb06_0_158"/>
          <p:cNvSpPr txBox="1">
            <a:spLocks noGrp="1"/>
          </p:cNvSpPr>
          <p:nvPr>
            <p:ph type="subTitle" idx="5"/>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6" name="Google Shape;306;g2c157a2fb06_0_158"/>
          <p:cNvSpPr txBox="1">
            <a:spLocks noGrp="1"/>
          </p:cNvSpPr>
          <p:nvPr>
            <p:ph type="subTitle" idx="6"/>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7" name="Google Shape;307;g2c157a2fb06_0_158"/>
          <p:cNvSpPr txBox="1">
            <a:spLocks noGrp="1"/>
          </p:cNvSpPr>
          <p:nvPr>
            <p:ph type="subTitle" idx="7"/>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8" name="Google Shape;308;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09" name="Google Shape;309;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310" name="Google Shape;310;g2c157a2fb06_0_158"/>
          <p:cNvGrpSpPr/>
          <p:nvPr/>
        </p:nvGrpSpPr>
        <p:grpSpPr>
          <a:xfrm>
            <a:off x="662575" y="6212475"/>
            <a:ext cx="586800" cy="571500"/>
            <a:chOff x="662575" y="6212475"/>
            <a:chExt cx="586800" cy="571500"/>
          </a:xfrm>
        </p:grpSpPr>
        <p:sp>
          <p:nvSpPr>
            <p:cNvPr id="311" name="Google Shape;311;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2" name="Google Shape;312;g2c157a2fb06_0_158">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3" name="Google Shape;313;g2c157a2fb06_0_158">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14" name="Google Shape;314;g2c157a2fb06_0_158"/>
          <p:cNvGrpSpPr/>
          <p:nvPr/>
        </p:nvGrpSpPr>
        <p:grpSpPr>
          <a:xfrm>
            <a:off x="7894350" y="6212475"/>
            <a:ext cx="586800" cy="571500"/>
            <a:chOff x="7894350" y="6212475"/>
            <a:chExt cx="586800" cy="571500"/>
          </a:xfrm>
        </p:grpSpPr>
        <p:sp>
          <p:nvSpPr>
            <p:cNvPr id="315" name="Google Shape;315;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6" name="Google Shape;316;g2c157a2fb06_0_158">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7" name="Google Shape;317;g2c157a2fb06_0_158">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18"/>
        <p:cNvGrpSpPr/>
        <p:nvPr/>
      </p:nvGrpSpPr>
      <p:grpSpPr>
        <a:xfrm>
          <a:off x="0" y="0"/>
          <a:ext cx="0" cy="0"/>
          <a:chOff x="0" y="0"/>
          <a:chExt cx="0" cy="0"/>
        </a:xfrm>
      </p:grpSpPr>
      <p:sp>
        <p:nvSpPr>
          <p:cNvPr id="319" name="Google Shape;319;g2c157a2fb06_0_263"/>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0" name="Google Shape;320;g2c157a2fb06_0_263"/>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21" name="Google Shape;321;g2c157a2fb06_0_26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2" name="Google Shape;322;g2c157a2fb06_0_263"/>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3" name="Google Shape;323;g2c157a2fb06_0_263"/>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4" name="Google Shape;324;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5" name="Google Shape;325;g2c157a2fb06_0_26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sp>
        <p:nvSpPr>
          <p:cNvPr id="326" name="Google Shape;326;g2c157a2fb06_0_26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27" name="Google Shape;327;g2c157a2fb06_0_26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28" name="Google Shape;328;g2c157a2fb06_0_26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29" name="Google Shape;329;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30" name="Google Shape;330;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Picture Match</a:t>
            </a:r>
            <a:endParaRPr sz="3000" b="0" i="0" u="none" strike="noStrike" cap="none">
              <a:solidFill>
                <a:srgbClr val="92278F"/>
              </a:solidFill>
              <a:latin typeface="Poppins Medium"/>
              <a:ea typeface="Poppins Medium"/>
              <a:cs typeface="Poppins Medium"/>
              <a:sym typeface="Poppins Medium"/>
            </a:endParaRPr>
          </a:p>
        </p:txBody>
      </p:sp>
      <p:sp>
        <p:nvSpPr>
          <p:cNvPr id="331" name="Google Shape;331;g2c157a2fb06_0_263"/>
          <p:cNvSpPr txBox="1">
            <a:spLocks noGrp="1"/>
          </p:cNvSpPr>
          <p:nvPr>
            <p:ph type="subTitle" idx="4"/>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2" name="Google Shape;332;g2c157a2fb06_0_263"/>
          <p:cNvSpPr txBox="1">
            <a:spLocks noGrp="1"/>
          </p:cNvSpPr>
          <p:nvPr>
            <p:ph type="subTitle" idx="5"/>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3" name="Google Shape;333;g2c157a2fb06_0_263"/>
          <p:cNvSpPr txBox="1">
            <a:spLocks noGrp="1"/>
          </p:cNvSpPr>
          <p:nvPr>
            <p:ph type="subTitle" idx="6"/>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4" name="Google Shape;334;g2c157a2fb06_0_263"/>
          <p:cNvSpPr txBox="1">
            <a:spLocks noGrp="1"/>
          </p:cNvSpPr>
          <p:nvPr>
            <p:ph type="subTitle" idx="7"/>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5" name="Google Shape;335;g2c157a2fb06_0_263"/>
          <p:cNvSpPr>
            <a:spLocks noGrp="1"/>
          </p:cNvSpPr>
          <p:nvPr>
            <p:ph type="pic" idx="8"/>
          </p:nvPr>
        </p:nvSpPr>
        <p:spPr>
          <a:xfrm>
            <a:off x="5086375" y="4412425"/>
            <a:ext cx="2668800" cy="1291500"/>
          </a:xfrm>
          <a:prstGeom prst="rect">
            <a:avLst/>
          </a:prstGeom>
          <a:noFill/>
          <a:ln>
            <a:noFill/>
          </a:ln>
        </p:spPr>
      </p:sp>
      <p:sp>
        <p:nvSpPr>
          <p:cNvPr id="336" name="Google Shape;336;g2c157a2fb06_0_263"/>
          <p:cNvSpPr>
            <a:spLocks noGrp="1"/>
          </p:cNvSpPr>
          <p:nvPr>
            <p:ph type="pic" idx="9"/>
          </p:nvPr>
        </p:nvSpPr>
        <p:spPr>
          <a:xfrm>
            <a:off x="5086375" y="797675"/>
            <a:ext cx="2668800" cy="1291500"/>
          </a:xfrm>
          <a:prstGeom prst="rect">
            <a:avLst/>
          </a:prstGeom>
          <a:noFill/>
          <a:ln>
            <a:noFill/>
          </a:ln>
        </p:spPr>
      </p:sp>
      <p:sp>
        <p:nvSpPr>
          <p:cNvPr id="337" name="Google Shape;337;g2c157a2fb06_0_263"/>
          <p:cNvSpPr>
            <a:spLocks noGrp="1"/>
          </p:cNvSpPr>
          <p:nvPr>
            <p:ph type="pic" idx="13"/>
          </p:nvPr>
        </p:nvSpPr>
        <p:spPr>
          <a:xfrm>
            <a:off x="5086375" y="2002592"/>
            <a:ext cx="2668800" cy="1291500"/>
          </a:xfrm>
          <a:prstGeom prst="rect">
            <a:avLst/>
          </a:prstGeom>
          <a:noFill/>
          <a:ln>
            <a:noFill/>
          </a:ln>
        </p:spPr>
      </p:sp>
      <p:sp>
        <p:nvSpPr>
          <p:cNvPr id="338" name="Google Shape;338;g2c157a2fb06_0_263"/>
          <p:cNvSpPr>
            <a:spLocks noGrp="1"/>
          </p:cNvSpPr>
          <p:nvPr>
            <p:ph type="pic" idx="14"/>
          </p:nvPr>
        </p:nvSpPr>
        <p:spPr>
          <a:xfrm>
            <a:off x="5086375" y="3207508"/>
            <a:ext cx="2668800" cy="1291500"/>
          </a:xfrm>
          <a:prstGeom prst="rect">
            <a:avLst/>
          </a:prstGeom>
          <a:noFill/>
          <a:ln>
            <a:noFill/>
          </a:ln>
        </p:spPr>
      </p:sp>
      <p:sp>
        <p:nvSpPr>
          <p:cNvPr id="339" name="Google Shape;339;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40" name="Google Shape;340;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41" name="Google Shape;341;g2c157a2fb06_0_263"/>
          <p:cNvGrpSpPr/>
          <p:nvPr/>
        </p:nvGrpSpPr>
        <p:grpSpPr>
          <a:xfrm>
            <a:off x="662575" y="6212475"/>
            <a:ext cx="586800" cy="571500"/>
            <a:chOff x="662575" y="6212475"/>
            <a:chExt cx="586800" cy="571500"/>
          </a:xfrm>
        </p:grpSpPr>
        <p:sp>
          <p:nvSpPr>
            <p:cNvPr id="342" name="Google Shape;342;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3" name="Google Shape;343;g2c157a2fb06_0_263">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4" name="Google Shape;344;g2c157a2fb06_0_263">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45" name="Google Shape;345;g2c157a2fb06_0_263"/>
          <p:cNvGrpSpPr/>
          <p:nvPr/>
        </p:nvGrpSpPr>
        <p:grpSpPr>
          <a:xfrm>
            <a:off x="7894350" y="6212475"/>
            <a:ext cx="586800" cy="571500"/>
            <a:chOff x="7894350" y="6212475"/>
            <a:chExt cx="586800" cy="571500"/>
          </a:xfrm>
        </p:grpSpPr>
        <p:sp>
          <p:nvSpPr>
            <p:cNvPr id="346" name="Google Shape;346;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7" name="Google Shape;347;g2c157a2fb06_0_263">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8" name="Google Shape;348;g2c157a2fb06_0_263">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49"/>
        <p:cNvGrpSpPr/>
        <p:nvPr/>
      </p:nvGrpSpPr>
      <p:grpSpPr>
        <a:xfrm>
          <a:off x="0" y="0"/>
          <a:ext cx="0" cy="0"/>
          <a:chOff x="0" y="0"/>
          <a:chExt cx="0" cy="0"/>
        </a:xfrm>
      </p:grpSpPr>
      <p:sp>
        <p:nvSpPr>
          <p:cNvPr id="350" name="Google Shape;350;g2c157a2fb06_0_467"/>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1" name="Google Shape;351;g2c157a2fb06_0_467"/>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52" name="Google Shape;352;g2c157a2fb06_0_46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53" name="Google Shape;353;g2c157a2fb06_0_467"/>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4" name="Google Shape;354;g2c157a2fb06_0_467"/>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5" name="Google Shape;355;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56" name="Google Shape;356;g2c157a2fb06_0_46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cxnSp>
        <p:nvCxnSpPr>
          <p:cNvPr id="357" name="Google Shape;357;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58" name="Google Shape;358;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59" name="Google Shape;359;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60" name="Google Shape;360;g2c157a2fb06_0_467"/>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61" name="Google Shape;361;g2c157a2fb06_0_467"/>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62" name="Google Shape;362;g2c157a2fb06_0_467"/>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63" name="Google Shape;363;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64" name="Google Shape;364;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Write a Caption</a:t>
            </a:r>
            <a:endParaRPr sz="3000" b="0" i="0" u="none" strike="noStrike" cap="none">
              <a:solidFill>
                <a:srgbClr val="92278F"/>
              </a:solidFill>
              <a:latin typeface="Poppins Medium"/>
              <a:ea typeface="Poppins Medium"/>
              <a:cs typeface="Poppins Medium"/>
              <a:sym typeface="Poppins Medium"/>
            </a:endParaRPr>
          </a:p>
        </p:txBody>
      </p:sp>
      <p:sp>
        <p:nvSpPr>
          <p:cNvPr id="365" name="Google Shape;365;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66" name="Google Shape;366;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67" name="Google Shape;367;g2c157a2fb06_0_467"/>
          <p:cNvGrpSpPr/>
          <p:nvPr/>
        </p:nvGrpSpPr>
        <p:grpSpPr>
          <a:xfrm>
            <a:off x="662575" y="6212475"/>
            <a:ext cx="586800" cy="571500"/>
            <a:chOff x="662575" y="6212475"/>
            <a:chExt cx="586800" cy="571500"/>
          </a:xfrm>
        </p:grpSpPr>
        <p:sp>
          <p:nvSpPr>
            <p:cNvPr id="368" name="Google Shape;368;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9" name="Google Shape;369;g2c157a2fb06_0_467">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0" name="Google Shape;370;g2c157a2fb06_0_467">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71" name="Google Shape;371;g2c157a2fb06_0_467"/>
          <p:cNvGrpSpPr/>
          <p:nvPr/>
        </p:nvGrpSpPr>
        <p:grpSpPr>
          <a:xfrm>
            <a:off x="7894350" y="6212475"/>
            <a:ext cx="586800" cy="571500"/>
            <a:chOff x="7894350" y="6212475"/>
            <a:chExt cx="586800" cy="571500"/>
          </a:xfrm>
        </p:grpSpPr>
        <p:sp>
          <p:nvSpPr>
            <p:cNvPr id="372" name="Google Shape;372;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3" name="Google Shape;373;g2c157a2fb06_0_467">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4" name="Google Shape;374;g2c157a2fb06_0_467">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375"/>
        <p:cNvGrpSpPr/>
        <p:nvPr/>
      </p:nvGrpSpPr>
      <p:grpSpPr>
        <a:xfrm>
          <a:off x="0" y="0"/>
          <a:ext cx="0" cy="0"/>
          <a:chOff x="0" y="0"/>
          <a:chExt cx="0" cy="0"/>
        </a:xfrm>
      </p:grpSpPr>
      <p:sp>
        <p:nvSpPr>
          <p:cNvPr id="376" name="Google Shape;376;g2c157a2fb06_0_629"/>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7" name="Google Shape;377;g2c157a2fb06_0_629"/>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78" name="Google Shape;378;g2c157a2fb06_0_629"/>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79" name="Google Shape;379;g2c157a2fb06_0_629"/>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0" name="Google Shape;380;g2c157a2fb06_0_629"/>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1" name="Google Shape;381;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82" name="Google Shape;382;g2c157a2fb06_0_629"/>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cxnSp>
        <p:nvCxnSpPr>
          <p:cNvPr id="383" name="Google Shape;383;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84" name="Google Shape;384;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385" name="Google Shape;385;g2c157a2fb06_0_629"/>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86" name="Google Shape;386;g2c157a2fb06_0_629"/>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87" name="Google Shape;387;g2c157a2fb06_0_629"/>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88" name="Google Shape;388;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389" name="Google Shape;389;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Read a Caption</a:t>
            </a:r>
            <a:endParaRPr sz="3000" b="0" i="0" u="none" strike="noStrike" cap="none">
              <a:solidFill>
                <a:srgbClr val="92278F"/>
              </a:solidFill>
              <a:latin typeface="Poppins Medium"/>
              <a:ea typeface="Poppins Medium"/>
              <a:cs typeface="Poppins Medium"/>
              <a:sym typeface="Poppins Medium"/>
            </a:endParaRPr>
          </a:p>
        </p:txBody>
      </p:sp>
      <p:sp>
        <p:nvSpPr>
          <p:cNvPr id="390" name="Google Shape;390;g2c157a2fb06_0_629"/>
          <p:cNvSpPr txBox="1">
            <a:spLocks noGrp="1"/>
          </p:cNvSpPr>
          <p:nvPr>
            <p:ph type="subTitle" idx="5"/>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91" name="Google Shape;391;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92" name="Google Shape;392;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93" name="Google Shape;393;g2c157a2fb06_0_629"/>
          <p:cNvGrpSpPr/>
          <p:nvPr/>
        </p:nvGrpSpPr>
        <p:grpSpPr>
          <a:xfrm>
            <a:off x="662575" y="6212475"/>
            <a:ext cx="586800" cy="571500"/>
            <a:chOff x="662575" y="6212475"/>
            <a:chExt cx="586800" cy="571500"/>
          </a:xfrm>
        </p:grpSpPr>
        <p:sp>
          <p:nvSpPr>
            <p:cNvPr id="394" name="Google Shape;394;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5" name="Google Shape;395;g2c157a2fb06_0_629">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6" name="Google Shape;396;g2c157a2fb06_0_629">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97" name="Google Shape;397;g2c157a2fb06_0_629"/>
          <p:cNvGrpSpPr/>
          <p:nvPr/>
        </p:nvGrpSpPr>
        <p:grpSpPr>
          <a:xfrm>
            <a:off x="7894350" y="6212475"/>
            <a:ext cx="586800" cy="571500"/>
            <a:chOff x="7894350" y="6212475"/>
            <a:chExt cx="586800" cy="571500"/>
          </a:xfrm>
        </p:grpSpPr>
        <p:sp>
          <p:nvSpPr>
            <p:cNvPr id="398" name="Google Shape;398;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9" name="Google Shape;399;g2c157a2fb06_0_629">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0" name="Google Shape;400;g2c157a2fb06_0_629">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401"/>
        <p:cNvGrpSpPr/>
        <p:nvPr/>
      </p:nvGrpSpPr>
      <p:grpSpPr>
        <a:xfrm>
          <a:off x="0" y="0"/>
          <a:ext cx="0" cy="0"/>
          <a:chOff x="0" y="0"/>
          <a:chExt cx="0" cy="0"/>
        </a:xfrm>
      </p:grpSpPr>
      <p:sp>
        <p:nvSpPr>
          <p:cNvPr id="402" name="Google Shape;402;g2c157a2fb06_0_798"/>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3" name="Google Shape;403;g2c157a2fb06_0_798"/>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04" name="Google Shape;404;g2c157a2fb06_0_79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05" name="Google Shape;405;g2c157a2fb06_0_798"/>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6" name="Google Shape;406;g2c157a2fb06_0_798"/>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7" name="Google Shape;407;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08" name="Google Shape;408;g2c157a2fb06_0_79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cxnSp>
        <p:nvCxnSpPr>
          <p:cNvPr id="409" name="Google Shape;409;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10" name="Google Shape;410;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11" name="Google Shape;411;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12" name="Google Shape;412;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413" name="Google Shape;413;g2c157a2fb06_0_798"/>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14" name="Google Shape;414;g2c157a2fb06_0_798"/>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15" name="Google Shape;415;g2c157a2fb06_0_798"/>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16" name="Google Shape;416;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417" name="Google Shape;417;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Write a Sentence</a:t>
            </a:r>
            <a:endParaRPr sz="3000" b="0" i="0" u="none" strike="noStrike" cap="none">
              <a:solidFill>
                <a:srgbClr val="92278F"/>
              </a:solidFill>
              <a:latin typeface="Poppins Medium"/>
              <a:ea typeface="Poppins Medium"/>
              <a:cs typeface="Poppins Medium"/>
              <a:sym typeface="Poppins Medium"/>
            </a:endParaRPr>
          </a:p>
        </p:txBody>
      </p:sp>
      <p:sp>
        <p:nvSpPr>
          <p:cNvPr id="418" name="Google Shape;418;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19" name="Google Shape;419;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20" name="Google Shape;420;g2c157a2fb06_0_798"/>
          <p:cNvGrpSpPr/>
          <p:nvPr/>
        </p:nvGrpSpPr>
        <p:grpSpPr>
          <a:xfrm>
            <a:off x="662575" y="6212475"/>
            <a:ext cx="586800" cy="571500"/>
            <a:chOff x="662575" y="6212475"/>
            <a:chExt cx="586800" cy="571500"/>
          </a:xfrm>
        </p:grpSpPr>
        <p:sp>
          <p:nvSpPr>
            <p:cNvPr id="421" name="Google Shape;421;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2" name="Google Shape;422;g2c157a2fb06_0_798">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3" name="Google Shape;423;g2c157a2fb06_0_798">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24" name="Google Shape;424;g2c157a2fb06_0_798"/>
          <p:cNvGrpSpPr/>
          <p:nvPr/>
        </p:nvGrpSpPr>
        <p:grpSpPr>
          <a:xfrm>
            <a:off x="7894350" y="6212475"/>
            <a:ext cx="586800" cy="571500"/>
            <a:chOff x="7894350" y="6212475"/>
            <a:chExt cx="586800" cy="571500"/>
          </a:xfrm>
        </p:grpSpPr>
        <p:sp>
          <p:nvSpPr>
            <p:cNvPr id="425" name="Google Shape;425;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6" name="Google Shape;426;g2c157a2fb06_0_798">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7" name="Google Shape;427;g2c157a2fb06_0_798">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28"/>
        <p:cNvGrpSpPr/>
        <p:nvPr/>
      </p:nvGrpSpPr>
      <p:grpSpPr>
        <a:xfrm>
          <a:off x="0" y="0"/>
          <a:ext cx="0" cy="0"/>
          <a:chOff x="0" y="0"/>
          <a:chExt cx="0" cy="0"/>
        </a:xfrm>
      </p:grpSpPr>
      <p:sp>
        <p:nvSpPr>
          <p:cNvPr id="429" name="Google Shape;429;g2c157a2fb06_0_825"/>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0" name="Google Shape;430;g2c157a2fb06_0_825"/>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31" name="Google Shape;431;g2c157a2fb06_0_82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32" name="Google Shape;432;g2c157a2fb06_0_825"/>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3" name="Google Shape;433;g2c157a2fb06_0_825"/>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4" name="Google Shape;434;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35" name="Google Shape;435;g2c157a2fb06_0_82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sp>
        <p:nvSpPr>
          <p:cNvPr id="436" name="Google Shape;436;g2c157a2fb06_0_82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cxnSp>
        <p:nvCxnSpPr>
          <p:cNvPr id="437" name="Google Shape;437;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38" name="Google Shape;438;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39" name="Google Shape;439;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40" name="Google Shape;440;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41" name="Google Shape;441;g2c157a2fb06_0_825"/>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42" name="Google Shape;442;g2c157a2fb06_0_825"/>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Clr>
                <a:srgbClr val="2F286F"/>
              </a:buClr>
              <a:buSzPts val="2400"/>
              <a:buNone/>
              <a:defRPr>
                <a:solidFill>
                  <a:srgbClr val="2F286F"/>
                </a:solidFill>
              </a:defRPr>
            </a:lvl2pPr>
            <a:lvl3pPr lvl="2" algn="r">
              <a:lnSpc>
                <a:spcPct val="90000"/>
              </a:lnSpc>
              <a:spcBef>
                <a:spcPts val="500"/>
              </a:spcBef>
              <a:spcAft>
                <a:spcPts val="0"/>
              </a:spcAft>
              <a:buClr>
                <a:srgbClr val="2F286F"/>
              </a:buClr>
              <a:buSzPts val="2000"/>
              <a:buNone/>
              <a:defRPr>
                <a:solidFill>
                  <a:srgbClr val="2F286F"/>
                </a:solidFill>
              </a:defRPr>
            </a:lvl3pPr>
            <a:lvl4pPr lvl="3" algn="r">
              <a:lnSpc>
                <a:spcPct val="90000"/>
              </a:lnSpc>
              <a:spcBef>
                <a:spcPts val="500"/>
              </a:spcBef>
              <a:spcAft>
                <a:spcPts val="0"/>
              </a:spcAft>
              <a:buClr>
                <a:srgbClr val="2F286F"/>
              </a:buClr>
              <a:buSzPts val="1800"/>
              <a:buNone/>
              <a:defRPr>
                <a:solidFill>
                  <a:srgbClr val="2F286F"/>
                </a:solidFill>
              </a:defRPr>
            </a:lvl4pPr>
            <a:lvl5pPr lvl="4" algn="r">
              <a:lnSpc>
                <a:spcPct val="90000"/>
              </a:lnSpc>
              <a:spcBef>
                <a:spcPts val="500"/>
              </a:spcBef>
              <a:spcAft>
                <a:spcPts val="0"/>
              </a:spcAft>
              <a:buClr>
                <a:srgbClr val="2F286F"/>
              </a:buClr>
              <a:buSzPts val="1800"/>
              <a:buNone/>
              <a:defRPr>
                <a:solidFill>
                  <a:srgbClr val="2F286F"/>
                </a:solidFill>
              </a:defRPr>
            </a:lvl5pPr>
            <a:lvl6pPr lvl="5" algn="r">
              <a:lnSpc>
                <a:spcPct val="90000"/>
              </a:lnSpc>
              <a:spcBef>
                <a:spcPts val="500"/>
              </a:spcBef>
              <a:spcAft>
                <a:spcPts val="0"/>
              </a:spcAft>
              <a:buClr>
                <a:srgbClr val="2F286F"/>
              </a:buClr>
              <a:buSzPts val="1800"/>
              <a:buNone/>
              <a:defRPr>
                <a:solidFill>
                  <a:srgbClr val="2F286F"/>
                </a:solidFill>
              </a:defRPr>
            </a:lvl6pPr>
            <a:lvl7pPr lvl="6" algn="r">
              <a:lnSpc>
                <a:spcPct val="90000"/>
              </a:lnSpc>
              <a:spcBef>
                <a:spcPts val="500"/>
              </a:spcBef>
              <a:spcAft>
                <a:spcPts val="0"/>
              </a:spcAft>
              <a:buClr>
                <a:srgbClr val="2F286F"/>
              </a:buClr>
              <a:buSzPts val="1800"/>
              <a:buNone/>
              <a:defRPr>
                <a:solidFill>
                  <a:srgbClr val="2F286F"/>
                </a:solidFill>
              </a:defRPr>
            </a:lvl7pPr>
            <a:lvl8pPr lvl="7" algn="r">
              <a:lnSpc>
                <a:spcPct val="90000"/>
              </a:lnSpc>
              <a:spcBef>
                <a:spcPts val="500"/>
              </a:spcBef>
              <a:spcAft>
                <a:spcPts val="0"/>
              </a:spcAft>
              <a:buClr>
                <a:srgbClr val="2F286F"/>
              </a:buClr>
              <a:buSzPts val="1800"/>
              <a:buNone/>
              <a:defRPr>
                <a:solidFill>
                  <a:srgbClr val="2F286F"/>
                </a:solidFill>
              </a:defRPr>
            </a:lvl8pPr>
            <a:lvl9pPr lvl="8" algn="r">
              <a:lnSpc>
                <a:spcPct val="90000"/>
              </a:lnSpc>
              <a:spcBef>
                <a:spcPts val="500"/>
              </a:spcBef>
              <a:spcAft>
                <a:spcPts val="0"/>
              </a:spcAft>
              <a:buClr>
                <a:srgbClr val="2F286F"/>
              </a:buClr>
              <a:buSzPts val="1800"/>
              <a:buNone/>
              <a:defRPr>
                <a:solidFill>
                  <a:srgbClr val="2F286F"/>
                </a:solidFill>
              </a:defRPr>
            </a:lvl9pPr>
          </a:lstStyle>
          <a:p>
            <a:endParaRPr/>
          </a:p>
        </p:txBody>
      </p:sp>
      <p:sp>
        <p:nvSpPr>
          <p:cNvPr id="443" name="Google Shape;443;g2c157a2fb06_0_825"/>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44" name="Google Shape;444;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45" name="Google Shape;445;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Read a Sentence</a:t>
            </a:r>
            <a:endParaRPr sz="3000" b="0" i="0" u="none" strike="noStrike" cap="none">
              <a:solidFill>
                <a:srgbClr val="92278F"/>
              </a:solidFill>
              <a:latin typeface="Poppins Medium"/>
              <a:ea typeface="Poppins Medium"/>
              <a:cs typeface="Poppins Medium"/>
              <a:sym typeface="Poppins Medium"/>
            </a:endParaRPr>
          </a:p>
        </p:txBody>
      </p:sp>
      <p:sp>
        <p:nvSpPr>
          <p:cNvPr id="446" name="Google Shape;446;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47" name="Google Shape;447;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48" name="Google Shape;448;g2c157a2fb06_0_825"/>
          <p:cNvGrpSpPr/>
          <p:nvPr/>
        </p:nvGrpSpPr>
        <p:grpSpPr>
          <a:xfrm>
            <a:off x="662575" y="6212475"/>
            <a:ext cx="586800" cy="571500"/>
            <a:chOff x="662575" y="6212475"/>
            <a:chExt cx="586800" cy="571500"/>
          </a:xfrm>
        </p:grpSpPr>
        <p:sp>
          <p:nvSpPr>
            <p:cNvPr id="449" name="Google Shape;449;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0" name="Google Shape;450;g2c157a2fb06_0_825">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1" name="Google Shape;451;g2c157a2fb06_0_825">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52" name="Google Shape;452;g2c157a2fb06_0_825"/>
          <p:cNvGrpSpPr/>
          <p:nvPr/>
        </p:nvGrpSpPr>
        <p:grpSpPr>
          <a:xfrm>
            <a:off x="7894350" y="6212475"/>
            <a:ext cx="586800" cy="571500"/>
            <a:chOff x="7894350" y="6212475"/>
            <a:chExt cx="586800" cy="571500"/>
          </a:xfrm>
        </p:grpSpPr>
        <p:sp>
          <p:nvSpPr>
            <p:cNvPr id="453" name="Google Shape;453;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4" name="Google Shape;454;g2c157a2fb06_0_825">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5" name="Google Shape;455;g2c157a2fb06_0_825">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56"/>
        <p:cNvGrpSpPr/>
        <p:nvPr/>
      </p:nvGrpSpPr>
      <p:grpSpPr>
        <a:xfrm>
          <a:off x="0" y="0"/>
          <a:ext cx="0" cy="0"/>
          <a:chOff x="0" y="0"/>
          <a:chExt cx="0" cy="0"/>
        </a:xfrm>
      </p:grpSpPr>
      <p:sp>
        <p:nvSpPr>
          <p:cNvPr id="457" name="Google Shape;457;g2c157a2fb06_0_700"/>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8" name="Google Shape;458;g2c157a2fb06_0_700"/>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59" name="Google Shape;459;g2c157a2fb06_0_70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0" name="Google Shape;460;g2c157a2fb06_0_700"/>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1" name="Google Shape;461;g2c157a2fb06_0_700"/>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2" name="Google Shape;462;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3" name="Google Shape;463;g2c157a2fb06_0_70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sp>
        <p:nvSpPr>
          <p:cNvPr id="464" name="Google Shape;464;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5" name="Google Shape;465;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6" name="Google Shape;466;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7" name="Google Shape;467;g2c157a2fb06_0_70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68" name="Google Shape;468;g2c157a2fb06_0_70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69" name="Google Shape;469;g2c157a2fb06_0_70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70" name="Google Shape;470;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Hands Up, Pair Up</a:t>
            </a:r>
            <a:endParaRPr sz="3000" b="0" i="0" u="none" strike="noStrike" cap="none">
              <a:solidFill>
                <a:srgbClr val="92278F"/>
              </a:solidFill>
              <a:latin typeface="Poppins Medium"/>
              <a:ea typeface="Poppins Medium"/>
              <a:cs typeface="Poppins Medium"/>
              <a:sym typeface="Poppins Medium"/>
            </a:endParaRPr>
          </a:p>
        </p:txBody>
      </p:sp>
      <p:sp>
        <p:nvSpPr>
          <p:cNvPr id="471" name="Google Shape;471;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72" name="Google Shape;472;g2c157a2fb06_0_700"/>
          <p:cNvSpPr txBox="1">
            <a:spLocks noGrp="1"/>
          </p:cNvSpPr>
          <p:nvPr>
            <p:ph type="subTitle" idx="4"/>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3" name="Google Shape;473;g2c157a2fb06_0_700"/>
          <p:cNvSpPr txBox="1">
            <a:spLocks noGrp="1"/>
          </p:cNvSpPr>
          <p:nvPr>
            <p:ph type="subTitle" idx="5"/>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4" name="Google Shape;474;g2c157a2fb06_0_700"/>
          <p:cNvSpPr txBox="1">
            <a:spLocks noGrp="1"/>
          </p:cNvSpPr>
          <p:nvPr>
            <p:ph type="subTitle" idx="6"/>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5" name="Google Shape;475;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6" name="Google Shape;476;g2c157a2fb06_0_700"/>
          <p:cNvSpPr txBox="1">
            <a:spLocks noGrp="1"/>
          </p:cNvSpPr>
          <p:nvPr>
            <p:ph type="subTitle" idx="7"/>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7" name="Google Shape;477;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8" name="Google Shape;478;g2c157a2fb06_0_700"/>
          <p:cNvSpPr txBox="1">
            <a:spLocks noGrp="1"/>
          </p:cNvSpPr>
          <p:nvPr>
            <p:ph type="subTitle" idx="8"/>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9" name="Google Shape;479;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0" name="Google Shape;480;g2c157a2fb06_0_700"/>
          <p:cNvSpPr txBox="1">
            <a:spLocks noGrp="1"/>
          </p:cNvSpPr>
          <p:nvPr>
            <p:ph type="subTitle" idx="9"/>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1" name="Google Shape;481;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2" name="Google Shape;482;g2c157a2fb06_0_700"/>
          <p:cNvSpPr txBox="1">
            <a:spLocks noGrp="1"/>
          </p:cNvSpPr>
          <p:nvPr>
            <p:ph type="subTitle" idx="13"/>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3" name="Google Shape;483;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4" name="Google Shape;484;g2c157a2fb06_0_700"/>
          <p:cNvSpPr txBox="1">
            <a:spLocks noGrp="1"/>
          </p:cNvSpPr>
          <p:nvPr>
            <p:ph type="subTitle" idx="14"/>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5" name="Google Shape;485;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86" name="Google Shape;486;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87" name="Google Shape;487;g2c157a2fb06_0_700"/>
          <p:cNvGrpSpPr/>
          <p:nvPr/>
        </p:nvGrpSpPr>
        <p:grpSpPr>
          <a:xfrm>
            <a:off x="662575" y="6212475"/>
            <a:ext cx="586800" cy="571500"/>
            <a:chOff x="662575" y="6212475"/>
            <a:chExt cx="586800" cy="571500"/>
          </a:xfrm>
        </p:grpSpPr>
        <p:sp>
          <p:nvSpPr>
            <p:cNvPr id="488" name="Google Shape;488;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9" name="Google Shape;489;g2c157a2fb06_0_700">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0" name="Google Shape;490;g2c157a2fb06_0_700">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91" name="Google Shape;491;g2c157a2fb06_0_700"/>
          <p:cNvGrpSpPr/>
          <p:nvPr/>
        </p:nvGrpSpPr>
        <p:grpSpPr>
          <a:xfrm>
            <a:off x="7894350" y="6212475"/>
            <a:ext cx="586800" cy="571500"/>
            <a:chOff x="7894350" y="6212475"/>
            <a:chExt cx="586800" cy="571500"/>
          </a:xfrm>
        </p:grpSpPr>
        <p:sp>
          <p:nvSpPr>
            <p:cNvPr id="492" name="Google Shape;492;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3" name="Google Shape;493;g2c157a2fb06_0_700">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4" name="Google Shape;494;g2c157a2fb06_0_700">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495"/>
        <p:cNvGrpSpPr/>
        <p:nvPr/>
      </p:nvGrpSpPr>
      <p:grpSpPr>
        <a:xfrm>
          <a:off x="0" y="0"/>
          <a:ext cx="0" cy="0"/>
          <a:chOff x="0" y="0"/>
          <a:chExt cx="0" cy="0"/>
        </a:xfrm>
      </p:grpSpPr>
      <p:sp>
        <p:nvSpPr>
          <p:cNvPr id="496" name="Google Shape;496;g2c157a2fb06_0_932"/>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7" name="Google Shape;497;g2c157a2fb06_0_932"/>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98" name="Google Shape;498;g2c157a2fb06_0_9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99" name="Google Shape;499;g2c157a2fb06_0_932"/>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0" name="Google Shape;500;g2c157a2fb06_0_932"/>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1" name="Google Shape;501;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02" name="Google Shape;502;g2c157a2fb06_0_9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sp>
        <p:nvSpPr>
          <p:cNvPr id="503" name="Google Shape;503;g2c157a2fb06_0_9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04" name="Google Shape;504;g2c157a2fb06_0_9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05" name="Google Shape;505;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Bingo</a:t>
            </a:r>
            <a:endParaRPr sz="3000" b="0" i="0" u="none" strike="noStrike" cap="none">
              <a:solidFill>
                <a:srgbClr val="92278F"/>
              </a:solidFill>
              <a:latin typeface="Poppins Medium"/>
              <a:ea typeface="Poppins Medium"/>
              <a:cs typeface="Poppins Medium"/>
              <a:sym typeface="Poppins Medium"/>
            </a:endParaRPr>
          </a:p>
        </p:txBody>
      </p:sp>
      <p:cxnSp>
        <p:nvCxnSpPr>
          <p:cNvPr id="506" name="Google Shape;506;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07" name="Google Shape;507;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508" name="Google Shape;508;g2c157a2fb06_0_9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cxnSp>
        <p:nvCxnSpPr>
          <p:cNvPr id="509" name="Google Shape;509;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10" name="Google Shape;510;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11" name="Google Shape;511;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12" name="Google Shape;512;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13" name="Google Shape;513;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14" name="Google Shape;514;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515" name="Google Shape;515;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16" name="Google Shape;516;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517" name="Google Shape;517;g2c157a2fb06_0_932"/>
          <p:cNvSpPr txBox="1">
            <a:spLocks noGrp="1"/>
          </p:cNvSpPr>
          <p:nvPr>
            <p:ph type="subTitle" idx="4"/>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18" name="Google Shape;518;g2c157a2fb06_0_932"/>
          <p:cNvSpPr txBox="1">
            <a:spLocks noGrp="1"/>
          </p:cNvSpPr>
          <p:nvPr>
            <p:ph type="subTitle" idx="5"/>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19" name="Google Shape;519;g2c157a2fb06_0_932"/>
          <p:cNvSpPr txBox="1">
            <a:spLocks noGrp="1"/>
          </p:cNvSpPr>
          <p:nvPr>
            <p:ph type="subTitle" idx="6"/>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0" name="Google Shape;520;g2c157a2fb06_0_932"/>
          <p:cNvSpPr txBox="1">
            <a:spLocks noGrp="1"/>
          </p:cNvSpPr>
          <p:nvPr>
            <p:ph type="subTitle" idx="7"/>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1" name="Google Shape;521;g2c157a2fb06_0_932"/>
          <p:cNvSpPr txBox="1">
            <a:spLocks noGrp="1"/>
          </p:cNvSpPr>
          <p:nvPr>
            <p:ph type="subTitle" idx="8"/>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2" name="Google Shape;522;g2c157a2fb06_0_932"/>
          <p:cNvSpPr txBox="1">
            <a:spLocks noGrp="1"/>
          </p:cNvSpPr>
          <p:nvPr>
            <p:ph type="subTitle" idx="9"/>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3" name="Google Shape;523;g2c157a2fb06_0_932"/>
          <p:cNvSpPr txBox="1">
            <a:spLocks noGrp="1"/>
          </p:cNvSpPr>
          <p:nvPr>
            <p:ph type="subTitle" idx="13"/>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4" name="Google Shape;524;g2c157a2fb06_0_932"/>
          <p:cNvSpPr txBox="1">
            <a:spLocks noGrp="1"/>
          </p:cNvSpPr>
          <p:nvPr>
            <p:ph type="subTitle" idx="14"/>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5" name="Google Shape;525;g2c157a2fb06_0_932"/>
          <p:cNvSpPr txBox="1">
            <a:spLocks noGrp="1"/>
          </p:cNvSpPr>
          <p:nvPr>
            <p:ph type="subTitle" idx="15"/>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grpSp>
        <p:nvGrpSpPr>
          <p:cNvPr id="526" name="Google Shape;526;g2c157a2fb06_0_932"/>
          <p:cNvGrpSpPr/>
          <p:nvPr/>
        </p:nvGrpSpPr>
        <p:grpSpPr>
          <a:xfrm>
            <a:off x="662575" y="6212475"/>
            <a:ext cx="586800" cy="571500"/>
            <a:chOff x="662575" y="6212475"/>
            <a:chExt cx="586800" cy="571500"/>
          </a:xfrm>
        </p:grpSpPr>
        <p:sp>
          <p:nvSpPr>
            <p:cNvPr id="527" name="Google Shape;527;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8" name="Google Shape;528;g2c157a2fb06_0_932">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9" name="Google Shape;529;g2c157a2fb06_0_932">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30" name="Google Shape;530;g2c157a2fb06_0_932"/>
          <p:cNvGrpSpPr/>
          <p:nvPr/>
        </p:nvGrpSpPr>
        <p:grpSpPr>
          <a:xfrm>
            <a:off x="7894350" y="6212475"/>
            <a:ext cx="586800" cy="571500"/>
            <a:chOff x="7894350" y="6212475"/>
            <a:chExt cx="586800" cy="571500"/>
          </a:xfrm>
        </p:grpSpPr>
        <p:sp>
          <p:nvSpPr>
            <p:cNvPr id="531" name="Google Shape;531;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2" name="Google Shape;532;g2c157a2fb06_0_932">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3" name="Google Shape;533;g2c157a2fb06_0_932">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34"/>
        <p:cNvGrpSpPr/>
        <p:nvPr/>
      </p:nvGrpSpPr>
      <p:grpSpPr>
        <a:xfrm>
          <a:off x="0" y="0"/>
          <a:ext cx="0" cy="0"/>
          <a:chOff x="0" y="0"/>
          <a:chExt cx="0" cy="0"/>
        </a:xfrm>
      </p:grpSpPr>
      <p:sp>
        <p:nvSpPr>
          <p:cNvPr id="535" name="Google Shape;535;g2c157a2fb06_0_1045"/>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6" name="Google Shape;536;g2c157a2fb06_0_1045"/>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37" name="Google Shape;537;g2c157a2fb06_0_104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38" name="Google Shape;538;g2c157a2fb06_0_1045"/>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9" name="Google Shape;539;g2c157a2fb06_0_1045"/>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0" name="Google Shape;540;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41" name="Google Shape;541;g2c157a2fb06_0_104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cxnSp>
        <p:nvCxnSpPr>
          <p:cNvPr id="542" name="Google Shape;542;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43" name="Google Shape;543;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44" name="Google Shape;544;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5" name="Google Shape;545;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6" name="Google Shape;546;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7" name="Google Shape;547;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8" name="Google Shape;548;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9" name="Google Shape;549;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0" name="Google Shape;550;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1" name="Google Shape;551;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2" name="Google Shape;552;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3" name="Google Shape;553;g2c157a2fb06_0_1045"/>
          <p:cNvSpPr txBox="1">
            <a:spLocks noGrp="1"/>
          </p:cNvSpPr>
          <p:nvPr>
            <p:ph type="subTitle" idx="1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4" name="Google Shape;554;g2c157a2fb06_0_1045"/>
          <p:cNvSpPr txBox="1">
            <a:spLocks noGrp="1"/>
          </p:cNvSpPr>
          <p:nvPr>
            <p:ph type="subTitle" idx="1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55" name="Google Shape;555;g2c157a2fb06_0_1045"/>
          <p:cNvSpPr txBox="1">
            <a:spLocks noGrp="1"/>
          </p:cNvSpPr>
          <p:nvPr>
            <p:ph type="subTitle" idx="1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56" name="Google Shape;556;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57" name="Google Shape;557;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Lucky Dip</a:t>
            </a:r>
            <a:endParaRPr sz="3000" b="0" i="0" u="none" strike="noStrike" cap="none">
              <a:solidFill>
                <a:srgbClr val="92278F"/>
              </a:solidFill>
              <a:latin typeface="Poppins Medium"/>
              <a:ea typeface="Poppins Medium"/>
              <a:cs typeface="Poppins Medium"/>
              <a:sym typeface="Poppins Medium"/>
            </a:endParaRPr>
          </a:p>
        </p:txBody>
      </p:sp>
      <p:sp>
        <p:nvSpPr>
          <p:cNvPr id="558" name="Google Shape;558;g2c157a2fb06_0_1045"/>
          <p:cNvSpPr txBox="1">
            <a:spLocks noGrp="1"/>
          </p:cNvSpPr>
          <p:nvPr>
            <p:ph type="subTitle" idx="16"/>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9" name="Google Shape;559;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560" name="Google Shape;560;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61" name="Google Shape;561;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562" name="Google Shape;562;g2c157a2fb06_0_1045"/>
          <p:cNvGrpSpPr/>
          <p:nvPr/>
        </p:nvGrpSpPr>
        <p:grpSpPr>
          <a:xfrm>
            <a:off x="662575" y="6212475"/>
            <a:ext cx="586800" cy="571500"/>
            <a:chOff x="662575" y="6212475"/>
            <a:chExt cx="586800" cy="571500"/>
          </a:xfrm>
        </p:grpSpPr>
        <p:sp>
          <p:nvSpPr>
            <p:cNvPr id="563" name="Google Shape;563;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4" name="Google Shape;564;g2c157a2fb06_0_1045">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5" name="Google Shape;565;g2c157a2fb06_0_1045">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66" name="Google Shape;566;g2c157a2fb06_0_1045"/>
          <p:cNvGrpSpPr/>
          <p:nvPr/>
        </p:nvGrpSpPr>
        <p:grpSpPr>
          <a:xfrm>
            <a:off x="7894350" y="6212475"/>
            <a:ext cx="586800" cy="571500"/>
            <a:chOff x="7894350" y="6212475"/>
            <a:chExt cx="586800" cy="571500"/>
          </a:xfrm>
        </p:grpSpPr>
        <p:sp>
          <p:nvSpPr>
            <p:cNvPr id="567" name="Google Shape;567;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8" name="Google Shape;568;g2c157a2fb06_0_1045">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9" name="Google Shape;569;g2c157a2fb06_0_1045">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570"/>
        <p:cNvGrpSpPr/>
        <p:nvPr/>
      </p:nvGrpSpPr>
      <p:grpSpPr>
        <a:xfrm>
          <a:off x="0" y="0"/>
          <a:ext cx="0" cy="0"/>
          <a:chOff x="0" y="0"/>
          <a:chExt cx="0" cy="0"/>
        </a:xfrm>
      </p:grpSpPr>
      <p:sp>
        <p:nvSpPr>
          <p:cNvPr id="571" name="Google Shape;571;g2c157a2fb06_0_1110"/>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2" name="Google Shape;572;g2c157a2fb06_0_1110"/>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73" name="Google Shape;573;g2c157a2fb06_0_111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74" name="Google Shape;574;g2c157a2fb06_0_1110"/>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5" name="Google Shape;575;g2c157a2fb06_0_1110"/>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6" name="Google Shape;576;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77" name="Google Shape;577;g2c157a2fb06_0_111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sp>
        <p:nvSpPr>
          <p:cNvPr id="578" name="Google Shape;578;g2c157a2fb06_0_111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79" name="Google Shape;579;g2c157a2fb06_0_111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80" name="Google Shape;580;g2c157a2fb06_0_111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81" name="Google Shape;581;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582" name="Google Shape;582;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Countdown</a:t>
            </a:r>
            <a:endParaRPr sz="3000" b="0" i="0" u="none" strike="noStrike" cap="none">
              <a:solidFill>
                <a:srgbClr val="92278F"/>
              </a:solidFill>
              <a:latin typeface="Poppins Medium"/>
              <a:ea typeface="Poppins Medium"/>
              <a:cs typeface="Poppins Medium"/>
              <a:sym typeface="Poppins Medium"/>
            </a:endParaRPr>
          </a:p>
        </p:txBody>
      </p:sp>
      <p:sp>
        <p:nvSpPr>
          <p:cNvPr id="583" name="Google Shape;583;g2c157a2fb06_0_1110"/>
          <p:cNvSpPr txBox="1">
            <a:spLocks noGrp="1"/>
          </p:cNvSpPr>
          <p:nvPr>
            <p:ph type="subTitle" idx="4"/>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84" name="Google Shape;584;g2c157a2fb06_0_1110"/>
          <p:cNvSpPr txBox="1">
            <a:spLocks noGrp="1"/>
          </p:cNvSpPr>
          <p:nvPr>
            <p:ph type="subTitle" idx="5"/>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85" name="Google Shape;585;g2c157a2fb06_0_1110"/>
          <p:cNvSpPr txBox="1">
            <a:spLocks noGrp="1"/>
          </p:cNvSpPr>
          <p:nvPr>
            <p:ph type="subTitle" idx="6"/>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86" name="Google Shape;586;g2c157a2fb06_0_1110"/>
          <p:cNvSpPr txBox="1">
            <a:spLocks noGrp="1"/>
          </p:cNvSpPr>
          <p:nvPr>
            <p:ph type="subTitle" idx="7"/>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587" name="Google Shape;587;g2c157a2fb06_0_1110"/>
          <p:cNvGrpSpPr/>
          <p:nvPr/>
        </p:nvGrpSpPr>
        <p:grpSpPr>
          <a:xfrm>
            <a:off x="5806200" y="1807463"/>
            <a:ext cx="756300" cy="146700"/>
            <a:chOff x="5806200" y="1807463"/>
            <a:chExt cx="756300" cy="146700"/>
          </a:xfrm>
        </p:grpSpPr>
        <p:sp>
          <p:nvSpPr>
            <p:cNvPr id="588" name="Google Shape;588;g2c157a2fb06_0_1110"/>
            <p:cNvSpPr/>
            <p:nvPr/>
          </p:nvSpPr>
          <p:spPr>
            <a:xfrm>
              <a:off x="58062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9" name="Google Shape;589;g2c157a2fb06_0_1110"/>
            <p:cNvSpPr/>
            <p:nvPr/>
          </p:nvSpPr>
          <p:spPr>
            <a:xfrm>
              <a:off x="61110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0" name="Google Shape;590;g2c157a2fb06_0_1110"/>
            <p:cNvSpPr/>
            <p:nvPr/>
          </p:nvSpPr>
          <p:spPr>
            <a:xfrm>
              <a:off x="64158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91" name="Google Shape;591;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92" name="Google Shape;592;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593" name="Google Shape;593;g2c157a2fb06_0_1110"/>
          <p:cNvGrpSpPr/>
          <p:nvPr/>
        </p:nvGrpSpPr>
        <p:grpSpPr>
          <a:xfrm>
            <a:off x="5806200" y="2842438"/>
            <a:ext cx="756300" cy="146700"/>
            <a:chOff x="5806200" y="1807463"/>
            <a:chExt cx="756300" cy="146700"/>
          </a:xfrm>
        </p:grpSpPr>
        <p:sp>
          <p:nvSpPr>
            <p:cNvPr id="594" name="Google Shape;594;g2c157a2fb06_0_1110"/>
            <p:cNvSpPr/>
            <p:nvPr/>
          </p:nvSpPr>
          <p:spPr>
            <a:xfrm>
              <a:off x="58062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5" name="Google Shape;595;g2c157a2fb06_0_1110"/>
            <p:cNvSpPr/>
            <p:nvPr/>
          </p:nvSpPr>
          <p:spPr>
            <a:xfrm>
              <a:off x="61110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6" name="Google Shape;596;g2c157a2fb06_0_1110"/>
            <p:cNvSpPr/>
            <p:nvPr/>
          </p:nvSpPr>
          <p:spPr>
            <a:xfrm>
              <a:off x="64158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97" name="Google Shape;597;g2c157a2fb06_0_1110"/>
          <p:cNvGrpSpPr/>
          <p:nvPr/>
        </p:nvGrpSpPr>
        <p:grpSpPr>
          <a:xfrm>
            <a:off x="5806200" y="3877413"/>
            <a:ext cx="756300" cy="146700"/>
            <a:chOff x="5806200" y="1807463"/>
            <a:chExt cx="756300" cy="146700"/>
          </a:xfrm>
        </p:grpSpPr>
        <p:sp>
          <p:nvSpPr>
            <p:cNvPr id="598" name="Google Shape;598;g2c157a2fb06_0_1110"/>
            <p:cNvSpPr/>
            <p:nvPr/>
          </p:nvSpPr>
          <p:spPr>
            <a:xfrm>
              <a:off x="58062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9" name="Google Shape;599;g2c157a2fb06_0_1110"/>
            <p:cNvSpPr/>
            <p:nvPr/>
          </p:nvSpPr>
          <p:spPr>
            <a:xfrm>
              <a:off x="61110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0" name="Google Shape;600;g2c157a2fb06_0_1110"/>
            <p:cNvSpPr/>
            <p:nvPr/>
          </p:nvSpPr>
          <p:spPr>
            <a:xfrm>
              <a:off x="64158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01" name="Google Shape;601;g2c157a2fb06_0_1110"/>
          <p:cNvGrpSpPr/>
          <p:nvPr/>
        </p:nvGrpSpPr>
        <p:grpSpPr>
          <a:xfrm>
            <a:off x="662575" y="6212475"/>
            <a:ext cx="586800" cy="571500"/>
            <a:chOff x="662575" y="6212475"/>
            <a:chExt cx="586800" cy="571500"/>
          </a:xfrm>
        </p:grpSpPr>
        <p:sp>
          <p:nvSpPr>
            <p:cNvPr id="602" name="Google Shape;602;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3" name="Google Shape;603;g2c157a2fb06_0_1110">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4" name="Google Shape;604;g2c157a2fb06_0_1110">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05" name="Google Shape;605;g2c157a2fb06_0_1110"/>
          <p:cNvGrpSpPr/>
          <p:nvPr/>
        </p:nvGrpSpPr>
        <p:grpSpPr>
          <a:xfrm>
            <a:off x="7894350" y="6212475"/>
            <a:ext cx="586800" cy="571500"/>
            <a:chOff x="7894350" y="6212475"/>
            <a:chExt cx="586800" cy="571500"/>
          </a:xfrm>
        </p:grpSpPr>
        <p:sp>
          <p:nvSpPr>
            <p:cNvPr id="606" name="Google Shape;606;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7" name="Google Shape;607;g2c157a2fb06_0_1110">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8" name="Google Shape;608;g2c157a2fb06_0_1110">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609"/>
        <p:cNvGrpSpPr/>
        <p:nvPr/>
      </p:nvGrpSpPr>
      <p:grpSpPr>
        <a:xfrm>
          <a:off x="0" y="0"/>
          <a:ext cx="0" cy="0"/>
          <a:chOff x="0" y="0"/>
          <a:chExt cx="0" cy="0"/>
        </a:xfrm>
      </p:grpSpPr>
      <p:sp>
        <p:nvSpPr>
          <p:cNvPr id="610" name="Google Shape;610;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1" name="Google Shape;611;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2" name="Google Shape;612;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3" name="Google Shape;613;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614" name="Google Shape;614;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5" name="Google Shape;615;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6" name="Google Shape;616;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17" name="Google Shape;617;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18" name="Google Shape;618;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19" name="Google Shape;619;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20" name="Google Shape;620;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21" name="Google Shape;621;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22" name="Google Shape;622;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23" name="Google Shape;623;p30"/>
          <p:cNvGrpSpPr/>
          <p:nvPr/>
        </p:nvGrpSpPr>
        <p:grpSpPr>
          <a:xfrm>
            <a:off x="6022940" y="5341706"/>
            <a:ext cx="594501" cy="305904"/>
            <a:chOff x="5672081" y="1914352"/>
            <a:chExt cx="792668" cy="305904"/>
          </a:xfrm>
        </p:grpSpPr>
        <p:sp>
          <p:nvSpPr>
            <p:cNvPr id="624" name="Google Shape;624;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5" name="Google Shape;625;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26" name="Google Shape;626;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27" name="Google Shape;627;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8" name="Google Shape;628;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9" name="Google Shape;629;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0" name="Google Shape;630;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1" name="Google Shape;631;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2" name="Google Shape;632;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3" name="Google Shape;633;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4" name="Google Shape;634;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635" name="Google Shape;635;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636" name="Google Shape;636;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7" name="Google Shape;637;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8" name="Google Shape;638;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9" name="Google Shape;639;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0" name="Google Shape;640;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1" name="Google Shape;641;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2" name="Google Shape;642;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3" name="Google Shape;643;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644" name="Google Shape;644;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645" name="Google Shape;645;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646" name="Google Shape;646;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647" name="Google Shape;647;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648" name="Google Shape;648;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649" name="Google Shape;649;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650" name="Google Shape;650;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51" name="Google Shape;651;p30"/>
          <p:cNvSpPr/>
          <p:nvPr/>
        </p:nvSpPr>
        <p:spPr>
          <a:xfrm>
            <a:off x="1435861" y="3837613"/>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52" name="Google Shape;652;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653" name="Google Shape;653;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654" name="Google Shape;654;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655"/>
        <p:cNvGrpSpPr/>
        <p:nvPr/>
      </p:nvGrpSpPr>
      <p:grpSpPr>
        <a:xfrm>
          <a:off x="0" y="0"/>
          <a:ext cx="0" cy="0"/>
          <a:chOff x="0" y="0"/>
          <a:chExt cx="0" cy="0"/>
        </a:xfrm>
      </p:grpSpPr>
      <p:sp>
        <p:nvSpPr>
          <p:cNvPr id="656" name="Google Shape;656;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57" name="Google Shape;657;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658" name="Google Shape;658;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659"/>
        <p:cNvGrpSpPr/>
        <p:nvPr/>
      </p:nvGrpSpPr>
      <p:grpSpPr>
        <a:xfrm>
          <a:off x="0" y="0"/>
          <a:ext cx="0" cy="0"/>
          <a:chOff x="0" y="0"/>
          <a:chExt cx="0" cy="0"/>
        </a:xfrm>
      </p:grpSpPr>
      <p:sp>
        <p:nvSpPr>
          <p:cNvPr id="660" name="Google Shape;660;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61" name="Google Shape;661;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662" name="Google Shape;662;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8" Type="http://schemas.openxmlformats.org/officeDocument/2006/relationships/slide" Target="slide10.xml"/><Relationship Id="rId3" Type="http://schemas.openxmlformats.org/officeDocument/2006/relationships/image" Target="../media/image7.png"/><Relationship Id="rId7" Type="http://schemas.openxmlformats.org/officeDocument/2006/relationships/image" Target="../media/image6.png"/><Relationship Id="rId12" Type="http://schemas.openxmlformats.org/officeDocument/2006/relationships/slide" Target="slide20.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9.png"/><Relationship Id="rId11" Type="http://schemas.openxmlformats.org/officeDocument/2006/relationships/slide" Target="slide23.xml"/><Relationship Id="rId5" Type="http://schemas.openxmlformats.org/officeDocument/2006/relationships/image" Target="../media/image5.png"/><Relationship Id="rId10" Type="http://schemas.openxmlformats.org/officeDocument/2006/relationships/slide" Target="slide22.xml"/><Relationship Id="rId4" Type="http://schemas.openxmlformats.org/officeDocument/2006/relationships/image" Target="../media/image8.png"/><Relationship Id="rId9" Type="http://schemas.openxmlformats.org/officeDocument/2006/relationships/slide" Target="slide12.xml"/></Relationships>
</file>

<file path=ppt/slides/_rels/slide3.xml.rels><?xml version="1.0" encoding="UTF-8" standalone="yes"?>
<Relationships xmlns="http://schemas.openxmlformats.org/package/2006/relationships"><Relationship Id="rId8" Type="http://schemas.openxmlformats.org/officeDocument/2006/relationships/image" Target="../media/image15.png"/><Relationship Id="rId13" Type="http://schemas.openxmlformats.org/officeDocument/2006/relationships/image" Target="../media/image20.png"/><Relationship Id="rId18" Type="http://schemas.openxmlformats.org/officeDocument/2006/relationships/image" Target="../media/image25.png"/><Relationship Id="rId3" Type="http://schemas.openxmlformats.org/officeDocument/2006/relationships/image" Target="../media/image10.png"/><Relationship Id="rId21" Type="http://schemas.openxmlformats.org/officeDocument/2006/relationships/image" Target="../media/image28.png"/><Relationship Id="rId7" Type="http://schemas.openxmlformats.org/officeDocument/2006/relationships/image" Target="../media/image14.png"/><Relationship Id="rId12" Type="http://schemas.openxmlformats.org/officeDocument/2006/relationships/image" Target="../media/image19.png"/><Relationship Id="rId17" Type="http://schemas.openxmlformats.org/officeDocument/2006/relationships/image" Target="../media/image24.png"/><Relationship Id="rId25" Type="http://schemas.openxmlformats.org/officeDocument/2006/relationships/image" Target="../media/image32.png"/><Relationship Id="rId2" Type="http://schemas.openxmlformats.org/officeDocument/2006/relationships/notesSlide" Target="../notesSlides/notesSlide3.xml"/><Relationship Id="rId16" Type="http://schemas.openxmlformats.org/officeDocument/2006/relationships/image" Target="../media/image23.png"/><Relationship Id="rId20" Type="http://schemas.openxmlformats.org/officeDocument/2006/relationships/image" Target="../media/image27.png"/><Relationship Id="rId1" Type="http://schemas.openxmlformats.org/officeDocument/2006/relationships/slideLayout" Target="../slideLayouts/slideLayout3.xml"/><Relationship Id="rId6" Type="http://schemas.openxmlformats.org/officeDocument/2006/relationships/image" Target="../media/image13.png"/><Relationship Id="rId11" Type="http://schemas.openxmlformats.org/officeDocument/2006/relationships/image" Target="../media/image18.png"/><Relationship Id="rId24" Type="http://schemas.openxmlformats.org/officeDocument/2006/relationships/image" Target="../media/image31.png"/><Relationship Id="rId5" Type="http://schemas.openxmlformats.org/officeDocument/2006/relationships/image" Target="../media/image12.png"/><Relationship Id="rId15" Type="http://schemas.openxmlformats.org/officeDocument/2006/relationships/image" Target="../media/image22.png"/><Relationship Id="rId23" Type="http://schemas.openxmlformats.org/officeDocument/2006/relationships/image" Target="../media/image30.png"/><Relationship Id="rId10" Type="http://schemas.openxmlformats.org/officeDocument/2006/relationships/image" Target="../media/image17.png"/><Relationship Id="rId19" Type="http://schemas.openxmlformats.org/officeDocument/2006/relationships/image" Target="../media/image26.png"/><Relationship Id="rId4" Type="http://schemas.openxmlformats.org/officeDocument/2006/relationships/image" Target="../media/image11.png"/><Relationship Id="rId9" Type="http://schemas.openxmlformats.org/officeDocument/2006/relationships/image" Target="../media/image16.png"/><Relationship Id="rId14" Type="http://schemas.openxmlformats.org/officeDocument/2006/relationships/image" Target="../media/image21.png"/><Relationship Id="rId22" Type="http://schemas.openxmlformats.org/officeDocument/2006/relationships/image" Target="../media/image29.png"/></Relationships>
</file>

<file path=ppt/slides/_rels/slide4.xml.rels><?xml version="1.0" encoding="UTF-8" standalone="yes"?>
<Relationships xmlns="http://schemas.openxmlformats.org/package/2006/relationships"><Relationship Id="rId8" Type="http://schemas.openxmlformats.org/officeDocument/2006/relationships/image" Target="../media/image38.png"/><Relationship Id="rId13" Type="http://schemas.openxmlformats.org/officeDocument/2006/relationships/image" Target="../media/image43.png"/><Relationship Id="rId18" Type="http://schemas.openxmlformats.org/officeDocument/2006/relationships/image" Target="../media/image48.png"/><Relationship Id="rId26" Type="http://schemas.openxmlformats.org/officeDocument/2006/relationships/image" Target="../media/image56.png"/><Relationship Id="rId3" Type="http://schemas.openxmlformats.org/officeDocument/2006/relationships/image" Target="../media/image33.png"/><Relationship Id="rId21" Type="http://schemas.openxmlformats.org/officeDocument/2006/relationships/image" Target="../media/image51.png"/><Relationship Id="rId7" Type="http://schemas.openxmlformats.org/officeDocument/2006/relationships/image" Target="../media/image37.png"/><Relationship Id="rId12" Type="http://schemas.openxmlformats.org/officeDocument/2006/relationships/image" Target="../media/image42.png"/><Relationship Id="rId17" Type="http://schemas.openxmlformats.org/officeDocument/2006/relationships/image" Target="../media/image47.png"/><Relationship Id="rId25" Type="http://schemas.openxmlformats.org/officeDocument/2006/relationships/image" Target="../media/image55.png"/><Relationship Id="rId2" Type="http://schemas.openxmlformats.org/officeDocument/2006/relationships/notesSlide" Target="../notesSlides/notesSlide4.xml"/><Relationship Id="rId16" Type="http://schemas.openxmlformats.org/officeDocument/2006/relationships/image" Target="../media/image46.png"/><Relationship Id="rId20" Type="http://schemas.openxmlformats.org/officeDocument/2006/relationships/image" Target="../media/image50.png"/><Relationship Id="rId29" Type="http://schemas.openxmlformats.org/officeDocument/2006/relationships/image" Target="../media/image59.png"/><Relationship Id="rId1" Type="http://schemas.openxmlformats.org/officeDocument/2006/relationships/slideLayout" Target="../slideLayouts/slideLayout3.xml"/><Relationship Id="rId6" Type="http://schemas.openxmlformats.org/officeDocument/2006/relationships/image" Target="../media/image36.png"/><Relationship Id="rId11" Type="http://schemas.openxmlformats.org/officeDocument/2006/relationships/image" Target="../media/image41.png"/><Relationship Id="rId24" Type="http://schemas.openxmlformats.org/officeDocument/2006/relationships/image" Target="../media/image54.png"/><Relationship Id="rId5" Type="http://schemas.openxmlformats.org/officeDocument/2006/relationships/image" Target="../media/image35.png"/><Relationship Id="rId15" Type="http://schemas.openxmlformats.org/officeDocument/2006/relationships/image" Target="../media/image45.png"/><Relationship Id="rId23" Type="http://schemas.openxmlformats.org/officeDocument/2006/relationships/image" Target="../media/image53.png"/><Relationship Id="rId28" Type="http://schemas.openxmlformats.org/officeDocument/2006/relationships/image" Target="../media/image58.png"/><Relationship Id="rId10" Type="http://schemas.openxmlformats.org/officeDocument/2006/relationships/image" Target="../media/image40.png"/><Relationship Id="rId19" Type="http://schemas.openxmlformats.org/officeDocument/2006/relationships/image" Target="../media/image49.png"/><Relationship Id="rId31" Type="http://schemas.openxmlformats.org/officeDocument/2006/relationships/image" Target="../media/image61.png"/><Relationship Id="rId4" Type="http://schemas.openxmlformats.org/officeDocument/2006/relationships/image" Target="../media/image34.png"/><Relationship Id="rId9" Type="http://schemas.openxmlformats.org/officeDocument/2006/relationships/image" Target="../media/image39.png"/><Relationship Id="rId14" Type="http://schemas.openxmlformats.org/officeDocument/2006/relationships/image" Target="../media/image44.png"/><Relationship Id="rId22" Type="http://schemas.openxmlformats.org/officeDocument/2006/relationships/image" Target="../media/image52.png"/><Relationship Id="rId27" Type="http://schemas.openxmlformats.org/officeDocument/2006/relationships/image" Target="../media/image57.png"/><Relationship Id="rId30" Type="http://schemas.openxmlformats.org/officeDocument/2006/relationships/image" Target="../media/image60.png"/></Relationships>
</file>

<file path=ppt/slides/_rels/slide5.xml.rels><?xml version="1.0" encoding="UTF-8" standalone="yes"?>
<Relationships xmlns="http://schemas.openxmlformats.org/package/2006/relationships"><Relationship Id="rId8" Type="http://schemas.openxmlformats.org/officeDocument/2006/relationships/image" Target="../media/image67.png"/><Relationship Id="rId3" Type="http://schemas.openxmlformats.org/officeDocument/2006/relationships/image" Target="../media/image62.png"/><Relationship Id="rId7" Type="http://schemas.openxmlformats.org/officeDocument/2006/relationships/image" Target="../media/image66.png"/><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image" Target="../media/image65.png"/><Relationship Id="rId5" Type="http://schemas.openxmlformats.org/officeDocument/2006/relationships/image" Target="../media/image64.png"/><Relationship Id="rId10" Type="http://schemas.openxmlformats.org/officeDocument/2006/relationships/image" Target="../media/image69.png"/><Relationship Id="rId4" Type="http://schemas.openxmlformats.org/officeDocument/2006/relationships/image" Target="../media/image63.png"/><Relationship Id="rId9" Type="http://schemas.openxmlformats.org/officeDocument/2006/relationships/image" Target="../media/image68.png"/></Relationships>
</file>

<file path=ppt/slides/_rels/slide6.xml.rels><?xml version="1.0" encoding="UTF-8" standalone="yes"?>
<Relationships xmlns="http://schemas.openxmlformats.org/package/2006/relationships"><Relationship Id="rId8" Type="http://schemas.openxmlformats.org/officeDocument/2006/relationships/image" Target="../media/image75.png"/><Relationship Id="rId13" Type="http://schemas.openxmlformats.org/officeDocument/2006/relationships/image" Target="../media/image80.png"/><Relationship Id="rId3" Type="http://schemas.openxmlformats.org/officeDocument/2006/relationships/image" Target="../media/image70.png"/><Relationship Id="rId7" Type="http://schemas.openxmlformats.org/officeDocument/2006/relationships/image" Target="../media/image74.png"/><Relationship Id="rId12" Type="http://schemas.openxmlformats.org/officeDocument/2006/relationships/image" Target="../media/image79.png"/><Relationship Id="rId2" Type="http://schemas.openxmlformats.org/officeDocument/2006/relationships/notesSlide" Target="../notesSlides/notesSlide6.xml"/><Relationship Id="rId16" Type="http://schemas.openxmlformats.org/officeDocument/2006/relationships/image" Target="../media/image83.png"/><Relationship Id="rId1" Type="http://schemas.openxmlformats.org/officeDocument/2006/relationships/slideLayout" Target="../slideLayouts/slideLayout3.xml"/><Relationship Id="rId6" Type="http://schemas.openxmlformats.org/officeDocument/2006/relationships/image" Target="../media/image73.png"/><Relationship Id="rId11" Type="http://schemas.openxmlformats.org/officeDocument/2006/relationships/image" Target="../media/image78.png"/><Relationship Id="rId5" Type="http://schemas.openxmlformats.org/officeDocument/2006/relationships/image" Target="../media/image72.png"/><Relationship Id="rId15" Type="http://schemas.openxmlformats.org/officeDocument/2006/relationships/image" Target="../media/image82.png"/><Relationship Id="rId10" Type="http://schemas.openxmlformats.org/officeDocument/2006/relationships/image" Target="../media/image77.png"/><Relationship Id="rId4" Type="http://schemas.openxmlformats.org/officeDocument/2006/relationships/image" Target="../media/image71.png"/><Relationship Id="rId9" Type="http://schemas.openxmlformats.org/officeDocument/2006/relationships/image" Target="../media/image76.png"/><Relationship Id="rId14" Type="http://schemas.openxmlformats.org/officeDocument/2006/relationships/image" Target="../media/image81.png"/></Relationships>
</file>

<file path=ppt/slides/_rels/slide7.xml.rels><?xml version="1.0" encoding="UTF-8" standalone="yes"?>
<Relationships xmlns="http://schemas.openxmlformats.org/package/2006/relationships"><Relationship Id="rId8" Type="http://schemas.openxmlformats.org/officeDocument/2006/relationships/image" Target="../media/image89.png"/><Relationship Id="rId13" Type="http://schemas.openxmlformats.org/officeDocument/2006/relationships/image" Target="../media/image94.png"/><Relationship Id="rId18" Type="http://schemas.openxmlformats.org/officeDocument/2006/relationships/image" Target="../media/image99.png"/><Relationship Id="rId26" Type="http://schemas.openxmlformats.org/officeDocument/2006/relationships/image" Target="../media/image107.png"/><Relationship Id="rId3" Type="http://schemas.openxmlformats.org/officeDocument/2006/relationships/image" Target="../media/image84.png"/><Relationship Id="rId21" Type="http://schemas.openxmlformats.org/officeDocument/2006/relationships/image" Target="../media/image102.png"/><Relationship Id="rId7" Type="http://schemas.openxmlformats.org/officeDocument/2006/relationships/image" Target="../media/image88.png"/><Relationship Id="rId12" Type="http://schemas.openxmlformats.org/officeDocument/2006/relationships/image" Target="../media/image93.png"/><Relationship Id="rId17" Type="http://schemas.openxmlformats.org/officeDocument/2006/relationships/image" Target="../media/image98.png"/><Relationship Id="rId25" Type="http://schemas.openxmlformats.org/officeDocument/2006/relationships/image" Target="../media/image106.png"/><Relationship Id="rId2" Type="http://schemas.openxmlformats.org/officeDocument/2006/relationships/notesSlide" Target="../notesSlides/notesSlide7.xml"/><Relationship Id="rId16" Type="http://schemas.openxmlformats.org/officeDocument/2006/relationships/image" Target="../media/image97.png"/><Relationship Id="rId20" Type="http://schemas.openxmlformats.org/officeDocument/2006/relationships/image" Target="../media/image101.png"/><Relationship Id="rId29" Type="http://schemas.openxmlformats.org/officeDocument/2006/relationships/image" Target="../media/image110.png"/><Relationship Id="rId1" Type="http://schemas.openxmlformats.org/officeDocument/2006/relationships/slideLayout" Target="../slideLayouts/slideLayout3.xml"/><Relationship Id="rId6" Type="http://schemas.openxmlformats.org/officeDocument/2006/relationships/image" Target="../media/image87.png"/><Relationship Id="rId11" Type="http://schemas.openxmlformats.org/officeDocument/2006/relationships/image" Target="../media/image92.png"/><Relationship Id="rId24" Type="http://schemas.openxmlformats.org/officeDocument/2006/relationships/image" Target="../media/image105.png"/><Relationship Id="rId5" Type="http://schemas.openxmlformats.org/officeDocument/2006/relationships/image" Target="../media/image86.png"/><Relationship Id="rId15" Type="http://schemas.openxmlformats.org/officeDocument/2006/relationships/image" Target="../media/image96.png"/><Relationship Id="rId23" Type="http://schemas.openxmlformats.org/officeDocument/2006/relationships/image" Target="../media/image104.png"/><Relationship Id="rId28" Type="http://schemas.openxmlformats.org/officeDocument/2006/relationships/image" Target="../media/image109.png"/><Relationship Id="rId10" Type="http://schemas.openxmlformats.org/officeDocument/2006/relationships/image" Target="../media/image91.png"/><Relationship Id="rId19" Type="http://schemas.openxmlformats.org/officeDocument/2006/relationships/image" Target="../media/image100.png"/><Relationship Id="rId4" Type="http://schemas.openxmlformats.org/officeDocument/2006/relationships/image" Target="../media/image85.png"/><Relationship Id="rId9" Type="http://schemas.openxmlformats.org/officeDocument/2006/relationships/image" Target="../media/image90.png"/><Relationship Id="rId14" Type="http://schemas.openxmlformats.org/officeDocument/2006/relationships/image" Target="../media/image95.png"/><Relationship Id="rId22" Type="http://schemas.openxmlformats.org/officeDocument/2006/relationships/image" Target="../media/image103.png"/><Relationship Id="rId27" Type="http://schemas.openxmlformats.org/officeDocument/2006/relationships/image" Target="../media/image108.png"/><Relationship Id="rId30" Type="http://schemas.openxmlformats.org/officeDocument/2006/relationships/image" Target="../media/image111.png"/></Relationships>
</file>

<file path=ppt/slides/_rels/slide8.xml.rels><?xml version="1.0" encoding="UTF-8" standalone="yes"?>
<Relationships xmlns="http://schemas.openxmlformats.org/package/2006/relationships"><Relationship Id="rId8" Type="http://schemas.openxmlformats.org/officeDocument/2006/relationships/image" Target="../media/image117.png"/><Relationship Id="rId13" Type="http://schemas.openxmlformats.org/officeDocument/2006/relationships/image" Target="../media/image122.png"/><Relationship Id="rId3" Type="http://schemas.openxmlformats.org/officeDocument/2006/relationships/image" Target="../media/image112.png"/><Relationship Id="rId7" Type="http://schemas.openxmlformats.org/officeDocument/2006/relationships/image" Target="../media/image116.png"/><Relationship Id="rId12" Type="http://schemas.openxmlformats.org/officeDocument/2006/relationships/image" Target="../media/image121.png"/><Relationship Id="rId2" Type="http://schemas.openxmlformats.org/officeDocument/2006/relationships/notesSlide" Target="../notesSlides/notesSlide8.xml"/><Relationship Id="rId1" Type="http://schemas.openxmlformats.org/officeDocument/2006/relationships/slideLayout" Target="../slideLayouts/slideLayout3.xml"/><Relationship Id="rId6" Type="http://schemas.openxmlformats.org/officeDocument/2006/relationships/image" Target="../media/image115.png"/><Relationship Id="rId11" Type="http://schemas.openxmlformats.org/officeDocument/2006/relationships/image" Target="../media/image120.png"/><Relationship Id="rId5" Type="http://schemas.openxmlformats.org/officeDocument/2006/relationships/image" Target="../media/image114.png"/><Relationship Id="rId15" Type="http://schemas.openxmlformats.org/officeDocument/2006/relationships/image" Target="../media/image124.png"/><Relationship Id="rId10" Type="http://schemas.openxmlformats.org/officeDocument/2006/relationships/image" Target="../media/image119.png"/><Relationship Id="rId4" Type="http://schemas.openxmlformats.org/officeDocument/2006/relationships/image" Target="../media/image113.png"/><Relationship Id="rId9" Type="http://schemas.openxmlformats.org/officeDocument/2006/relationships/image" Target="../media/image118.png"/><Relationship Id="rId14" Type="http://schemas.openxmlformats.org/officeDocument/2006/relationships/image" Target="../media/image123.png"/></Relationships>
</file>

<file path=ppt/slides/_rels/slide9.xml.rels><?xml version="1.0" encoding="UTF-8" standalone="yes"?>
<Relationships xmlns="http://schemas.openxmlformats.org/package/2006/relationships"><Relationship Id="rId8" Type="http://schemas.openxmlformats.org/officeDocument/2006/relationships/image" Target="../media/image130.png"/><Relationship Id="rId3" Type="http://schemas.openxmlformats.org/officeDocument/2006/relationships/image" Target="../media/image125.png"/><Relationship Id="rId7" Type="http://schemas.openxmlformats.org/officeDocument/2006/relationships/image" Target="../media/image129.pn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128.png"/><Relationship Id="rId5" Type="http://schemas.openxmlformats.org/officeDocument/2006/relationships/image" Target="../media/image127.png"/><Relationship Id="rId10" Type="http://schemas.openxmlformats.org/officeDocument/2006/relationships/image" Target="../media/image132.png"/><Relationship Id="rId4" Type="http://schemas.openxmlformats.org/officeDocument/2006/relationships/image" Target="../media/image126.png"/><Relationship Id="rId9" Type="http://schemas.openxmlformats.org/officeDocument/2006/relationships/image" Target="../media/image131.png"/></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33.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34.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35.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136.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137.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138.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139.png"/><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66"/>
        <p:cNvGrpSpPr/>
        <p:nvPr/>
      </p:nvGrpSpPr>
      <p:grpSpPr>
        <a:xfrm>
          <a:off x="0" y="0"/>
          <a:ext cx="0" cy="0"/>
          <a:chOff x="0" y="0"/>
          <a:chExt cx="0" cy="0"/>
        </a:xfrm>
      </p:grpSpPr>
      <p:sp>
        <p:nvSpPr>
          <p:cNvPr id="667" name="Google Shape;667;p1"/>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0"/>
              </a:spcBef>
              <a:spcAft>
                <a:spcPts val="0"/>
              </a:spcAft>
              <a:buClr>
                <a:srgbClr val="262626"/>
              </a:buClr>
              <a:buSzPts val="3600"/>
              <a:buNone/>
            </a:pPr>
            <a:r>
              <a:rPr lang="en-US" sz="3000"/>
              <a:t>Digraph 'aw'</a:t>
            </a:r>
            <a:endParaRPr sz="3000"/>
          </a:p>
        </p:txBody>
      </p:sp>
      <p:sp>
        <p:nvSpPr>
          <p:cNvPr id="668" name="Google Shape;668;p1"/>
          <p:cNvSpPr txBox="1">
            <a:spLocks noGrp="1"/>
          </p:cNvSpPr>
          <p:nvPr>
            <p:ph type="subTitle" idx="2"/>
          </p:nvPr>
        </p:nvSpPr>
        <p:spPr>
          <a:xfrm>
            <a:off x="884092" y="3296905"/>
            <a:ext cx="38826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1000"/>
              </a:spcBef>
              <a:spcAft>
                <a:spcPts val="0"/>
              </a:spcAft>
              <a:buSzPts val="2200"/>
              <a:buNone/>
            </a:pPr>
            <a:r>
              <a:rPr lang="en-US"/>
              <a:t>Lesson 11</a:t>
            </a:r>
            <a:endParaRPr/>
          </a:p>
        </p:txBody>
      </p:sp>
      <p:graphicFrame>
        <p:nvGraphicFramePr>
          <p:cNvPr id="669" name="Google Shape;669;p1"/>
          <p:cNvGraphicFramePr/>
          <p:nvPr/>
        </p:nvGraphicFramePr>
        <p:xfrm>
          <a:off x="4844200" y="1891197"/>
          <a:ext cx="3785000" cy="1678950"/>
        </p:xfrm>
        <a:graphic>
          <a:graphicData uri="http://schemas.openxmlformats.org/drawingml/2006/table">
            <a:tbl>
              <a:tblPr firstRow="1" bandRow="1">
                <a:noFill/>
                <a:tableStyleId>{A80F3F42-EE5A-45EB-8B96-8CD627D32E74}</a:tableStyleId>
              </a:tblPr>
              <a:tblGrid>
                <a:gridCol w="473125">
                  <a:extLst>
                    <a:ext uri="{9D8B030D-6E8A-4147-A177-3AD203B41FA5}">
                      <a16:colId xmlns:a16="http://schemas.microsoft.com/office/drawing/2014/main" val="20000"/>
                    </a:ext>
                  </a:extLst>
                </a:gridCol>
                <a:gridCol w="473125">
                  <a:extLst>
                    <a:ext uri="{9D8B030D-6E8A-4147-A177-3AD203B41FA5}">
                      <a16:colId xmlns:a16="http://schemas.microsoft.com/office/drawing/2014/main" val="20001"/>
                    </a:ext>
                  </a:extLst>
                </a:gridCol>
                <a:gridCol w="473125">
                  <a:extLst>
                    <a:ext uri="{9D8B030D-6E8A-4147-A177-3AD203B41FA5}">
                      <a16:colId xmlns:a16="http://schemas.microsoft.com/office/drawing/2014/main" val="20002"/>
                    </a:ext>
                  </a:extLst>
                </a:gridCol>
                <a:gridCol w="473125">
                  <a:extLst>
                    <a:ext uri="{9D8B030D-6E8A-4147-A177-3AD203B41FA5}">
                      <a16:colId xmlns:a16="http://schemas.microsoft.com/office/drawing/2014/main" val="20003"/>
                    </a:ext>
                  </a:extLst>
                </a:gridCol>
                <a:gridCol w="473125">
                  <a:extLst>
                    <a:ext uri="{9D8B030D-6E8A-4147-A177-3AD203B41FA5}">
                      <a16:colId xmlns:a16="http://schemas.microsoft.com/office/drawing/2014/main" val="20004"/>
                    </a:ext>
                  </a:extLst>
                </a:gridCol>
                <a:gridCol w="473125">
                  <a:extLst>
                    <a:ext uri="{9D8B030D-6E8A-4147-A177-3AD203B41FA5}">
                      <a16:colId xmlns:a16="http://schemas.microsoft.com/office/drawing/2014/main" val="20005"/>
                    </a:ext>
                  </a:extLst>
                </a:gridCol>
                <a:gridCol w="473125">
                  <a:extLst>
                    <a:ext uri="{9D8B030D-6E8A-4147-A177-3AD203B41FA5}">
                      <a16:colId xmlns:a16="http://schemas.microsoft.com/office/drawing/2014/main" val="20006"/>
                    </a:ext>
                  </a:extLst>
                </a:gridCol>
                <a:gridCol w="473125">
                  <a:extLst>
                    <a:ext uri="{9D8B030D-6E8A-4147-A177-3AD203B41FA5}">
                      <a16:colId xmlns:a16="http://schemas.microsoft.com/office/drawing/2014/main" val="20007"/>
                    </a:ext>
                  </a:extLst>
                </a:gridCol>
              </a:tblGrid>
              <a:tr h="559650">
                <a:tc>
                  <a:txBody>
                    <a:bodyPr/>
                    <a:lstStyle/>
                    <a:p>
                      <a:pPr marL="0" marR="0" lvl="0" indent="0" algn="ctr" rtl="0">
                        <a:lnSpc>
                          <a:spcPct val="100000"/>
                        </a:lnSpc>
                        <a:spcBef>
                          <a:spcPts val="0"/>
                        </a:spcBef>
                        <a:spcAft>
                          <a:spcPts val="0"/>
                        </a:spcAft>
                        <a:buClr>
                          <a:schemeClr val="dk1"/>
                        </a:buClr>
                        <a:buSzPts val="1800"/>
                        <a:buFont typeface="Arial"/>
                        <a:buNone/>
                      </a:pPr>
                      <a:r>
                        <a:rPr lang="en-US" sz="1500" u="none" strike="noStrike" cap="none">
                          <a:solidFill>
                            <a:schemeClr val="dk1"/>
                          </a:solidFill>
                          <a:latin typeface="Poppins"/>
                          <a:ea typeface="Poppins"/>
                          <a:cs typeface="Poppins"/>
                          <a:sym typeface="Poppins"/>
                        </a:rPr>
                        <a:t>a</a:t>
                      </a:r>
                      <a:r>
                        <a:rPr lang="en-US" sz="1800" u="none" strike="noStrike" cap="none">
                          <a:solidFill>
                            <a:schemeClr val="dk1"/>
                          </a:solidFill>
                          <a:latin typeface="Jost"/>
                          <a:ea typeface="Jost"/>
                          <a:cs typeface="Jost"/>
                          <a:sym typeface="Jost"/>
                        </a:rPr>
                        <a:t>y</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ou</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ie</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e</a:t>
                      </a:r>
                      <a:r>
                        <a:rPr lang="en-US" sz="1500" u="none" strike="noStrike" cap="none">
                          <a:solidFill>
                            <a:schemeClr val="dk1"/>
                          </a:solidFill>
                          <a:latin typeface="Poppins"/>
                          <a:ea typeface="Poppins"/>
                          <a:cs typeface="Poppins"/>
                          <a:sym typeface="Poppins"/>
                        </a:rPr>
                        <a:t>a</a:t>
                      </a:r>
                      <a:endParaRPr sz="17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oy</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ir</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ue</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500"/>
                        <a:buFont typeface="Arial"/>
                        <a:buNone/>
                      </a:pPr>
                      <a:r>
                        <a:rPr lang="en-US" sz="1500" u="none" strike="noStrike" cap="none">
                          <a:solidFill>
                            <a:schemeClr val="lt1"/>
                          </a:solidFill>
                          <a:latin typeface="Poppins"/>
                          <a:ea typeface="Poppins"/>
                          <a:cs typeface="Poppins"/>
                          <a:sym typeface="Poppins"/>
                        </a:rPr>
                        <a:t>a</a:t>
                      </a:r>
                      <a:r>
                        <a:rPr lang="en-US" sz="1800" u="none" strike="noStrike" cap="none">
                          <a:solidFill>
                            <a:schemeClr val="lt1"/>
                          </a:solidFill>
                          <a:latin typeface="Jost"/>
                          <a:ea typeface="Jost"/>
                          <a:cs typeface="Jost"/>
                          <a:sym typeface="Jost"/>
                        </a:rPr>
                        <a:t>w</a:t>
                      </a:r>
                      <a:endParaRPr sz="1800" u="none" strike="noStrike" cap="none">
                        <a:solidFill>
                          <a:schemeClr val="lt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solidFill>
                      <a:schemeClr val="dk1"/>
                    </a:solidFill>
                  </a:tcPr>
                </a:tc>
                <a:extLst>
                  <a:ext uri="{0D108BD9-81ED-4DB2-BD59-A6C34878D82A}">
                    <a16:rowId xmlns:a16="http://schemas.microsoft.com/office/drawing/2014/main" val="10000"/>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wh</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ph</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ew</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oe</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500"/>
                        <a:buFont typeface="Arial"/>
                        <a:buNone/>
                      </a:pPr>
                      <a:r>
                        <a:rPr lang="en-US" sz="1500" u="none" strike="noStrike" cap="none">
                          <a:solidFill>
                            <a:srgbClr val="D9D9D9"/>
                          </a:solidFill>
                          <a:latin typeface="Poppins"/>
                          <a:ea typeface="Poppins"/>
                          <a:cs typeface="Poppins"/>
                          <a:sym typeface="Poppins"/>
                        </a:rPr>
                        <a:t>a</a:t>
                      </a:r>
                      <a:r>
                        <a:rPr lang="en-US" sz="1800" u="none" strike="noStrike" cap="none">
                          <a:solidFill>
                            <a:srgbClr val="D9D9D9"/>
                          </a:solidFill>
                          <a:latin typeface="Jost"/>
                          <a:ea typeface="Jost"/>
                          <a:cs typeface="Jost"/>
                          <a:sym typeface="Jost"/>
                        </a:rPr>
                        <a:t>u</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ey</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500"/>
                        <a:buFont typeface="Arial"/>
                        <a:buNone/>
                      </a:pPr>
                      <a:r>
                        <a:rPr lang="en-US" sz="1500" u="none" strike="noStrike" cap="none">
                          <a:solidFill>
                            <a:srgbClr val="D9D9D9"/>
                          </a:solidFill>
                          <a:latin typeface="Poppins"/>
                          <a:ea typeface="Poppins"/>
                          <a:cs typeface="Poppins"/>
                          <a:sym typeface="Poppins"/>
                        </a:rPr>
                        <a:t>a</a:t>
                      </a:r>
                      <a:r>
                        <a:rPr lang="en-US" sz="1800" u="none" strike="noStrike" cap="none">
                          <a:solidFill>
                            <a:srgbClr val="D9D9D9"/>
                          </a:solidFill>
                          <a:latin typeface="Jost"/>
                          <a:ea typeface="Jost"/>
                          <a:cs typeface="Jost"/>
                          <a:sym typeface="Jost"/>
                        </a:rPr>
                        <a:t>-e</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e-e</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1"/>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i-e</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o-e</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u-e</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800"/>
                        <a:buFont typeface="Arial"/>
                        <a:buNone/>
                      </a:pP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pic>
        <p:nvPicPr>
          <p:cNvPr id="670" name="Google Shape;670;p1"/>
          <p:cNvPicPr preferRelativeResize="0"/>
          <p:nvPr/>
        </p:nvPicPr>
        <p:blipFill rotWithShape="1">
          <a:blip r:embed="rId3">
            <a:alphaModFix/>
          </a:blip>
          <a:srcRect/>
          <a:stretch/>
        </p:blipFill>
        <p:spPr>
          <a:xfrm rot="186068">
            <a:off x="4009466" y="4465909"/>
            <a:ext cx="2493520" cy="997851"/>
          </a:xfrm>
          <a:prstGeom prst="rect">
            <a:avLst/>
          </a:prstGeom>
          <a:noFill/>
          <a:ln>
            <a:noFill/>
          </a:ln>
          <a:effectLst>
            <a:outerShdw blurRad="71438" dist="38100" dir="5220000" algn="bl" rotWithShape="0">
              <a:srgbClr val="000000">
                <a:alpha val="20784"/>
              </a:srgbClr>
            </a:outerShdw>
          </a:effectLst>
        </p:spPr>
      </p:pic>
      <p:pic>
        <p:nvPicPr>
          <p:cNvPr id="671" name="Google Shape;671;p1"/>
          <p:cNvPicPr preferRelativeResize="0"/>
          <p:nvPr/>
        </p:nvPicPr>
        <p:blipFill rotWithShape="1">
          <a:blip r:embed="rId4">
            <a:alphaModFix/>
          </a:blip>
          <a:srcRect/>
          <a:stretch/>
        </p:blipFill>
        <p:spPr>
          <a:xfrm rot="-172072">
            <a:off x="6300356" y="4168364"/>
            <a:ext cx="1078930" cy="1497455"/>
          </a:xfrm>
          <a:prstGeom prst="rect">
            <a:avLst/>
          </a:prstGeom>
          <a:noFill/>
          <a:ln>
            <a:noFill/>
          </a:ln>
          <a:effectLst>
            <a:outerShdw blurRad="71438" dist="19050" dir="5220000" algn="bl" rotWithShape="0">
              <a:srgbClr val="000000">
                <a:alpha val="17647"/>
              </a:srgbClr>
            </a:outerShdw>
          </a:effectLst>
        </p:spPr>
      </p:pic>
      <p:pic>
        <p:nvPicPr>
          <p:cNvPr id="672" name="Google Shape;672;p1"/>
          <p:cNvPicPr preferRelativeResize="0"/>
          <p:nvPr/>
        </p:nvPicPr>
        <p:blipFill rotWithShape="1">
          <a:blip r:embed="rId5">
            <a:alphaModFix/>
          </a:blip>
          <a:srcRect l="79" r="69"/>
          <a:stretch/>
        </p:blipFill>
        <p:spPr>
          <a:xfrm rot="540305">
            <a:off x="7336183" y="3887252"/>
            <a:ext cx="1208040" cy="1709827"/>
          </a:xfrm>
          <a:prstGeom prst="rect">
            <a:avLst/>
          </a:prstGeom>
          <a:noFill/>
          <a:ln>
            <a:noFill/>
          </a:ln>
          <a:effectLst>
            <a:outerShdw blurRad="71438" dist="38100" dir="5220000" algn="bl" rotWithShape="0">
              <a:srgbClr val="000000">
                <a:alpha val="20000"/>
              </a:srgb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77"/>
        <p:cNvGrpSpPr/>
        <p:nvPr/>
      </p:nvGrpSpPr>
      <p:grpSpPr>
        <a:xfrm>
          <a:off x="0" y="0"/>
          <a:ext cx="0" cy="0"/>
          <a:chOff x="0" y="0"/>
          <a:chExt cx="0" cy="0"/>
        </a:xfrm>
      </p:grpSpPr>
      <p:sp>
        <p:nvSpPr>
          <p:cNvPr id="678" name="Google Shape;678;g2bee4f4af4b_0_204"/>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60000"/>
              </a:lnSpc>
              <a:spcBef>
                <a:spcPts val="1000"/>
              </a:spcBef>
              <a:spcAft>
                <a:spcPts val="0"/>
              </a:spcAft>
              <a:buSzPts val="1600"/>
              <a:buChar char="•"/>
            </a:pPr>
            <a:r>
              <a:rPr lang="en-US"/>
              <a:t>Learn and practise digraph </a:t>
            </a:r>
            <a:r>
              <a:rPr lang="en-US">
                <a:solidFill>
                  <a:srgbClr val="8DC63F"/>
                </a:solidFill>
              </a:rPr>
              <a:t>aw</a:t>
            </a:r>
            <a:r>
              <a:rPr lang="en-US"/>
              <a:t>.</a:t>
            </a:r>
            <a:endParaRPr/>
          </a:p>
        </p:txBody>
      </p:sp>
      <p:sp>
        <p:nvSpPr>
          <p:cNvPr id="679" name="Google Shape;679;g2bee4f4af4b_0_204"/>
          <p:cNvSpPr txBox="1">
            <a:spLocks noGrp="1"/>
          </p:cNvSpPr>
          <p:nvPr>
            <p:ph type="body" idx="2"/>
          </p:nvPr>
        </p:nvSpPr>
        <p:spPr>
          <a:xfrm>
            <a:off x="3298550" y="1699825"/>
            <a:ext cx="5001000" cy="13611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Recall all GPCs learned so far using flashcards.</a:t>
            </a:r>
            <a:endParaRPr/>
          </a:p>
          <a:p>
            <a:pPr marL="457200" lvl="0" indent="-330200" algn="l" rtl="0">
              <a:lnSpc>
                <a:spcPct val="100000"/>
              </a:lnSpc>
              <a:spcBef>
                <a:spcPts val="0"/>
              </a:spcBef>
              <a:spcAft>
                <a:spcPts val="0"/>
              </a:spcAft>
              <a:buSzPts val="1600"/>
              <a:buChar char="•"/>
            </a:pPr>
            <a:r>
              <a:rPr lang="en-US"/>
              <a:t>Recall Phase 2 Common Exception Words </a:t>
            </a:r>
            <a:r>
              <a:rPr lang="en-US">
                <a:solidFill>
                  <a:srgbClr val="2356AF"/>
                </a:solidFill>
              </a:rPr>
              <a:t>as I is no go to into the put his has of pull full.</a:t>
            </a:r>
            <a:endParaRPr/>
          </a:p>
        </p:txBody>
      </p:sp>
      <p:sp>
        <p:nvSpPr>
          <p:cNvPr id="680" name="Google Shape;680;g2bee4f4af4b_0_204"/>
          <p:cNvSpPr txBox="1">
            <a:spLocks noGrp="1"/>
          </p:cNvSpPr>
          <p:nvPr>
            <p:ph type="body" idx="3"/>
          </p:nvPr>
        </p:nvSpPr>
        <p:spPr>
          <a:xfrm>
            <a:off x="856325" y="3761525"/>
            <a:ext cx="7215900" cy="338700"/>
          </a:xfrm>
          <a:prstGeom prst="rect">
            <a:avLst/>
          </a:prstGeom>
          <a:noFill/>
          <a:ln>
            <a:noFill/>
          </a:ln>
        </p:spPr>
        <p:txBody>
          <a:bodyPr spcFirstLastPara="1" wrap="square" lIns="91425" tIns="45700" rIns="91425" bIns="45700" anchor="t" anchorCtr="0">
            <a:normAutofit/>
          </a:bodyPr>
          <a:lstStyle/>
          <a:p>
            <a:pPr marL="0" lvl="0" indent="0" algn="l" rtl="0">
              <a:lnSpc>
                <a:spcPct val="80000"/>
              </a:lnSpc>
              <a:spcBef>
                <a:spcPts val="1000"/>
              </a:spcBef>
              <a:spcAft>
                <a:spcPts val="0"/>
              </a:spcAft>
              <a:buSzPts val="1600"/>
              <a:buNone/>
            </a:pPr>
            <a:r>
              <a:rPr lang="en-US"/>
              <a:t> </a:t>
            </a:r>
            <a:endParaRPr/>
          </a:p>
        </p:txBody>
      </p:sp>
      <p:sp>
        <p:nvSpPr>
          <p:cNvPr id="681" name="Google Shape;681;g2bee4f4af4b_0_204"/>
          <p:cNvSpPr txBox="1"/>
          <p:nvPr/>
        </p:nvSpPr>
        <p:spPr>
          <a:xfrm>
            <a:off x="250625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JN686</a:t>
            </a:r>
            <a:endParaRPr sz="1000" b="0" i="0" u="none" strike="noStrike" cap="none" dirty="0">
              <a:solidFill>
                <a:srgbClr val="000000"/>
              </a:solidFill>
              <a:latin typeface="Poppins"/>
              <a:ea typeface="Poppins"/>
              <a:cs typeface="Poppins"/>
              <a:sym typeface="Poppins"/>
            </a:endParaRPr>
          </a:p>
        </p:txBody>
      </p:sp>
      <p:sp>
        <p:nvSpPr>
          <p:cNvPr id="682" name="Google Shape;682;g2bee4f4af4b_0_204"/>
          <p:cNvSpPr txBox="1"/>
          <p:nvPr/>
        </p:nvSpPr>
        <p:spPr>
          <a:xfrm>
            <a:off x="2298951"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Grapheme to Phoneme Cards</a:t>
            </a:r>
            <a:endParaRPr sz="1400" b="0" i="0" u="none" strike="noStrike" cap="none">
              <a:solidFill>
                <a:srgbClr val="000000"/>
              </a:solidFill>
              <a:latin typeface="Poppins Medium"/>
              <a:ea typeface="Poppins Medium"/>
              <a:cs typeface="Poppins Medium"/>
              <a:sym typeface="Poppins Medium"/>
            </a:endParaRPr>
          </a:p>
        </p:txBody>
      </p:sp>
      <p:pic>
        <p:nvPicPr>
          <p:cNvPr id="683" name="Google Shape;683;g2bee4f4af4b_0_204"/>
          <p:cNvPicPr preferRelativeResize="0"/>
          <p:nvPr/>
        </p:nvPicPr>
        <p:blipFill rotWithShape="1">
          <a:blip r:embed="rId3">
            <a:alphaModFix/>
          </a:blip>
          <a:srcRect l="79" r="79"/>
          <a:stretch/>
        </p:blipFill>
        <p:spPr>
          <a:xfrm>
            <a:off x="2519626" y="4101860"/>
            <a:ext cx="786850" cy="1113689"/>
          </a:xfrm>
          <a:prstGeom prst="rect">
            <a:avLst/>
          </a:prstGeom>
          <a:noFill/>
          <a:ln>
            <a:noFill/>
          </a:ln>
          <a:effectLst>
            <a:outerShdw blurRad="71438" dist="19050" dir="5220000" algn="bl" rotWithShape="0">
              <a:srgbClr val="D8D8D8"/>
            </a:outerShdw>
          </a:effectLst>
        </p:spPr>
      </p:pic>
      <p:sp>
        <p:nvSpPr>
          <p:cNvPr id="684" name="Google Shape;684;g2bee4f4af4b_0_204"/>
          <p:cNvSpPr txBox="1"/>
          <p:nvPr/>
        </p:nvSpPr>
        <p:spPr>
          <a:xfrm>
            <a:off x="378650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JN689</a:t>
            </a:r>
            <a:endParaRPr sz="1000" b="0" i="0" u="none" strike="noStrike" cap="none" dirty="0">
              <a:solidFill>
                <a:srgbClr val="000000"/>
              </a:solidFill>
              <a:latin typeface="Poppins"/>
              <a:ea typeface="Poppins"/>
              <a:cs typeface="Poppins"/>
              <a:sym typeface="Poppins"/>
            </a:endParaRPr>
          </a:p>
        </p:txBody>
      </p:sp>
      <p:sp>
        <p:nvSpPr>
          <p:cNvPr id="685" name="Google Shape;685;g2bee4f4af4b_0_204"/>
          <p:cNvSpPr txBox="1"/>
          <p:nvPr/>
        </p:nvSpPr>
        <p:spPr>
          <a:xfrm>
            <a:off x="3579206"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Phoneme Frame Cards</a:t>
            </a:r>
            <a:endParaRPr sz="1400" b="0" i="0" u="none" strike="noStrike" cap="none">
              <a:solidFill>
                <a:srgbClr val="000000"/>
              </a:solidFill>
              <a:latin typeface="Poppins Medium"/>
              <a:ea typeface="Poppins Medium"/>
              <a:cs typeface="Poppins Medium"/>
              <a:sym typeface="Poppins Medium"/>
            </a:endParaRPr>
          </a:p>
        </p:txBody>
      </p:sp>
      <p:pic>
        <p:nvPicPr>
          <p:cNvPr id="686" name="Google Shape;686;g2bee4f4af4b_0_204"/>
          <p:cNvPicPr preferRelativeResize="0"/>
          <p:nvPr/>
        </p:nvPicPr>
        <p:blipFill rotWithShape="1">
          <a:blip r:embed="rId4">
            <a:alphaModFix/>
          </a:blip>
          <a:srcRect l="89" r="79"/>
          <a:stretch/>
        </p:blipFill>
        <p:spPr>
          <a:xfrm>
            <a:off x="3786506" y="4169988"/>
            <a:ext cx="813600" cy="977432"/>
          </a:xfrm>
          <a:prstGeom prst="rect">
            <a:avLst/>
          </a:prstGeom>
          <a:noFill/>
          <a:ln>
            <a:noFill/>
          </a:ln>
          <a:effectLst>
            <a:outerShdw blurRad="71438" dist="19050" dir="5220000" algn="bl" rotWithShape="0">
              <a:srgbClr val="D8D8D8"/>
            </a:outerShdw>
          </a:effectLst>
        </p:spPr>
      </p:pic>
      <p:sp>
        <p:nvSpPr>
          <p:cNvPr id="687" name="Google Shape;687;g2bee4f4af4b_0_204"/>
          <p:cNvSpPr txBox="1"/>
          <p:nvPr/>
        </p:nvSpPr>
        <p:spPr>
          <a:xfrm>
            <a:off x="122607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JN691</a:t>
            </a:r>
            <a:endParaRPr sz="1000" b="0" i="0" u="none" strike="noStrike" cap="none" dirty="0">
              <a:solidFill>
                <a:srgbClr val="000000"/>
              </a:solidFill>
              <a:latin typeface="Poppins"/>
              <a:ea typeface="Poppins"/>
              <a:cs typeface="Poppins"/>
              <a:sym typeface="Poppins"/>
            </a:endParaRPr>
          </a:p>
        </p:txBody>
      </p:sp>
      <p:sp>
        <p:nvSpPr>
          <p:cNvPr id="688" name="Google Shape;688;g2bee4f4af4b_0_204"/>
          <p:cNvSpPr txBox="1"/>
          <p:nvPr/>
        </p:nvSpPr>
        <p:spPr>
          <a:xfrm>
            <a:off x="894576" y="5256524"/>
            <a:ext cx="14766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Phonemic Awareness Cards</a:t>
            </a:r>
            <a:endParaRPr sz="1400" b="0" i="0" u="none" strike="noStrike" cap="none">
              <a:solidFill>
                <a:srgbClr val="000000"/>
              </a:solidFill>
              <a:latin typeface="Poppins Medium"/>
              <a:ea typeface="Poppins Medium"/>
              <a:cs typeface="Poppins Medium"/>
              <a:sym typeface="Poppins Medium"/>
            </a:endParaRPr>
          </a:p>
        </p:txBody>
      </p:sp>
      <p:pic>
        <p:nvPicPr>
          <p:cNvPr id="689" name="Google Shape;689;g2bee4f4af4b_0_204"/>
          <p:cNvPicPr preferRelativeResize="0"/>
          <p:nvPr/>
        </p:nvPicPr>
        <p:blipFill rotWithShape="1">
          <a:blip r:embed="rId5">
            <a:alphaModFix/>
          </a:blip>
          <a:srcRect/>
          <a:stretch/>
        </p:blipFill>
        <p:spPr>
          <a:xfrm>
            <a:off x="946800" y="4384154"/>
            <a:ext cx="1372151" cy="549100"/>
          </a:xfrm>
          <a:prstGeom prst="rect">
            <a:avLst/>
          </a:prstGeom>
          <a:noFill/>
          <a:ln>
            <a:noFill/>
          </a:ln>
          <a:effectLst>
            <a:outerShdw blurRad="71438" dist="19050" dir="5220000" algn="bl" rotWithShape="0">
              <a:srgbClr val="D8D8D8"/>
            </a:outerShdw>
          </a:effectLst>
        </p:spPr>
      </p:pic>
      <p:sp>
        <p:nvSpPr>
          <p:cNvPr id="690" name="Google Shape;690;g2bee4f4af4b_0_204"/>
          <p:cNvSpPr txBox="1"/>
          <p:nvPr/>
        </p:nvSpPr>
        <p:spPr>
          <a:xfrm>
            <a:off x="607027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JN688</a:t>
            </a:r>
            <a:endParaRPr sz="1000" b="0" i="0" u="none" strike="noStrike" cap="none" dirty="0">
              <a:solidFill>
                <a:srgbClr val="000000"/>
              </a:solidFill>
              <a:latin typeface="Poppins"/>
              <a:ea typeface="Poppins"/>
              <a:cs typeface="Poppins"/>
              <a:sym typeface="Poppins"/>
            </a:endParaRPr>
          </a:p>
        </p:txBody>
      </p:sp>
      <p:sp>
        <p:nvSpPr>
          <p:cNvPr id="691" name="Google Shape;691;g2bee4f4af4b_0_204"/>
          <p:cNvSpPr txBox="1"/>
          <p:nvPr/>
        </p:nvSpPr>
        <p:spPr>
          <a:xfrm>
            <a:off x="5862971"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High Frequency Word Cards</a:t>
            </a:r>
            <a:endParaRPr sz="1400" b="0" i="0" u="none" strike="noStrike" cap="none">
              <a:solidFill>
                <a:srgbClr val="000000"/>
              </a:solidFill>
              <a:latin typeface="Poppins Medium"/>
              <a:ea typeface="Poppins Medium"/>
              <a:cs typeface="Poppins Medium"/>
              <a:sym typeface="Poppins Medium"/>
            </a:endParaRPr>
          </a:p>
        </p:txBody>
      </p:sp>
      <p:pic>
        <p:nvPicPr>
          <p:cNvPr id="692" name="Google Shape;692;g2bee4f4af4b_0_204"/>
          <p:cNvPicPr preferRelativeResize="0"/>
          <p:nvPr/>
        </p:nvPicPr>
        <p:blipFill rotWithShape="1">
          <a:blip r:embed="rId6">
            <a:alphaModFix/>
          </a:blip>
          <a:srcRect l="69" r="69"/>
          <a:stretch/>
        </p:blipFill>
        <p:spPr>
          <a:xfrm>
            <a:off x="6083646" y="4363493"/>
            <a:ext cx="786850" cy="590422"/>
          </a:xfrm>
          <a:prstGeom prst="rect">
            <a:avLst/>
          </a:prstGeom>
          <a:noFill/>
          <a:ln>
            <a:noFill/>
          </a:ln>
          <a:effectLst>
            <a:outerShdw blurRad="71438" dist="19050" dir="5220000" algn="bl" rotWithShape="0">
              <a:srgbClr val="D8D8D8"/>
            </a:outerShdw>
          </a:effectLst>
        </p:spPr>
      </p:pic>
      <p:sp>
        <p:nvSpPr>
          <p:cNvPr id="693" name="Google Shape;693;g2bee4f4af4b_0_204"/>
          <p:cNvSpPr txBox="1"/>
          <p:nvPr/>
        </p:nvSpPr>
        <p:spPr>
          <a:xfrm>
            <a:off x="497406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JN692</a:t>
            </a:r>
            <a:endParaRPr sz="1000" b="0" i="0" u="none" strike="noStrike" cap="none" dirty="0">
              <a:solidFill>
                <a:srgbClr val="000000"/>
              </a:solidFill>
              <a:latin typeface="Poppins"/>
              <a:ea typeface="Poppins"/>
              <a:cs typeface="Poppins"/>
              <a:sym typeface="Poppins"/>
            </a:endParaRPr>
          </a:p>
        </p:txBody>
      </p:sp>
      <p:sp>
        <p:nvSpPr>
          <p:cNvPr id="694" name="Google Shape;694;g2bee4f4af4b_0_204"/>
          <p:cNvSpPr txBox="1"/>
          <p:nvPr/>
        </p:nvSpPr>
        <p:spPr>
          <a:xfrm>
            <a:off x="4859461" y="5256529"/>
            <a:ext cx="10428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Alien Word Cards</a:t>
            </a:r>
            <a:endParaRPr sz="1400" b="0" i="0" u="none" strike="noStrike" cap="none">
              <a:solidFill>
                <a:srgbClr val="000000"/>
              </a:solidFill>
              <a:latin typeface="Poppins Medium"/>
              <a:ea typeface="Poppins Medium"/>
              <a:cs typeface="Poppins Medium"/>
              <a:sym typeface="Poppins Medium"/>
            </a:endParaRPr>
          </a:p>
        </p:txBody>
      </p:sp>
      <p:pic>
        <p:nvPicPr>
          <p:cNvPr id="695" name="Google Shape;695;g2bee4f4af4b_0_204"/>
          <p:cNvPicPr preferRelativeResize="0"/>
          <p:nvPr/>
        </p:nvPicPr>
        <p:blipFill rotWithShape="1">
          <a:blip r:embed="rId7">
            <a:alphaModFix/>
          </a:blip>
          <a:srcRect/>
          <a:stretch/>
        </p:blipFill>
        <p:spPr>
          <a:xfrm>
            <a:off x="5073599" y="4232253"/>
            <a:ext cx="614525" cy="852902"/>
          </a:xfrm>
          <a:prstGeom prst="rect">
            <a:avLst/>
          </a:prstGeom>
          <a:noFill/>
          <a:ln>
            <a:noFill/>
          </a:ln>
          <a:effectLst>
            <a:outerShdw blurRad="71438" dist="19050" dir="5220000" algn="bl" rotWithShape="0">
              <a:srgbClr val="D8D8D8"/>
            </a:outerShdw>
          </a:effectLst>
        </p:spPr>
      </p:pic>
      <p:sp>
        <p:nvSpPr>
          <p:cNvPr id="696" name="Google Shape;696;g2bee4f4af4b_0_204">
            <a:hlinkClick r:id="rId8" action="ppaction://hlinksldjump"/>
          </p:cNvPr>
          <p:cNvSpPr/>
          <p:nvPr/>
        </p:nvSpPr>
        <p:spPr>
          <a:xfrm>
            <a:off x="1025180" y="3820617"/>
            <a:ext cx="1378500" cy="1670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Poppins"/>
              <a:ea typeface="Poppins"/>
              <a:cs typeface="Poppins"/>
              <a:sym typeface="Poppins"/>
            </a:endParaRPr>
          </a:p>
        </p:txBody>
      </p:sp>
      <p:sp>
        <p:nvSpPr>
          <p:cNvPr id="697" name="Google Shape;697;g2bee4f4af4b_0_204">
            <a:hlinkClick r:id="rId9" action="ppaction://hlinksldjump"/>
          </p:cNvPr>
          <p:cNvSpPr/>
          <p:nvPr/>
        </p:nvSpPr>
        <p:spPr>
          <a:xfrm>
            <a:off x="2441941" y="3760504"/>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8" name="Google Shape;698;g2bee4f4af4b_0_204">
            <a:hlinkClick r:id="rId10" action="ppaction://hlinksldjump"/>
          </p:cNvPr>
          <p:cNvSpPr/>
          <p:nvPr/>
        </p:nvSpPr>
        <p:spPr>
          <a:xfrm>
            <a:off x="4905138" y="3750723"/>
            <a:ext cx="10428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9" name="Google Shape;699;g2bee4f4af4b_0_204">
            <a:hlinkClick r:id="rId11" action="ppaction://hlinksldjump"/>
          </p:cNvPr>
          <p:cNvSpPr/>
          <p:nvPr/>
        </p:nvSpPr>
        <p:spPr>
          <a:xfrm>
            <a:off x="6116399" y="3750723"/>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00" name="Google Shape;700;g2bee4f4af4b_0_204">
            <a:hlinkClick r:id="rId12" action="ppaction://hlinksldjump"/>
          </p:cNvPr>
          <p:cNvSpPr/>
          <p:nvPr/>
        </p:nvSpPr>
        <p:spPr>
          <a:xfrm>
            <a:off x="3585588" y="3760504"/>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05"/>
        <p:cNvGrpSpPr/>
        <p:nvPr/>
      </p:nvGrpSpPr>
      <p:grpSpPr>
        <a:xfrm>
          <a:off x="0" y="0"/>
          <a:ext cx="0" cy="0"/>
          <a:chOff x="0" y="0"/>
          <a:chExt cx="0" cy="0"/>
        </a:xfrm>
      </p:grpSpPr>
      <p:sp>
        <p:nvSpPr>
          <p:cNvPr id="706" name="Google Shape;706;g26b641b03cd_0_16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all GPCs learned so far using flashcards.</a:t>
            </a:r>
            <a:endParaRPr/>
          </a:p>
        </p:txBody>
      </p:sp>
      <p:grpSp>
        <p:nvGrpSpPr>
          <p:cNvPr id="707" name="Google Shape;707;g26b641b03cd_0_165"/>
          <p:cNvGrpSpPr/>
          <p:nvPr/>
        </p:nvGrpSpPr>
        <p:grpSpPr>
          <a:xfrm>
            <a:off x="930400" y="2053244"/>
            <a:ext cx="7283200" cy="3724851"/>
            <a:chOff x="930400" y="2129444"/>
            <a:chExt cx="7283200" cy="3724851"/>
          </a:xfrm>
        </p:grpSpPr>
        <p:pic>
          <p:nvPicPr>
            <p:cNvPr id="708" name="Google Shape;708;g26b641b03cd_0_165"/>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5290"/>
                </a:srgbClr>
              </a:outerShdw>
            </a:effectLst>
          </p:spPr>
        </p:pic>
        <p:pic>
          <p:nvPicPr>
            <p:cNvPr id="709" name="Google Shape;709;g26b641b03cd_0_165"/>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5290"/>
                </a:srgbClr>
              </a:outerShdw>
            </a:effectLst>
          </p:spPr>
        </p:pic>
        <p:pic>
          <p:nvPicPr>
            <p:cNvPr id="710" name="Google Shape;710;g26b641b03cd_0_165"/>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5290"/>
                </a:srgbClr>
              </a:outerShdw>
            </a:effectLst>
          </p:spPr>
        </p:pic>
        <p:pic>
          <p:nvPicPr>
            <p:cNvPr id="711" name="Google Shape;711;g26b641b03cd_0_165"/>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5290"/>
                </a:srgbClr>
              </a:outerShdw>
            </a:effectLst>
          </p:spPr>
        </p:pic>
        <p:pic>
          <p:nvPicPr>
            <p:cNvPr id="712" name="Google Shape;712;g26b641b03cd_0_165"/>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5290"/>
                </a:srgbClr>
              </a:outerShdw>
            </a:effectLst>
          </p:spPr>
        </p:pic>
        <p:pic>
          <p:nvPicPr>
            <p:cNvPr id="713" name="Google Shape;713;g26b641b03cd_0_165"/>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5290"/>
                </a:srgbClr>
              </a:outerShdw>
            </a:effectLst>
          </p:spPr>
        </p:pic>
        <p:pic>
          <p:nvPicPr>
            <p:cNvPr id="714" name="Google Shape;714;g26b641b03cd_0_165"/>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5290"/>
                </a:srgbClr>
              </a:outerShdw>
            </a:effectLst>
          </p:spPr>
        </p:pic>
        <p:pic>
          <p:nvPicPr>
            <p:cNvPr id="715" name="Google Shape;715;g26b641b03cd_0_165"/>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5290"/>
                </a:srgbClr>
              </a:outerShdw>
            </a:effectLst>
          </p:spPr>
        </p:pic>
        <p:pic>
          <p:nvPicPr>
            <p:cNvPr id="716" name="Google Shape;716;g26b641b03cd_0_165"/>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5290"/>
                </a:srgbClr>
              </a:outerShdw>
            </a:effectLst>
          </p:spPr>
        </p:pic>
        <p:pic>
          <p:nvPicPr>
            <p:cNvPr id="717" name="Google Shape;717;g26b641b03cd_0_165"/>
            <p:cNvPicPr preferRelativeResize="0"/>
            <p:nvPr/>
          </p:nvPicPr>
          <p:blipFill rotWithShape="1">
            <a:blip r:embed="rId12">
              <a:alphaModFix/>
            </a:blip>
            <a:srcRect l="19" r="29"/>
            <a:stretch/>
          </p:blipFill>
          <p:spPr>
            <a:xfrm>
              <a:off x="3699261" y="3409744"/>
              <a:ext cx="822525" cy="1164251"/>
            </a:xfrm>
            <a:prstGeom prst="rect">
              <a:avLst/>
            </a:prstGeom>
            <a:noFill/>
            <a:ln>
              <a:noFill/>
            </a:ln>
            <a:effectLst>
              <a:outerShdw blurRad="71438" dist="28575" dir="5400000" algn="bl" rotWithShape="0">
                <a:srgbClr val="000000">
                  <a:alpha val="15290"/>
                </a:srgbClr>
              </a:outerShdw>
            </a:effectLst>
          </p:spPr>
        </p:pic>
        <p:pic>
          <p:nvPicPr>
            <p:cNvPr id="718" name="Google Shape;718;g26b641b03cd_0_165"/>
            <p:cNvPicPr preferRelativeResize="0"/>
            <p:nvPr/>
          </p:nvPicPr>
          <p:blipFill rotWithShape="1">
            <a:blip r:embed="rId13">
              <a:alphaModFix/>
            </a:blip>
            <a:srcRect l="19" r="29"/>
            <a:stretch/>
          </p:blipFill>
          <p:spPr>
            <a:xfrm>
              <a:off x="1853354" y="3409744"/>
              <a:ext cx="822525" cy="1164251"/>
            </a:xfrm>
            <a:prstGeom prst="rect">
              <a:avLst/>
            </a:prstGeom>
            <a:noFill/>
            <a:ln>
              <a:noFill/>
            </a:ln>
            <a:effectLst>
              <a:outerShdw blurRad="71438" dist="28575" dir="5400000" algn="bl" rotWithShape="0">
                <a:srgbClr val="000000">
                  <a:alpha val="15290"/>
                </a:srgbClr>
              </a:outerShdw>
            </a:effectLst>
          </p:spPr>
        </p:pic>
        <p:pic>
          <p:nvPicPr>
            <p:cNvPr id="719" name="Google Shape;719;g26b641b03cd_0_165"/>
            <p:cNvPicPr preferRelativeResize="0"/>
            <p:nvPr/>
          </p:nvPicPr>
          <p:blipFill rotWithShape="1">
            <a:blip r:embed="rId14">
              <a:alphaModFix/>
            </a:blip>
            <a:srcRect l="19" r="29"/>
            <a:stretch/>
          </p:blipFill>
          <p:spPr>
            <a:xfrm>
              <a:off x="2776307" y="3409744"/>
              <a:ext cx="822525" cy="1164251"/>
            </a:xfrm>
            <a:prstGeom prst="rect">
              <a:avLst/>
            </a:prstGeom>
            <a:noFill/>
            <a:ln>
              <a:noFill/>
            </a:ln>
            <a:effectLst>
              <a:outerShdw blurRad="71438" dist="28575" dir="5400000" algn="bl" rotWithShape="0">
                <a:srgbClr val="000000">
                  <a:alpha val="15290"/>
                </a:srgbClr>
              </a:outerShdw>
            </a:effectLst>
          </p:spPr>
        </p:pic>
        <p:pic>
          <p:nvPicPr>
            <p:cNvPr id="720" name="Google Shape;720;g26b641b03cd_0_165"/>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5290"/>
                </a:srgbClr>
              </a:outerShdw>
            </a:effectLst>
          </p:spPr>
        </p:pic>
        <p:pic>
          <p:nvPicPr>
            <p:cNvPr id="721" name="Google Shape;721;g26b641b03cd_0_165"/>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5290"/>
                </a:srgbClr>
              </a:outerShdw>
            </a:effectLst>
          </p:spPr>
        </p:pic>
        <p:pic>
          <p:nvPicPr>
            <p:cNvPr id="722" name="Google Shape;722;g26b641b03cd_0_165"/>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5290"/>
                </a:srgbClr>
              </a:outerShdw>
            </a:effectLst>
          </p:spPr>
        </p:pic>
        <p:pic>
          <p:nvPicPr>
            <p:cNvPr id="723" name="Google Shape;723;g26b641b03cd_0_165"/>
            <p:cNvPicPr preferRelativeResize="0"/>
            <p:nvPr/>
          </p:nvPicPr>
          <p:blipFill rotWithShape="1">
            <a:blip r:embed="rId18">
              <a:alphaModFix/>
            </a:blip>
            <a:srcRect l="19" r="29"/>
            <a:stretch/>
          </p:blipFill>
          <p:spPr>
            <a:xfrm>
              <a:off x="6468121" y="3409744"/>
              <a:ext cx="822525" cy="1164251"/>
            </a:xfrm>
            <a:prstGeom prst="rect">
              <a:avLst/>
            </a:prstGeom>
            <a:noFill/>
            <a:ln>
              <a:noFill/>
            </a:ln>
            <a:effectLst>
              <a:outerShdw blurRad="71438" dist="28575" dir="5400000" algn="bl" rotWithShape="0">
                <a:srgbClr val="000000">
                  <a:alpha val="15290"/>
                </a:srgbClr>
              </a:outerShdw>
            </a:effectLst>
          </p:spPr>
        </p:pic>
        <p:pic>
          <p:nvPicPr>
            <p:cNvPr id="724" name="Google Shape;724;g26b641b03cd_0_165"/>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5290"/>
                </a:srgbClr>
              </a:outerShdw>
            </a:effectLst>
          </p:spPr>
        </p:pic>
        <p:pic>
          <p:nvPicPr>
            <p:cNvPr id="725" name="Google Shape;725;g26b641b03cd_0_165"/>
            <p:cNvPicPr preferRelativeResize="0"/>
            <p:nvPr/>
          </p:nvPicPr>
          <p:blipFill rotWithShape="1">
            <a:blip r:embed="rId20">
              <a:alphaModFix/>
            </a:blip>
            <a:srcRect l="19" r="29"/>
            <a:stretch/>
          </p:blipFill>
          <p:spPr>
            <a:xfrm>
              <a:off x="3699261" y="4690044"/>
              <a:ext cx="822525" cy="1164251"/>
            </a:xfrm>
            <a:prstGeom prst="rect">
              <a:avLst/>
            </a:prstGeom>
            <a:noFill/>
            <a:ln>
              <a:noFill/>
            </a:ln>
            <a:effectLst>
              <a:outerShdw blurRad="71438" dist="28575" dir="5400000" algn="bl" rotWithShape="0">
                <a:srgbClr val="000000">
                  <a:alpha val="15290"/>
                </a:srgbClr>
              </a:outerShdw>
            </a:effectLst>
          </p:spPr>
        </p:pic>
        <p:pic>
          <p:nvPicPr>
            <p:cNvPr id="726" name="Google Shape;726;g26b641b03cd_0_165"/>
            <p:cNvPicPr preferRelativeResize="0"/>
            <p:nvPr/>
          </p:nvPicPr>
          <p:blipFill rotWithShape="1">
            <a:blip r:embed="rId21">
              <a:alphaModFix/>
            </a:blip>
            <a:srcRect l="19" r="29"/>
            <a:stretch/>
          </p:blipFill>
          <p:spPr>
            <a:xfrm>
              <a:off x="1853354" y="4690044"/>
              <a:ext cx="822525" cy="1164251"/>
            </a:xfrm>
            <a:prstGeom prst="rect">
              <a:avLst/>
            </a:prstGeom>
            <a:noFill/>
            <a:ln>
              <a:noFill/>
            </a:ln>
            <a:effectLst>
              <a:outerShdw blurRad="71438" dist="28575" dir="5400000" algn="bl" rotWithShape="0">
                <a:srgbClr val="000000">
                  <a:alpha val="15290"/>
                </a:srgbClr>
              </a:outerShdw>
            </a:effectLst>
          </p:spPr>
        </p:pic>
        <p:pic>
          <p:nvPicPr>
            <p:cNvPr id="727" name="Google Shape;727;g26b641b03cd_0_165"/>
            <p:cNvPicPr preferRelativeResize="0"/>
            <p:nvPr/>
          </p:nvPicPr>
          <p:blipFill rotWithShape="1">
            <a:blip r:embed="rId22">
              <a:alphaModFix/>
            </a:blip>
            <a:srcRect l="19" r="29"/>
            <a:stretch/>
          </p:blipFill>
          <p:spPr>
            <a:xfrm>
              <a:off x="2776307" y="4690044"/>
              <a:ext cx="822525" cy="1164251"/>
            </a:xfrm>
            <a:prstGeom prst="rect">
              <a:avLst/>
            </a:prstGeom>
            <a:noFill/>
            <a:ln>
              <a:noFill/>
            </a:ln>
            <a:effectLst>
              <a:outerShdw blurRad="71438" dist="28575" dir="5400000" algn="bl" rotWithShape="0">
                <a:srgbClr val="000000">
                  <a:alpha val="15290"/>
                </a:srgbClr>
              </a:outerShdw>
            </a:effectLst>
          </p:spPr>
        </p:pic>
        <p:pic>
          <p:nvPicPr>
            <p:cNvPr id="728" name="Google Shape;728;g26b641b03cd_0_165"/>
            <p:cNvPicPr preferRelativeResize="0"/>
            <p:nvPr/>
          </p:nvPicPr>
          <p:blipFill rotWithShape="1">
            <a:blip r:embed="rId23">
              <a:alphaModFix/>
            </a:blip>
            <a:srcRect l="79" r="79"/>
            <a:stretch/>
          </p:blipFill>
          <p:spPr>
            <a:xfrm>
              <a:off x="4622214" y="4690044"/>
              <a:ext cx="822525" cy="1164251"/>
            </a:xfrm>
            <a:prstGeom prst="rect">
              <a:avLst/>
            </a:prstGeom>
            <a:noFill/>
            <a:ln>
              <a:noFill/>
            </a:ln>
            <a:effectLst>
              <a:outerShdw blurRad="71438" dist="28575" dir="5400000" algn="bl" rotWithShape="0">
                <a:srgbClr val="000000">
                  <a:alpha val="15290"/>
                </a:srgbClr>
              </a:outerShdw>
            </a:effectLst>
          </p:spPr>
        </p:pic>
        <p:pic>
          <p:nvPicPr>
            <p:cNvPr id="729" name="Google Shape;729;g26b641b03cd_0_165"/>
            <p:cNvPicPr preferRelativeResize="0"/>
            <p:nvPr/>
          </p:nvPicPr>
          <p:blipFill rotWithShape="1">
            <a:blip r:embed="rId24">
              <a:alphaModFix/>
            </a:blip>
            <a:srcRect l="79" r="79"/>
            <a:stretch/>
          </p:blipFill>
          <p:spPr>
            <a:xfrm>
              <a:off x="5545168" y="4690044"/>
              <a:ext cx="822525" cy="1164251"/>
            </a:xfrm>
            <a:prstGeom prst="rect">
              <a:avLst/>
            </a:prstGeom>
            <a:noFill/>
            <a:ln>
              <a:noFill/>
            </a:ln>
            <a:effectLst>
              <a:outerShdw blurRad="71438" dist="28575" dir="5400000" algn="bl" rotWithShape="0">
                <a:srgbClr val="000000">
                  <a:alpha val="15290"/>
                </a:srgbClr>
              </a:outerShdw>
            </a:effectLst>
          </p:spPr>
        </p:pic>
        <p:pic>
          <p:nvPicPr>
            <p:cNvPr id="730" name="Google Shape;730;g26b641b03cd_0_165"/>
            <p:cNvPicPr preferRelativeResize="0"/>
            <p:nvPr/>
          </p:nvPicPr>
          <p:blipFill rotWithShape="1">
            <a:blip r:embed="rId25">
              <a:alphaModFix/>
            </a:blip>
            <a:srcRect l="19" r="29"/>
            <a:stretch/>
          </p:blipFill>
          <p:spPr>
            <a:xfrm>
              <a:off x="6468121" y="4690044"/>
              <a:ext cx="822525" cy="1164251"/>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35"/>
        <p:cNvGrpSpPr/>
        <p:nvPr/>
      </p:nvGrpSpPr>
      <p:grpSpPr>
        <a:xfrm>
          <a:off x="0" y="0"/>
          <a:ext cx="0" cy="0"/>
          <a:chOff x="0" y="0"/>
          <a:chExt cx="0" cy="0"/>
        </a:xfrm>
      </p:grpSpPr>
      <p:sp>
        <p:nvSpPr>
          <p:cNvPr id="736" name="Google Shape;736;g26b7edf6e71_0_2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37" name="Google Shape;737;g26b7edf6e71_0_26"/>
          <p:cNvGrpSpPr/>
          <p:nvPr/>
        </p:nvGrpSpPr>
        <p:grpSpPr>
          <a:xfrm>
            <a:off x="930400" y="2053250"/>
            <a:ext cx="7283201" cy="2971674"/>
            <a:chOff x="930400" y="2129450"/>
            <a:chExt cx="7283201" cy="2971674"/>
          </a:xfrm>
        </p:grpSpPr>
        <p:pic>
          <p:nvPicPr>
            <p:cNvPr id="738" name="Google Shape;738;g26b7edf6e71_0_26"/>
            <p:cNvPicPr preferRelativeResize="0"/>
            <p:nvPr/>
          </p:nvPicPr>
          <p:blipFill rotWithShape="1">
            <a:blip r:embed="rId3">
              <a:alphaModFix/>
            </a:blip>
            <a:srcRect l="79" r="79"/>
            <a:stretch/>
          </p:blipFill>
          <p:spPr>
            <a:xfrm>
              <a:off x="6821063" y="4172288"/>
              <a:ext cx="656212" cy="928835"/>
            </a:xfrm>
            <a:prstGeom prst="rect">
              <a:avLst/>
            </a:prstGeom>
            <a:noFill/>
            <a:ln>
              <a:noFill/>
            </a:ln>
            <a:effectLst>
              <a:outerShdw blurRad="71438" dist="28575" dir="5400000" algn="bl" rotWithShape="0">
                <a:srgbClr val="000000">
                  <a:alpha val="15290"/>
                </a:srgbClr>
              </a:outerShdw>
            </a:effectLst>
          </p:spPr>
        </p:pic>
        <p:pic>
          <p:nvPicPr>
            <p:cNvPr id="739" name="Google Shape;739;g26b7edf6e71_0_26"/>
            <p:cNvPicPr preferRelativeResize="0"/>
            <p:nvPr/>
          </p:nvPicPr>
          <p:blipFill rotWithShape="1">
            <a:blip r:embed="rId4">
              <a:alphaModFix/>
            </a:blip>
            <a:srcRect l="19" r="29"/>
            <a:stretch/>
          </p:blipFill>
          <p:spPr>
            <a:xfrm>
              <a:off x="6084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40" name="Google Shape;740;g26b7edf6e71_0_26"/>
            <p:cNvPicPr preferRelativeResize="0"/>
            <p:nvPr/>
          </p:nvPicPr>
          <p:blipFill rotWithShape="1">
            <a:blip r:embed="rId5">
              <a:alphaModFix/>
            </a:blip>
            <a:srcRect l="79" r="79"/>
            <a:stretch/>
          </p:blipFill>
          <p:spPr>
            <a:xfrm>
              <a:off x="5348396" y="4172288"/>
              <a:ext cx="656212" cy="928835"/>
            </a:xfrm>
            <a:prstGeom prst="rect">
              <a:avLst/>
            </a:prstGeom>
            <a:noFill/>
            <a:ln>
              <a:noFill/>
            </a:ln>
            <a:effectLst>
              <a:outerShdw blurRad="71438" dist="28575" dir="5400000" algn="bl" rotWithShape="0">
                <a:srgbClr val="000000">
                  <a:alpha val="15690"/>
                </a:srgbClr>
              </a:outerShdw>
            </a:effectLst>
          </p:spPr>
        </p:pic>
        <p:pic>
          <p:nvPicPr>
            <p:cNvPr id="741" name="Google Shape;741;g26b7edf6e71_0_26"/>
            <p:cNvPicPr preferRelativeResize="0"/>
            <p:nvPr/>
          </p:nvPicPr>
          <p:blipFill rotWithShape="1">
            <a:blip r:embed="rId6">
              <a:alphaModFix/>
            </a:blip>
            <a:srcRect l="79" r="79"/>
            <a:stretch/>
          </p:blipFill>
          <p:spPr>
            <a:xfrm>
              <a:off x="4612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42" name="Google Shape;742;g26b7edf6e71_0_26"/>
            <p:cNvPicPr preferRelativeResize="0"/>
            <p:nvPr/>
          </p:nvPicPr>
          <p:blipFill rotWithShape="1">
            <a:blip r:embed="rId7">
              <a:alphaModFix/>
            </a:blip>
            <a:srcRect l="19" r="29"/>
            <a:stretch/>
          </p:blipFill>
          <p:spPr>
            <a:xfrm>
              <a:off x="3875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43" name="Google Shape;743;g26b7edf6e71_0_26"/>
            <p:cNvPicPr preferRelativeResize="0"/>
            <p:nvPr/>
          </p:nvPicPr>
          <p:blipFill rotWithShape="1">
            <a:blip r:embed="rId8">
              <a:alphaModFix/>
            </a:blip>
            <a:srcRect l="79" r="79"/>
            <a:stretch/>
          </p:blipFill>
          <p:spPr>
            <a:xfrm>
              <a:off x="3139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44" name="Google Shape;744;g26b7edf6e71_0_26"/>
            <p:cNvPicPr preferRelativeResize="0"/>
            <p:nvPr/>
          </p:nvPicPr>
          <p:blipFill rotWithShape="1">
            <a:blip r:embed="rId9">
              <a:alphaModFix/>
            </a:blip>
            <a:srcRect l="79" r="79"/>
            <a:stretch/>
          </p:blipFill>
          <p:spPr>
            <a:xfrm>
              <a:off x="2403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45" name="Google Shape;745;g26b7edf6e71_0_26"/>
            <p:cNvPicPr preferRelativeResize="0"/>
            <p:nvPr/>
          </p:nvPicPr>
          <p:blipFill rotWithShape="1">
            <a:blip r:embed="rId10">
              <a:alphaModFix/>
            </a:blip>
            <a:srcRect l="19" r="29"/>
            <a:stretch/>
          </p:blipFill>
          <p:spPr>
            <a:xfrm>
              <a:off x="1666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46" name="Google Shape;746;g26b7edf6e71_0_26"/>
            <p:cNvPicPr preferRelativeResize="0"/>
            <p:nvPr/>
          </p:nvPicPr>
          <p:blipFill rotWithShape="1">
            <a:blip r:embed="rId11">
              <a:alphaModFix/>
            </a:blip>
            <a:srcRect l="79" r="79"/>
            <a:stretch/>
          </p:blipFill>
          <p:spPr>
            <a:xfrm>
              <a:off x="930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47" name="Google Shape;747;g26b7edf6e71_0_26"/>
            <p:cNvPicPr preferRelativeResize="0"/>
            <p:nvPr/>
          </p:nvPicPr>
          <p:blipFill rotWithShape="1">
            <a:blip r:embed="rId12">
              <a:alphaModFix/>
            </a:blip>
            <a:srcRect l="19" r="29"/>
            <a:stretch/>
          </p:blipFill>
          <p:spPr>
            <a:xfrm>
              <a:off x="7557389" y="3150869"/>
              <a:ext cx="656212" cy="928836"/>
            </a:xfrm>
            <a:prstGeom prst="rect">
              <a:avLst/>
            </a:prstGeom>
            <a:noFill/>
            <a:ln>
              <a:noFill/>
            </a:ln>
            <a:effectLst>
              <a:outerShdw blurRad="71438" dist="28575" dir="5400000" algn="bl" rotWithShape="0">
                <a:srgbClr val="000000">
                  <a:alpha val="16079"/>
                </a:srgbClr>
              </a:outerShdw>
            </a:effectLst>
          </p:spPr>
        </p:pic>
        <p:pic>
          <p:nvPicPr>
            <p:cNvPr id="748" name="Google Shape;748;g26b7edf6e71_0_26"/>
            <p:cNvPicPr preferRelativeResize="0"/>
            <p:nvPr/>
          </p:nvPicPr>
          <p:blipFill rotWithShape="1">
            <a:blip r:embed="rId13">
              <a:alphaModFix/>
            </a:blip>
            <a:srcRect l="79" r="79"/>
            <a:stretch/>
          </p:blipFill>
          <p:spPr>
            <a:xfrm>
              <a:off x="6821063" y="3150869"/>
              <a:ext cx="656212" cy="928835"/>
            </a:xfrm>
            <a:prstGeom prst="rect">
              <a:avLst/>
            </a:prstGeom>
            <a:noFill/>
            <a:ln>
              <a:noFill/>
            </a:ln>
            <a:effectLst>
              <a:outerShdw blurRad="71438" dist="28575" dir="5400000" algn="bl" rotWithShape="0">
                <a:srgbClr val="000000">
                  <a:alpha val="15690"/>
                </a:srgbClr>
              </a:outerShdw>
            </a:effectLst>
          </p:spPr>
        </p:pic>
        <p:pic>
          <p:nvPicPr>
            <p:cNvPr id="749" name="Google Shape;749;g26b7edf6e71_0_26"/>
            <p:cNvPicPr preferRelativeResize="0"/>
            <p:nvPr/>
          </p:nvPicPr>
          <p:blipFill rotWithShape="1">
            <a:blip r:embed="rId14">
              <a:alphaModFix/>
            </a:blip>
            <a:srcRect l="79" r="79"/>
            <a:stretch/>
          </p:blipFill>
          <p:spPr>
            <a:xfrm>
              <a:off x="6084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50" name="Google Shape;750;g26b7edf6e71_0_26"/>
            <p:cNvPicPr preferRelativeResize="0"/>
            <p:nvPr/>
          </p:nvPicPr>
          <p:blipFill rotWithShape="1">
            <a:blip r:embed="rId15">
              <a:alphaModFix/>
            </a:blip>
            <a:srcRect l="19" r="29"/>
            <a:stretch/>
          </p:blipFill>
          <p:spPr>
            <a:xfrm>
              <a:off x="5348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51" name="Google Shape;751;g26b7edf6e71_0_26"/>
            <p:cNvPicPr preferRelativeResize="0"/>
            <p:nvPr/>
          </p:nvPicPr>
          <p:blipFill rotWithShape="1">
            <a:blip r:embed="rId16">
              <a:alphaModFix/>
            </a:blip>
            <a:srcRect l="79" r="79"/>
            <a:stretch/>
          </p:blipFill>
          <p:spPr>
            <a:xfrm>
              <a:off x="4612067" y="3150869"/>
              <a:ext cx="656212" cy="928835"/>
            </a:xfrm>
            <a:prstGeom prst="rect">
              <a:avLst/>
            </a:prstGeom>
            <a:noFill/>
            <a:ln>
              <a:noFill/>
            </a:ln>
            <a:effectLst>
              <a:outerShdw blurRad="71438" dist="28575" dir="5400000" algn="bl" rotWithShape="0">
                <a:srgbClr val="000000">
                  <a:alpha val="15690"/>
                </a:srgbClr>
              </a:outerShdw>
            </a:effectLst>
          </p:spPr>
        </p:pic>
        <p:pic>
          <p:nvPicPr>
            <p:cNvPr id="752" name="Google Shape;752;g26b7edf6e71_0_26"/>
            <p:cNvPicPr preferRelativeResize="0"/>
            <p:nvPr/>
          </p:nvPicPr>
          <p:blipFill rotWithShape="1">
            <a:blip r:embed="rId17">
              <a:alphaModFix/>
            </a:blip>
            <a:srcRect l="19" r="29"/>
            <a:stretch/>
          </p:blipFill>
          <p:spPr>
            <a:xfrm>
              <a:off x="3139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53" name="Google Shape;753;g26b7edf6e71_0_26"/>
            <p:cNvPicPr preferRelativeResize="0"/>
            <p:nvPr/>
          </p:nvPicPr>
          <p:blipFill rotWithShape="1">
            <a:blip r:embed="rId18">
              <a:alphaModFix/>
            </a:blip>
            <a:srcRect l="79" r="79"/>
            <a:stretch/>
          </p:blipFill>
          <p:spPr>
            <a:xfrm>
              <a:off x="3875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54" name="Google Shape;754;g26b7edf6e71_0_26"/>
            <p:cNvPicPr preferRelativeResize="0"/>
            <p:nvPr/>
          </p:nvPicPr>
          <p:blipFill rotWithShape="1">
            <a:blip r:embed="rId19">
              <a:alphaModFix/>
            </a:blip>
            <a:srcRect l="79" r="79"/>
            <a:stretch/>
          </p:blipFill>
          <p:spPr>
            <a:xfrm>
              <a:off x="930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55" name="Google Shape;755;g26b7edf6e71_0_26"/>
            <p:cNvPicPr preferRelativeResize="0"/>
            <p:nvPr/>
          </p:nvPicPr>
          <p:blipFill rotWithShape="1">
            <a:blip r:embed="rId20">
              <a:alphaModFix/>
            </a:blip>
            <a:srcRect l="79" r="79"/>
            <a:stretch/>
          </p:blipFill>
          <p:spPr>
            <a:xfrm>
              <a:off x="3139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56" name="Google Shape;756;g26b7edf6e71_0_26"/>
            <p:cNvPicPr preferRelativeResize="0"/>
            <p:nvPr/>
          </p:nvPicPr>
          <p:blipFill rotWithShape="1">
            <a:blip r:embed="rId21">
              <a:alphaModFix/>
            </a:blip>
            <a:srcRect l="79" r="79"/>
            <a:stretch/>
          </p:blipFill>
          <p:spPr>
            <a:xfrm>
              <a:off x="1666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57" name="Google Shape;757;g26b7edf6e71_0_26"/>
            <p:cNvPicPr preferRelativeResize="0"/>
            <p:nvPr/>
          </p:nvPicPr>
          <p:blipFill rotWithShape="1">
            <a:blip r:embed="rId22">
              <a:alphaModFix/>
            </a:blip>
            <a:srcRect l="19" r="29"/>
            <a:stretch/>
          </p:blipFill>
          <p:spPr>
            <a:xfrm>
              <a:off x="2403067" y="2129450"/>
              <a:ext cx="656212" cy="928836"/>
            </a:xfrm>
            <a:prstGeom prst="rect">
              <a:avLst/>
            </a:prstGeom>
            <a:noFill/>
            <a:ln>
              <a:noFill/>
            </a:ln>
            <a:effectLst>
              <a:outerShdw blurRad="71438" dist="28575" dir="5400000" algn="bl" rotWithShape="0">
                <a:srgbClr val="000000">
                  <a:alpha val="15290"/>
                </a:srgbClr>
              </a:outerShdw>
            </a:effectLst>
          </p:spPr>
        </p:pic>
        <p:pic>
          <p:nvPicPr>
            <p:cNvPr id="758" name="Google Shape;758;g26b7edf6e71_0_26"/>
            <p:cNvPicPr preferRelativeResize="0"/>
            <p:nvPr/>
          </p:nvPicPr>
          <p:blipFill rotWithShape="1">
            <a:blip r:embed="rId23">
              <a:alphaModFix/>
            </a:blip>
            <a:srcRect l="19" r="29"/>
            <a:stretch/>
          </p:blipFill>
          <p:spPr>
            <a:xfrm>
              <a:off x="3875733" y="2129450"/>
              <a:ext cx="656212" cy="928836"/>
            </a:xfrm>
            <a:prstGeom prst="rect">
              <a:avLst/>
            </a:prstGeom>
            <a:noFill/>
            <a:ln>
              <a:noFill/>
            </a:ln>
            <a:effectLst>
              <a:outerShdw blurRad="71438" dist="28575" dir="5400000" algn="bl" rotWithShape="0">
                <a:srgbClr val="000000">
                  <a:alpha val="15290"/>
                </a:srgbClr>
              </a:outerShdw>
            </a:effectLst>
          </p:spPr>
        </p:pic>
        <p:pic>
          <p:nvPicPr>
            <p:cNvPr id="759" name="Google Shape;759;g26b7edf6e71_0_26"/>
            <p:cNvPicPr preferRelativeResize="0"/>
            <p:nvPr/>
          </p:nvPicPr>
          <p:blipFill rotWithShape="1">
            <a:blip r:embed="rId24">
              <a:alphaModFix/>
            </a:blip>
            <a:srcRect l="79" r="79"/>
            <a:stretch/>
          </p:blipFill>
          <p:spPr>
            <a:xfrm>
              <a:off x="6084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60" name="Google Shape;760;g26b7edf6e71_0_26"/>
            <p:cNvPicPr preferRelativeResize="0"/>
            <p:nvPr/>
          </p:nvPicPr>
          <p:blipFill rotWithShape="1">
            <a:blip r:embed="rId25">
              <a:alphaModFix/>
            </a:blip>
            <a:srcRect l="79" r="79"/>
            <a:stretch/>
          </p:blipFill>
          <p:spPr>
            <a:xfrm>
              <a:off x="4612067" y="2129450"/>
              <a:ext cx="656212" cy="928835"/>
            </a:xfrm>
            <a:prstGeom prst="rect">
              <a:avLst/>
            </a:prstGeom>
            <a:noFill/>
            <a:ln>
              <a:noFill/>
            </a:ln>
            <a:effectLst>
              <a:outerShdw blurRad="71438" dist="28575" dir="5400000" algn="bl" rotWithShape="0">
                <a:srgbClr val="000000">
                  <a:alpha val="15290"/>
                </a:srgbClr>
              </a:outerShdw>
            </a:effectLst>
          </p:spPr>
        </p:pic>
        <p:pic>
          <p:nvPicPr>
            <p:cNvPr id="761" name="Google Shape;761;g26b7edf6e71_0_26"/>
            <p:cNvPicPr preferRelativeResize="0"/>
            <p:nvPr/>
          </p:nvPicPr>
          <p:blipFill rotWithShape="1">
            <a:blip r:embed="rId26">
              <a:alphaModFix/>
            </a:blip>
            <a:srcRect l="79" r="79"/>
            <a:stretch/>
          </p:blipFill>
          <p:spPr>
            <a:xfrm>
              <a:off x="5348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62" name="Google Shape;762;g26b7edf6e71_0_26"/>
            <p:cNvPicPr preferRelativeResize="0"/>
            <p:nvPr/>
          </p:nvPicPr>
          <p:blipFill rotWithShape="1">
            <a:blip r:embed="rId27">
              <a:alphaModFix/>
            </a:blip>
            <a:srcRect l="79" r="79"/>
            <a:stretch/>
          </p:blipFill>
          <p:spPr>
            <a:xfrm>
              <a:off x="2403067" y="3150869"/>
              <a:ext cx="656212" cy="928835"/>
            </a:xfrm>
            <a:prstGeom prst="rect">
              <a:avLst/>
            </a:prstGeom>
            <a:noFill/>
            <a:ln>
              <a:noFill/>
            </a:ln>
            <a:effectLst>
              <a:outerShdw blurRad="71438" dist="28575" dir="5400000" algn="bl" rotWithShape="0">
                <a:srgbClr val="000000">
                  <a:alpha val="15290"/>
                </a:srgbClr>
              </a:outerShdw>
            </a:effectLst>
          </p:spPr>
        </p:pic>
        <p:pic>
          <p:nvPicPr>
            <p:cNvPr id="763" name="Google Shape;763;g26b7edf6e71_0_26"/>
            <p:cNvPicPr preferRelativeResize="0"/>
            <p:nvPr/>
          </p:nvPicPr>
          <p:blipFill rotWithShape="1">
            <a:blip r:embed="rId28">
              <a:alphaModFix/>
            </a:blip>
            <a:srcRect l="79" r="79"/>
            <a:stretch/>
          </p:blipFill>
          <p:spPr>
            <a:xfrm>
              <a:off x="930400" y="3150869"/>
              <a:ext cx="656212" cy="928835"/>
            </a:xfrm>
            <a:prstGeom prst="rect">
              <a:avLst/>
            </a:prstGeom>
            <a:noFill/>
            <a:ln>
              <a:noFill/>
            </a:ln>
            <a:effectLst>
              <a:outerShdw blurRad="71438" dist="28575" dir="5400000" algn="bl" rotWithShape="0">
                <a:srgbClr val="000000">
                  <a:alpha val="15290"/>
                </a:srgbClr>
              </a:outerShdw>
            </a:effectLst>
          </p:spPr>
        </p:pic>
        <p:pic>
          <p:nvPicPr>
            <p:cNvPr id="764" name="Google Shape;764;g26b7edf6e71_0_26"/>
            <p:cNvPicPr preferRelativeResize="0"/>
            <p:nvPr/>
          </p:nvPicPr>
          <p:blipFill rotWithShape="1">
            <a:blip r:embed="rId29">
              <a:alphaModFix/>
            </a:blip>
            <a:srcRect l="19" r="29"/>
            <a:stretch/>
          </p:blipFill>
          <p:spPr>
            <a:xfrm>
              <a:off x="1666733" y="3150869"/>
              <a:ext cx="656212" cy="928836"/>
            </a:xfrm>
            <a:prstGeom prst="rect">
              <a:avLst/>
            </a:prstGeom>
            <a:noFill/>
            <a:ln>
              <a:noFill/>
            </a:ln>
            <a:effectLst>
              <a:outerShdw blurRad="71438" dist="28575" dir="5400000" algn="bl" rotWithShape="0">
                <a:srgbClr val="000000">
                  <a:alpha val="15290"/>
                </a:srgbClr>
              </a:outerShdw>
            </a:effectLst>
          </p:spPr>
        </p:pic>
        <p:pic>
          <p:nvPicPr>
            <p:cNvPr id="765" name="Google Shape;765;g26b7edf6e71_0_26"/>
            <p:cNvPicPr preferRelativeResize="0"/>
            <p:nvPr/>
          </p:nvPicPr>
          <p:blipFill rotWithShape="1">
            <a:blip r:embed="rId30">
              <a:alphaModFix/>
            </a:blip>
            <a:srcRect l="19" r="29"/>
            <a:stretch/>
          </p:blipFill>
          <p:spPr>
            <a:xfrm>
              <a:off x="6821063" y="2129450"/>
              <a:ext cx="656212" cy="928836"/>
            </a:xfrm>
            <a:prstGeom prst="rect">
              <a:avLst/>
            </a:prstGeom>
            <a:noFill/>
            <a:ln>
              <a:noFill/>
            </a:ln>
            <a:effectLst>
              <a:outerShdw blurRad="71438" dist="28575" dir="5400000" algn="bl" rotWithShape="0">
                <a:srgbClr val="000000">
                  <a:alpha val="15290"/>
                </a:srgbClr>
              </a:outerShdw>
            </a:effectLst>
          </p:spPr>
        </p:pic>
        <p:pic>
          <p:nvPicPr>
            <p:cNvPr id="766" name="Google Shape;766;g26b7edf6e71_0_26"/>
            <p:cNvPicPr preferRelativeResize="0"/>
            <p:nvPr/>
          </p:nvPicPr>
          <p:blipFill rotWithShape="1">
            <a:blip r:embed="rId31">
              <a:alphaModFix/>
            </a:blip>
            <a:srcRect l="79" r="79"/>
            <a:stretch/>
          </p:blipFill>
          <p:spPr>
            <a:xfrm>
              <a:off x="7557389" y="2129450"/>
              <a:ext cx="656212" cy="928835"/>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71"/>
        <p:cNvGrpSpPr/>
        <p:nvPr/>
      </p:nvGrpSpPr>
      <p:grpSpPr>
        <a:xfrm>
          <a:off x="0" y="0"/>
          <a:ext cx="0" cy="0"/>
          <a:chOff x="0" y="0"/>
          <a:chExt cx="0" cy="0"/>
        </a:xfrm>
      </p:grpSpPr>
      <p:sp>
        <p:nvSpPr>
          <p:cNvPr id="772" name="Google Shape;772;g2c298da1f27_0_417"/>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pic>
        <p:nvPicPr>
          <p:cNvPr id="773" name="Google Shape;773;g2c298da1f27_0_417"/>
          <p:cNvPicPr preferRelativeResize="0"/>
          <p:nvPr/>
        </p:nvPicPr>
        <p:blipFill rotWithShape="1">
          <a:blip r:embed="rId3">
            <a:alphaModFix/>
          </a:blip>
          <a:srcRect l="79" r="79"/>
          <a:stretch/>
        </p:blipFill>
        <p:spPr>
          <a:xfrm>
            <a:off x="930400" y="2053250"/>
            <a:ext cx="822097" cy="1163649"/>
          </a:xfrm>
          <a:prstGeom prst="rect">
            <a:avLst/>
          </a:prstGeom>
          <a:noFill/>
          <a:ln>
            <a:noFill/>
          </a:ln>
          <a:effectLst>
            <a:outerShdw blurRad="71438" dist="28575" dir="5400000" algn="bl" rotWithShape="0">
              <a:srgbClr val="000000">
                <a:alpha val="14900"/>
              </a:srgbClr>
            </a:outerShdw>
          </a:effectLst>
        </p:spPr>
      </p:pic>
      <p:pic>
        <p:nvPicPr>
          <p:cNvPr id="774" name="Google Shape;774;g2c298da1f27_0_417"/>
          <p:cNvPicPr preferRelativeResize="0"/>
          <p:nvPr/>
        </p:nvPicPr>
        <p:blipFill rotWithShape="1">
          <a:blip r:embed="rId4">
            <a:alphaModFix/>
          </a:blip>
          <a:srcRect l="19" r="29"/>
          <a:stretch/>
        </p:blipFill>
        <p:spPr>
          <a:xfrm>
            <a:off x="3697816" y="2053250"/>
            <a:ext cx="822097" cy="1163650"/>
          </a:xfrm>
          <a:prstGeom prst="rect">
            <a:avLst/>
          </a:prstGeom>
          <a:noFill/>
          <a:ln>
            <a:noFill/>
          </a:ln>
          <a:effectLst>
            <a:outerShdw blurRad="71438" dist="28575" dir="5400000" algn="bl" rotWithShape="0">
              <a:srgbClr val="000000">
                <a:alpha val="14900"/>
              </a:srgbClr>
            </a:outerShdw>
          </a:effectLst>
        </p:spPr>
      </p:pic>
      <p:pic>
        <p:nvPicPr>
          <p:cNvPr id="775" name="Google Shape;775;g2c298da1f27_0_417"/>
          <p:cNvPicPr preferRelativeResize="0"/>
          <p:nvPr/>
        </p:nvPicPr>
        <p:blipFill rotWithShape="1">
          <a:blip r:embed="rId5">
            <a:alphaModFix/>
          </a:blip>
          <a:srcRect l="19" r="29"/>
          <a:stretch/>
        </p:blipFill>
        <p:spPr>
          <a:xfrm>
            <a:off x="1852872" y="2053250"/>
            <a:ext cx="822097" cy="1163650"/>
          </a:xfrm>
          <a:prstGeom prst="rect">
            <a:avLst/>
          </a:prstGeom>
          <a:noFill/>
          <a:ln>
            <a:noFill/>
          </a:ln>
          <a:effectLst>
            <a:outerShdw blurRad="71438" dist="28575" dir="5400000" algn="bl" rotWithShape="0">
              <a:srgbClr val="000000">
                <a:alpha val="14900"/>
              </a:srgbClr>
            </a:outerShdw>
          </a:effectLst>
        </p:spPr>
      </p:pic>
      <p:pic>
        <p:nvPicPr>
          <p:cNvPr id="776" name="Google Shape;776;g2c298da1f27_0_417"/>
          <p:cNvPicPr preferRelativeResize="0"/>
          <p:nvPr/>
        </p:nvPicPr>
        <p:blipFill rotWithShape="1">
          <a:blip r:embed="rId6">
            <a:alphaModFix/>
          </a:blip>
          <a:srcRect l="19" r="29"/>
          <a:stretch/>
        </p:blipFill>
        <p:spPr>
          <a:xfrm>
            <a:off x="2775344" y="2053250"/>
            <a:ext cx="822097" cy="1163650"/>
          </a:xfrm>
          <a:prstGeom prst="rect">
            <a:avLst/>
          </a:prstGeom>
          <a:noFill/>
          <a:ln>
            <a:noFill/>
          </a:ln>
          <a:effectLst>
            <a:outerShdw blurRad="71438" dist="28575" dir="5400000" algn="bl" rotWithShape="0">
              <a:srgbClr val="000000">
                <a:alpha val="14900"/>
              </a:srgbClr>
            </a:outerShdw>
          </a:effectLst>
        </p:spPr>
      </p:pic>
      <p:pic>
        <p:nvPicPr>
          <p:cNvPr id="777" name="Google Shape;777;g2c298da1f27_0_417"/>
          <p:cNvPicPr preferRelativeResize="0"/>
          <p:nvPr/>
        </p:nvPicPr>
        <p:blipFill rotWithShape="1">
          <a:blip r:embed="rId7">
            <a:alphaModFix/>
          </a:blip>
          <a:srcRect l="79" r="79"/>
          <a:stretch/>
        </p:blipFill>
        <p:spPr>
          <a:xfrm>
            <a:off x="4620287" y="2053250"/>
            <a:ext cx="822097" cy="1163649"/>
          </a:xfrm>
          <a:prstGeom prst="rect">
            <a:avLst/>
          </a:prstGeom>
          <a:noFill/>
          <a:ln>
            <a:noFill/>
          </a:ln>
          <a:effectLst>
            <a:outerShdw blurRad="71438" dist="28575" dir="5400000" algn="bl" rotWithShape="0">
              <a:srgbClr val="000000">
                <a:alpha val="14900"/>
              </a:srgbClr>
            </a:outerShdw>
          </a:effectLst>
        </p:spPr>
      </p:pic>
      <p:pic>
        <p:nvPicPr>
          <p:cNvPr id="778" name="Google Shape;778;g2c298da1f27_0_417"/>
          <p:cNvPicPr preferRelativeResize="0"/>
          <p:nvPr/>
        </p:nvPicPr>
        <p:blipFill rotWithShape="1">
          <a:blip r:embed="rId8">
            <a:alphaModFix/>
          </a:blip>
          <a:srcRect l="79" r="79"/>
          <a:stretch/>
        </p:blipFill>
        <p:spPr>
          <a:xfrm>
            <a:off x="7387703" y="2053250"/>
            <a:ext cx="822097" cy="1163649"/>
          </a:xfrm>
          <a:prstGeom prst="rect">
            <a:avLst/>
          </a:prstGeom>
          <a:noFill/>
          <a:ln>
            <a:noFill/>
          </a:ln>
          <a:effectLst>
            <a:outerShdw blurRad="71438" dist="28575" dir="5400000" algn="bl" rotWithShape="0">
              <a:srgbClr val="000000">
                <a:alpha val="14900"/>
              </a:srgbClr>
            </a:outerShdw>
          </a:effectLst>
        </p:spPr>
      </p:pic>
      <p:pic>
        <p:nvPicPr>
          <p:cNvPr id="779" name="Google Shape;779;g2c298da1f27_0_417"/>
          <p:cNvPicPr preferRelativeResize="0"/>
          <p:nvPr/>
        </p:nvPicPr>
        <p:blipFill rotWithShape="1">
          <a:blip r:embed="rId9">
            <a:alphaModFix/>
          </a:blip>
          <a:srcRect l="79" r="79"/>
          <a:stretch/>
        </p:blipFill>
        <p:spPr>
          <a:xfrm>
            <a:off x="5542760" y="2053250"/>
            <a:ext cx="822097" cy="1163649"/>
          </a:xfrm>
          <a:prstGeom prst="rect">
            <a:avLst/>
          </a:prstGeom>
          <a:noFill/>
          <a:ln>
            <a:noFill/>
          </a:ln>
          <a:effectLst>
            <a:outerShdw blurRad="71438" dist="28575" dir="5400000" algn="bl" rotWithShape="0">
              <a:srgbClr val="000000">
                <a:alpha val="14900"/>
              </a:srgbClr>
            </a:outerShdw>
          </a:effectLst>
        </p:spPr>
      </p:pic>
      <p:pic>
        <p:nvPicPr>
          <p:cNvPr id="780" name="Google Shape;780;g2c298da1f27_0_417"/>
          <p:cNvPicPr preferRelativeResize="0"/>
          <p:nvPr/>
        </p:nvPicPr>
        <p:blipFill rotWithShape="1">
          <a:blip r:embed="rId10">
            <a:alphaModFix/>
          </a:blip>
          <a:srcRect l="19" r="29"/>
          <a:stretch/>
        </p:blipFill>
        <p:spPr>
          <a:xfrm>
            <a:off x="6465232" y="2053250"/>
            <a:ext cx="822097" cy="1163650"/>
          </a:xfrm>
          <a:prstGeom prst="rect">
            <a:avLst/>
          </a:prstGeom>
          <a:noFill/>
          <a:ln>
            <a:noFill/>
          </a:ln>
          <a:effectLst>
            <a:outerShdw blurRad="71438" dist="28575" dir="5400000" algn="bl" rotWithShape="0">
              <a:srgbClr val="000000">
                <a:alpha val="14900"/>
              </a:srgbClr>
            </a:outerShdw>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85"/>
        <p:cNvGrpSpPr/>
        <p:nvPr/>
      </p:nvGrpSpPr>
      <p:grpSpPr>
        <a:xfrm>
          <a:off x="0" y="0"/>
          <a:ext cx="0" cy="0"/>
          <a:chOff x="0" y="0"/>
          <a:chExt cx="0" cy="0"/>
        </a:xfrm>
      </p:grpSpPr>
      <p:sp>
        <p:nvSpPr>
          <p:cNvPr id="786" name="Google Shape;786;g26b7edf6e71_0_109"/>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2 Common Exception Words </a:t>
            </a:r>
            <a:br>
              <a:rPr lang="en-US"/>
            </a:br>
            <a:r>
              <a:rPr lang="en-US">
                <a:solidFill>
                  <a:srgbClr val="2356AF"/>
                </a:solidFill>
              </a:rPr>
              <a:t>as I is no go to into the put his has of pull full</a:t>
            </a:r>
            <a:r>
              <a:rPr lang="en-US"/>
              <a:t>.</a:t>
            </a:r>
            <a:endParaRPr/>
          </a:p>
        </p:txBody>
      </p:sp>
      <p:grpSp>
        <p:nvGrpSpPr>
          <p:cNvPr id="787" name="Google Shape;787;g26b7edf6e71_0_109"/>
          <p:cNvGrpSpPr/>
          <p:nvPr/>
        </p:nvGrpSpPr>
        <p:grpSpPr>
          <a:xfrm>
            <a:off x="865957" y="2135925"/>
            <a:ext cx="7282807" cy="2686611"/>
            <a:chOff x="867357" y="2129450"/>
            <a:chExt cx="7282807" cy="2686611"/>
          </a:xfrm>
        </p:grpSpPr>
        <p:pic>
          <p:nvPicPr>
            <p:cNvPr id="788" name="Google Shape;788;g26b7edf6e71_0_109"/>
            <p:cNvPicPr preferRelativeResize="0"/>
            <p:nvPr/>
          </p:nvPicPr>
          <p:blipFill rotWithShape="1">
            <a:blip r:embed="rId3">
              <a:alphaModFix/>
            </a:blip>
            <a:srcRect/>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789" name="Google Shape;789;g26b7edf6e71_0_109"/>
            <p:cNvPicPr preferRelativeResize="0"/>
            <p:nvPr/>
          </p:nvPicPr>
          <p:blipFill rotWithShape="1">
            <a:blip r:embed="rId4">
              <a:alphaModFix/>
            </a:blip>
            <a:srcRect l="99" r="9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790" name="Google Shape;790;g26b7edf6e71_0_109"/>
            <p:cNvPicPr preferRelativeResize="0"/>
            <p:nvPr/>
          </p:nvPicPr>
          <p:blipFill rotWithShape="1">
            <a:blip r:embed="rId5">
              <a:alphaModFix/>
            </a:blip>
            <a:srcRect l="99" r="9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791" name="Google Shape;791;g26b7edf6e71_0_109"/>
            <p:cNvPicPr preferRelativeResize="0"/>
            <p:nvPr/>
          </p:nvPicPr>
          <p:blipFill rotWithShape="1">
            <a:blip r:embed="rId6">
              <a:alphaModFix/>
            </a:blip>
            <a:srcRect l="99" r="99"/>
            <a:stretch/>
          </p:blipFill>
          <p:spPr>
            <a:xfrm>
              <a:off x="4547991" y="2129450"/>
              <a:ext cx="1147320" cy="821565"/>
            </a:xfrm>
            <a:prstGeom prst="rect">
              <a:avLst/>
            </a:prstGeom>
            <a:noFill/>
            <a:ln>
              <a:noFill/>
            </a:ln>
            <a:effectLst>
              <a:outerShdw blurRad="71438" dist="19050" dir="5400000" algn="bl" rotWithShape="0">
                <a:srgbClr val="000000">
                  <a:alpha val="18430"/>
                </a:srgbClr>
              </a:outerShdw>
            </a:effectLst>
          </p:spPr>
        </p:pic>
        <p:pic>
          <p:nvPicPr>
            <p:cNvPr id="792" name="Google Shape;792;g26b7edf6e71_0_109"/>
            <p:cNvPicPr preferRelativeResize="0"/>
            <p:nvPr/>
          </p:nvPicPr>
          <p:blipFill rotWithShape="1">
            <a:blip r:embed="rId7">
              <a:alphaModFix/>
            </a:blip>
            <a:srcRect l="99" r="99"/>
            <a:stretch/>
          </p:blipFill>
          <p:spPr>
            <a:xfrm>
              <a:off x="5774724" y="2129450"/>
              <a:ext cx="1147320" cy="821565"/>
            </a:xfrm>
            <a:prstGeom prst="rect">
              <a:avLst/>
            </a:prstGeom>
            <a:noFill/>
            <a:ln>
              <a:noFill/>
            </a:ln>
            <a:effectLst>
              <a:outerShdw blurRad="71438" dist="19050" dir="5400000" algn="bl" rotWithShape="0">
                <a:srgbClr val="000000">
                  <a:alpha val="18430"/>
                </a:srgbClr>
              </a:outerShdw>
            </a:effectLst>
          </p:spPr>
        </p:pic>
        <p:pic>
          <p:nvPicPr>
            <p:cNvPr id="793" name="Google Shape;793;g26b7edf6e71_0_109"/>
            <p:cNvPicPr preferRelativeResize="0"/>
            <p:nvPr/>
          </p:nvPicPr>
          <p:blipFill rotWithShape="1">
            <a:blip r:embed="rId8">
              <a:alphaModFix/>
            </a:blip>
            <a:srcRect l="99" r="9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794" name="Google Shape;794;g26b7edf6e71_0_109"/>
            <p:cNvPicPr preferRelativeResize="0"/>
            <p:nvPr/>
          </p:nvPicPr>
          <p:blipFill rotWithShape="1">
            <a:blip r:embed="rId9">
              <a:alphaModFix/>
            </a:blip>
            <a:srcRect l="99" r="9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795" name="Google Shape;795;g26b7edf6e71_0_109"/>
            <p:cNvPicPr preferRelativeResize="0"/>
            <p:nvPr/>
          </p:nvPicPr>
          <p:blipFill rotWithShape="1">
            <a:blip r:embed="rId10">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8430"/>
                </a:srgbClr>
              </a:outerShdw>
            </a:effectLst>
          </p:spPr>
        </p:pic>
        <p:pic>
          <p:nvPicPr>
            <p:cNvPr id="796" name="Google Shape;796;g26b7edf6e71_0_109"/>
            <p:cNvPicPr preferRelativeResize="0"/>
            <p:nvPr/>
          </p:nvPicPr>
          <p:blipFill rotWithShape="1">
            <a:blip r:embed="rId11">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797" name="Google Shape;797;g26b7edf6e71_0_109"/>
            <p:cNvPicPr preferRelativeResize="0"/>
            <p:nvPr/>
          </p:nvPicPr>
          <p:blipFill rotWithShape="1">
            <a:blip r:embed="rId12">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798" name="Google Shape;798;g26b7edf6e71_0_109"/>
            <p:cNvPicPr preferRelativeResize="0"/>
            <p:nvPr/>
          </p:nvPicPr>
          <p:blipFill rotWithShape="1">
            <a:blip r:embed="rId13">
              <a:alphaModFix/>
            </a:blip>
            <a:srcRect l="189" r="179"/>
            <a:stretch/>
          </p:blipFill>
          <p:spPr>
            <a:xfrm>
              <a:off x="5774548" y="3060270"/>
              <a:ext cx="1148707" cy="822956"/>
            </a:xfrm>
            <a:prstGeom prst="rect">
              <a:avLst/>
            </a:prstGeom>
            <a:noFill/>
            <a:ln>
              <a:noFill/>
            </a:ln>
            <a:effectLst>
              <a:outerShdw blurRad="71438" dist="19050" dir="5400000" algn="bl" rotWithShape="0">
                <a:srgbClr val="000000">
                  <a:alpha val="18430"/>
                </a:srgbClr>
              </a:outerShdw>
            </a:effectLst>
          </p:spPr>
        </p:pic>
        <p:pic>
          <p:nvPicPr>
            <p:cNvPr id="799" name="Google Shape;799;g26b7edf6e71_0_109"/>
            <p:cNvPicPr preferRelativeResize="0"/>
            <p:nvPr/>
          </p:nvPicPr>
          <p:blipFill rotWithShape="1">
            <a:blip r:embed="rId14">
              <a:alphaModFix/>
            </a:blip>
            <a:srcRect l="19" r="9"/>
            <a:stretch/>
          </p:blipFill>
          <p:spPr>
            <a:xfrm>
              <a:off x="867357" y="3994495"/>
              <a:ext cx="1148707" cy="821566"/>
            </a:xfrm>
            <a:prstGeom prst="rect">
              <a:avLst/>
            </a:prstGeom>
            <a:noFill/>
            <a:ln>
              <a:noFill/>
            </a:ln>
            <a:effectLst>
              <a:outerShdw blurRad="71438" dist="19050" dir="5400000" algn="bl" rotWithShape="0">
                <a:srgbClr val="000000">
                  <a:alpha val="18430"/>
                </a:srgbClr>
              </a:outerShdw>
            </a:effectLst>
          </p:spPr>
        </p:pic>
        <p:pic>
          <p:nvPicPr>
            <p:cNvPr id="800" name="Google Shape;800;g26b7edf6e71_0_109"/>
            <p:cNvPicPr preferRelativeResize="0"/>
            <p:nvPr/>
          </p:nvPicPr>
          <p:blipFill rotWithShape="1">
            <a:blip r:embed="rId15">
              <a:alphaModFix/>
            </a:blip>
            <a:srcRect l="19" r="9"/>
            <a:stretch/>
          </p:blipFill>
          <p:spPr>
            <a:xfrm>
              <a:off x="7001457" y="3060270"/>
              <a:ext cx="1148707" cy="821564"/>
            </a:xfrm>
            <a:prstGeom prst="rect">
              <a:avLst/>
            </a:prstGeom>
            <a:noFill/>
            <a:ln>
              <a:noFill/>
            </a:ln>
            <a:effectLst>
              <a:outerShdw blurRad="71438" dist="19050" dir="5400000" algn="bl" rotWithShape="0">
                <a:srgbClr val="000000">
                  <a:alpha val="18430"/>
                </a:srgbClr>
              </a:outerShdw>
            </a:effectLst>
          </p:spPr>
        </p:pic>
        <p:pic>
          <p:nvPicPr>
            <p:cNvPr id="801" name="Google Shape;801;g26b7edf6e71_0_109"/>
            <p:cNvPicPr preferRelativeResize="0"/>
            <p:nvPr/>
          </p:nvPicPr>
          <p:blipFill rotWithShape="1">
            <a:blip r:embed="rId16">
              <a:alphaModFix/>
            </a:blip>
            <a:srcRect l="99" r="99"/>
            <a:stretch/>
          </p:blipFill>
          <p:spPr>
            <a:xfrm>
              <a:off x="2093821" y="3994495"/>
              <a:ext cx="1148707" cy="82156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06"/>
        <p:cNvGrpSpPr/>
        <p:nvPr/>
      </p:nvGrpSpPr>
      <p:grpSpPr>
        <a:xfrm>
          <a:off x="0" y="0"/>
          <a:ext cx="0" cy="0"/>
          <a:chOff x="0" y="0"/>
          <a:chExt cx="0" cy="0"/>
        </a:xfrm>
      </p:grpSpPr>
      <p:sp>
        <p:nvSpPr>
          <p:cNvPr id="807" name="Google Shape;807;g2c298d33e0c_0_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3 Common Exception Words </a:t>
            </a:r>
            <a:r>
              <a:rPr lang="en-US">
                <a:solidFill>
                  <a:srgbClr val="2356AF"/>
                </a:solidFill>
              </a:rPr>
              <a:t>push they me we be he she my by looked you are there here were all sure</a:t>
            </a:r>
            <a:r>
              <a:rPr lang="en-US"/>
              <a:t>.</a:t>
            </a:r>
            <a:endParaRPr/>
          </a:p>
        </p:txBody>
      </p:sp>
      <p:grpSp>
        <p:nvGrpSpPr>
          <p:cNvPr id="808" name="Google Shape;808;g2c298d33e0c_0_6"/>
          <p:cNvGrpSpPr/>
          <p:nvPr/>
        </p:nvGrpSpPr>
        <p:grpSpPr>
          <a:xfrm>
            <a:off x="866900" y="2079100"/>
            <a:ext cx="7281864" cy="2684601"/>
            <a:chOff x="868300" y="2129450"/>
            <a:chExt cx="7281864" cy="2684601"/>
          </a:xfrm>
        </p:grpSpPr>
        <p:pic>
          <p:nvPicPr>
            <p:cNvPr id="809" name="Google Shape;809;g2c298d33e0c_0_6"/>
            <p:cNvPicPr preferRelativeResize="0"/>
            <p:nvPr/>
          </p:nvPicPr>
          <p:blipFill rotWithShape="1">
            <a:blip r:embed="rId3">
              <a:alphaModFix/>
            </a:blip>
            <a:srcRect l="99" r="99"/>
            <a:stretch/>
          </p:blipFill>
          <p:spPr>
            <a:xfrm>
              <a:off x="4547639" y="3991095"/>
              <a:ext cx="1148707" cy="822955"/>
            </a:xfrm>
            <a:prstGeom prst="rect">
              <a:avLst/>
            </a:prstGeom>
            <a:noFill/>
            <a:ln>
              <a:noFill/>
            </a:ln>
            <a:effectLst>
              <a:outerShdw blurRad="71438" dist="19050" dir="5400000" algn="bl" rotWithShape="0">
                <a:srgbClr val="000000">
                  <a:alpha val="18430"/>
                </a:srgbClr>
              </a:outerShdw>
            </a:effectLst>
          </p:spPr>
        </p:pic>
        <p:pic>
          <p:nvPicPr>
            <p:cNvPr id="810" name="Google Shape;810;g2c298d33e0c_0_6"/>
            <p:cNvPicPr preferRelativeResize="0"/>
            <p:nvPr/>
          </p:nvPicPr>
          <p:blipFill rotWithShape="1">
            <a:blip r:embed="rId4">
              <a:alphaModFix/>
            </a:blip>
            <a:srcRect l="189" r="179"/>
            <a:stretch/>
          </p:blipFill>
          <p:spPr>
            <a:xfrm>
              <a:off x="3320730" y="3991095"/>
              <a:ext cx="1148707" cy="822956"/>
            </a:xfrm>
            <a:prstGeom prst="rect">
              <a:avLst/>
            </a:prstGeom>
            <a:noFill/>
            <a:ln>
              <a:noFill/>
            </a:ln>
            <a:effectLst>
              <a:outerShdw blurRad="71438" dist="19050" dir="5400000" algn="bl" rotWithShape="0">
                <a:srgbClr val="000000">
                  <a:alpha val="18430"/>
                </a:srgbClr>
              </a:outerShdw>
            </a:effectLst>
          </p:spPr>
        </p:pic>
        <p:pic>
          <p:nvPicPr>
            <p:cNvPr id="811" name="Google Shape;811;g2c298d33e0c_0_6"/>
            <p:cNvPicPr preferRelativeResize="0"/>
            <p:nvPr/>
          </p:nvPicPr>
          <p:blipFill rotWithShape="1">
            <a:blip r:embed="rId5">
              <a:alphaModFix/>
            </a:blip>
            <a:srcRect l="19" r="9"/>
            <a:stretch/>
          </p:blipFill>
          <p:spPr>
            <a:xfrm>
              <a:off x="2093821" y="3991095"/>
              <a:ext cx="1148707" cy="821566"/>
            </a:xfrm>
            <a:prstGeom prst="rect">
              <a:avLst/>
            </a:prstGeom>
            <a:noFill/>
            <a:ln>
              <a:noFill/>
            </a:ln>
            <a:effectLst>
              <a:outerShdw blurRad="71438" dist="19050" dir="5400000" algn="bl" rotWithShape="0">
                <a:srgbClr val="000000">
                  <a:alpha val="18430"/>
                </a:srgbClr>
              </a:outerShdw>
            </a:effectLst>
          </p:spPr>
        </p:pic>
        <p:pic>
          <p:nvPicPr>
            <p:cNvPr id="812" name="Google Shape;812;g2c298d33e0c_0_6"/>
            <p:cNvPicPr preferRelativeResize="0"/>
            <p:nvPr/>
          </p:nvPicPr>
          <p:blipFill rotWithShape="1">
            <a:blip r:embed="rId6">
              <a:alphaModFix/>
            </a:blip>
            <a:srcRect l="159" r="159"/>
            <a:stretch/>
          </p:blipFill>
          <p:spPr>
            <a:xfrm>
              <a:off x="868300" y="3991095"/>
              <a:ext cx="1147320" cy="822955"/>
            </a:xfrm>
            <a:prstGeom prst="rect">
              <a:avLst/>
            </a:prstGeom>
            <a:noFill/>
            <a:ln>
              <a:noFill/>
            </a:ln>
            <a:effectLst>
              <a:outerShdw blurRad="71438" dist="19050" dir="5400000" algn="bl" rotWithShape="0">
                <a:srgbClr val="000000">
                  <a:alpha val="18820"/>
                </a:srgbClr>
              </a:outerShdw>
            </a:effectLst>
          </p:spPr>
        </p:pic>
        <p:pic>
          <p:nvPicPr>
            <p:cNvPr id="813" name="Google Shape;813;g2c298d33e0c_0_6"/>
            <p:cNvPicPr preferRelativeResize="0"/>
            <p:nvPr/>
          </p:nvPicPr>
          <p:blipFill rotWithShape="1">
            <a:blip r:embed="rId7">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8430"/>
                </a:srgbClr>
              </a:outerShdw>
            </a:effectLst>
          </p:spPr>
        </p:pic>
        <p:pic>
          <p:nvPicPr>
            <p:cNvPr id="814" name="Google Shape;814;g2c298d33e0c_0_6"/>
            <p:cNvPicPr preferRelativeResize="0"/>
            <p:nvPr/>
          </p:nvPicPr>
          <p:blipFill rotWithShape="1">
            <a:blip r:embed="rId8">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15" name="Google Shape;815;g2c298d33e0c_0_6"/>
            <p:cNvPicPr preferRelativeResize="0"/>
            <p:nvPr/>
          </p:nvPicPr>
          <p:blipFill rotWithShape="1">
            <a:blip r:embed="rId9">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16" name="Google Shape;816;g2c298d33e0c_0_6"/>
            <p:cNvPicPr preferRelativeResize="0"/>
            <p:nvPr/>
          </p:nvPicPr>
          <p:blipFill rotWithShape="1">
            <a:blip r:embed="rId10">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17" name="Google Shape;817;g2c298d33e0c_0_6"/>
            <p:cNvPicPr preferRelativeResize="0"/>
            <p:nvPr/>
          </p:nvPicPr>
          <p:blipFill rotWithShape="1">
            <a:blip r:embed="rId11">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18" name="Google Shape;818;g2c298d33e0c_0_6"/>
            <p:cNvPicPr preferRelativeResize="0"/>
            <p:nvPr/>
          </p:nvPicPr>
          <p:blipFill rotWithShape="1">
            <a:blip r:embed="rId12">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19" name="Google Shape;819;g2c298d33e0c_0_6"/>
            <p:cNvPicPr preferRelativeResize="0"/>
            <p:nvPr/>
          </p:nvPicPr>
          <p:blipFill rotWithShape="1">
            <a:blip r:embed="rId13">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20" name="Google Shape;820;g2c298d33e0c_0_6"/>
            <p:cNvPicPr preferRelativeResize="0"/>
            <p:nvPr/>
          </p:nvPicPr>
          <p:blipFill rotWithShape="1">
            <a:blip r:embed="rId14">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21" name="Google Shape;821;g2c298d33e0c_0_6"/>
            <p:cNvPicPr preferRelativeResize="0"/>
            <p:nvPr/>
          </p:nvPicPr>
          <p:blipFill rotWithShape="1">
            <a:blip r:embed="rId15">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22" name="Google Shape;822;g2c298d33e0c_0_6"/>
            <p:cNvPicPr preferRelativeResize="0"/>
            <p:nvPr/>
          </p:nvPicPr>
          <p:blipFill rotWithShape="1">
            <a:blip r:embed="rId16">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23" name="Google Shape;823;g2c298d33e0c_0_6"/>
            <p:cNvPicPr preferRelativeResize="0"/>
            <p:nvPr/>
          </p:nvPicPr>
          <p:blipFill rotWithShape="1">
            <a:blip r:embed="rId17">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24" name="Google Shape;824;g2c298d33e0c_0_6"/>
            <p:cNvPicPr preferRelativeResize="0"/>
            <p:nvPr/>
          </p:nvPicPr>
          <p:blipFill rotWithShape="1">
            <a:blip r:embed="rId18">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25" name="Google Shape;825;g2c298d33e0c_0_6"/>
            <p:cNvPicPr preferRelativeResize="0"/>
            <p:nvPr/>
          </p:nvPicPr>
          <p:blipFill rotWithShape="1">
            <a:blip r:embed="rId19">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26" name="Google Shape;826;g2c298d33e0c_0_6"/>
            <p:cNvPicPr preferRelativeResize="0"/>
            <p:nvPr/>
          </p:nvPicPr>
          <p:blipFill rotWithShape="1">
            <a:blip r:embed="rId20">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27" name="Google Shape;827;g2c298d33e0c_0_6"/>
            <p:cNvPicPr preferRelativeResize="0"/>
            <p:nvPr/>
          </p:nvPicPr>
          <p:blipFill rotWithShape="1">
            <a:blip r:embed="rId21">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28" name="Google Shape;828;g2c298d33e0c_0_6"/>
            <p:cNvPicPr preferRelativeResize="0"/>
            <p:nvPr/>
          </p:nvPicPr>
          <p:blipFill rotWithShape="1">
            <a:blip r:embed="rId22">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29" name="Google Shape;829;g2c298d33e0c_0_6"/>
            <p:cNvPicPr preferRelativeResize="0"/>
            <p:nvPr/>
          </p:nvPicPr>
          <p:blipFill rotWithShape="1">
            <a:blip r:embed="rId23">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30" name="Google Shape;830;g2c298d33e0c_0_6"/>
            <p:cNvPicPr preferRelativeResize="0"/>
            <p:nvPr/>
          </p:nvPicPr>
          <p:blipFill rotWithShape="1">
            <a:blip r:embed="rId24">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31" name="Google Shape;831;g2c298d33e0c_0_6"/>
            <p:cNvPicPr preferRelativeResize="0"/>
            <p:nvPr/>
          </p:nvPicPr>
          <p:blipFill rotWithShape="1">
            <a:blip r:embed="rId25">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32" name="Google Shape;832;g2c298d33e0c_0_6"/>
            <p:cNvPicPr preferRelativeResize="0"/>
            <p:nvPr/>
          </p:nvPicPr>
          <p:blipFill rotWithShape="1">
            <a:blip r:embed="rId26">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33" name="Google Shape;833;g2c298d33e0c_0_6"/>
            <p:cNvPicPr preferRelativeResize="0"/>
            <p:nvPr/>
          </p:nvPicPr>
          <p:blipFill rotWithShape="1">
            <a:blip r:embed="rId27">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34" name="Google Shape;834;g2c298d33e0c_0_6"/>
            <p:cNvPicPr preferRelativeResize="0"/>
            <p:nvPr/>
          </p:nvPicPr>
          <p:blipFill rotWithShape="1">
            <a:blip r:embed="rId28">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35" name="Google Shape;835;g2c298d33e0c_0_6"/>
            <p:cNvPicPr preferRelativeResize="0"/>
            <p:nvPr/>
          </p:nvPicPr>
          <p:blipFill rotWithShape="1">
            <a:blip r:embed="rId29">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36" name="Google Shape;836;g2c298d33e0c_0_6"/>
            <p:cNvPicPr preferRelativeResize="0"/>
            <p:nvPr/>
          </p:nvPicPr>
          <p:blipFill rotWithShape="1">
            <a:blip r:embed="rId30">
              <a:alphaModFix/>
            </a:blip>
            <a:srcRect l="99" r="99"/>
            <a:stretch/>
          </p:blipFill>
          <p:spPr>
            <a:xfrm>
              <a:off x="5774548" y="3991095"/>
              <a:ext cx="1148707" cy="82295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41"/>
        <p:cNvGrpSpPr/>
        <p:nvPr/>
      </p:nvGrpSpPr>
      <p:grpSpPr>
        <a:xfrm>
          <a:off x="0" y="0"/>
          <a:ext cx="0" cy="0"/>
          <a:chOff x="0" y="0"/>
          <a:chExt cx="0" cy="0"/>
        </a:xfrm>
      </p:grpSpPr>
      <p:sp>
        <p:nvSpPr>
          <p:cNvPr id="842" name="Google Shape;842;g2c298da1f27_0_45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4 Common Exception Words </a:t>
            </a:r>
            <a:r>
              <a:rPr lang="en-US">
                <a:solidFill>
                  <a:srgbClr val="2356AF"/>
                </a:solidFill>
              </a:rPr>
              <a:t>said like out have some come what was so old do little one</a:t>
            </a:r>
            <a:r>
              <a:rPr lang="en-US"/>
              <a:t>.</a:t>
            </a:r>
            <a:endParaRPr/>
          </a:p>
        </p:txBody>
      </p:sp>
      <p:grpSp>
        <p:nvGrpSpPr>
          <p:cNvPr id="843" name="Google Shape;843;g2c298da1f27_0_455"/>
          <p:cNvGrpSpPr/>
          <p:nvPr/>
        </p:nvGrpSpPr>
        <p:grpSpPr>
          <a:xfrm>
            <a:off x="868300" y="2129450"/>
            <a:ext cx="7281864" cy="2684601"/>
            <a:chOff x="868300" y="2053250"/>
            <a:chExt cx="7281864" cy="2684601"/>
          </a:xfrm>
        </p:grpSpPr>
        <p:pic>
          <p:nvPicPr>
            <p:cNvPr id="844" name="Google Shape;844;g2c298da1f27_0_455"/>
            <p:cNvPicPr preferRelativeResize="0"/>
            <p:nvPr/>
          </p:nvPicPr>
          <p:blipFill rotWithShape="1">
            <a:blip r:embed="rId3">
              <a:alphaModFix/>
            </a:blip>
            <a:srcRect l="189" r="179"/>
            <a:stretch/>
          </p:blipFill>
          <p:spPr>
            <a:xfrm>
              <a:off x="868300" y="3914895"/>
              <a:ext cx="1147320" cy="822956"/>
            </a:xfrm>
            <a:prstGeom prst="rect">
              <a:avLst/>
            </a:prstGeom>
            <a:noFill/>
            <a:ln>
              <a:noFill/>
            </a:ln>
            <a:effectLst>
              <a:outerShdw blurRad="71438" dist="19050" dir="5400000" algn="bl" rotWithShape="0">
                <a:srgbClr val="000000">
                  <a:alpha val="17650"/>
                </a:srgbClr>
              </a:outerShdw>
            </a:effectLst>
          </p:spPr>
        </p:pic>
        <p:pic>
          <p:nvPicPr>
            <p:cNvPr id="845" name="Google Shape;845;g2c298da1f27_0_455"/>
            <p:cNvPicPr preferRelativeResize="0"/>
            <p:nvPr/>
          </p:nvPicPr>
          <p:blipFill rotWithShape="1">
            <a:blip r:embed="rId4">
              <a:alphaModFix/>
            </a:blip>
            <a:srcRect l="39" r="39"/>
            <a:stretch/>
          </p:blipFill>
          <p:spPr>
            <a:xfrm>
              <a:off x="5774548" y="2984070"/>
              <a:ext cx="1148707" cy="822955"/>
            </a:xfrm>
            <a:prstGeom prst="rect">
              <a:avLst/>
            </a:prstGeom>
            <a:noFill/>
            <a:ln>
              <a:noFill/>
            </a:ln>
            <a:effectLst>
              <a:outerShdw blurRad="71438" dist="19050" dir="5400000" algn="bl" rotWithShape="0">
                <a:srgbClr val="000000">
                  <a:alpha val="17650"/>
                </a:srgbClr>
              </a:outerShdw>
            </a:effectLst>
          </p:spPr>
        </p:pic>
        <p:pic>
          <p:nvPicPr>
            <p:cNvPr id="846" name="Google Shape;846;g2c298da1f27_0_455"/>
            <p:cNvPicPr preferRelativeResize="0"/>
            <p:nvPr/>
          </p:nvPicPr>
          <p:blipFill rotWithShape="1">
            <a:blip r:embed="rId5">
              <a:alphaModFix/>
            </a:blip>
            <a:srcRect l="39" r="39"/>
            <a:stretch/>
          </p:blipFill>
          <p:spPr>
            <a:xfrm>
              <a:off x="7001457" y="2984070"/>
              <a:ext cx="1148707" cy="821565"/>
            </a:xfrm>
            <a:prstGeom prst="rect">
              <a:avLst/>
            </a:prstGeom>
            <a:noFill/>
            <a:ln>
              <a:noFill/>
            </a:ln>
            <a:effectLst>
              <a:outerShdw blurRad="71438" dist="19050" dir="5400000" algn="bl" rotWithShape="0">
                <a:srgbClr val="000000">
                  <a:alpha val="17650"/>
                </a:srgbClr>
              </a:outerShdw>
            </a:effectLst>
          </p:spPr>
        </p:pic>
        <p:pic>
          <p:nvPicPr>
            <p:cNvPr id="847" name="Google Shape;847;g2c298da1f27_0_455"/>
            <p:cNvPicPr preferRelativeResize="0"/>
            <p:nvPr/>
          </p:nvPicPr>
          <p:blipFill rotWithShape="1">
            <a:blip r:embed="rId6">
              <a:alphaModFix/>
            </a:blip>
            <a:srcRect l="39" r="39"/>
            <a:stretch/>
          </p:blipFill>
          <p:spPr>
            <a:xfrm>
              <a:off x="3320730" y="2984070"/>
              <a:ext cx="1148707" cy="822955"/>
            </a:xfrm>
            <a:prstGeom prst="rect">
              <a:avLst/>
            </a:prstGeom>
            <a:noFill/>
            <a:ln>
              <a:noFill/>
            </a:ln>
            <a:effectLst>
              <a:outerShdw blurRad="71438" dist="19050" dir="5400000" algn="bl" rotWithShape="0">
                <a:srgbClr val="000000">
                  <a:alpha val="17650"/>
                </a:srgbClr>
              </a:outerShdw>
            </a:effectLst>
          </p:spPr>
        </p:pic>
        <p:pic>
          <p:nvPicPr>
            <p:cNvPr id="848" name="Google Shape;848;g2c298da1f27_0_455"/>
            <p:cNvPicPr preferRelativeResize="0"/>
            <p:nvPr/>
          </p:nvPicPr>
          <p:blipFill rotWithShape="1">
            <a:blip r:embed="rId7">
              <a:alphaModFix/>
            </a:blip>
            <a:srcRect l="39" r="39"/>
            <a:stretch/>
          </p:blipFill>
          <p:spPr>
            <a:xfrm>
              <a:off x="4547639" y="2984070"/>
              <a:ext cx="1148707" cy="822955"/>
            </a:xfrm>
            <a:prstGeom prst="rect">
              <a:avLst/>
            </a:prstGeom>
            <a:noFill/>
            <a:ln>
              <a:noFill/>
            </a:ln>
            <a:effectLst>
              <a:outerShdw blurRad="71438" dist="19050" dir="5400000" algn="bl" rotWithShape="0">
                <a:srgbClr val="000000">
                  <a:alpha val="17650"/>
                </a:srgbClr>
              </a:outerShdw>
            </a:effectLst>
          </p:spPr>
        </p:pic>
        <p:pic>
          <p:nvPicPr>
            <p:cNvPr id="849" name="Google Shape;849;g2c298da1f27_0_455"/>
            <p:cNvPicPr preferRelativeResize="0"/>
            <p:nvPr/>
          </p:nvPicPr>
          <p:blipFill rotWithShape="1">
            <a:blip r:embed="rId8">
              <a:alphaModFix/>
            </a:blip>
            <a:srcRect l="189" r="179"/>
            <a:stretch/>
          </p:blipFill>
          <p:spPr>
            <a:xfrm>
              <a:off x="868300" y="2984070"/>
              <a:ext cx="1147320" cy="822956"/>
            </a:xfrm>
            <a:prstGeom prst="rect">
              <a:avLst/>
            </a:prstGeom>
            <a:noFill/>
            <a:ln>
              <a:noFill/>
            </a:ln>
            <a:effectLst>
              <a:outerShdw blurRad="71438" dist="19050" dir="5400000" algn="bl" rotWithShape="0">
                <a:srgbClr val="000000">
                  <a:alpha val="17650"/>
                </a:srgbClr>
              </a:outerShdw>
            </a:effectLst>
          </p:spPr>
        </p:pic>
        <p:pic>
          <p:nvPicPr>
            <p:cNvPr id="850" name="Google Shape;850;g2c298da1f27_0_455"/>
            <p:cNvPicPr preferRelativeResize="0"/>
            <p:nvPr/>
          </p:nvPicPr>
          <p:blipFill rotWithShape="1">
            <a:blip r:embed="rId9">
              <a:alphaModFix/>
            </a:blip>
            <a:srcRect t="39" b="49"/>
            <a:stretch/>
          </p:blipFill>
          <p:spPr>
            <a:xfrm>
              <a:off x="2093821" y="2984070"/>
              <a:ext cx="1148707" cy="821566"/>
            </a:xfrm>
            <a:prstGeom prst="rect">
              <a:avLst/>
            </a:prstGeom>
            <a:noFill/>
            <a:ln>
              <a:noFill/>
            </a:ln>
            <a:effectLst>
              <a:outerShdw blurRad="71438" dist="19050" dir="5400000" algn="bl" rotWithShape="0">
                <a:srgbClr val="000000">
                  <a:alpha val="17650"/>
                </a:srgbClr>
              </a:outerShdw>
            </a:effectLst>
          </p:spPr>
        </p:pic>
        <p:pic>
          <p:nvPicPr>
            <p:cNvPr id="851" name="Google Shape;851;g2c298da1f27_0_455"/>
            <p:cNvPicPr preferRelativeResize="0"/>
            <p:nvPr/>
          </p:nvPicPr>
          <p:blipFill rotWithShape="1">
            <a:blip r:embed="rId10">
              <a:alphaModFix/>
            </a:blip>
            <a:srcRect l="59" r="59"/>
            <a:stretch/>
          </p:blipFill>
          <p:spPr>
            <a:xfrm>
              <a:off x="868300" y="2053250"/>
              <a:ext cx="1146813" cy="819547"/>
            </a:xfrm>
            <a:prstGeom prst="rect">
              <a:avLst/>
            </a:prstGeom>
            <a:noFill/>
            <a:ln>
              <a:noFill/>
            </a:ln>
            <a:effectLst>
              <a:outerShdw blurRad="71438" dist="19050" dir="5400000" algn="bl" rotWithShape="0">
                <a:srgbClr val="000000">
                  <a:alpha val="18040"/>
                </a:srgbClr>
              </a:outerShdw>
            </a:effectLst>
          </p:spPr>
        </p:pic>
        <p:pic>
          <p:nvPicPr>
            <p:cNvPr id="852" name="Google Shape;852;g2c298da1f27_0_455"/>
            <p:cNvPicPr preferRelativeResize="0"/>
            <p:nvPr/>
          </p:nvPicPr>
          <p:blipFill rotWithShape="1">
            <a:blip r:embed="rId11">
              <a:alphaModFix/>
            </a:blip>
            <a:srcRect l="159" r="159"/>
            <a:stretch/>
          </p:blipFill>
          <p:spPr>
            <a:xfrm>
              <a:off x="2094526" y="2053250"/>
              <a:ext cx="1147320" cy="822955"/>
            </a:xfrm>
            <a:prstGeom prst="rect">
              <a:avLst/>
            </a:prstGeom>
            <a:noFill/>
            <a:ln>
              <a:noFill/>
            </a:ln>
            <a:effectLst>
              <a:outerShdw blurRad="71438" dist="19050" dir="5400000" algn="bl" rotWithShape="0">
                <a:srgbClr val="000000">
                  <a:alpha val="18040"/>
                </a:srgbClr>
              </a:outerShdw>
            </a:effectLst>
          </p:spPr>
        </p:pic>
        <p:pic>
          <p:nvPicPr>
            <p:cNvPr id="853" name="Google Shape;853;g2c298da1f27_0_455"/>
            <p:cNvPicPr preferRelativeResize="0"/>
            <p:nvPr/>
          </p:nvPicPr>
          <p:blipFill rotWithShape="1">
            <a:blip r:embed="rId12">
              <a:alphaModFix/>
            </a:blip>
            <a:srcRect l="159" r="159"/>
            <a:stretch/>
          </p:blipFill>
          <p:spPr>
            <a:xfrm>
              <a:off x="3321259" y="2053250"/>
              <a:ext cx="1147320" cy="821565"/>
            </a:xfrm>
            <a:prstGeom prst="rect">
              <a:avLst/>
            </a:prstGeom>
            <a:noFill/>
            <a:ln>
              <a:noFill/>
            </a:ln>
            <a:effectLst>
              <a:outerShdw blurRad="71438" dist="19050" dir="5400000" algn="bl" rotWithShape="0">
                <a:srgbClr val="000000">
                  <a:alpha val="18040"/>
                </a:srgbClr>
              </a:outerShdw>
            </a:effectLst>
          </p:spPr>
        </p:pic>
        <p:pic>
          <p:nvPicPr>
            <p:cNvPr id="854" name="Google Shape;854;g2c298da1f27_0_455"/>
            <p:cNvPicPr preferRelativeResize="0"/>
            <p:nvPr/>
          </p:nvPicPr>
          <p:blipFill rotWithShape="1">
            <a:blip r:embed="rId13">
              <a:alphaModFix/>
            </a:blip>
            <a:srcRect l="79" r="69"/>
            <a:stretch/>
          </p:blipFill>
          <p:spPr>
            <a:xfrm>
              <a:off x="4547991" y="2053250"/>
              <a:ext cx="1147320" cy="821566"/>
            </a:xfrm>
            <a:prstGeom prst="rect">
              <a:avLst/>
            </a:prstGeom>
            <a:noFill/>
            <a:ln>
              <a:noFill/>
            </a:ln>
            <a:effectLst>
              <a:outerShdw blurRad="71438" dist="19050" dir="5400000" algn="bl" rotWithShape="0">
                <a:srgbClr val="000000">
                  <a:alpha val="18040"/>
                </a:srgbClr>
              </a:outerShdw>
            </a:effectLst>
          </p:spPr>
        </p:pic>
        <p:pic>
          <p:nvPicPr>
            <p:cNvPr id="855" name="Google Shape;855;g2c298da1f27_0_455"/>
            <p:cNvPicPr preferRelativeResize="0"/>
            <p:nvPr/>
          </p:nvPicPr>
          <p:blipFill rotWithShape="1">
            <a:blip r:embed="rId14">
              <a:alphaModFix/>
            </a:blip>
            <a:srcRect l="79" r="69"/>
            <a:stretch/>
          </p:blipFill>
          <p:spPr>
            <a:xfrm>
              <a:off x="5774724" y="2053250"/>
              <a:ext cx="1147320" cy="821566"/>
            </a:xfrm>
            <a:prstGeom prst="rect">
              <a:avLst/>
            </a:prstGeom>
            <a:noFill/>
            <a:ln>
              <a:noFill/>
            </a:ln>
            <a:effectLst>
              <a:outerShdw blurRad="71438" dist="19050" dir="5400000" algn="bl" rotWithShape="0">
                <a:srgbClr val="000000">
                  <a:alpha val="18040"/>
                </a:srgbClr>
              </a:outerShdw>
            </a:effectLst>
          </p:spPr>
        </p:pic>
        <p:pic>
          <p:nvPicPr>
            <p:cNvPr id="856" name="Google Shape;856;g2c298da1f27_0_455"/>
            <p:cNvPicPr preferRelativeResize="0"/>
            <p:nvPr/>
          </p:nvPicPr>
          <p:blipFill rotWithShape="1">
            <a:blip r:embed="rId15">
              <a:alphaModFix/>
            </a:blip>
            <a:srcRect l="79" r="69"/>
            <a:stretch/>
          </p:blipFill>
          <p:spPr>
            <a:xfrm>
              <a:off x="7001457" y="2053250"/>
              <a:ext cx="1147320" cy="821566"/>
            </a:xfrm>
            <a:prstGeom prst="rect">
              <a:avLst/>
            </a:prstGeom>
            <a:noFill/>
            <a:ln>
              <a:noFill/>
            </a:ln>
            <a:effectLst>
              <a:outerShdw blurRad="71438" dist="19050" dir="5400000" algn="bl" rotWithShape="0">
                <a:srgbClr val="000000">
                  <a:alpha val="18040"/>
                </a:srgbClr>
              </a:outerShdw>
            </a:effectLst>
          </p:spPr>
        </p:pic>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61"/>
        <p:cNvGrpSpPr/>
        <p:nvPr/>
      </p:nvGrpSpPr>
      <p:grpSpPr>
        <a:xfrm>
          <a:off x="0" y="0"/>
          <a:ext cx="0" cy="0"/>
          <a:chOff x="0" y="0"/>
          <a:chExt cx="0" cy="0"/>
        </a:xfrm>
      </p:grpSpPr>
      <p:sp>
        <p:nvSpPr>
          <p:cNvPr id="862" name="Google Shape;862;g2cfeef5077f_0_8"/>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5 Common Exception Words </a:t>
            </a:r>
            <a:r>
              <a:rPr lang="en-US">
                <a:solidFill>
                  <a:srgbClr val="2356AF"/>
                </a:solidFill>
              </a:rPr>
              <a:t>today house mouse hour because Mr Mrs Ms</a:t>
            </a:r>
            <a:r>
              <a:rPr lang="en-US"/>
              <a:t>.</a:t>
            </a:r>
            <a:endParaRPr/>
          </a:p>
        </p:txBody>
      </p:sp>
      <p:pic>
        <p:nvPicPr>
          <p:cNvPr id="863" name="Google Shape;863;g2cfeef5077f_0_8"/>
          <p:cNvPicPr preferRelativeResize="0"/>
          <p:nvPr/>
        </p:nvPicPr>
        <p:blipFill rotWithShape="1">
          <a:blip r:embed="rId3">
            <a:alphaModFix/>
          </a:blip>
          <a:srcRect l="69" r="69"/>
          <a:stretch/>
        </p:blipFill>
        <p:spPr>
          <a:xfrm>
            <a:off x="6591795" y="2130398"/>
            <a:ext cx="1733327" cy="1241018"/>
          </a:xfrm>
          <a:prstGeom prst="rect">
            <a:avLst/>
          </a:prstGeom>
          <a:noFill/>
          <a:ln>
            <a:noFill/>
          </a:ln>
          <a:effectLst>
            <a:outerShdw blurRad="71438" dist="19050" dir="5400000" algn="bl" rotWithShape="0">
              <a:srgbClr val="000000">
                <a:alpha val="17650"/>
              </a:srgbClr>
            </a:outerShdw>
          </a:effectLst>
        </p:spPr>
      </p:pic>
      <p:pic>
        <p:nvPicPr>
          <p:cNvPr id="864" name="Google Shape;864;g2cfeef5077f_0_8"/>
          <p:cNvPicPr preferRelativeResize="0"/>
          <p:nvPr/>
        </p:nvPicPr>
        <p:blipFill rotWithShape="1">
          <a:blip r:embed="rId4">
            <a:alphaModFix/>
          </a:blip>
          <a:srcRect l="149" r="159"/>
          <a:stretch/>
        </p:blipFill>
        <p:spPr>
          <a:xfrm>
            <a:off x="4667493" y="2130398"/>
            <a:ext cx="1733327" cy="1241019"/>
          </a:xfrm>
          <a:prstGeom prst="rect">
            <a:avLst/>
          </a:prstGeom>
          <a:noFill/>
          <a:ln>
            <a:noFill/>
          </a:ln>
          <a:effectLst>
            <a:outerShdw blurRad="71438" dist="19050" dir="5400000" algn="bl" rotWithShape="0">
              <a:srgbClr val="000000">
                <a:alpha val="17650"/>
              </a:srgbClr>
            </a:outerShdw>
          </a:effectLst>
        </p:spPr>
      </p:pic>
      <p:pic>
        <p:nvPicPr>
          <p:cNvPr id="865" name="Google Shape;865;g2cfeef5077f_0_8"/>
          <p:cNvPicPr preferRelativeResize="0"/>
          <p:nvPr/>
        </p:nvPicPr>
        <p:blipFill rotWithShape="1">
          <a:blip r:embed="rId5">
            <a:alphaModFix/>
          </a:blip>
          <a:srcRect l="49" r="59"/>
          <a:stretch/>
        </p:blipFill>
        <p:spPr>
          <a:xfrm>
            <a:off x="818879" y="2129344"/>
            <a:ext cx="1732561" cy="1237971"/>
          </a:xfrm>
          <a:prstGeom prst="rect">
            <a:avLst/>
          </a:prstGeom>
          <a:noFill/>
          <a:ln>
            <a:noFill/>
          </a:ln>
          <a:effectLst>
            <a:outerShdw blurRad="71438" dist="19050" dir="5400000" algn="bl" rotWithShape="0">
              <a:srgbClr val="000000">
                <a:alpha val="17650"/>
              </a:srgbClr>
            </a:outerShdw>
          </a:effectLst>
        </p:spPr>
      </p:pic>
      <p:pic>
        <p:nvPicPr>
          <p:cNvPr id="866" name="Google Shape;866;g2cfeef5077f_0_8"/>
          <p:cNvPicPr preferRelativeResize="0"/>
          <p:nvPr/>
        </p:nvPicPr>
        <p:blipFill rotWithShape="1">
          <a:blip r:embed="rId6">
            <a:alphaModFix/>
          </a:blip>
          <a:srcRect l="238" r="238"/>
          <a:stretch/>
        </p:blipFill>
        <p:spPr>
          <a:xfrm>
            <a:off x="2742802" y="2129344"/>
            <a:ext cx="1733327" cy="1243120"/>
          </a:xfrm>
          <a:prstGeom prst="rect">
            <a:avLst/>
          </a:prstGeom>
          <a:noFill/>
          <a:ln>
            <a:noFill/>
          </a:ln>
          <a:effectLst>
            <a:outerShdw blurRad="71438" dist="19050" dir="5400000" algn="bl" rotWithShape="0">
              <a:srgbClr val="000000">
                <a:alpha val="17650"/>
              </a:srgbClr>
            </a:outerShdw>
          </a:effectLst>
        </p:spPr>
      </p:pic>
      <p:pic>
        <p:nvPicPr>
          <p:cNvPr id="867" name="Google Shape;867;g2cfeef5077f_0_8"/>
          <p:cNvPicPr preferRelativeResize="0"/>
          <p:nvPr/>
        </p:nvPicPr>
        <p:blipFill rotWithShape="1">
          <a:blip r:embed="rId7">
            <a:alphaModFix/>
          </a:blip>
          <a:srcRect l="149" r="159"/>
          <a:stretch/>
        </p:blipFill>
        <p:spPr>
          <a:xfrm>
            <a:off x="6591795" y="3501998"/>
            <a:ext cx="1733327" cy="1241019"/>
          </a:xfrm>
          <a:prstGeom prst="rect">
            <a:avLst/>
          </a:prstGeom>
          <a:noFill/>
          <a:ln>
            <a:noFill/>
          </a:ln>
          <a:effectLst>
            <a:outerShdw blurRad="71438" dist="19050" dir="5400000" algn="bl" rotWithShape="0">
              <a:srgbClr val="000000">
                <a:alpha val="17650"/>
              </a:srgbClr>
            </a:outerShdw>
          </a:effectLst>
        </p:spPr>
      </p:pic>
      <p:pic>
        <p:nvPicPr>
          <p:cNvPr id="868" name="Google Shape;868;g2cfeef5077f_0_8"/>
          <p:cNvPicPr preferRelativeResize="0"/>
          <p:nvPr/>
        </p:nvPicPr>
        <p:blipFill rotWithShape="1">
          <a:blip r:embed="rId8">
            <a:alphaModFix/>
          </a:blip>
          <a:srcRect l="149" r="159"/>
          <a:stretch/>
        </p:blipFill>
        <p:spPr>
          <a:xfrm>
            <a:off x="4667493" y="3501998"/>
            <a:ext cx="1733327" cy="1241019"/>
          </a:xfrm>
          <a:prstGeom prst="rect">
            <a:avLst/>
          </a:prstGeom>
          <a:noFill/>
          <a:ln>
            <a:noFill/>
          </a:ln>
          <a:effectLst>
            <a:outerShdw blurRad="71438" dist="19050" dir="5400000" algn="bl" rotWithShape="0">
              <a:srgbClr val="000000">
                <a:alpha val="17650"/>
              </a:srgbClr>
            </a:outerShdw>
          </a:effectLst>
        </p:spPr>
      </p:pic>
      <p:pic>
        <p:nvPicPr>
          <p:cNvPr id="869" name="Google Shape;869;g2cfeef5077f_0_8"/>
          <p:cNvPicPr preferRelativeResize="0"/>
          <p:nvPr/>
        </p:nvPicPr>
        <p:blipFill rotWithShape="1">
          <a:blip r:embed="rId9">
            <a:alphaModFix/>
          </a:blip>
          <a:srcRect t="29" b="29"/>
          <a:stretch/>
        </p:blipFill>
        <p:spPr>
          <a:xfrm>
            <a:off x="818879" y="3500944"/>
            <a:ext cx="1732561" cy="1237971"/>
          </a:xfrm>
          <a:prstGeom prst="rect">
            <a:avLst/>
          </a:prstGeom>
          <a:noFill/>
          <a:ln>
            <a:noFill/>
          </a:ln>
          <a:effectLst>
            <a:outerShdw blurRad="71438" dist="19050" dir="5400000" algn="bl" rotWithShape="0">
              <a:srgbClr val="000000">
                <a:alpha val="17650"/>
              </a:srgbClr>
            </a:outerShdw>
          </a:effectLst>
        </p:spPr>
      </p:pic>
      <p:pic>
        <p:nvPicPr>
          <p:cNvPr id="870" name="Google Shape;870;g2cfeef5077f_0_8"/>
          <p:cNvPicPr preferRelativeResize="0"/>
          <p:nvPr/>
        </p:nvPicPr>
        <p:blipFill rotWithShape="1">
          <a:blip r:embed="rId10">
            <a:alphaModFix/>
          </a:blip>
          <a:srcRect l="238" r="238"/>
          <a:stretch/>
        </p:blipFill>
        <p:spPr>
          <a:xfrm>
            <a:off x="2742802" y="3500944"/>
            <a:ext cx="1733327" cy="1243120"/>
          </a:xfrm>
          <a:prstGeom prst="rect">
            <a:avLst/>
          </a:prstGeom>
          <a:noFill/>
          <a:ln>
            <a:noFill/>
          </a:ln>
          <a:effectLst>
            <a:outerShdw blurRad="71438" dist="19050" dir="5400000" algn="bl" rotWithShape="0">
              <a:srgbClr val="000000">
                <a:alpha val="17650"/>
              </a:srgbClr>
            </a:outerShdw>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75"/>
        <p:cNvGrpSpPr/>
        <p:nvPr/>
      </p:nvGrpSpPr>
      <p:grpSpPr>
        <a:xfrm>
          <a:off x="0" y="0"/>
          <a:ext cx="0" cy="0"/>
          <a:chOff x="0" y="0"/>
          <a:chExt cx="0" cy="0"/>
        </a:xfrm>
      </p:grpSpPr>
      <p:sp>
        <p:nvSpPr>
          <p:cNvPr id="876" name="Google Shape;876;g2c186218c5a_0_17"/>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JN691</a:t>
            </a:r>
            <a:endParaRPr dirty="0"/>
          </a:p>
        </p:txBody>
      </p:sp>
      <p:sp>
        <p:nvSpPr>
          <p:cNvPr id="877" name="Google Shape;877;g2c186218c5a_0_17"/>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Hear Phonemes</a:t>
            </a:r>
            <a:endParaRPr/>
          </a:p>
        </p:txBody>
      </p:sp>
      <p:pic>
        <p:nvPicPr>
          <p:cNvPr id="878" name="Google Shape;878;g2c186218c5a_0_17"/>
          <p:cNvPicPr preferRelativeResize="0"/>
          <p:nvPr/>
        </p:nvPicPr>
        <p:blipFill rotWithShape="1">
          <a:blip r:embed="rId3">
            <a:alphaModFix/>
          </a:blip>
          <a:srcRect t="39" b="39"/>
          <a:stretch/>
        </p:blipFill>
        <p:spPr>
          <a:xfrm>
            <a:off x="1123196" y="1835625"/>
            <a:ext cx="6897608" cy="2757875"/>
          </a:xfrm>
          <a:prstGeom prst="rect">
            <a:avLst/>
          </a:prstGeom>
          <a:noFill/>
          <a:ln>
            <a:noFill/>
          </a:ln>
          <a:effectLst>
            <a:outerShdw blurRad="71438" dist="19050" dir="5400000" algn="bl" rotWithShape="0">
              <a:srgbClr val="000000">
                <a:alpha val="20000"/>
              </a:srgbClr>
            </a:outerShdw>
          </a:effectLst>
        </p:spPr>
      </p:pic>
      <p:sp>
        <p:nvSpPr>
          <p:cNvPr id="879" name="Google Shape;879;g2c186218c5a_0_17"/>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884"/>
        <p:cNvGrpSpPr/>
        <p:nvPr/>
      </p:nvGrpSpPr>
      <p:grpSpPr>
        <a:xfrm>
          <a:off x="0" y="0"/>
          <a:ext cx="0" cy="0"/>
          <a:chOff x="0" y="0"/>
          <a:chExt cx="0" cy="0"/>
        </a:xfrm>
      </p:grpSpPr>
      <p:sp>
        <p:nvSpPr>
          <p:cNvPr id="885" name="Google Shape;885;g26b641b03cd_0_18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JN691</a:t>
            </a:r>
            <a:endParaRPr dirty="0"/>
          </a:p>
        </p:txBody>
      </p:sp>
      <p:sp>
        <p:nvSpPr>
          <p:cNvPr id="886" name="Google Shape;886;g26b641b03cd_0_18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Hear Phonemes</a:t>
            </a:r>
            <a:endParaRPr/>
          </a:p>
        </p:txBody>
      </p:sp>
      <p:pic>
        <p:nvPicPr>
          <p:cNvPr id="887" name="Google Shape;887;g26b641b03cd_0_185"/>
          <p:cNvPicPr preferRelativeResize="0"/>
          <p:nvPr/>
        </p:nvPicPr>
        <p:blipFill rotWithShape="1">
          <a:blip r:embed="rId3">
            <a:alphaModFix/>
          </a:blip>
          <a:srcRect t="39" b="39"/>
          <a:stretch/>
        </p:blipFill>
        <p:spPr>
          <a:xfrm>
            <a:off x="1123196" y="1835625"/>
            <a:ext cx="6897608" cy="2757875"/>
          </a:xfrm>
          <a:prstGeom prst="rect">
            <a:avLst/>
          </a:prstGeom>
          <a:noFill/>
          <a:ln>
            <a:noFill/>
          </a:ln>
          <a:effectLst>
            <a:outerShdw blurRad="71438" dist="19050" dir="5400000" algn="bl" rotWithShape="0">
              <a:srgbClr val="000000">
                <a:alpha val="20000"/>
              </a:srgbClr>
            </a:outerShdw>
          </a:effectLst>
        </p:spPr>
      </p:pic>
      <p:sp>
        <p:nvSpPr>
          <p:cNvPr id="888" name="Google Shape;888;g26b641b03cd_0_18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893"/>
        <p:cNvGrpSpPr/>
        <p:nvPr/>
      </p:nvGrpSpPr>
      <p:grpSpPr>
        <a:xfrm>
          <a:off x="0" y="0"/>
          <a:ext cx="0" cy="0"/>
          <a:chOff x="0" y="0"/>
          <a:chExt cx="0" cy="0"/>
        </a:xfrm>
      </p:grpSpPr>
      <p:sp>
        <p:nvSpPr>
          <p:cNvPr id="894" name="Google Shape;894;g2c186218c5a_0_2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JN686</a:t>
            </a:r>
            <a:endParaRPr dirty="0"/>
          </a:p>
        </p:txBody>
      </p:sp>
      <p:sp>
        <p:nvSpPr>
          <p:cNvPr id="895" name="Google Shape;895;g2c186218c5a_0_2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Teach Grapheme Caption</a:t>
            </a:r>
            <a:endParaRPr/>
          </a:p>
        </p:txBody>
      </p:sp>
      <p:pic>
        <p:nvPicPr>
          <p:cNvPr id="896" name="Google Shape;896;g2c186218c5a_0_25"/>
          <p:cNvPicPr preferRelativeResize="0"/>
          <p:nvPr/>
        </p:nvPicPr>
        <p:blipFill rotWithShape="1">
          <a:blip r:embed="rId3">
            <a:alphaModFix/>
          </a:blip>
          <a:srcRect l="79" r="79"/>
          <a:stretch/>
        </p:blipFill>
        <p:spPr>
          <a:xfrm>
            <a:off x="3041337" y="996300"/>
            <a:ext cx="3061325" cy="4333176"/>
          </a:xfrm>
          <a:prstGeom prst="rect">
            <a:avLst/>
          </a:prstGeom>
          <a:noFill/>
          <a:ln>
            <a:noFill/>
          </a:ln>
          <a:effectLst>
            <a:outerShdw blurRad="142875" dist="19050" dir="5400000" algn="bl" rotWithShape="0">
              <a:srgbClr val="000000">
                <a:alpha val="27450"/>
              </a:srgbClr>
            </a:outerShdw>
          </a:effectLst>
        </p:spPr>
      </p:pic>
      <p:sp>
        <p:nvSpPr>
          <p:cNvPr id="897" name="Google Shape;897;g2c186218c5a_0_2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02"/>
        <p:cNvGrpSpPr/>
        <p:nvPr/>
      </p:nvGrpSpPr>
      <p:grpSpPr>
        <a:xfrm>
          <a:off x="0" y="0"/>
          <a:ext cx="0" cy="0"/>
          <a:chOff x="0" y="0"/>
          <a:chExt cx="0" cy="0"/>
        </a:xfrm>
      </p:grpSpPr>
      <p:sp>
        <p:nvSpPr>
          <p:cNvPr id="903" name="Google Shape;903;g26b641b03cd_0_19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JN686</a:t>
            </a:r>
            <a:endParaRPr dirty="0"/>
          </a:p>
        </p:txBody>
      </p:sp>
      <p:sp>
        <p:nvSpPr>
          <p:cNvPr id="904" name="Google Shape;904;g26b641b03cd_0_19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Teach Lowercase Formation</a:t>
            </a:r>
            <a:endParaRPr/>
          </a:p>
        </p:txBody>
      </p:sp>
      <p:pic>
        <p:nvPicPr>
          <p:cNvPr id="905" name="Google Shape;905;g26b641b03cd_0_192"/>
          <p:cNvPicPr preferRelativeResize="0"/>
          <p:nvPr/>
        </p:nvPicPr>
        <p:blipFill rotWithShape="1">
          <a:blip r:embed="rId3">
            <a:alphaModFix/>
          </a:blip>
          <a:srcRect l="79" r="79"/>
          <a:stretch/>
        </p:blipFill>
        <p:spPr>
          <a:xfrm>
            <a:off x="3041337" y="996300"/>
            <a:ext cx="3061325" cy="4333176"/>
          </a:xfrm>
          <a:prstGeom prst="rect">
            <a:avLst/>
          </a:prstGeom>
          <a:noFill/>
          <a:ln>
            <a:noFill/>
          </a:ln>
          <a:effectLst>
            <a:outerShdw blurRad="142875" dist="19050" dir="5400000" algn="bl" rotWithShape="0">
              <a:srgbClr val="000000">
                <a:alpha val="27450"/>
              </a:srgbClr>
            </a:outerShdw>
          </a:effectLst>
        </p:spPr>
      </p:pic>
      <p:sp>
        <p:nvSpPr>
          <p:cNvPr id="906" name="Google Shape;906;g26b641b03cd_0_192"/>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11"/>
        <p:cNvGrpSpPr/>
        <p:nvPr/>
      </p:nvGrpSpPr>
      <p:grpSpPr>
        <a:xfrm>
          <a:off x="0" y="0"/>
          <a:ext cx="0" cy="0"/>
          <a:chOff x="0" y="0"/>
          <a:chExt cx="0" cy="0"/>
        </a:xfrm>
      </p:grpSpPr>
      <p:sp>
        <p:nvSpPr>
          <p:cNvPr id="912" name="Google Shape;912;g2c186218c5a_0_4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 </a:t>
            </a:r>
            <a:endParaRPr/>
          </a:p>
        </p:txBody>
      </p:sp>
      <p:sp>
        <p:nvSpPr>
          <p:cNvPr id="913" name="Google Shape;913;g2c186218c5a_0_4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Decoding</a:t>
            </a:r>
            <a:endParaRPr/>
          </a:p>
        </p:txBody>
      </p:sp>
      <p:pic>
        <p:nvPicPr>
          <p:cNvPr id="914" name="Google Shape;914;g2c186218c5a_0_40"/>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19"/>
        <p:cNvGrpSpPr/>
        <p:nvPr/>
      </p:nvGrpSpPr>
      <p:grpSpPr>
        <a:xfrm>
          <a:off x="0" y="0"/>
          <a:ext cx="0" cy="0"/>
          <a:chOff x="0" y="0"/>
          <a:chExt cx="0" cy="0"/>
        </a:xfrm>
      </p:grpSpPr>
      <p:sp>
        <p:nvSpPr>
          <p:cNvPr id="920" name="Google Shape;920;g2c4fb7f6616_1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21" name="Google Shape;921;g2c4fb7f6616_1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22" name="Google Shape;922;g2c4fb7f6616_1_0"/>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23" name="Google Shape;923;g2c4fb7f6616_1_0"/>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24" name="Google Shape;924;g2c4fb7f6616_1_0"/>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25" name="Google Shape;925;g2c4fb7f6616_1_0"/>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26" name="Google Shape;926;g2c4fb7f6616_1_0"/>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27" name="Google Shape;927;g2c4fb7f6616_1_0"/>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28" name="Google Shape;928;g2c4fb7f6616_1_0"/>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29" name="Google Shape;929;g2c4fb7f6616_1_0"/>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30" name="Google Shape;930;g2c4fb7f6616_1_0"/>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31" name="Google Shape;931;g2c4fb7f6616_1_0"/>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32" name="Google Shape;932;g2c4fb7f6616_1_0"/>
          <p:cNvSpPr txBox="1"/>
          <p:nvPr/>
        </p:nvSpPr>
        <p:spPr>
          <a:xfrm>
            <a:off x="57070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33" name="Google Shape;933;g2c4fb7f6616_1_0"/>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34" name="Google Shape;934;g2c4fb7f6616_1_0"/>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935" name="Google Shape;935;g2c4fb7f6616_1_0"/>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36" name="Google Shape;936;g2c4fb7f6616_1_0"/>
          <p:cNvSpPr/>
          <p:nvPr/>
        </p:nvSpPr>
        <p:spPr>
          <a:xfrm>
            <a:off x="23502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37" name="Google Shape;937;g2c4fb7f6616_1_0"/>
          <p:cNvSpPr/>
          <p:nvPr/>
        </p:nvSpPr>
        <p:spPr>
          <a:xfrm>
            <a:off x="3228738"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38" name="Google Shape;938;g2c4fb7f6616_1_0"/>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39" name="Google Shape;939;g2c4fb7f6616_1_0"/>
          <p:cNvSpPr txBox="1">
            <a:spLocks noGrp="1"/>
          </p:cNvSpPr>
          <p:nvPr>
            <p:ph type="subTitle" idx="4294967295"/>
          </p:nvPr>
        </p:nvSpPr>
        <p:spPr>
          <a:xfrm>
            <a:off x="2659038"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r</a:t>
            </a:r>
            <a:endParaRPr sz="15000" b="0" i="0" u="none" strike="noStrike" cap="none">
              <a:solidFill>
                <a:srgbClr val="2356AF"/>
              </a:solidFill>
              <a:latin typeface="Jost"/>
              <a:ea typeface="Jost"/>
              <a:cs typeface="Jost"/>
              <a:sym typeface="Jost"/>
            </a:endParaRPr>
          </a:p>
        </p:txBody>
      </p:sp>
      <p:sp>
        <p:nvSpPr>
          <p:cNvPr id="940" name="Google Shape;940;g2c4fb7f6616_1_0"/>
          <p:cNvSpPr txBox="1">
            <a:spLocks noGrp="1"/>
          </p:cNvSpPr>
          <p:nvPr>
            <p:ph type="subTitle" idx="4294967295"/>
          </p:nvPr>
        </p:nvSpPr>
        <p:spPr>
          <a:xfrm>
            <a:off x="3672463" y="1308025"/>
            <a:ext cx="28125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2500" b="0" i="0" u="none" strike="noStrike" cap="none">
                <a:solidFill>
                  <a:srgbClr val="00904C"/>
                </a:solidFill>
                <a:latin typeface="Poppins"/>
                <a:ea typeface="Poppins"/>
                <a:cs typeface="Poppins"/>
                <a:sym typeface="Poppins"/>
              </a:rPr>
              <a:t>a</a:t>
            </a:r>
            <a:r>
              <a:rPr lang="en-US" sz="15000" b="0" i="0" u="none" strike="noStrike" cap="none">
                <a:solidFill>
                  <a:srgbClr val="00904C"/>
                </a:solidFill>
                <a:latin typeface="Jost"/>
                <a:ea typeface="Jost"/>
                <a:cs typeface="Jost"/>
                <a:sym typeface="Jost"/>
              </a:rPr>
              <a:t>w</a:t>
            </a:r>
            <a:endParaRPr sz="15000" b="0" i="0" u="none" strike="noStrike" cap="none">
              <a:solidFill>
                <a:srgbClr val="00904C"/>
              </a:solidFill>
              <a:latin typeface="Jost"/>
              <a:ea typeface="Jost"/>
              <a:cs typeface="Jost"/>
              <a:sym typeface="Jost"/>
            </a:endParaRPr>
          </a:p>
        </p:txBody>
      </p:sp>
      <p:sp>
        <p:nvSpPr>
          <p:cNvPr id="941" name="Google Shape;941;g2c4fb7f6616_1_0"/>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42" name="Google Shape;942;g2c4fb7f6616_1_0"/>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sp>
        <p:nvSpPr>
          <p:cNvPr id="943" name="Google Shape;943;g2c4fb7f6616_1_0"/>
          <p:cNvSpPr/>
          <p:nvPr/>
        </p:nvSpPr>
        <p:spPr>
          <a:xfrm>
            <a:off x="3948047" y="4011900"/>
            <a:ext cx="22878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948"/>
        <p:cNvGrpSpPr/>
        <p:nvPr/>
      </p:nvGrpSpPr>
      <p:grpSpPr>
        <a:xfrm>
          <a:off x="0" y="0"/>
          <a:ext cx="0" cy="0"/>
          <a:chOff x="0" y="0"/>
          <a:chExt cx="0" cy="0"/>
        </a:xfrm>
      </p:grpSpPr>
      <p:sp>
        <p:nvSpPr>
          <p:cNvPr id="949" name="Google Shape;949;g26f55fe722e_1_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50" name="Google Shape;950;g26f55fe722e_1_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51" name="Google Shape;951;g26f55fe722e_1_3"/>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52" name="Google Shape;952;g26f55fe722e_1_3"/>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53" name="Google Shape;953;g26f55fe722e_1_3"/>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54" name="Google Shape;954;g26f55fe722e_1_3"/>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55" name="Google Shape;955;g26f55fe722e_1_3"/>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56" name="Google Shape;956;g26f55fe722e_1_3"/>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57" name="Google Shape;957;g26f55fe722e_1_3"/>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58" name="Google Shape;958;g26f55fe722e_1_3"/>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59" name="Google Shape;959;g26f55fe722e_1_3"/>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60" name="Google Shape;960;g26f55fe722e_1_3"/>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61" name="Google Shape;961;g26f55fe722e_1_3"/>
          <p:cNvSpPr txBox="1"/>
          <p:nvPr/>
        </p:nvSpPr>
        <p:spPr>
          <a:xfrm>
            <a:off x="57070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62" name="Google Shape;962;g26f55fe722e_1_3"/>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63" name="Google Shape;963;g26f55fe722e_1_3"/>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964" name="Google Shape;964;g26f55fe722e_1_3"/>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65" name="Google Shape;965;g26f55fe722e_1_3"/>
          <p:cNvSpPr/>
          <p:nvPr/>
        </p:nvSpPr>
        <p:spPr>
          <a:xfrm>
            <a:off x="23502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66" name="Google Shape;966;g26f55fe722e_1_3"/>
          <p:cNvSpPr/>
          <p:nvPr/>
        </p:nvSpPr>
        <p:spPr>
          <a:xfrm>
            <a:off x="3162674"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67" name="Google Shape;967;g26f55fe722e_1_3"/>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68" name="Google Shape;968;g26f55fe722e_1_3"/>
          <p:cNvSpPr txBox="1">
            <a:spLocks noGrp="1"/>
          </p:cNvSpPr>
          <p:nvPr>
            <p:ph type="subTitle" idx="4294967295"/>
          </p:nvPr>
        </p:nvSpPr>
        <p:spPr>
          <a:xfrm>
            <a:off x="2592974"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p</a:t>
            </a:r>
            <a:endParaRPr sz="15000" b="0" i="0" u="none" strike="noStrike" cap="none">
              <a:solidFill>
                <a:srgbClr val="2356AF"/>
              </a:solidFill>
              <a:latin typeface="Jost"/>
              <a:ea typeface="Jost"/>
              <a:cs typeface="Jost"/>
              <a:sym typeface="Jost"/>
            </a:endParaRPr>
          </a:p>
        </p:txBody>
      </p:sp>
      <p:sp>
        <p:nvSpPr>
          <p:cNvPr id="969" name="Google Shape;969;g26f55fe722e_1_3"/>
          <p:cNvSpPr txBox="1">
            <a:spLocks noGrp="1"/>
          </p:cNvSpPr>
          <p:nvPr>
            <p:ph type="subTitle" idx="4294967295"/>
          </p:nvPr>
        </p:nvSpPr>
        <p:spPr>
          <a:xfrm>
            <a:off x="3738526" y="1308025"/>
            <a:ext cx="28125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2500" b="0" i="0" u="none" strike="noStrike" cap="none">
                <a:solidFill>
                  <a:srgbClr val="00904C"/>
                </a:solidFill>
                <a:latin typeface="Poppins"/>
                <a:ea typeface="Poppins"/>
                <a:cs typeface="Poppins"/>
                <a:sym typeface="Poppins"/>
              </a:rPr>
              <a:t>a</a:t>
            </a:r>
            <a:r>
              <a:rPr lang="en-US" sz="15000" b="0" i="0" u="none" strike="noStrike" cap="none">
                <a:solidFill>
                  <a:srgbClr val="00904C"/>
                </a:solidFill>
                <a:latin typeface="Jost"/>
                <a:ea typeface="Jost"/>
                <a:cs typeface="Jost"/>
                <a:sym typeface="Jost"/>
              </a:rPr>
              <a:t>w</a:t>
            </a:r>
            <a:endParaRPr sz="15000" b="0" i="0" u="none" strike="noStrike" cap="none">
              <a:solidFill>
                <a:srgbClr val="00904C"/>
              </a:solidFill>
              <a:latin typeface="Jost"/>
              <a:ea typeface="Jost"/>
              <a:cs typeface="Jost"/>
              <a:sym typeface="Jost"/>
            </a:endParaRPr>
          </a:p>
        </p:txBody>
      </p:sp>
      <p:sp>
        <p:nvSpPr>
          <p:cNvPr id="970" name="Google Shape;970;g26f55fe722e_1_3"/>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1" name="Google Shape;971;g26f55fe722e_1_3"/>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sp>
        <p:nvSpPr>
          <p:cNvPr id="972" name="Google Shape;972;g26f55fe722e_1_3"/>
          <p:cNvSpPr/>
          <p:nvPr/>
        </p:nvSpPr>
        <p:spPr>
          <a:xfrm>
            <a:off x="4063911" y="4011900"/>
            <a:ext cx="21579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977"/>
        <p:cNvGrpSpPr/>
        <p:nvPr/>
      </p:nvGrpSpPr>
      <p:grpSpPr>
        <a:xfrm>
          <a:off x="0" y="0"/>
          <a:ext cx="0" cy="0"/>
          <a:chOff x="0" y="0"/>
          <a:chExt cx="0" cy="0"/>
        </a:xfrm>
      </p:grpSpPr>
      <p:sp>
        <p:nvSpPr>
          <p:cNvPr id="978" name="Google Shape;978;g26f55fe722e_1_31"/>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79" name="Google Shape;979;g26f55fe722e_1_31"/>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80" name="Google Shape;980;g26f55fe722e_1_31"/>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81" name="Google Shape;981;g26f55fe722e_1_31"/>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82" name="Google Shape;982;g26f55fe722e_1_31"/>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83" name="Google Shape;983;g26f55fe722e_1_31"/>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84" name="Google Shape;984;g26f55fe722e_1_31"/>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85" name="Google Shape;985;g26f55fe722e_1_31"/>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86" name="Google Shape;986;g26f55fe722e_1_31"/>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87" name="Google Shape;987;g26f55fe722e_1_31"/>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88" name="Google Shape;988;g26f55fe722e_1_31"/>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89" name="Google Shape;989;g26f55fe722e_1_31"/>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90" name="Google Shape;990;g26f55fe722e_1_31"/>
          <p:cNvSpPr txBox="1"/>
          <p:nvPr/>
        </p:nvSpPr>
        <p:spPr>
          <a:xfrm>
            <a:off x="57070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91" name="Google Shape;991;g26f55fe722e_1_31"/>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92" name="Google Shape;992;g26f55fe722e_1_31"/>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993" name="Google Shape;993;g26f55fe722e_1_31"/>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4" name="Google Shape;994;g26f55fe722e_1_31"/>
          <p:cNvSpPr/>
          <p:nvPr/>
        </p:nvSpPr>
        <p:spPr>
          <a:xfrm>
            <a:off x="23502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5" name="Google Shape;995;g26f55fe722e_1_31"/>
          <p:cNvSpPr/>
          <p:nvPr/>
        </p:nvSpPr>
        <p:spPr>
          <a:xfrm>
            <a:off x="3301093"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96" name="Google Shape;996;g26f55fe722e_1_31"/>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97" name="Google Shape;997;g26f55fe722e_1_31"/>
          <p:cNvSpPr txBox="1">
            <a:spLocks noGrp="1"/>
          </p:cNvSpPr>
          <p:nvPr>
            <p:ph type="subTitle" idx="4294967295"/>
          </p:nvPr>
        </p:nvSpPr>
        <p:spPr>
          <a:xfrm>
            <a:off x="2731393"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j</a:t>
            </a:r>
            <a:endParaRPr sz="15000" b="0" i="0" u="none" strike="noStrike" cap="none">
              <a:solidFill>
                <a:srgbClr val="2356AF"/>
              </a:solidFill>
              <a:latin typeface="Jost"/>
              <a:ea typeface="Jost"/>
              <a:cs typeface="Jost"/>
              <a:sym typeface="Jost"/>
            </a:endParaRPr>
          </a:p>
        </p:txBody>
      </p:sp>
      <p:sp>
        <p:nvSpPr>
          <p:cNvPr id="998" name="Google Shape;998;g26f55fe722e_1_31"/>
          <p:cNvSpPr txBox="1">
            <a:spLocks noGrp="1"/>
          </p:cNvSpPr>
          <p:nvPr>
            <p:ph type="subTitle" idx="4294967295"/>
          </p:nvPr>
        </p:nvSpPr>
        <p:spPr>
          <a:xfrm>
            <a:off x="3600107" y="1308025"/>
            <a:ext cx="28125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2500" b="0" i="0" u="none" strike="noStrike" cap="none">
                <a:solidFill>
                  <a:srgbClr val="00904C"/>
                </a:solidFill>
                <a:latin typeface="Poppins"/>
                <a:ea typeface="Poppins"/>
                <a:cs typeface="Poppins"/>
                <a:sym typeface="Poppins"/>
              </a:rPr>
              <a:t>a</a:t>
            </a:r>
            <a:r>
              <a:rPr lang="en-US" sz="15000" b="0" i="0" u="none" strike="noStrike" cap="none">
                <a:solidFill>
                  <a:srgbClr val="00904C"/>
                </a:solidFill>
                <a:latin typeface="Jost"/>
                <a:ea typeface="Jost"/>
                <a:cs typeface="Jost"/>
                <a:sym typeface="Jost"/>
              </a:rPr>
              <a:t>w</a:t>
            </a:r>
            <a:endParaRPr sz="15000" b="0" i="0" u="none" strike="noStrike" cap="none">
              <a:solidFill>
                <a:srgbClr val="00904C"/>
              </a:solidFill>
              <a:latin typeface="Jost"/>
              <a:ea typeface="Jost"/>
              <a:cs typeface="Jost"/>
              <a:sym typeface="Jost"/>
            </a:endParaRPr>
          </a:p>
        </p:txBody>
      </p:sp>
      <p:sp>
        <p:nvSpPr>
          <p:cNvPr id="999" name="Google Shape;999;g26f55fe722e_1_31"/>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00" name="Google Shape;1000;g26f55fe722e_1_31"/>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sp>
        <p:nvSpPr>
          <p:cNvPr id="1001" name="Google Shape;1001;g26f55fe722e_1_31"/>
          <p:cNvSpPr/>
          <p:nvPr/>
        </p:nvSpPr>
        <p:spPr>
          <a:xfrm>
            <a:off x="3948557" y="4011900"/>
            <a:ext cx="21156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06"/>
        <p:cNvGrpSpPr/>
        <p:nvPr/>
      </p:nvGrpSpPr>
      <p:grpSpPr>
        <a:xfrm>
          <a:off x="0" y="0"/>
          <a:ext cx="0" cy="0"/>
          <a:chOff x="0" y="0"/>
          <a:chExt cx="0" cy="0"/>
        </a:xfrm>
      </p:grpSpPr>
      <p:sp>
        <p:nvSpPr>
          <p:cNvPr id="1007" name="Google Shape;1007;g2c186218c5a_0_4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 </a:t>
            </a:r>
            <a:endParaRPr/>
          </a:p>
        </p:txBody>
      </p:sp>
      <p:sp>
        <p:nvSpPr>
          <p:cNvPr id="1008" name="Google Shape;1008;g2c186218c5a_0_4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Encoding</a:t>
            </a:r>
            <a:endParaRPr/>
          </a:p>
        </p:txBody>
      </p:sp>
      <p:pic>
        <p:nvPicPr>
          <p:cNvPr id="1009" name="Google Shape;1009;g2c186218c5a_0_44"/>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14"/>
        <p:cNvGrpSpPr/>
        <p:nvPr/>
      </p:nvGrpSpPr>
      <p:grpSpPr>
        <a:xfrm>
          <a:off x="0" y="0"/>
          <a:ext cx="0" cy="0"/>
          <a:chOff x="0" y="0"/>
          <a:chExt cx="0" cy="0"/>
        </a:xfrm>
      </p:grpSpPr>
      <p:sp>
        <p:nvSpPr>
          <p:cNvPr id="1015" name="Google Shape;1015;g26b641b03cd_0_20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JN689</a:t>
            </a:r>
            <a:endParaRPr dirty="0"/>
          </a:p>
        </p:txBody>
      </p:sp>
      <p:sp>
        <p:nvSpPr>
          <p:cNvPr id="1016" name="Google Shape;1016;g26b641b03cd_0_20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1017" name="Google Shape;1017;g26b641b03cd_0_204"/>
          <p:cNvPicPr preferRelativeResize="0"/>
          <p:nvPr/>
        </p:nvPicPr>
        <p:blipFill rotWithShape="1">
          <a:blip r:embed="rId3">
            <a:alphaModFix/>
          </a:blip>
          <a:srcRect/>
          <a:stretch/>
        </p:blipFill>
        <p:spPr>
          <a:xfrm>
            <a:off x="2859278" y="1109924"/>
            <a:ext cx="3425169" cy="4114800"/>
          </a:xfrm>
          <a:prstGeom prst="rect">
            <a:avLst/>
          </a:prstGeom>
          <a:noFill/>
          <a:ln>
            <a:noFill/>
          </a:ln>
          <a:effectLst>
            <a:outerShdw blurRad="114300" dist="19050" dir="5400000" algn="bl" rotWithShape="0">
              <a:srgbClr val="000000">
                <a:alpha val="20000"/>
              </a:srgbClr>
            </a:outerShdw>
          </a:effectLst>
        </p:spPr>
      </p:pic>
      <p:sp>
        <p:nvSpPr>
          <p:cNvPr id="1018" name="Google Shape;1018;g26b641b03cd_0_20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023"/>
        <p:cNvGrpSpPr/>
        <p:nvPr/>
      </p:nvGrpSpPr>
      <p:grpSpPr>
        <a:xfrm>
          <a:off x="0" y="0"/>
          <a:ext cx="0" cy="0"/>
          <a:chOff x="0" y="0"/>
          <a:chExt cx="0" cy="0"/>
        </a:xfrm>
      </p:grpSpPr>
      <p:sp>
        <p:nvSpPr>
          <p:cNvPr id="1024" name="Google Shape;1024;g2c186218c5a_0_4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JN689</a:t>
            </a:r>
            <a:endParaRPr dirty="0"/>
          </a:p>
        </p:txBody>
      </p:sp>
      <p:sp>
        <p:nvSpPr>
          <p:cNvPr id="1025" name="Google Shape;1025;g2c186218c5a_0_4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1026" name="Google Shape;1026;g2c186218c5a_0_48"/>
          <p:cNvPicPr preferRelativeResize="0"/>
          <p:nvPr/>
        </p:nvPicPr>
        <p:blipFill rotWithShape="1">
          <a:blip r:embed="rId3">
            <a:alphaModFix/>
          </a:blip>
          <a:srcRect l="79" r="89"/>
          <a:stretch/>
        </p:blipFill>
        <p:spPr>
          <a:xfrm>
            <a:off x="2859278" y="1109924"/>
            <a:ext cx="3425168" cy="4114800"/>
          </a:xfrm>
          <a:prstGeom prst="rect">
            <a:avLst/>
          </a:prstGeom>
          <a:noFill/>
          <a:ln>
            <a:noFill/>
          </a:ln>
          <a:effectLst>
            <a:outerShdw blurRad="114300" dist="19050" dir="5400000" algn="bl" rotWithShape="0">
              <a:srgbClr val="000000">
                <a:alpha val="20000"/>
              </a:srgbClr>
            </a:outerShdw>
          </a:effectLst>
        </p:spPr>
      </p:pic>
      <p:sp>
        <p:nvSpPr>
          <p:cNvPr id="1027" name="Google Shape;1027;g2c186218c5a_0_4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032"/>
        <p:cNvGrpSpPr/>
        <p:nvPr/>
      </p:nvGrpSpPr>
      <p:grpSpPr>
        <a:xfrm>
          <a:off x="0" y="0"/>
          <a:ext cx="0" cy="0"/>
          <a:chOff x="0" y="0"/>
          <a:chExt cx="0" cy="0"/>
        </a:xfrm>
      </p:grpSpPr>
      <p:sp>
        <p:nvSpPr>
          <p:cNvPr id="1033" name="Google Shape;1033;g26b641b03cd_0_21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JN692</a:t>
            </a:r>
            <a:endParaRPr dirty="0"/>
          </a:p>
        </p:txBody>
      </p:sp>
      <p:sp>
        <p:nvSpPr>
          <p:cNvPr id="1034" name="Google Shape;1034;g26b641b03cd_0_21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1035" name="Google Shape;1035;g26b641b03cd_0_213"/>
          <p:cNvPicPr preferRelativeResize="0"/>
          <p:nvPr/>
        </p:nvPicPr>
        <p:blipFill rotWithShape="1">
          <a:blip r:embed="rId3">
            <a:alphaModFix/>
          </a:blip>
          <a:srcRect l="228" r="228"/>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1036" name="Google Shape;1036;g26b641b03cd_0_213"/>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041"/>
        <p:cNvGrpSpPr/>
        <p:nvPr/>
      </p:nvGrpSpPr>
      <p:grpSpPr>
        <a:xfrm>
          <a:off x="0" y="0"/>
          <a:ext cx="0" cy="0"/>
          <a:chOff x="0" y="0"/>
          <a:chExt cx="0" cy="0"/>
        </a:xfrm>
      </p:grpSpPr>
      <p:sp>
        <p:nvSpPr>
          <p:cNvPr id="1042" name="Google Shape;1042;g2c186218c5a_0_14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JN692</a:t>
            </a:r>
            <a:endParaRPr dirty="0"/>
          </a:p>
        </p:txBody>
      </p:sp>
      <p:sp>
        <p:nvSpPr>
          <p:cNvPr id="1043" name="Google Shape;1043;g2c186218c5a_0_14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1044" name="Google Shape;1044;g2c186218c5a_0_149"/>
          <p:cNvPicPr preferRelativeResize="0"/>
          <p:nvPr/>
        </p:nvPicPr>
        <p:blipFill rotWithShape="1">
          <a:blip r:embed="rId3">
            <a:alphaModFix/>
          </a:blip>
          <a:srcRect l="228" r="228"/>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1045" name="Google Shape;1045;g2c186218c5a_0_149"/>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050"/>
        <p:cNvGrpSpPr/>
        <p:nvPr/>
      </p:nvGrpSpPr>
      <p:grpSpPr>
        <a:xfrm>
          <a:off x="0" y="0"/>
          <a:ext cx="0" cy="0"/>
          <a:chOff x="0" y="0"/>
          <a:chExt cx="0" cy="0"/>
        </a:xfrm>
      </p:grpSpPr>
      <p:sp>
        <p:nvSpPr>
          <p:cNvPr id="1051" name="Google Shape;1051;g26b641b03cd_0_31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12500"/>
              <a:buNone/>
            </a:pPr>
            <a:r>
              <a:rPr lang="en-US"/>
              <a:t>Practise High Frequency Words</a:t>
            </a:r>
            <a:endParaRPr/>
          </a:p>
        </p:txBody>
      </p:sp>
      <p:sp>
        <p:nvSpPr>
          <p:cNvPr id="1052" name="Google Shape;1052;g26b641b03cd_0_31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JN688</a:t>
            </a:r>
            <a:endParaRPr dirty="0"/>
          </a:p>
        </p:txBody>
      </p:sp>
      <p:pic>
        <p:nvPicPr>
          <p:cNvPr id="1053" name="Google Shape;1053;g26b641b03cd_0_315"/>
          <p:cNvPicPr preferRelativeResize="0"/>
          <p:nvPr/>
        </p:nvPicPr>
        <p:blipFill rotWithShape="1">
          <a:blip r:embed="rId3">
            <a:alphaModFix/>
          </a:blip>
          <a:srcRect l="69" r="69"/>
          <a:stretch/>
        </p:blipFill>
        <p:spPr>
          <a:xfrm>
            <a:off x="2435062" y="1563839"/>
            <a:ext cx="4273875" cy="3206972"/>
          </a:xfrm>
          <a:prstGeom prst="rect">
            <a:avLst/>
          </a:prstGeom>
          <a:noFill/>
          <a:ln>
            <a:noFill/>
          </a:ln>
          <a:effectLst>
            <a:outerShdw blurRad="57150" dist="19050" dir="5400000" algn="bl" rotWithShape="0">
              <a:srgbClr val="000000">
                <a:alpha val="20000"/>
              </a:srgbClr>
            </a:outerShdw>
          </a:effectLst>
        </p:spPr>
      </p:pic>
      <p:sp>
        <p:nvSpPr>
          <p:cNvPr id="1054" name="Google Shape;1054;g26b641b03cd_0_31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059"/>
        <p:cNvGrpSpPr/>
        <p:nvPr/>
      </p:nvGrpSpPr>
      <p:grpSpPr>
        <a:xfrm>
          <a:off x="0" y="0"/>
          <a:ext cx="0" cy="0"/>
          <a:chOff x="0" y="0"/>
          <a:chExt cx="0" cy="0"/>
        </a:xfrm>
      </p:grpSpPr>
      <p:sp>
        <p:nvSpPr>
          <p:cNvPr id="1060" name="Google Shape;1060;g26b641b03cd_1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12500"/>
              <a:buNone/>
            </a:pPr>
            <a:r>
              <a:rPr lang="en-US"/>
              <a:t>Practise High Frequency Words</a:t>
            </a:r>
            <a:endParaRPr/>
          </a:p>
        </p:txBody>
      </p:sp>
      <p:sp>
        <p:nvSpPr>
          <p:cNvPr id="1061" name="Google Shape;1061;g26b641b03cd_1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JN688</a:t>
            </a:r>
            <a:endParaRPr dirty="0"/>
          </a:p>
        </p:txBody>
      </p:sp>
      <p:pic>
        <p:nvPicPr>
          <p:cNvPr id="1062" name="Google Shape;1062;g26b641b03cd_1_0"/>
          <p:cNvPicPr preferRelativeResize="0"/>
          <p:nvPr/>
        </p:nvPicPr>
        <p:blipFill rotWithShape="1">
          <a:blip r:embed="rId3">
            <a:alphaModFix/>
          </a:blip>
          <a:srcRect/>
          <a:stretch/>
        </p:blipFill>
        <p:spPr>
          <a:xfrm>
            <a:off x="2435062" y="1563839"/>
            <a:ext cx="4273875" cy="3206972"/>
          </a:xfrm>
          <a:prstGeom prst="rect">
            <a:avLst/>
          </a:prstGeom>
          <a:noFill/>
          <a:ln>
            <a:noFill/>
          </a:ln>
          <a:effectLst>
            <a:outerShdw blurRad="57150" dist="19050" dir="5400000" algn="bl" rotWithShape="0">
              <a:srgbClr val="000000">
                <a:alpha val="20000"/>
              </a:srgbClr>
            </a:outerShdw>
          </a:effectLst>
        </p:spPr>
      </p:pic>
      <p:sp>
        <p:nvSpPr>
          <p:cNvPr id="1063" name="Google Shape;1063;g26b641b03cd_1_0"/>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068"/>
        <p:cNvGrpSpPr/>
        <p:nvPr/>
      </p:nvGrpSpPr>
      <p:grpSpPr>
        <a:xfrm>
          <a:off x="0" y="0"/>
          <a:ext cx="0" cy="0"/>
          <a:chOff x="0" y="0"/>
          <a:chExt cx="0" cy="0"/>
        </a:xfrm>
      </p:grpSpPr>
      <p:sp>
        <p:nvSpPr>
          <p:cNvPr id="1069" name="Google Shape;1069;g1f3daf8a844_0_6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070" name="Google Shape;1070;g1f3daf8a844_0_6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071" name="Google Shape;1071;g1f3daf8a844_0_64"/>
          <p:cNvGrpSpPr/>
          <p:nvPr/>
        </p:nvGrpSpPr>
        <p:grpSpPr>
          <a:xfrm>
            <a:off x="3024000" y="209875"/>
            <a:ext cx="3096000" cy="454800"/>
            <a:chOff x="3024000" y="209875"/>
            <a:chExt cx="3096000" cy="454800"/>
          </a:xfrm>
        </p:grpSpPr>
        <p:sp>
          <p:nvSpPr>
            <p:cNvPr id="1072" name="Google Shape;1072;g1f3daf8a844_0_64"/>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73" name="Google Shape;1073;g1f3daf8a844_0_64"/>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074" name="Google Shape;1074;g1f3daf8a844_0_64"/>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1075" name="Google Shape;1075;g1f3daf8a844_0_64"/>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76" name="Google Shape;1076;g1f3daf8a844_0_64"/>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77" name="Google Shape;1077;g1f3daf8a844_0_64"/>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078" name="Google Shape;1078;g1f3daf8a844_0_64"/>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079" name="Google Shape;1079;g1f3daf8a844_0_64"/>
          <p:cNvSpPr txBox="1"/>
          <p:nvPr/>
        </p:nvSpPr>
        <p:spPr>
          <a:xfrm>
            <a:off x="2333951"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p</a:t>
            </a:r>
            <a:endParaRPr sz="5500" b="0" i="0" u="none" strike="noStrike" cap="none">
              <a:solidFill>
                <a:srgbClr val="2356AF"/>
              </a:solidFill>
              <a:latin typeface="Jost"/>
              <a:ea typeface="Jost"/>
              <a:cs typeface="Jost"/>
              <a:sym typeface="Jost"/>
            </a:endParaRPr>
          </a:p>
        </p:txBody>
      </p:sp>
      <p:sp>
        <p:nvSpPr>
          <p:cNvPr id="1080" name="Google Shape;1080;g1f3daf8a844_0_64"/>
          <p:cNvSpPr txBox="1"/>
          <p:nvPr/>
        </p:nvSpPr>
        <p:spPr>
          <a:xfrm>
            <a:off x="5792506"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c</a:t>
            </a:r>
            <a:endParaRPr sz="5500" b="0" i="0" u="none" strike="noStrike" cap="none">
              <a:solidFill>
                <a:srgbClr val="2356AF"/>
              </a:solidFill>
              <a:latin typeface="Jost"/>
              <a:ea typeface="Jost"/>
              <a:cs typeface="Jost"/>
              <a:sym typeface="Jost"/>
            </a:endParaRPr>
          </a:p>
        </p:txBody>
      </p:sp>
      <p:sp>
        <p:nvSpPr>
          <p:cNvPr id="1081" name="Google Shape;1081;g1f3daf8a844_0_64"/>
          <p:cNvSpPr txBox="1"/>
          <p:nvPr/>
        </p:nvSpPr>
        <p:spPr>
          <a:xfrm>
            <a:off x="1181100"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r</a:t>
            </a:r>
            <a:endParaRPr sz="5500" b="0" i="0" u="none" strike="noStrike" cap="none">
              <a:solidFill>
                <a:srgbClr val="2356AF"/>
              </a:solidFill>
              <a:latin typeface="Jost"/>
              <a:ea typeface="Jost"/>
              <a:cs typeface="Jost"/>
              <a:sym typeface="Jost"/>
            </a:endParaRPr>
          </a:p>
        </p:txBody>
      </p:sp>
      <p:sp>
        <p:nvSpPr>
          <p:cNvPr id="1082" name="Google Shape;1082;g1f3daf8a844_0_64"/>
          <p:cNvSpPr txBox="1"/>
          <p:nvPr/>
        </p:nvSpPr>
        <p:spPr>
          <a:xfrm>
            <a:off x="3486803"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j</a:t>
            </a:r>
            <a:endParaRPr sz="5500" b="0" i="0" u="none" strike="noStrike" cap="none">
              <a:solidFill>
                <a:srgbClr val="2356AF"/>
              </a:solidFill>
              <a:latin typeface="Jost"/>
              <a:ea typeface="Jost"/>
              <a:cs typeface="Jost"/>
              <a:sym typeface="Jost"/>
            </a:endParaRPr>
          </a:p>
        </p:txBody>
      </p:sp>
      <p:sp>
        <p:nvSpPr>
          <p:cNvPr id="1083" name="Google Shape;1083;g1f3daf8a844_0_64"/>
          <p:cNvSpPr txBox="1"/>
          <p:nvPr/>
        </p:nvSpPr>
        <p:spPr>
          <a:xfrm>
            <a:off x="4639654"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l</a:t>
            </a:r>
            <a:endParaRPr sz="5500" b="0" i="0" u="none" strike="noStrike" cap="none">
              <a:solidFill>
                <a:srgbClr val="2356AF"/>
              </a:solidFill>
              <a:latin typeface="Jost"/>
              <a:ea typeface="Jost"/>
              <a:cs typeface="Jost"/>
              <a:sym typeface="Jost"/>
            </a:endParaRPr>
          </a:p>
        </p:txBody>
      </p:sp>
      <p:sp>
        <p:nvSpPr>
          <p:cNvPr id="1084" name="Google Shape;1084;g1f3daf8a844_0_64"/>
          <p:cNvSpPr txBox="1"/>
          <p:nvPr/>
        </p:nvSpPr>
        <p:spPr>
          <a:xfrm>
            <a:off x="6945355"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n</a:t>
            </a:r>
            <a:endParaRPr sz="5500" b="0" i="0" u="none" strike="noStrike" cap="none">
              <a:solidFill>
                <a:srgbClr val="2356AF"/>
              </a:solidFill>
              <a:latin typeface="Jost"/>
              <a:ea typeface="Jost"/>
              <a:cs typeface="Jost"/>
              <a:sym typeface="Jost"/>
            </a:endParaRPr>
          </a:p>
        </p:txBody>
      </p:sp>
      <p:sp>
        <p:nvSpPr>
          <p:cNvPr id="1085" name="Google Shape;1085;g1f3daf8a844_0_64"/>
          <p:cNvSpPr txBox="1"/>
          <p:nvPr/>
        </p:nvSpPr>
        <p:spPr>
          <a:xfrm>
            <a:off x="4504350" y="2160375"/>
            <a:ext cx="12882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4600" b="0" i="0" u="none" strike="noStrike" cap="none">
                <a:solidFill>
                  <a:srgbClr val="00904C"/>
                </a:solidFill>
                <a:latin typeface="Poppins"/>
                <a:ea typeface="Poppins"/>
                <a:cs typeface="Poppins"/>
                <a:sym typeface="Poppins"/>
              </a:rPr>
              <a:t>a</a:t>
            </a:r>
            <a:r>
              <a:rPr lang="en-US" sz="5500" b="0" i="0" u="none" strike="noStrike" cap="none">
                <a:solidFill>
                  <a:srgbClr val="00904C"/>
                </a:solidFill>
                <a:latin typeface="Jost"/>
                <a:ea typeface="Jost"/>
                <a:cs typeface="Jost"/>
                <a:sym typeface="Jost"/>
              </a:rPr>
              <a:t>w</a:t>
            </a:r>
            <a:endParaRPr sz="5500" b="0" i="0" u="none" strike="noStrike" cap="none">
              <a:solidFill>
                <a:srgbClr val="00904C"/>
              </a:solidFill>
              <a:latin typeface="Jost"/>
              <a:ea typeface="Jost"/>
              <a:cs typeface="Jost"/>
              <a:sym typeface="Jost"/>
            </a:endParaRPr>
          </a:p>
        </p:txBody>
      </p:sp>
      <p:sp>
        <p:nvSpPr>
          <p:cNvPr id="1086" name="Google Shape;1086;g1f3daf8a844_0_64"/>
          <p:cNvSpPr txBox="1"/>
          <p:nvPr/>
        </p:nvSpPr>
        <p:spPr>
          <a:xfrm>
            <a:off x="3486775"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y</a:t>
            </a:r>
            <a:endParaRPr sz="5500" b="0" i="0" u="none" strike="noStrike" cap="none">
              <a:solidFill>
                <a:srgbClr val="2356AF"/>
              </a:solidFill>
              <a:latin typeface="Jost"/>
              <a:ea typeface="Jost"/>
              <a:cs typeface="Jost"/>
              <a:sym typeface="Jost"/>
            </a:endParaRPr>
          </a:p>
        </p:txBody>
      </p:sp>
      <p:cxnSp>
        <p:nvCxnSpPr>
          <p:cNvPr id="1087" name="Google Shape;1087;g1f3daf8a844_0_64"/>
          <p:cNvCxnSpPr/>
          <p:nvPr/>
        </p:nvCxnSpPr>
        <p:spPr>
          <a:xfrm>
            <a:off x="1181100" y="3648525"/>
            <a:ext cx="6781800" cy="0"/>
          </a:xfrm>
          <a:prstGeom prst="straightConnector1">
            <a:avLst/>
          </a:prstGeom>
          <a:noFill/>
          <a:ln w="19050" cap="flat" cmpd="sng">
            <a:solidFill>
              <a:srgbClr val="CFD9EF"/>
            </a:solidFill>
            <a:prstDash val="solid"/>
            <a:miter lim="800000"/>
            <a:headEnd type="none" w="sm" len="sm"/>
            <a:tailEnd type="none" w="sm" len="sm"/>
          </a:ln>
        </p:spPr>
      </p:cxn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092"/>
        <p:cNvGrpSpPr/>
        <p:nvPr/>
      </p:nvGrpSpPr>
      <p:grpSpPr>
        <a:xfrm>
          <a:off x="0" y="0"/>
          <a:ext cx="0" cy="0"/>
          <a:chOff x="0" y="0"/>
          <a:chExt cx="0" cy="0"/>
        </a:xfrm>
      </p:grpSpPr>
      <p:sp>
        <p:nvSpPr>
          <p:cNvPr id="1093" name="Google Shape;1093;g26f55fe722e_1_61"/>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094" name="Google Shape;1094;g26f55fe722e_1_61"/>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095" name="Google Shape;1095;g26f55fe722e_1_61"/>
          <p:cNvGrpSpPr/>
          <p:nvPr/>
        </p:nvGrpSpPr>
        <p:grpSpPr>
          <a:xfrm>
            <a:off x="3024000" y="209875"/>
            <a:ext cx="3096000" cy="454800"/>
            <a:chOff x="3024000" y="209875"/>
            <a:chExt cx="3096000" cy="454800"/>
          </a:xfrm>
        </p:grpSpPr>
        <p:sp>
          <p:nvSpPr>
            <p:cNvPr id="1096" name="Google Shape;1096;g26f55fe722e_1_61"/>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7" name="Google Shape;1097;g26f55fe722e_1_61"/>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098" name="Google Shape;1098;g26f55fe722e_1_61"/>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1099" name="Google Shape;1099;g26f55fe722e_1_61"/>
          <p:cNvCxnSpPr/>
          <p:nvPr/>
        </p:nvCxnSpPr>
        <p:spPr>
          <a:xfrm>
            <a:off x="1181100" y="3919050"/>
            <a:ext cx="6781800" cy="0"/>
          </a:xfrm>
          <a:prstGeom prst="straightConnector1">
            <a:avLst/>
          </a:prstGeom>
          <a:noFill/>
          <a:ln w="19050" cap="flat" cmpd="sng">
            <a:solidFill>
              <a:srgbClr val="CFD9EF"/>
            </a:solidFill>
            <a:prstDash val="solid"/>
            <a:miter lim="800000"/>
            <a:headEnd type="none" w="sm" len="sm"/>
            <a:tailEnd type="none" w="sm" len="sm"/>
          </a:ln>
        </p:spPr>
      </p:cxnSp>
      <p:cxnSp>
        <p:nvCxnSpPr>
          <p:cNvPr id="1100" name="Google Shape;1100;g26f55fe722e_1_61"/>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01" name="Google Shape;1101;g26f55fe722e_1_61"/>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02" name="Google Shape;1102;g26f55fe722e_1_61"/>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103" name="Google Shape;1103;g26f55fe722e_1_61"/>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104" name="Google Shape;1104;g26f55fe722e_1_61"/>
          <p:cNvSpPr txBox="1"/>
          <p:nvPr/>
        </p:nvSpPr>
        <p:spPr>
          <a:xfrm>
            <a:off x="1193375" y="3501975"/>
            <a:ext cx="6781800" cy="2931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800"/>
              <a:buFont typeface="Arial"/>
              <a:buNone/>
            </a:pPr>
            <a:r>
              <a:rPr lang="en-US" sz="1800" b="0" i="0" u="none" strike="noStrike" cap="none">
                <a:solidFill>
                  <a:srgbClr val="B7B7B7"/>
                </a:solidFill>
                <a:latin typeface="Jost"/>
                <a:ea typeface="Jost"/>
                <a:cs typeface="Jost"/>
                <a:sym typeface="Jost"/>
              </a:rPr>
              <a:t>r</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w p</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w j</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w l</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w cl</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w l</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wn y</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wn</a:t>
            </a:r>
            <a:endParaRPr sz="1800" b="0" i="0" u="none" strike="noStrike" cap="none">
              <a:solidFill>
                <a:srgbClr val="B7B7B7"/>
              </a:solidFill>
              <a:latin typeface="Jost"/>
              <a:ea typeface="Jost"/>
              <a:cs typeface="Jost"/>
              <a:sym typeface="Jost"/>
            </a:endParaRPr>
          </a:p>
        </p:txBody>
      </p:sp>
      <p:sp>
        <p:nvSpPr>
          <p:cNvPr id="1105" name="Google Shape;1105;g26f55fe722e_1_61"/>
          <p:cNvSpPr txBox="1"/>
          <p:nvPr/>
        </p:nvSpPr>
        <p:spPr>
          <a:xfrm>
            <a:off x="2333951"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p</a:t>
            </a:r>
            <a:endParaRPr sz="5500" b="0" i="0" u="none" strike="noStrike" cap="none">
              <a:solidFill>
                <a:srgbClr val="2356AF"/>
              </a:solidFill>
              <a:latin typeface="Jost"/>
              <a:ea typeface="Jost"/>
              <a:cs typeface="Jost"/>
              <a:sym typeface="Jost"/>
            </a:endParaRPr>
          </a:p>
        </p:txBody>
      </p:sp>
      <p:sp>
        <p:nvSpPr>
          <p:cNvPr id="1106" name="Google Shape;1106;g26f55fe722e_1_61"/>
          <p:cNvSpPr txBox="1"/>
          <p:nvPr/>
        </p:nvSpPr>
        <p:spPr>
          <a:xfrm>
            <a:off x="5792506"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c</a:t>
            </a:r>
            <a:endParaRPr sz="5500" b="0" i="0" u="none" strike="noStrike" cap="none">
              <a:solidFill>
                <a:srgbClr val="2356AF"/>
              </a:solidFill>
              <a:latin typeface="Jost"/>
              <a:ea typeface="Jost"/>
              <a:cs typeface="Jost"/>
              <a:sym typeface="Jost"/>
            </a:endParaRPr>
          </a:p>
        </p:txBody>
      </p:sp>
      <p:sp>
        <p:nvSpPr>
          <p:cNvPr id="1107" name="Google Shape;1107;g26f55fe722e_1_61"/>
          <p:cNvSpPr txBox="1"/>
          <p:nvPr/>
        </p:nvSpPr>
        <p:spPr>
          <a:xfrm>
            <a:off x="1181100"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r</a:t>
            </a:r>
            <a:endParaRPr sz="5500" b="0" i="0" u="none" strike="noStrike" cap="none">
              <a:solidFill>
                <a:srgbClr val="2356AF"/>
              </a:solidFill>
              <a:latin typeface="Jost"/>
              <a:ea typeface="Jost"/>
              <a:cs typeface="Jost"/>
              <a:sym typeface="Jost"/>
            </a:endParaRPr>
          </a:p>
        </p:txBody>
      </p:sp>
      <p:sp>
        <p:nvSpPr>
          <p:cNvPr id="1108" name="Google Shape;1108;g26f55fe722e_1_61"/>
          <p:cNvSpPr txBox="1"/>
          <p:nvPr/>
        </p:nvSpPr>
        <p:spPr>
          <a:xfrm>
            <a:off x="3486803"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j</a:t>
            </a:r>
            <a:endParaRPr sz="5500" b="0" i="0" u="none" strike="noStrike" cap="none">
              <a:solidFill>
                <a:srgbClr val="2356AF"/>
              </a:solidFill>
              <a:latin typeface="Jost"/>
              <a:ea typeface="Jost"/>
              <a:cs typeface="Jost"/>
              <a:sym typeface="Jost"/>
            </a:endParaRPr>
          </a:p>
        </p:txBody>
      </p:sp>
      <p:sp>
        <p:nvSpPr>
          <p:cNvPr id="1109" name="Google Shape;1109;g26f55fe722e_1_61"/>
          <p:cNvSpPr txBox="1"/>
          <p:nvPr/>
        </p:nvSpPr>
        <p:spPr>
          <a:xfrm>
            <a:off x="4639654"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l</a:t>
            </a:r>
            <a:endParaRPr sz="5500" b="0" i="0" u="none" strike="noStrike" cap="none">
              <a:solidFill>
                <a:srgbClr val="2356AF"/>
              </a:solidFill>
              <a:latin typeface="Jost"/>
              <a:ea typeface="Jost"/>
              <a:cs typeface="Jost"/>
              <a:sym typeface="Jost"/>
            </a:endParaRPr>
          </a:p>
        </p:txBody>
      </p:sp>
      <p:cxnSp>
        <p:nvCxnSpPr>
          <p:cNvPr id="1110" name="Google Shape;1110;g26f55fe722e_1_61"/>
          <p:cNvCxnSpPr/>
          <p:nvPr/>
        </p:nvCxnSpPr>
        <p:spPr>
          <a:xfrm>
            <a:off x="1181100" y="3378000"/>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1111" name="Google Shape;1111;g26f55fe722e_1_61"/>
          <p:cNvSpPr txBox="1"/>
          <p:nvPr/>
        </p:nvSpPr>
        <p:spPr>
          <a:xfrm>
            <a:off x="6945355"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n</a:t>
            </a:r>
            <a:endParaRPr sz="5500" b="0" i="0" u="none" strike="noStrike" cap="none">
              <a:solidFill>
                <a:srgbClr val="2356AF"/>
              </a:solidFill>
              <a:latin typeface="Jost"/>
              <a:ea typeface="Jost"/>
              <a:cs typeface="Jost"/>
              <a:sym typeface="Jost"/>
            </a:endParaRPr>
          </a:p>
        </p:txBody>
      </p:sp>
      <p:sp>
        <p:nvSpPr>
          <p:cNvPr id="1112" name="Google Shape;1112;g26f55fe722e_1_61"/>
          <p:cNvSpPr txBox="1"/>
          <p:nvPr/>
        </p:nvSpPr>
        <p:spPr>
          <a:xfrm>
            <a:off x="4445525" y="2160375"/>
            <a:ext cx="14058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4600" b="0" i="0" u="none" strike="noStrike" cap="none">
                <a:solidFill>
                  <a:srgbClr val="00904C"/>
                </a:solidFill>
                <a:latin typeface="Poppins"/>
                <a:ea typeface="Poppins"/>
                <a:cs typeface="Poppins"/>
                <a:sym typeface="Poppins"/>
              </a:rPr>
              <a:t>a</a:t>
            </a:r>
            <a:r>
              <a:rPr lang="en-US" sz="5500" b="0" i="0" u="none" strike="noStrike" cap="none">
                <a:solidFill>
                  <a:srgbClr val="00904C"/>
                </a:solidFill>
                <a:latin typeface="Jost"/>
                <a:ea typeface="Jost"/>
                <a:cs typeface="Jost"/>
                <a:sym typeface="Jost"/>
              </a:rPr>
              <a:t>w</a:t>
            </a:r>
            <a:endParaRPr sz="5500" b="0" i="0" u="none" strike="noStrike" cap="none">
              <a:solidFill>
                <a:srgbClr val="00904C"/>
              </a:solidFill>
              <a:latin typeface="Jost"/>
              <a:ea typeface="Jost"/>
              <a:cs typeface="Jost"/>
              <a:sym typeface="Jost"/>
            </a:endParaRPr>
          </a:p>
        </p:txBody>
      </p:sp>
      <p:sp>
        <p:nvSpPr>
          <p:cNvPr id="1113" name="Google Shape;1113;g26f55fe722e_1_61"/>
          <p:cNvSpPr txBox="1"/>
          <p:nvPr/>
        </p:nvSpPr>
        <p:spPr>
          <a:xfrm>
            <a:off x="3486775"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y</a:t>
            </a:r>
            <a:endParaRPr sz="5500" b="0" i="0" u="none" strike="noStrike" cap="none">
              <a:solidFill>
                <a:srgbClr val="2356AF"/>
              </a:solidFill>
              <a:latin typeface="Jost"/>
              <a:ea typeface="Jost"/>
              <a:cs typeface="Jost"/>
              <a:sym typeface="Jost"/>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414</Words>
  <Application>Microsoft Office PowerPoint</Application>
  <PresentationFormat>On-screen Show (4:3)</PresentationFormat>
  <Paragraphs>163</Paragraphs>
  <Slides>26</Slides>
  <Notes>26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26</vt:i4>
      </vt:variant>
    </vt:vector>
  </HeadingPairs>
  <TitlesOfParts>
    <vt:vector size="34" baseType="lpstr">
      <vt:lpstr>Calibri</vt:lpstr>
      <vt:lpstr>Nunito Black</vt:lpstr>
      <vt:lpstr>Poppins SemiBold</vt:lpstr>
      <vt:lpstr>Arial</vt:lpstr>
      <vt:lpstr>Poppins Medium</vt:lpstr>
      <vt:lpstr>Poppins</vt:lpstr>
      <vt:lpstr>Jost</vt:lpstr>
      <vt:lpstr>Office Theme</vt:lpstr>
      <vt:lpstr>PowerPoint Presentation</vt:lpstr>
      <vt:lpstr>PowerPoint Presentation</vt:lpstr>
      <vt:lpstr>Recall all GPCs learned so far using flashcards.</vt:lpstr>
      <vt:lpstr>Recall all GPCs learned so far using flashcards.</vt:lpstr>
      <vt:lpstr>Recall all GPCs learned so far using flashcards.</vt:lpstr>
      <vt:lpstr>Review Phase 2 Common Exception Words  as I is no go to into the put his has of pull full.</vt:lpstr>
      <vt:lpstr>Review Phase 3 Common Exception Words push they me we be he she my by looked you are there here were all sure.</vt:lpstr>
      <vt:lpstr>Review Phase 4 Common Exception Words said like out have some come what was so old do little one.</vt:lpstr>
      <vt:lpstr>Review Phase 5 Common Exception Words today house mouse hour because Mr Mrs Ms.</vt:lpstr>
      <vt:lpstr>Hear Phonemes</vt:lpstr>
      <vt:lpstr>Hear Phonemes</vt:lpstr>
      <vt:lpstr>Teach Grapheme Caption</vt:lpstr>
      <vt:lpstr>Teach Lowercase Formation</vt:lpstr>
      <vt:lpstr>Explain Decoding</vt:lpstr>
      <vt:lpstr>Model Blending Phonemes</vt:lpstr>
      <vt:lpstr>Model Blending Phonemes</vt:lpstr>
      <vt:lpstr>Model Blending Phonemes</vt:lpstr>
      <vt:lpstr>Explain Encoding</vt:lpstr>
      <vt:lpstr>Build a Decodable Word</vt:lpstr>
      <vt:lpstr>Build a Decodable Word</vt:lpstr>
      <vt:lpstr>Practise with Alien Words</vt:lpstr>
      <vt:lpstr>Practise with Alien Words</vt:lpstr>
      <vt:lpstr>Practise High Frequency Words</vt:lpstr>
      <vt:lpstr>Practise High Frequency Words</vt:lpstr>
      <vt:lpstr>Practise Building Words</vt:lpstr>
      <vt:lpstr>Practise Building Words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2026-05-20T05:02:42Z</dcterms:modified>
</cp:coreProperties>
</file>