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Finger Paint" panose="020B0604020202020204" charset="0"/>
      <p:regular r:id="rId25"/>
    </p:embeddedFon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js8HTfkMHhCJhRvQZVLLnNsHY7x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D0EA14-6E33-46A8-AF16-08C9AA48AE38}">
  <a:tblStyle styleId="{D1D0EA14-6E33-46A8-AF16-08C9AA48AE3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2d9dd6711a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2d9dd6711a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g2d9dd6711a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2" name="Google Shape;752;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1" name="Google Shape;761;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c41dae77b7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c41dae77b7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c41dae77b7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2c41dae77b7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2c41dae77b7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6" name="Google Shape;856;g2c41dae77b7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3" name="Google Shape;89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4" name="Google Shape;89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31b169a9839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31b169a983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31b169a9839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31b169a9839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31b169a9839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31b169a9839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26c2d64e935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2" name="Google Shape;972;g26c2d64e935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3" name="Google Shape;973;g26c2d64e935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'ck'</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4 - Monday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16</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7.png"/><Relationship Id="rId7" Type="http://schemas.openxmlformats.org/officeDocument/2006/relationships/slide" Target="slide5.xml"/><Relationship Id="rId12"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8.xml"/><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'ck'</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16</a:t>
            </a:r>
            <a:endParaRPr/>
          </a:p>
        </p:txBody>
      </p:sp>
      <p:pic>
        <p:nvPicPr>
          <p:cNvPr id="689" name="Google Shape;689;p1"/>
          <p:cNvPicPr preferRelativeResize="0"/>
          <p:nvPr/>
        </p:nvPicPr>
        <p:blipFill rotWithShape="1">
          <a:blip r:embed="rId3">
            <a:alphaModFix/>
          </a:blip>
          <a:srcRect/>
          <a:stretch/>
        </p:blipFill>
        <p:spPr>
          <a:xfrm rot="216834">
            <a:off x="4049891" y="4418160"/>
            <a:ext cx="2493521" cy="997851"/>
          </a:xfrm>
          <a:prstGeom prst="rect">
            <a:avLst/>
          </a:prstGeom>
          <a:noFill/>
          <a:ln>
            <a:noFill/>
          </a:ln>
          <a:effectLst>
            <a:outerShdw blurRad="71438" dist="38100" dir="5220000" algn="bl" rotWithShape="0">
              <a:srgbClr val="000000">
                <a:alpha val="21176"/>
              </a:srgbClr>
            </a:outerShdw>
          </a:effectLst>
        </p:spPr>
      </p:pic>
      <p:pic>
        <p:nvPicPr>
          <p:cNvPr id="690" name="Google Shape;690;p1"/>
          <p:cNvPicPr preferRelativeResize="0"/>
          <p:nvPr/>
        </p:nvPicPr>
        <p:blipFill rotWithShape="1">
          <a:blip r:embed="rId4">
            <a:alphaModFix/>
          </a:blip>
          <a:srcRect t="228" b="21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1" name="Google Shape;691;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92" name="Google Shape;692;p1"/>
          <p:cNvGraphicFramePr/>
          <p:nvPr/>
        </p:nvGraphicFramePr>
        <p:xfrm>
          <a:off x="4844200" y="1891197"/>
          <a:ext cx="3785000" cy="1678950"/>
        </p:xfrm>
        <a:graphic>
          <a:graphicData uri="http://schemas.openxmlformats.org/drawingml/2006/table">
            <a:tbl>
              <a:tblPr firstRow="1" bandRow="1">
                <a:noFill/>
                <a:tableStyleId>{D1D0EA14-6E33-46A8-AF16-08C9AA48AE38}</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ck</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consonant digraph </a:t>
            </a:r>
            <a:r>
              <a:rPr lang="en-US">
                <a:solidFill>
                  <a:srgbClr val="8DC63F"/>
                </a:solidFill>
              </a:rPr>
              <a:t>ck</a:t>
            </a:r>
            <a:r>
              <a:rPr lang="en-US"/>
              <a:t>.</a:t>
            </a:r>
            <a:endParaRPr/>
          </a:p>
        </p:txBody>
      </p:sp>
      <p:sp>
        <p:nvSpPr>
          <p:cNvPr id="699" name="Google Shape;699;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a:t>
            </a:r>
            <a:r>
              <a:rPr lang="en-US"/>
              <a:t> using flashcards.</a:t>
            </a:r>
            <a:endParaRPr/>
          </a:p>
        </p:txBody>
      </p:sp>
      <p:sp>
        <p:nvSpPr>
          <p:cNvPr id="700" name="Google Shape;70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1" name="Google Shape;70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6">
            <a:alphaModFix/>
          </a:blip>
          <a:srcRect t="228" b="21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3" name="Google Shape;713;g2bee4f4af4b_0_204">
            <a:hlinkClick r:id="rId7" action="ppaction://hlinksldjump"/>
          </p:cNvPr>
          <p:cNvSpPr/>
          <p:nvPr/>
        </p:nvSpPr>
        <p:spPr>
          <a:xfrm>
            <a:off x="1019717" y="387511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8" action="ppaction://hlinksldjump"/>
          </p:cNvPr>
          <p:cNvSpPr/>
          <p:nvPr/>
        </p:nvSpPr>
        <p:spPr>
          <a:xfrm>
            <a:off x="2404768"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9" action="ppaction://hlinksldjump"/>
          </p:cNvPr>
          <p:cNvSpPr/>
          <p:nvPr/>
        </p:nvSpPr>
        <p:spPr>
          <a:xfrm>
            <a:off x="3515926" y="373711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10" action="ppaction://hlinksldjump"/>
          </p:cNvPr>
          <p:cNvSpPr/>
          <p:nvPr/>
        </p:nvSpPr>
        <p:spPr>
          <a:xfrm>
            <a:off x="4887185" y="376192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1" action="ppaction://hlinksldjump"/>
          </p:cNvPr>
          <p:cNvSpPr/>
          <p:nvPr/>
        </p:nvSpPr>
        <p:spPr>
          <a:xfrm>
            <a:off x="59543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9" name="Google Shape;719;g2bee4f4af4b_0_204"/>
          <p:cNvSpPr txBox="1"/>
          <p:nvPr/>
        </p:nvSpPr>
        <p:spPr>
          <a:xfrm>
            <a:off x="5814702" y="5256525"/>
            <a:ext cx="1507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Common Exception Word Cards</a:t>
            </a:r>
            <a:endParaRPr sz="1400" b="0" i="0" u="none" strike="noStrike" cap="none" dirty="0">
              <a:solidFill>
                <a:srgbClr val="000000"/>
              </a:solidFill>
              <a:latin typeface="Poppins Medium"/>
              <a:ea typeface="Poppins Medium"/>
              <a:cs typeface="Poppins Medium"/>
              <a:sym typeface="Poppins Medium"/>
            </a:endParaRPr>
          </a:p>
        </p:txBody>
      </p:sp>
      <p:pic>
        <p:nvPicPr>
          <p:cNvPr id="720" name="Google Shape;720;g2bee4f4af4b_0_204"/>
          <p:cNvPicPr preferRelativeResize="0"/>
          <p:nvPr/>
        </p:nvPicPr>
        <p:blipFill rotWithShape="1">
          <a:blip r:embed="rId12">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27" name="Google Shape;727;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 k</a:t>
            </a:r>
            <a:r>
              <a:rPr lang="en-US"/>
              <a:t> using flashcards.</a:t>
            </a:r>
            <a:endParaRPr/>
          </a:p>
        </p:txBody>
      </p:sp>
      <p:pic>
        <p:nvPicPr>
          <p:cNvPr id="728" name="Google Shape;72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29" name="Google Shape;72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0" name="Google Shape;73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1" name="Google Shape;73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32" name="Google Shape;73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3" name="Google Shape;73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35" name="Google Shape;73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6" name="Google Shape;73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37" name="Google Shape;73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38" name="Google Shape;73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39" name="Google Shape;73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2d9dd6711a2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46" name="Google Shape;746;g2d9dd6711a2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47" name="Google Shape;747;g2d9dd6711a2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48" name="Google Shape;748;g2d9dd6711a2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55" name="Google Shape;755;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56" name="Google Shape;756;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57" name="Google Shape;75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4" name="Google Shape;764;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5" name="Google Shape;765;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6" name="Google Shape;766;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3" name="Google Shape;77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74" name="Google Shape;774;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75" name="Google Shape;77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82" name="Google Shape;78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783" name="Google Shape;783;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84" name="Google Shape;784;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791" name="Google Shape;791;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792" name="Google Shape;792;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799" name="Google Shape;799;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00" name="Google Shape;800;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1" name="Google Shape;801;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2" name="Google Shape;802;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3" name="Google Shape;803;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4" name="Google Shape;804;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05" name="Google Shape;805;g2c2ffdd0de5_0_0"/>
          <p:cNvGrpSpPr/>
          <p:nvPr/>
        </p:nvGrpSpPr>
        <p:grpSpPr>
          <a:xfrm>
            <a:off x="304250" y="6984600"/>
            <a:ext cx="8330829" cy="808600"/>
            <a:chOff x="-152950" y="7365600"/>
            <a:chExt cx="8330829" cy="808600"/>
          </a:xfrm>
        </p:grpSpPr>
        <p:sp>
          <p:nvSpPr>
            <p:cNvPr id="806" name="Google Shape;806;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07" name="Google Shape;807;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08" name="Google Shape;808;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09" name="Google Shape;809;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10" name="Google Shape;810;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11" name="Google Shape;811;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12" name="Google Shape;812;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13" name="Google Shape;813;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14" name="Google Shape;814;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5" name="Google Shape;815;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6" name="Google Shape;816;g2c2ffdd0de5_0_0"/>
          <p:cNvSpPr/>
          <p:nvPr/>
        </p:nvSpPr>
        <p:spPr>
          <a:xfrm>
            <a:off x="28808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7" name="Google Shape;817;g2c2ffdd0de5_0_0"/>
          <p:cNvSpPr/>
          <p:nvPr/>
        </p:nvSpPr>
        <p:spPr>
          <a:xfrm>
            <a:off x="40466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18" name="Google Shape;818;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19" name="Google Shape;819;g2c2ffdd0de5_0_0"/>
          <p:cNvSpPr txBox="1">
            <a:spLocks noGrp="1"/>
          </p:cNvSpPr>
          <p:nvPr>
            <p:ph type="subTitle" idx="4294967295"/>
          </p:nvPr>
        </p:nvSpPr>
        <p:spPr>
          <a:xfrm>
            <a:off x="4744213" y="1308025"/>
            <a:ext cx="208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820" name="Google Shape;820;g2c2ffdd0de5_0_0"/>
          <p:cNvSpPr txBox="1">
            <a:spLocks noGrp="1"/>
          </p:cNvSpPr>
          <p:nvPr>
            <p:ph type="subTitle" idx="4294967295"/>
          </p:nvPr>
        </p:nvSpPr>
        <p:spPr>
          <a:xfrm>
            <a:off x="23111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21" name="Google Shape;821;g2c2ffdd0de5_0_0"/>
          <p:cNvSpPr txBox="1">
            <a:spLocks noGrp="1"/>
          </p:cNvSpPr>
          <p:nvPr>
            <p:ph type="subTitle" idx="4294967295"/>
          </p:nvPr>
        </p:nvSpPr>
        <p:spPr>
          <a:xfrm>
            <a:off x="34770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822" name="Google Shape;822;g2c2ffdd0de5_0_0"/>
          <p:cNvSpPr/>
          <p:nvPr/>
        </p:nvSpPr>
        <p:spPr>
          <a:xfrm>
            <a:off x="4911790" y="4011888"/>
            <a:ext cx="17535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c41dae77b7_0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9" name="Google Shape;829;g2c41dae77b7_0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0" name="Google Shape;830;g2c41dae77b7_0_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g2c41dae77b7_0_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c41dae77b7_0_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3" name="Google Shape;833;g2c41dae77b7_0_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4" name="Google Shape;834;g2c41dae77b7_0_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5" name="Google Shape;835;g2c41dae77b7_0_3"/>
          <p:cNvGrpSpPr/>
          <p:nvPr/>
        </p:nvGrpSpPr>
        <p:grpSpPr>
          <a:xfrm>
            <a:off x="304250" y="6984600"/>
            <a:ext cx="8330829" cy="808600"/>
            <a:chOff x="-152950" y="7365600"/>
            <a:chExt cx="8330829" cy="808600"/>
          </a:xfrm>
        </p:grpSpPr>
        <p:sp>
          <p:nvSpPr>
            <p:cNvPr id="836" name="Google Shape;836;g2c41dae77b7_0_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7" name="Google Shape;837;g2c41dae77b7_0_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8" name="Google Shape;838;g2c41dae77b7_0_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9" name="Google Shape;839;g2c41dae77b7_0_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0" name="Google Shape;840;g2c41dae77b7_0_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1" name="Google Shape;841;g2c41dae77b7_0_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2" name="Google Shape;842;g2c41dae77b7_0_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3" name="Google Shape;843;g2c41dae77b7_0_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4" name="Google Shape;844;g2c41dae77b7_0_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5" name="Google Shape;845;g2c41dae77b7_0_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6" name="Google Shape;846;g2c41dae77b7_0_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7" name="Google Shape;847;g2c41dae77b7_0_3"/>
          <p:cNvSpPr/>
          <p:nvPr/>
        </p:nvSpPr>
        <p:spPr>
          <a:xfrm>
            <a:off x="28808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8" name="Google Shape;848;g2c41dae77b7_0_3"/>
          <p:cNvSpPr/>
          <p:nvPr/>
        </p:nvSpPr>
        <p:spPr>
          <a:xfrm>
            <a:off x="40466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9" name="Google Shape;849;g2c41dae77b7_0_3"/>
          <p:cNvSpPr txBox="1">
            <a:spLocks noGrp="1"/>
          </p:cNvSpPr>
          <p:nvPr>
            <p:ph type="subTitle" idx="4294967295"/>
          </p:nvPr>
        </p:nvSpPr>
        <p:spPr>
          <a:xfrm>
            <a:off x="4744213" y="1308025"/>
            <a:ext cx="208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850" name="Google Shape;850;g2c41dae77b7_0_3"/>
          <p:cNvSpPr txBox="1">
            <a:spLocks noGrp="1"/>
          </p:cNvSpPr>
          <p:nvPr>
            <p:ph type="subTitle" idx="4294967295"/>
          </p:nvPr>
        </p:nvSpPr>
        <p:spPr>
          <a:xfrm>
            <a:off x="23111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851" name="Google Shape;851;g2c41dae77b7_0_3"/>
          <p:cNvSpPr txBox="1">
            <a:spLocks noGrp="1"/>
          </p:cNvSpPr>
          <p:nvPr>
            <p:ph type="subTitle" idx="4294967295"/>
          </p:nvPr>
        </p:nvSpPr>
        <p:spPr>
          <a:xfrm>
            <a:off x="34770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852" name="Google Shape;852;g2c41dae77b7_0_3"/>
          <p:cNvSpPr/>
          <p:nvPr/>
        </p:nvSpPr>
        <p:spPr>
          <a:xfrm>
            <a:off x="4911790" y="4011888"/>
            <a:ext cx="17535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g2c41dae77b7_0_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9" name="Google Shape;859;g2c41dae77b7_0_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0" name="Google Shape;860;g2c41dae77b7_0_3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c41dae77b7_0_3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c41dae77b7_0_3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3" name="Google Shape;863;g2c41dae77b7_0_3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c41dae77b7_0_3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5" name="Google Shape;865;g2c41dae77b7_0_32"/>
          <p:cNvGrpSpPr/>
          <p:nvPr/>
        </p:nvGrpSpPr>
        <p:grpSpPr>
          <a:xfrm>
            <a:off x="304250" y="6984600"/>
            <a:ext cx="8330829" cy="808600"/>
            <a:chOff x="-152950" y="7365600"/>
            <a:chExt cx="8330829" cy="808600"/>
          </a:xfrm>
        </p:grpSpPr>
        <p:sp>
          <p:nvSpPr>
            <p:cNvPr id="866" name="Google Shape;866;g2c41dae77b7_0_3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7" name="Google Shape;867;g2c41dae77b7_0_3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8" name="Google Shape;868;g2c41dae77b7_0_3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9" name="Google Shape;869;g2c41dae77b7_0_3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0" name="Google Shape;870;g2c41dae77b7_0_3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1" name="Google Shape;871;g2c41dae77b7_0_3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2" name="Google Shape;872;g2c41dae77b7_0_3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3" name="Google Shape;873;g2c41dae77b7_0_3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4" name="Google Shape;874;g2c41dae77b7_0_3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c41dae77b7_0_3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c41dae77b7_0_32"/>
          <p:cNvSpPr/>
          <p:nvPr/>
        </p:nvSpPr>
        <p:spPr>
          <a:xfrm>
            <a:off x="40211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7" name="Google Shape;877;g2c41dae77b7_0_3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c41dae77b7_0_32"/>
          <p:cNvSpPr txBox="1"/>
          <p:nvPr/>
        </p:nvSpPr>
        <p:spPr>
          <a:xfrm>
            <a:off x="3328500" y="141276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600"/>
              <a:buFont typeface="Arial"/>
              <a:buNone/>
            </a:pPr>
            <a:r>
              <a:rPr lang="en-US" sz="12600" b="0" i="0" u="none" strike="noStrike" cap="none">
                <a:solidFill>
                  <a:srgbClr val="ED1C24"/>
                </a:solidFill>
                <a:latin typeface="Poppins"/>
                <a:ea typeface="Poppins"/>
                <a:cs typeface="Poppins"/>
                <a:sym typeface="Poppins"/>
              </a:rPr>
              <a:t>a</a:t>
            </a:r>
            <a:endParaRPr sz="13600" b="0" i="0" u="none" strike="noStrike" cap="none">
              <a:solidFill>
                <a:srgbClr val="ED1C24"/>
              </a:solidFill>
              <a:latin typeface="Jost"/>
              <a:ea typeface="Jost"/>
              <a:cs typeface="Jost"/>
              <a:sym typeface="Jost"/>
            </a:endParaRPr>
          </a:p>
        </p:txBody>
      </p:sp>
      <p:sp>
        <p:nvSpPr>
          <p:cNvPr id="879" name="Google Shape;879;g2c41dae77b7_0_32"/>
          <p:cNvSpPr/>
          <p:nvPr/>
        </p:nvSpPr>
        <p:spPr>
          <a:xfrm>
            <a:off x="28808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0" name="Google Shape;880;g2c41dae77b7_0_32"/>
          <p:cNvSpPr txBox="1">
            <a:spLocks noGrp="1"/>
          </p:cNvSpPr>
          <p:nvPr>
            <p:ph type="subTitle" idx="4294967295"/>
          </p:nvPr>
        </p:nvSpPr>
        <p:spPr>
          <a:xfrm>
            <a:off x="4744213" y="1308025"/>
            <a:ext cx="208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881" name="Google Shape;881;g2c41dae77b7_0_32"/>
          <p:cNvSpPr txBox="1">
            <a:spLocks noGrp="1"/>
          </p:cNvSpPr>
          <p:nvPr>
            <p:ph type="subTitle" idx="4294967295"/>
          </p:nvPr>
        </p:nvSpPr>
        <p:spPr>
          <a:xfrm>
            <a:off x="23111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82" name="Google Shape;882;g2c41dae77b7_0_32"/>
          <p:cNvSpPr/>
          <p:nvPr/>
        </p:nvSpPr>
        <p:spPr>
          <a:xfrm>
            <a:off x="4911790" y="4011888"/>
            <a:ext cx="17535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9" name="Google Shape;88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0" name="Google Shape;89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7" name="Google Shape;89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8" name="Google Shape;898;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899" name="Google Shape;89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6" name="Google Shape;90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7" name="Google Shape;907;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8" name="Google Shape;90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5" name="Google Shape;91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6" name="Google Shape;916;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7" name="Google Shape;91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4" name="Google Shape;92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5" name="Google Shape;925;g2c186218c5a_0_149"/>
          <p:cNvPicPr preferRelativeResize="0"/>
          <p:nvPr/>
        </p:nvPicPr>
        <p:blipFill rotWithShape="1">
          <a:blip r:embed="rId3">
            <a:alphaModFix/>
          </a:blip>
          <a:srcRect/>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6" name="Google Shape;92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31b169a9839_0_0"/>
          <p:cNvSpPr txBox="1">
            <a:spLocks noGrp="1"/>
          </p:cNvSpPr>
          <p:nvPr>
            <p:ph type="title"/>
          </p:nvPr>
        </p:nvSpPr>
        <p:spPr>
          <a:xfrm>
            <a:off x="945650" y="5568500"/>
            <a:ext cx="7252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33" name="Google Shape;933;g31b169a9839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34" name="Google Shape;934;g31b169a9839_0_0"/>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35" name="Google Shape;935;g31b169a9839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31b169a9839_0_8"/>
          <p:cNvSpPr txBox="1">
            <a:spLocks noGrp="1"/>
          </p:cNvSpPr>
          <p:nvPr>
            <p:ph type="title"/>
          </p:nvPr>
        </p:nvSpPr>
        <p:spPr>
          <a:xfrm>
            <a:off x="958175" y="5568500"/>
            <a:ext cx="7227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42" name="Google Shape;942;g31b169a9839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43" name="Google Shape;943;g31b169a9839_0_8"/>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44" name="Google Shape;944;g31b169a9839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51" name="Google Shape;95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52" name="Google Shape;952;g1f3daf8a844_0_64"/>
          <p:cNvGrpSpPr/>
          <p:nvPr/>
        </p:nvGrpSpPr>
        <p:grpSpPr>
          <a:xfrm>
            <a:off x="3024000" y="209875"/>
            <a:ext cx="3096000" cy="454800"/>
            <a:chOff x="3024000" y="209875"/>
            <a:chExt cx="3096000" cy="454800"/>
          </a:xfrm>
        </p:grpSpPr>
        <p:sp>
          <p:nvSpPr>
            <p:cNvPr id="953" name="Google Shape;95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5" name="Google Shape;95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6" name="Google Shape;95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7" name="Google Shape;95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8" name="Google Shape;95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59" name="Google Shape;95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0" name="Google Shape;960;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61" name="Google Shape;961;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2356AF"/>
              </a:solidFill>
              <a:latin typeface="Jost"/>
              <a:ea typeface="Jost"/>
              <a:cs typeface="Jost"/>
              <a:sym typeface="Jost"/>
            </a:endParaRPr>
          </a:p>
        </p:txBody>
      </p:sp>
      <p:sp>
        <p:nvSpPr>
          <p:cNvPr id="962" name="Google Shape;962;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63" name="Google Shape;963;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ED1C24"/>
              </a:solidFill>
              <a:latin typeface="Jost"/>
              <a:ea typeface="Jost"/>
              <a:cs typeface="Jost"/>
              <a:sym typeface="Jost"/>
            </a:endParaRPr>
          </a:p>
        </p:txBody>
      </p:sp>
      <p:sp>
        <p:nvSpPr>
          <p:cNvPr id="964" name="Google Shape;964;g1f3daf8a844_0_64"/>
          <p:cNvSpPr txBox="1"/>
          <p:nvPr/>
        </p:nvSpPr>
        <p:spPr>
          <a:xfrm>
            <a:off x="4639654"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
        <p:nvSpPr>
          <p:cNvPr id="965" name="Google Shape;96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66" name="Google Shape;966;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967" name="Google Shape;967;g1f3daf8a844_0_64"/>
          <p:cNvSpPr txBox="1"/>
          <p:nvPr/>
        </p:nvSpPr>
        <p:spPr>
          <a:xfrm>
            <a:off x="28341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968" name="Google Shape;968;g1f3daf8a844_0_64"/>
          <p:cNvSpPr txBox="1"/>
          <p:nvPr/>
        </p:nvSpPr>
        <p:spPr>
          <a:xfrm>
            <a:off x="52922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cxnSp>
        <p:nvCxnSpPr>
          <p:cNvPr id="969" name="Google Shape;96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g26c2d64e935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76" name="Google Shape;976;g26c2d64e935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77" name="Google Shape;977;g26c2d64e935_0_742"/>
          <p:cNvGrpSpPr/>
          <p:nvPr/>
        </p:nvGrpSpPr>
        <p:grpSpPr>
          <a:xfrm>
            <a:off x="3024000" y="209875"/>
            <a:ext cx="3096000" cy="454800"/>
            <a:chOff x="3024000" y="209875"/>
            <a:chExt cx="3096000" cy="454800"/>
          </a:xfrm>
        </p:grpSpPr>
        <p:sp>
          <p:nvSpPr>
            <p:cNvPr id="978" name="Google Shape;978;g26c2d64e935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9" name="Google Shape;979;g26c2d64e935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0" name="Google Shape;980;g26c2d64e935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81" name="Google Shape;981;g26c2d64e935_0_74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82" name="Google Shape;982;g26c2d64e935_0_74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3" name="Google Shape;983;g26c2d64e935_0_74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4" name="Google Shape;984;g26c2d64e935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5" name="Google Shape;985;g26c2d64e935_0_74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86" name="Google Shape;986;g26c2d64e935_0_74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ck tick dock sick kick pick</a:t>
            </a:r>
            <a:endParaRPr sz="1800" b="0" i="0" u="none" strike="noStrike" cap="none">
              <a:solidFill>
                <a:srgbClr val="B7B7B7"/>
              </a:solidFill>
              <a:latin typeface="Jost"/>
              <a:ea typeface="Jost"/>
              <a:cs typeface="Jost"/>
              <a:sym typeface="Jost"/>
            </a:endParaRPr>
          </a:p>
        </p:txBody>
      </p:sp>
      <p:sp>
        <p:nvSpPr>
          <p:cNvPr id="987" name="Google Shape;987;g26c2d64e935_0_74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88" name="Google Shape;988;g26c2d64e935_0_74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2356AF"/>
              </a:solidFill>
              <a:latin typeface="Jost"/>
              <a:ea typeface="Jost"/>
              <a:cs typeface="Jost"/>
              <a:sym typeface="Jost"/>
            </a:endParaRPr>
          </a:p>
        </p:txBody>
      </p:sp>
      <p:sp>
        <p:nvSpPr>
          <p:cNvPr id="989" name="Google Shape;989;g26c2d64e935_0_74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90" name="Google Shape;990;g26c2d64e935_0_74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ED1C24"/>
              </a:solidFill>
              <a:latin typeface="Jost"/>
              <a:ea typeface="Jost"/>
              <a:cs typeface="Jost"/>
              <a:sym typeface="Jost"/>
            </a:endParaRPr>
          </a:p>
        </p:txBody>
      </p:sp>
      <p:sp>
        <p:nvSpPr>
          <p:cNvPr id="991" name="Google Shape;991;g26c2d64e935_0_742"/>
          <p:cNvSpPr txBox="1"/>
          <p:nvPr/>
        </p:nvSpPr>
        <p:spPr>
          <a:xfrm>
            <a:off x="4639654"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cxnSp>
        <p:nvCxnSpPr>
          <p:cNvPr id="992" name="Google Shape;992;g26c2d64e935_0_74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93" name="Google Shape;993;g26c2d64e935_0_74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94" name="Google Shape;994;g26c2d64e935_0_742"/>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995" name="Google Shape;995;g26c2d64e935_0_742"/>
          <p:cNvSpPr txBox="1"/>
          <p:nvPr/>
        </p:nvSpPr>
        <p:spPr>
          <a:xfrm>
            <a:off x="28341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996" name="Google Shape;996;g26c2d64e935_0_742"/>
          <p:cNvSpPr txBox="1"/>
          <p:nvPr/>
        </p:nvSpPr>
        <p:spPr>
          <a:xfrm>
            <a:off x="52922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‘Hickory Dickory Dock’.</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ck</a:t>
            </a:r>
            <a:r>
              <a:rPr lang="en-US"/>
              <a:t>’ in a variety of sizes and media, for example using chalk to</a:t>
            </a:r>
            <a:endParaRPr/>
          </a:p>
          <a:p>
            <a:pPr marL="457200" lvl="0" indent="-330200" algn="l" rtl="0">
              <a:lnSpc>
                <a:spcPct val="115000"/>
              </a:lnSpc>
              <a:spcBef>
                <a:spcPts val="0"/>
              </a:spcBef>
              <a:spcAft>
                <a:spcPts val="0"/>
              </a:spcAft>
              <a:buSzPts val="1600"/>
              <a:buChar char="•"/>
            </a:pPr>
            <a:r>
              <a:rPr lang="en-US"/>
              <a:t>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Make paper plate clocks.</a:t>
            </a:r>
            <a:endParaRPr/>
          </a:p>
        </p:txBody>
      </p:sp>
      <p:sp>
        <p:nvSpPr>
          <p:cNvPr id="1003" name="Google Shape;1003;g2c186218c5a_0_118"/>
          <p:cNvSpPr txBox="1"/>
          <p:nvPr/>
        </p:nvSpPr>
        <p:spPr>
          <a:xfrm rot="361962">
            <a:off x="2215053" y="2031430"/>
            <a:ext cx="1746975" cy="130147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FFE100"/>
                </a:solidFill>
                <a:latin typeface="Finger Paint"/>
                <a:ea typeface="Finger Paint"/>
                <a:cs typeface="Finger Paint"/>
                <a:sym typeface="Finger Paint"/>
              </a:rPr>
              <a:t>ck</a:t>
            </a:r>
            <a:endParaRPr sz="10000" b="0" i="0" u="none" strike="noStrike" cap="none">
              <a:solidFill>
                <a:srgbClr val="FFE100"/>
              </a:solidFill>
              <a:latin typeface="Finger Paint"/>
              <a:ea typeface="Finger Paint"/>
              <a:cs typeface="Finger Paint"/>
              <a:sym typeface="Finger Paint"/>
            </a:endParaRPr>
          </a:p>
        </p:txBody>
      </p:sp>
      <p:pic>
        <p:nvPicPr>
          <p:cNvPr id="1004" name="Google Shape;1004;g2c186218c5a_0_118"/>
          <p:cNvPicPr preferRelativeResize="0"/>
          <p:nvPr/>
        </p:nvPicPr>
        <p:blipFill rotWithShape="1">
          <a:blip r:embed="rId3">
            <a:alphaModFix/>
          </a:blip>
          <a:srcRect/>
          <a:stretch/>
        </p:blipFill>
        <p:spPr>
          <a:xfrm rot="-369448">
            <a:off x="749434" y="2831641"/>
            <a:ext cx="1761882" cy="152976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430</Words>
  <Application>Microsoft Office PowerPoint</Application>
  <PresentationFormat>On-screen Show (4:3)</PresentationFormat>
  <Paragraphs>168</Paragraphs>
  <Slides>22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Nunito Black</vt:lpstr>
      <vt:lpstr>Poppins SemiBold</vt:lpstr>
      <vt:lpstr>Finger Paint</vt:lpstr>
      <vt:lpstr>Calibri</vt:lpstr>
      <vt:lpstr>Poppins Medium</vt:lpstr>
      <vt:lpstr>Poppins</vt:lpstr>
      <vt:lpstr>Arial</vt:lpstr>
      <vt:lpstr>Mulish</vt:lpstr>
      <vt:lpstr>Jost</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2026-04-24T05:20:58Z</dcterms:modified>
</cp:coreProperties>
</file>