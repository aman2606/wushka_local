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gebLi42Lz0bD80YSelFHeuCnHJ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FD42CB-1251-46CD-86D5-FE553C79AE64}">
  <a:tblStyle styleId="{3CFD42CB-1251-46CD-86D5-FE553C79AE6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9" name="Google Shape;72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0" name="Google Shape;73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3" name="Google Shape;77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4" name="Google Shape;77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4" name="Google Shape;794;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5" name="Google Shape;795;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9" name="Google Shape;849;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7" name="Google Shape;87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8" name="Google Shape;87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g2cf05669f6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2" name="Google Shape;932;g2cf05669f6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3" name="Google Shape;933;g2cf05669f6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cf05669f64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cf05669f64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cf05669f64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0" name="Google Shape;99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1" name="Google Shape;99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8" name="Google Shape;100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5" name="Google Shape;102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6" name="Google Shape;102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cf05669f64_0_9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2cf05669f64_0_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2cf05669f64_0_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73528"/>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2307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091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Vowel Digraph 'ie' (/igh/)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656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1 - Wednesday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3</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7.png"/><Relationship Id="rId7"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20.xml"/><Relationship Id="rId4" Type="http://schemas.openxmlformats.org/officeDocument/2006/relationships/image" Target="../media/image8.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62.png"/></Relationships>
</file>

<file path=ppt/slides/_rels/slide6.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notesSlide" Target="../notesSlides/notesSlide6.xml"/><Relationship Id="rId16" Type="http://schemas.openxmlformats.org/officeDocument/2006/relationships/image" Target="../media/image76.png"/><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5" Type="http://schemas.openxmlformats.org/officeDocument/2006/relationships/image" Target="../media/image7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s>
</file>

<file path=ppt/slides/_rels/slide7.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100.png"/><Relationship Id="rId3" Type="http://schemas.openxmlformats.org/officeDocument/2006/relationships/image" Target="../media/image77.png"/><Relationship Id="rId21" Type="http://schemas.openxmlformats.org/officeDocument/2006/relationships/image" Target="../media/image95.png"/><Relationship Id="rId7" Type="http://schemas.openxmlformats.org/officeDocument/2006/relationships/image" Target="../media/image81.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9.png"/><Relationship Id="rId2" Type="http://schemas.openxmlformats.org/officeDocument/2006/relationships/notesSlide" Target="../notesSlides/notesSlide7.xml"/><Relationship Id="rId16" Type="http://schemas.openxmlformats.org/officeDocument/2006/relationships/image" Target="../media/image90.png"/><Relationship Id="rId20" Type="http://schemas.openxmlformats.org/officeDocument/2006/relationships/image" Target="../media/image94.png"/><Relationship Id="rId29" Type="http://schemas.openxmlformats.org/officeDocument/2006/relationships/image" Target="../media/image103.png"/><Relationship Id="rId1" Type="http://schemas.openxmlformats.org/officeDocument/2006/relationships/slideLayout" Target="../slideLayouts/slideLayout3.xml"/><Relationship Id="rId6" Type="http://schemas.openxmlformats.org/officeDocument/2006/relationships/image" Target="../media/image80.png"/><Relationship Id="rId11" Type="http://schemas.openxmlformats.org/officeDocument/2006/relationships/image" Target="../media/image85.png"/><Relationship Id="rId24" Type="http://schemas.openxmlformats.org/officeDocument/2006/relationships/image" Target="../media/image98.png"/><Relationship Id="rId5" Type="http://schemas.openxmlformats.org/officeDocument/2006/relationships/image" Target="../media/image79.png"/><Relationship Id="rId15" Type="http://schemas.openxmlformats.org/officeDocument/2006/relationships/image" Target="../media/image89.png"/><Relationship Id="rId23" Type="http://schemas.openxmlformats.org/officeDocument/2006/relationships/image" Target="../media/image97.png"/><Relationship Id="rId28" Type="http://schemas.openxmlformats.org/officeDocument/2006/relationships/image" Target="../media/image102.png"/><Relationship Id="rId10" Type="http://schemas.openxmlformats.org/officeDocument/2006/relationships/image" Target="../media/image84.png"/><Relationship Id="rId19" Type="http://schemas.openxmlformats.org/officeDocument/2006/relationships/image" Target="../media/image93.png"/><Relationship Id="rId4" Type="http://schemas.openxmlformats.org/officeDocument/2006/relationships/image" Target="../media/image78.png"/><Relationship Id="rId9" Type="http://schemas.openxmlformats.org/officeDocument/2006/relationships/image" Target="../media/image83.png"/><Relationship Id="rId14" Type="http://schemas.openxmlformats.org/officeDocument/2006/relationships/image" Target="../media/image88.png"/><Relationship Id="rId22" Type="http://schemas.openxmlformats.org/officeDocument/2006/relationships/image" Target="../media/image96.png"/><Relationship Id="rId27" Type="http://schemas.openxmlformats.org/officeDocument/2006/relationships/image" Target="../media/image101.png"/><Relationship Id="rId30" Type="http://schemas.openxmlformats.org/officeDocument/2006/relationships/image" Target="../media/image104.png"/></Relationships>
</file>

<file path=ppt/slides/_rels/slide8.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3" Type="http://schemas.openxmlformats.org/officeDocument/2006/relationships/image" Target="../media/image105.png"/><Relationship Id="rId7" Type="http://schemas.openxmlformats.org/officeDocument/2006/relationships/image" Target="../media/image109.png"/><Relationship Id="rId12" Type="http://schemas.openxmlformats.org/officeDocument/2006/relationships/image" Target="../media/image11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08.png"/><Relationship Id="rId11" Type="http://schemas.openxmlformats.org/officeDocument/2006/relationships/image" Target="../media/image113.png"/><Relationship Id="rId5" Type="http://schemas.openxmlformats.org/officeDocument/2006/relationships/image" Target="../media/image107.png"/><Relationship Id="rId15" Type="http://schemas.openxmlformats.org/officeDocument/2006/relationships/image" Target="../media/image117.png"/><Relationship Id="rId10" Type="http://schemas.openxmlformats.org/officeDocument/2006/relationships/image" Target="../media/image112.png"/><Relationship Id="rId4" Type="http://schemas.openxmlformats.org/officeDocument/2006/relationships/image" Target="../media/image106.png"/><Relationship Id="rId9" Type="http://schemas.openxmlformats.org/officeDocument/2006/relationships/image" Target="../media/image111.png"/><Relationship Id="rId14" Type="http://schemas.openxmlformats.org/officeDocument/2006/relationships/image" Target="../media/image116.png"/></Relationships>
</file>

<file path=ppt/slides/_rels/slide9.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634023"/>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Vowel Digraph 'ie' (/igh/)</a:t>
            </a:r>
            <a:endParaRPr/>
          </a:p>
        </p:txBody>
      </p:sp>
      <p:sp>
        <p:nvSpPr>
          <p:cNvPr id="668" name="Google Shape;668;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{3CFD42CB-1251-46CD-86D5-FE553C79AE64}</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ie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endParaRPr sz="17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wh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ph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t="59" b="59"/>
          <a:stretch/>
        </p:blipFill>
        <p:spPr>
          <a:xfrm rot="186066">
            <a:off x="4009466" y="4465908"/>
            <a:ext cx="2493520" cy="997851"/>
          </a:xfrm>
          <a:prstGeom prst="rect">
            <a:avLst/>
          </a:prstGeom>
          <a:noFill/>
          <a:ln>
            <a:noFill/>
          </a:ln>
          <a:effectLst>
            <a:outerShdw blurRad="71438" dist="38100" dir="5220000" algn="bl" rotWithShape="0">
              <a:srgbClr val="000000">
                <a:alpha val="20784"/>
              </a:srgbClr>
            </a:outerShdw>
          </a:effectLst>
        </p:spPr>
      </p:pic>
      <p:pic>
        <p:nvPicPr>
          <p:cNvPr id="671" name="Google Shape;671;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vowel digraph </a:t>
            </a:r>
            <a:r>
              <a:rPr lang="en-US">
                <a:solidFill>
                  <a:srgbClr val="8DC63F"/>
                </a:solidFill>
              </a:rPr>
              <a:t>ie</a:t>
            </a:r>
            <a:r>
              <a:rPr lang="en-US"/>
              <a:t> (</a:t>
            </a:r>
            <a:r>
              <a:rPr lang="en-US">
                <a:solidFill>
                  <a:srgbClr val="8DC63F"/>
                </a:solidFill>
              </a:rPr>
              <a:t>/igh/</a:t>
            </a:r>
            <a:r>
              <a:rPr lang="en-US"/>
              <a:t>).</a:t>
            </a:r>
            <a:endParaRPr/>
          </a:p>
        </p:txBody>
      </p:sp>
      <p:sp>
        <p:nvSpPr>
          <p:cNvPr id="679" name="Google Shape;679;g2bee4f4af4b_0_204"/>
          <p:cNvSpPr txBox="1">
            <a:spLocks noGrp="1"/>
          </p:cNvSpPr>
          <p:nvPr>
            <p:ph type="body" idx="2"/>
          </p:nvPr>
        </p:nvSpPr>
        <p:spPr>
          <a:xfrm>
            <a:off x="3298550" y="1699825"/>
            <a:ext cx="4850100" cy="15291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4 Common Exception Words </a:t>
            </a:r>
            <a:r>
              <a:rPr lang="en-US">
                <a:solidFill>
                  <a:srgbClr val="2356AF"/>
                </a:solidFill>
              </a:rPr>
              <a:t>said like out have some come was what so old do little one.</a:t>
            </a:r>
            <a:endParaRPr/>
          </a:p>
        </p:txBody>
      </p:sp>
      <p:sp>
        <p:nvSpPr>
          <p:cNvPr id="680" name="Google Shape;680;g2bee4f4af4b_0_204"/>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681" name="Google Shape;68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2" name="Google Shape;68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3" name="Google Shape;683;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684" name="Google Shape;68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5" name="Google Shape;68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6" name="Google Shape;686;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87" name="Google Shape;68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8" name="Google Shape;68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9" name="Google Shape;689;g2bee4f4af4b_0_204"/>
          <p:cNvPicPr preferRelativeResize="0"/>
          <p:nvPr/>
        </p:nvPicPr>
        <p:blipFill rotWithShape="1">
          <a:blip r:embed="rId5">
            <a:alphaModFix/>
          </a:blip>
          <a:srcRect t="59" b="69"/>
          <a:stretch/>
        </p:blipFill>
        <p:spPr>
          <a:xfrm>
            <a:off x="946800" y="4384154"/>
            <a:ext cx="1372150" cy="549101"/>
          </a:xfrm>
          <a:prstGeom prst="rect">
            <a:avLst/>
          </a:prstGeom>
          <a:noFill/>
          <a:ln>
            <a:noFill/>
          </a:ln>
          <a:effectLst>
            <a:outerShdw blurRad="71438" dist="19050" dir="5220000" algn="bl" rotWithShape="0">
              <a:srgbClr val="D8D8D8"/>
            </a:outerShdw>
          </a:effectLst>
        </p:spPr>
      </p:pic>
      <p:sp>
        <p:nvSpPr>
          <p:cNvPr id="690" name="Google Shape;690;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1" name="Google Shape;691;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2" name="Google Shape;692;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3" name="Google Shape;693;g2bee4f4af4b_0_204">
            <a:hlinkClick r:id="rId7" action="ppaction://hlinksldjump"/>
          </p:cNvPr>
          <p:cNvSpPr/>
          <p:nvPr/>
        </p:nvSpPr>
        <p:spPr>
          <a:xfrm>
            <a:off x="966639" y="382350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2bee4f4af4b_0_204">
            <a:hlinkClick r:id="rId8" action="ppaction://hlinksldjump"/>
          </p:cNvPr>
          <p:cNvSpPr/>
          <p:nvPr/>
        </p:nvSpPr>
        <p:spPr>
          <a:xfrm>
            <a:off x="2468298" y="379963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g2bee4f4af4b_0_204">
            <a:hlinkClick r:id="rId9" action="ppaction://hlinksldjump"/>
          </p:cNvPr>
          <p:cNvSpPr/>
          <p:nvPr/>
        </p:nvSpPr>
        <p:spPr>
          <a:xfrm>
            <a:off x="4859461" y="378662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6" name="Google Shape;696;g2bee4f4af4b_0_204">
            <a:hlinkClick r:id="rId10" action="ppaction://hlinksldjump"/>
          </p:cNvPr>
          <p:cNvSpPr/>
          <p:nvPr/>
        </p:nvSpPr>
        <p:spPr>
          <a:xfrm>
            <a:off x="3617888" y="379963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3" name="Google Shape;703;g26b641b03cd_0_165"/>
          <p:cNvGrpSpPr/>
          <p:nvPr/>
        </p:nvGrpSpPr>
        <p:grpSpPr>
          <a:xfrm>
            <a:off x="930400" y="2053244"/>
            <a:ext cx="7283200" cy="3724851"/>
            <a:chOff x="930400" y="2129444"/>
            <a:chExt cx="7283200" cy="3724851"/>
          </a:xfrm>
        </p:grpSpPr>
        <p:pic>
          <p:nvPicPr>
            <p:cNvPr id="704" name="Google Shape;70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3" name="Google Shape;733;g26b7edf6e71_0_26"/>
          <p:cNvGrpSpPr/>
          <p:nvPr/>
        </p:nvGrpSpPr>
        <p:grpSpPr>
          <a:xfrm>
            <a:off x="930400" y="2053250"/>
            <a:ext cx="7283201" cy="2971674"/>
            <a:chOff x="930400" y="2129450"/>
            <a:chExt cx="7283201" cy="2971674"/>
          </a:xfrm>
        </p:grpSpPr>
        <p:pic>
          <p:nvPicPr>
            <p:cNvPr id="734" name="Google Shape;73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4" name="Google Shape;74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9" name="Google Shape;769;g2c298da1f27_0_417"/>
          <p:cNvPicPr preferRelativeResize="0"/>
          <p:nvPr/>
        </p:nvPicPr>
        <p:blipFill rotWithShape="1">
          <a:blip r:embed="rId3">
            <a:alphaModFix/>
          </a:blip>
          <a:srcRect l="79" r="79"/>
          <a:stretch/>
        </p:blipFill>
        <p:spPr>
          <a:xfrm>
            <a:off x="2558525" y="2305850"/>
            <a:ext cx="1747064" cy="2472847"/>
          </a:xfrm>
          <a:prstGeom prst="rect">
            <a:avLst/>
          </a:prstGeom>
          <a:noFill/>
          <a:ln>
            <a:noFill/>
          </a:ln>
          <a:effectLst>
            <a:outerShdw blurRad="71438" dist="28575" dir="5400000" algn="bl" rotWithShape="0">
              <a:srgbClr val="000000">
                <a:alpha val="15294"/>
              </a:srgbClr>
            </a:outerShdw>
          </a:effectLst>
        </p:spPr>
      </p:pic>
      <p:pic>
        <p:nvPicPr>
          <p:cNvPr id="770" name="Google Shape;770;g2c298da1f27_0_417"/>
          <p:cNvPicPr preferRelativeResize="0"/>
          <p:nvPr/>
        </p:nvPicPr>
        <p:blipFill rotWithShape="1">
          <a:blip r:embed="rId4">
            <a:alphaModFix/>
          </a:blip>
          <a:srcRect l="19" r="29"/>
          <a:stretch/>
        </p:blipFill>
        <p:spPr>
          <a:xfrm>
            <a:off x="4708669" y="2305850"/>
            <a:ext cx="1747064" cy="2472851"/>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77" name="Google Shape;777;g26b7edf6e71_0_109"/>
          <p:cNvGrpSpPr/>
          <p:nvPr/>
        </p:nvGrpSpPr>
        <p:grpSpPr>
          <a:xfrm>
            <a:off x="865957" y="2135925"/>
            <a:ext cx="7282807" cy="2686611"/>
            <a:chOff x="867357" y="2129450"/>
            <a:chExt cx="7282807" cy="2686611"/>
          </a:xfrm>
        </p:grpSpPr>
        <p:pic>
          <p:nvPicPr>
            <p:cNvPr id="778" name="Google Shape;77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79" name="Google Shape;779;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0" name="Google Shape;780;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1" name="Google Shape;781;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2" name="Google Shape;782;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3" name="Google Shape;783;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798" name="Google Shape;798;g2c298d33e0c_0_6"/>
          <p:cNvGrpSpPr/>
          <p:nvPr/>
        </p:nvGrpSpPr>
        <p:grpSpPr>
          <a:xfrm>
            <a:off x="866900" y="2079100"/>
            <a:ext cx="7281864" cy="2684601"/>
            <a:chOff x="868300" y="2129450"/>
            <a:chExt cx="7281864" cy="2684601"/>
          </a:xfrm>
        </p:grpSpPr>
        <p:pic>
          <p:nvPicPr>
            <p:cNvPr id="799" name="Google Shape;799;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00" name="Google Shape;800;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01" name="Google Shape;801;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02" name="Google Shape;80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03" name="Google Shape;803;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04" name="Google Shape;804;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5" name="Google Shape;80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6" name="Google Shape;80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7" name="Google Shape;807;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08" name="Google Shape;808;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09" name="Google Shape;80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0" name="Google Shape;81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1" name="Google Shape;811;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2" name="Google Shape;812;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3" name="Google Shape;813;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4" name="Google Shape;814;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15" name="Google Shape;815;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33" name="Google Shape;833;g2c298da1f27_0_455"/>
          <p:cNvGrpSpPr/>
          <p:nvPr/>
        </p:nvGrpSpPr>
        <p:grpSpPr>
          <a:xfrm>
            <a:off x="868300" y="2129450"/>
            <a:ext cx="7281864" cy="2684601"/>
            <a:chOff x="868300" y="2053250"/>
            <a:chExt cx="7281864" cy="2684601"/>
          </a:xfrm>
        </p:grpSpPr>
        <p:pic>
          <p:nvPicPr>
            <p:cNvPr id="834" name="Google Shape;834;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35" name="Google Shape;835;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42" name="Google Shape;842;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a:t>
            </a:r>
            <a:r>
              <a:rPr lang="en-US"/>
              <a:t>.</a:t>
            </a:r>
            <a:endParaRPr/>
          </a:p>
        </p:txBody>
      </p:sp>
      <p:pic>
        <p:nvPicPr>
          <p:cNvPr id="853" name="Google Shape;853;g2c298da1f27_1_0"/>
          <p:cNvPicPr preferRelativeResize="0"/>
          <p:nvPr/>
        </p:nvPicPr>
        <p:blipFill rotWithShape="1">
          <a:blip r:embed="rId3">
            <a:alphaModFix/>
          </a:blip>
          <a:srcRect l="69" r="69"/>
          <a:stretch/>
        </p:blipFill>
        <p:spPr>
          <a:xfrm>
            <a:off x="6591795" y="2130398"/>
            <a:ext cx="1733327" cy="1241018"/>
          </a:xfrm>
          <a:prstGeom prst="rect">
            <a:avLst/>
          </a:prstGeom>
          <a:noFill/>
          <a:ln>
            <a:noFill/>
          </a:ln>
          <a:effectLst>
            <a:outerShdw blurRad="71438" dist="19050" dir="5400000" algn="bl" rotWithShape="0">
              <a:srgbClr val="000000">
                <a:alpha val="17650"/>
              </a:srgbClr>
            </a:outerShdw>
          </a:effectLst>
        </p:spPr>
      </p:pic>
      <p:pic>
        <p:nvPicPr>
          <p:cNvPr id="854" name="Google Shape;854;g2c298da1f27_1_0"/>
          <p:cNvPicPr preferRelativeResize="0"/>
          <p:nvPr/>
        </p:nvPicPr>
        <p:blipFill rotWithShape="1">
          <a:blip r:embed="rId4">
            <a:alphaModFix/>
          </a:blip>
          <a:srcRect l="149" r="159"/>
          <a:stretch/>
        </p:blipFill>
        <p:spPr>
          <a:xfrm>
            <a:off x="4667493" y="2130398"/>
            <a:ext cx="1733327" cy="1241019"/>
          </a:xfrm>
          <a:prstGeom prst="rect">
            <a:avLst/>
          </a:prstGeom>
          <a:noFill/>
          <a:ln>
            <a:noFill/>
          </a:ln>
          <a:effectLst>
            <a:outerShdw blurRad="71438" dist="19050" dir="5400000" algn="bl" rotWithShape="0">
              <a:srgbClr val="000000">
                <a:alpha val="17650"/>
              </a:srgbClr>
            </a:outerShdw>
          </a:effectLst>
        </p:spPr>
      </p:pic>
      <p:pic>
        <p:nvPicPr>
          <p:cNvPr id="855" name="Google Shape;855;g2c298da1f27_1_0"/>
          <p:cNvPicPr preferRelativeResize="0"/>
          <p:nvPr/>
        </p:nvPicPr>
        <p:blipFill rotWithShape="1">
          <a:blip r:embed="rId5">
            <a:alphaModFix/>
          </a:blip>
          <a:srcRect l="49" r="59"/>
          <a:stretch/>
        </p:blipFill>
        <p:spPr>
          <a:xfrm>
            <a:off x="818879" y="2129344"/>
            <a:ext cx="1732561" cy="1237971"/>
          </a:xfrm>
          <a:prstGeom prst="rect">
            <a:avLst/>
          </a:prstGeom>
          <a:noFill/>
          <a:ln>
            <a:noFill/>
          </a:ln>
          <a:effectLst>
            <a:outerShdw blurRad="71438" dist="19050" dir="5400000" algn="bl" rotWithShape="0">
              <a:srgbClr val="000000">
                <a:alpha val="17647"/>
              </a:srgbClr>
            </a:outerShdw>
          </a:effectLst>
        </p:spPr>
      </p:pic>
      <p:pic>
        <p:nvPicPr>
          <p:cNvPr id="856" name="Google Shape;856;g2c298da1f27_1_0"/>
          <p:cNvPicPr preferRelativeResize="0"/>
          <p:nvPr/>
        </p:nvPicPr>
        <p:blipFill rotWithShape="1">
          <a:blip r:embed="rId6">
            <a:alphaModFix/>
          </a:blip>
          <a:srcRect l="238" r="238"/>
          <a:stretch/>
        </p:blipFill>
        <p:spPr>
          <a:xfrm>
            <a:off x="2742802" y="2129344"/>
            <a:ext cx="1733327" cy="1243120"/>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63" name="Google Shape;863;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64" name="Google Shape;864;g2c186218c5a_0_17"/>
          <p:cNvPicPr preferRelativeResize="0"/>
          <p:nvPr/>
        </p:nvPicPr>
        <p:blipFill rotWithShape="1">
          <a:blip r:embed="rId3">
            <a:alphaModFix/>
          </a:blip>
          <a:srcRect t="109" b="99"/>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65" name="Google Shape;865;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72" name="Google Shape;872;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73" name="Google Shape;873;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74" name="Google Shape;874;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81" name="Google Shape;88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82" name="Google Shape;882;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883" name="Google Shape;88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0" name="Google Shape;890;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91" name="Google Shape;891;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892" name="Google Shape;892;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99" name="Google Shape;89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00" name="Google Shape;90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7" name="Google Shape;907;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8" name="Google Shape;908;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9" name="Google Shape;909;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4" name="Google Shape;914;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5" name="Google Shape;915;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6" name="Google Shape;916;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7" name="Google Shape;917;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8" name="Google Shape;918;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9" name="Google Shape;919;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0" name="Google Shape;920;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1" name="Google Shape;921;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2" name="Google Shape;922;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3" name="Google Shape;923;g2c4fb7f6616_1_0"/>
          <p:cNvSpPr/>
          <p:nvPr/>
        </p:nvSpPr>
        <p:spPr>
          <a:xfrm>
            <a:off x="36430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4" name="Google Shape;924;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5" name="Google Shape;925;g2c4fb7f6616_1_0"/>
          <p:cNvSpPr txBox="1">
            <a:spLocks noGrp="1"/>
          </p:cNvSpPr>
          <p:nvPr>
            <p:ph type="subTitle" idx="4294967295"/>
          </p:nvPr>
        </p:nvSpPr>
        <p:spPr>
          <a:xfrm>
            <a:off x="30733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26" name="Google Shape;926;g2c4fb7f6616_1_0"/>
          <p:cNvSpPr txBox="1">
            <a:spLocks noGrp="1"/>
          </p:cNvSpPr>
          <p:nvPr>
            <p:ph type="subTitle" idx="4294967295"/>
          </p:nvPr>
        </p:nvSpPr>
        <p:spPr>
          <a:xfrm>
            <a:off x="3934363" y="1308025"/>
            <a:ext cx="2136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ie</a:t>
            </a:r>
            <a:endParaRPr sz="15000" b="0" i="0" u="none" strike="noStrike" cap="none">
              <a:solidFill>
                <a:srgbClr val="815137"/>
              </a:solidFill>
              <a:latin typeface="Jost"/>
              <a:ea typeface="Jost"/>
              <a:cs typeface="Jost"/>
              <a:sym typeface="Jost"/>
            </a:endParaRPr>
          </a:p>
        </p:txBody>
      </p:sp>
      <p:sp>
        <p:nvSpPr>
          <p:cNvPr id="927" name="Google Shape;927;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8" name="Google Shape;928;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29" name="Google Shape;929;g2c4fb7f6616_1_0"/>
          <p:cNvSpPr/>
          <p:nvPr/>
        </p:nvSpPr>
        <p:spPr>
          <a:xfrm>
            <a:off x="4492663" y="4011900"/>
            <a:ext cx="10197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g2cf05669f6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6" name="Google Shape;936;g2cf05669f6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7" name="Google Shape;937;g2cf05669f64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cf05669f64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cf05669f64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cf05669f64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cf05669f64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cf05669f64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3" name="Google Shape;943;g2cf05669f64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4" name="Google Shape;944;g2cf05669f64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5" name="Google Shape;945;g2cf05669f64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6" name="Google Shape;946;g2cf05669f64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7" name="Google Shape;947;g2cf05669f64_0_64"/>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8" name="Google Shape;948;g2cf05669f64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9" name="Google Shape;949;g2cf05669f64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0" name="Google Shape;950;g2cf05669f64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cf05669f64_0_64"/>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cf05669f64_0_64"/>
          <p:cNvSpPr/>
          <p:nvPr/>
        </p:nvSpPr>
        <p:spPr>
          <a:xfrm>
            <a:off x="35668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3" name="Google Shape;953;g2cf05669f64_0_6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4" name="Google Shape;954;g2cf05669f64_0_64"/>
          <p:cNvSpPr txBox="1">
            <a:spLocks noGrp="1"/>
          </p:cNvSpPr>
          <p:nvPr>
            <p:ph type="subTitle" idx="4294967295"/>
          </p:nvPr>
        </p:nvSpPr>
        <p:spPr>
          <a:xfrm>
            <a:off x="29971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55" name="Google Shape;955;g2cf05669f64_0_64"/>
          <p:cNvSpPr txBox="1">
            <a:spLocks noGrp="1"/>
          </p:cNvSpPr>
          <p:nvPr>
            <p:ph type="subTitle" idx="4294967295"/>
          </p:nvPr>
        </p:nvSpPr>
        <p:spPr>
          <a:xfrm>
            <a:off x="4010563" y="1308025"/>
            <a:ext cx="2136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ie</a:t>
            </a:r>
            <a:endParaRPr sz="15000" b="0" i="0" u="none" strike="noStrike" cap="none">
              <a:solidFill>
                <a:srgbClr val="815137"/>
              </a:solidFill>
              <a:latin typeface="Jost"/>
              <a:ea typeface="Jost"/>
              <a:cs typeface="Jost"/>
              <a:sym typeface="Jost"/>
            </a:endParaRPr>
          </a:p>
        </p:txBody>
      </p:sp>
      <p:sp>
        <p:nvSpPr>
          <p:cNvPr id="956" name="Google Shape;956;g2cf05669f64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cf05669f64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8" name="Google Shape;958;g2cf05669f64_0_64"/>
          <p:cNvSpPr/>
          <p:nvPr/>
        </p:nvSpPr>
        <p:spPr>
          <a:xfrm>
            <a:off x="4568863" y="4011900"/>
            <a:ext cx="10197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cf05669f64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5" name="Google Shape;965;g2cf05669f64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6" name="Google Shape;966;g2cf05669f64_0_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cf05669f64_0_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cf05669f64_0_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cf05669f64_0_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cf05669f64_0_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cf05669f64_0_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2" name="Google Shape;972;g2cf05669f64_0_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3" name="Google Shape;973;g2cf05669f64_0_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4" name="Google Shape;974;g2cf05669f64_0_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5" name="Google Shape;975;g2cf05669f64_0_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6" name="Google Shape;976;g2cf05669f64_0_8"/>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7" name="Google Shape;977;g2cf05669f64_0_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8" name="Google Shape;978;g2cf05669f64_0_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9" name="Google Shape;979;g2cf05669f64_0_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cf05669f64_0_8"/>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cf05669f64_0_8"/>
          <p:cNvSpPr/>
          <p:nvPr/>
        </p:nvSpPr>
        <p:spPr>
          <a:xfrm>
            <a:off x="36811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2" name="Google Shape;982;g2cf05669f64_0_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3" name="Google Shape;983;g2cf05669f64_0_8"/>
          <p:cNvSpPr txBox="1">
            <a:spLocks noGrp="1"/>
          </p:cNvSpPr>
          <p:nvPr>
            <p:ph type="subTitle" idx="4294967295"/>
          </p:nvPr>
        </p:nvSpPr>
        <p:spPr>
          <a:xfrm>
            <a:off x="31114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84" name="Google Shape;984;g2cf05669f64_0_8"/>
          <p:cNvSpPr txBox="1">
            <a:spLocks noGrp="1"/>
          </p:cNvSpPr>
          <p:nvPr>
            <p:ph type="subTitle" idx="4294967295"/>
          </p:nvPr>
        </p:nvSpPr>
        <p:spPr>
          <a:xfrm>
            <a:off x="3896263" y="1308025"/>
            <a:ext cx="2136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ie</a:t>
            </a:r>
            <a:endParaRPr sz="15000" b="0" i="0" u="none" strike="noStrike" cap="none">
              <a:solidFill>
                <a:srgbClr val="815137"/>
              </a:solidFill>
              <a:latin typeface="Jost"/>
              <a:ea typeface="Jost"/>
              <a:cs typeface="Jost"/>
              <a:sym typeface="Jost"/>
            </a:endParaRPr>
          </a:p>
        </p:txBody>
      </p:sp>
      <p:sp>
        <p:nvSpPr>
          <p:cNvPr id="985" name="Google Shape;985;g2cf05669f64_0_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cf05669f64_0_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87" name="Google Shape;987;g2cf05669f64_0_8"/>
          <p:cNvSpPr/>
          <p:nvPr/>
        </p:nvSpPr>
        <p:spPr>
          <a:xfrm>
            <a:off x="4454563" y="4011900"/>
            <a:ext cx="10197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94" name="Google Shape;99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95" name="Google Shape;99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2" name="Google Shape;100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3" name="Google Shape;1003;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04" name="Google Shape;100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1" name="Google Shape;101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2" name="Google Shape;1012;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13" name="Google Shape;101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0" name="Google Shape;102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1" name="Google Shape;1021;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2" name="Google Shape;102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9" name="Google Shape;102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0" name="Google Shape;1030;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1" name="Google Shape;103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38" name="Google Shape;103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39" name="Google Shape;1039;g1f3daf8a844_0_64"/>
          <p:cNvGrpSpPr/>
          <p:nvPr/>
        </p:nvGrpSpPr>
        <p:grpSpPr>
          <a:xfrm>
            <a:off x="3024000" y="209875"/>
            <a:ext cx="3096000" cy="454800"/>
            <a:chOff x="3024000" y="209875"/>
            <a:chExt cx="3096000" cy="454800"/>
          </a:xfrm>
        </p:grpSpPr>
        <p:sp>
          <p:nvSpPr>
            <p:cNvPr id="1040" name="Google Shape;104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1" name="Google Shape;104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42" name="Google Shape;104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43" name="Google Shape;1043;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4" name="Google Shape;1044;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5" name="Google Shape;1045;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6" name="Google Shape;1046;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47" name="Google Shape;1047;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48" name="Google Shape;1048;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49" name="Google Shape;1049;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50" name="Google Shape;1050;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51" name="Google Shape;1051;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52" name="Google Shape;1052;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53" name="Google Shape;1053;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54" name="Google Shape;1054;g1f3daf8a844_0_64"/>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55" name="Google Shape;1055;g1f3daf8a844_0_64"/>
          <p:cNvSpPr txBox="1"/>
          <p:nvPr/>
        </p:nvSpPr>
        <p:spPr>
          <a:xfrm>
            <a:off x="521605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ie</a:t>
            </a:r>
            <a:endParaRPr sz="5500" b="0" i="0" u="none" strike="noStrike" cap="none">
              <a:solidFill>
                <a:srgbClr val="815137"/>
              </a:solidFill>
              <a:latin typeface="Jost"/>
              <a:ea typeface="Jost"/>
              <a:cs typeface="Jost"/>
              <a:sym typeface="Jost"/>
            </a:endParaRPr>
          </a:p>
        </p:txBody>
      </p:sp>
      <p:cxnSp>
        <p:nvCxnSpPr>
          <p:cNvPr id="1056" name="Google Shape;1056;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2cf05669f64_0_9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63" name="Google Shape;1063;g2cf05669f64_0_9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64" name="Google Shape;1064;g2cf05669f64_0_93"/>
          <p:cNvGrpSpPr/>
          <p:nvPr/>
        </p:nvGrpSpPr>
        <p:grpSpPr>
          <a:xfrm>
            <a:off x="3024000" y="209875"/>
            <a:ext cx="3096000" cy="454800"/>
            <a:chOff x="3024000" y="209875"/>
            <a:chExt cx="3096000" cy="454800"/>
          </a:xfrm>
        </p:grpSpPr>
        <p:sp>
          <p:nvSpPr>
            <p:cNvPr id="1065" name="Google Shape;1065;g2cf05669f64_0_9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6" name="Google Shape;1066;g2cf05669f64_0_9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7" name="Google Shape;1067;g2cf05669f64_0_9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8" name="Google Shape;1068;g2cf05669f64_0_93"/>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69" name="Google Shape;1069;g2cf05669f64_0_93"/>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0" name="Google Shape;1070;g2cf05669f64_0_93"/>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1" name="Google Shape;1071;g2cf05669f64_0_93"/>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2" name="Google Shape;1072;g2cf05669f64_0_93"/>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73" name="Google Shape;1073;g2cf05669f64_0_93"/>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tie pie lie die cried spied tried fried</a:t>
            </a:r>
            <a:endParaRPr sz="1800" b="0" i="0" u="none" strike="noStrike" cap="none">
              <a:solidFill>
                <a:srgbClr val="B7B7B7"/>
              </a:solidFill>
              <a:latin typeface="Jost"/>
              <a:ea typeface="Jost"/>
              <a:cs typeface="Jost"/>
              <a:sym typeface="Jost"/>
            </a:endParaRPr>
          </a:p>
        </p:txBody>
      </p:sp>
      <p:sp>
        <p:nvSpPr>
          <p:cNvPr id="1074" name="Google Shape;1074;g2cf05669f64_0_93"/>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75" name="Google Shape;1075;g2cf05669f64_0_93"/>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76" name="Google Shape;1076;g2cf05669f64_0_93"/>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7" name="Google Shape;1077;g2cf05669f64_0_93"/>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78" name="Google Shape;1078;g2cf05669f64_0_93"/>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1079" name="Google Shape;1079;g2cf05669f64_0_93"/>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80" name="Google Shape;1080;g2cf05669f64_0_93"/>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81" name="Google Shape;1081;g2cf05669f64_0_93"/>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82" name="Google Shape;1082;g2cf05669f64_0_93"/>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83" name="Google Shape;1083;g2cf05669f64_0_93"/>
          <p:cNvSpPr txBox="1"/>
          <p:nvPr/>
        </p:nvSpPr>
        <p:spPr>
          <a:xfrm>
            <a:off x="521605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ie</a:t>
            </a:r>
            <a:endParaRPr sz="5500" b="0" i="0" u="none" strike="noStrike" cap="none">
              <a:solidFill>
                <a:srgbClr val="815137"/>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398</Words>
  <Application>Microsoft Office PowerPoint</Application>
  <PresentationFormat>On-screen Show (4:3)</PresentationFormat>
  <Paragraphs>155</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Poppins</vt:lpstr>
      <vt:lpstr>Poppins SemiBold</vt:lpstr>
      <vt:lpstr>Calibri</vt:lpstr>
      <vt:lpstr>Poppins Medium</vt:lpstr>
      <vt:lpstr>Arial</vt:lpstr>
      <vt:lpstr>Nunito Black</vt:lpstr>
      <vt:lpstr>Jost</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2026-05-20T04:19:45Z</dcterms:modified>
</cp:coreProperties>
</file>