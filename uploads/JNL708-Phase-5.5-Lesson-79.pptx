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6858000" cx="9144000"/>
  <p:notesSz cx="6858000" cy="9144000"/>
  <p:embeddedFontLst>
    <p:embeddedFont>
      <p:font typeface="Poppins"/>
      <p:regular r:id="rId33"/>
      <p:bold r:id="rId34"/>
      <p:italic r:id="rId35"/>
      <p:boldItalic r:id="rId36"/>
    </p:embeddedFont>
    <p:embeddedFont>
      <p:font typeface="Jost"/>
      <p:regular r:id="rId37"/>
      <p:bold r:id="rId38"/>
      <p:italic r:id="rId39"/>
      <p:boldItalic r:id="rId40"/>
    </p:embeddedFont>
    <p:embeddedFont>
      <p:font typeface="Poppins Medium"/>
      <p:regular r:id="rId41"/>
      <p:bold r:id="rId42"/>
      <p:italic r:id="rId43"/>
      <p:boldItalic r:id="rId44"/>
    </p:embeddedFont>
    <p:embeddedFont>
      <p:font typeface="Poppins SemiBold"/>
      <p:regular r:id="rId45"/>
      <p:bold r:id="rId46"/>
      <p:italic r:id="rId47"/>
      <p:boldItalic r:id="rId48"/>
    </p:embeddedFont>
    <p:embeddedFont>
      <p:font typeface="Nunito Black"/>
      <p:bold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2880">
          <p15:clr>
            <a:srgbClr val="747775"/>
          </p15:clr>
        </p15:guide>
      </p15:sldGuideLst>
    </p:ext>
    <p:ext uri="GoogleSlidesCustomDataVersion2">
      <go:slidesCustomData xmlns:go="http://customooxmlschemas.google.com/" r:id="rId51" roundtripDataSignature="AMtx7mi4S+UYPszx+0whVJKOhoCcC9FB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CD539F3-680D-4EAB-A579-0C29B29F160F}">
  <a:tblStyle styleId="{4CD539F3-680D-4EAB-A579-0C29B29F160F}" styleName="Table_0">
    <a:wholeTbl>
      <a:tcTxStyle b="off" i="off">
        <a:font>
          <a:latin typeface="Calibri"/>
          <a:ea typeface="Calibri"/>
          <a:cs typeface="Calibri"/>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Relationships xmlns="http://schemas.openxmlformats.org/package/2006/relationships"><Relationship Id="rId40" Type="http://schemas.openxmlformats.org/officeDocument/2006/relationships/font" Target="fonts/Jost-boldItalic.fntdata"/><Relationship Id="rId42" Type="http://schemas.openxmlformats.org/officeDocument/2006/relationships/font" Target="fonts/PoppinsMedium-bold.fntdata"/><Relationship Id="rId41" Type="http://schemas.openxmlformats.org/officeDocument/2006/relationships/font" Target="fonts/PoppinsMedium-regular.fntdata"/><Relationship Id="rId44" Type="http://schemas.openxmlformats.org/officeDocument/2006/relationships/font" Target="fonts/PoppinsMedium-boldItalic.fntdata"/><Relationship Id="rId43" Type="http://schemas.openxmlformats.org/officeDocument/2006/relationships/font" Target="fonts/PoppinsMedium-italic.fntdata"/><Relationship Id="rId46" Type="http://schemas.openxmlformats.org/officeDocument/2006/relationships/font" Target="fonts/PoppinsSemiBold-bold.fntdata"/><Relationship Id="rId45" Type="http://schemas.openxmlformats.org/officeDocument/2006/relationships/font" Target="fonts/PoppinsSemiBol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PoppinsSemiBold-boldItalic.fntdata"/><Relationship Id="rId47" Type="http://schemas.openxmlformats.org/officeDocument/2006/relationships/font" Target="fonts/PoppinsSemiBold-italic.fntdata"/><Relationship Id="rId49" Type="http://schemas.openxmlformats.org/officeDocument/2006/relationships/font" Target="fonts/NunitoBlack-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font" Target="fonts/Poppins-regular.fntdata"/><Relationship Id="rId32" Type="http://schemas.openxmlformats.org/officeDocument/2006/relationships/slide" Target="slides/slide26.xml"/><Relationship Id="rId35" Type="http://schemas.openxmlformats.org/officeDocument/2006/relationships/font" Target="fonts/Poppins-italic.fntdata"/><Relationship Id="rId34" Type="http://schemas.openxmlformats.org/officeDocument/2006/relationships/font" Target="fonts/Poppins-bold.fntdata"/><Relationship Id="rId37" Type="http://schemas.openxmlformats.org/officeDocument/2006/relationships/font" Target="fonts/Jost-regular.fntdata"/><Relationship Id="rId36" Type="http://schemas.openxmlformats.org/officeDocument/2006/relationships/font" Target="fonts/Poppins-boldItalic.fntdata"/><Relationship Id="rId39" Type="http://schemas.openxmlformats.org/officeDocument/2006/relationships/font" Target="fonts/Jost-italic.fntdata"/><Relationship Id="rId38" Type="http://schemas.openxmlformats.org/officeDocument/2006/relationships/font" Target="fonts/Jost-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customschemas.google.com/relationships/presentationmetadata" Target="metadata"/><Relationship Id="rId50" Type="http://schemas.openxmlformats.org/officeDocument/2006/relationships/font" Target="fonts/NunitoBlack-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9" name="Google Shape;649;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2bee4f4af4b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9" name="Google Shape;659;g2bee4f4af4b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0" name="Google Shape;660;g2bee4f4af4b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338b3853d3c_0_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8" name="Google Shape;678;g338b3853d3c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9" name="Google Shape;679;g338b3853d3c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38b3853d3c_0_3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g338b3853d3c_0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9" name="Google Shape;709;g338b3853d3c_0_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38b3853d3c_0_6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g338b3853d3c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5" name="Google Shape;745;g338b3853d3c_0_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38b3853d3c_0_1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2" name="Google Shape;792;g338b3853d3c_0_1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3" name="Google Shape;793;g338b3853d3c_0_1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38b3853d3c_0_1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0" name="Google Shape;840;g338b3853d3c_0_1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38b3853d3c_0_1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38b3853d3c_0_18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1" name="Google Shape;861;g338b3853d3c_0_1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2" name="Google Shape;862;g338b3853d3c_0_1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338b3853d3c_0_2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6" name="Google Shape;896;g338b3853d3c_0_2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7" name="Google Shape;897;g338b3853d3c_0_2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338b3853d3c_0_2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6" name="Google Shape;916;g338b3853d3c_0_2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7" name="Google Shape;917;g338b3853d3c_0_2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338b3853d3c_0_25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7" name="Google Shape;937;g338b3853d3c_0_2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8" name="Google Shape;938;g338b3853d3c_0_2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g338b3853d3c_0_28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7" name="Google Shape;967;g338b3853d3c_0_2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8" name="Google Shape;968;g338b3853d3c_0_2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g2c186218c5a_0_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7" name="Google Shape;997;g2c186218c5a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8" name="Google Shape;998;g2c186218c5a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2e5653a5c66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8" name="Google Shape;1008;g2e5653a5c6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9" name="Google Shape;1009;g2e5653a5c6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2c186218c5a_0_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9" name="Google Shape;1019;g2c186218c5a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g2c186218c5a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2c4fb7f6616_1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6" name="Google Shape;1026;g2c4fb7f6616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7" name="Google Shape;1027;g2c4fb7f6616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g2e7ffd9cc55_0_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8" name="Google Shape;1058;g2e7ffd9cc55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9" name="Google Shape;1059;g2e7ffd9cc55_0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2c186218c5a_0_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0" name="Google Shape;1090;g2c186218c5a_0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1" name="Google Shape;1091;g2c186218c5a_0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g26b641b03cd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7" name="Google Shape;1097;g26b641b03cd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8" name="Google Shape;1098;g26b641b03cd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g2c186218c5a_0_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8" name="Google Shape;1108;g2c186218c5a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9" name="Google Shape;1109;g2c186218c5a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26b641b03cd_0_30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9" name="Google Shape;1119;g26b641b03cd_0_3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0" name="Google Shape;1120;g26b641b03cd_0_3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338b3853d3c_0_97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9" name="Google Shape;1129;g338b3853d3c_0_9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0" name="Google Shape;1130;g338b3853d3c_0_9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1f3daf8a844_0_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9" name="Google Shape;1139;g1f3daf8a844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0" name="Google Shape;1140;g1f3daf8a844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2e7ffd9cc55_0_5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6" name="Google Shape;1166;g2e7ffd9cc55_0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7" name="Google Shape;1167;g2e7ffd9cc55_0_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g2c186218c5a_0_1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5" name="Google Shape;1195;g2c186218c5a_0_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g2c186218c5a_0_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2c4fb7f6616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1" name="Google Shape;1201;g2c4fb7f661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2" name="Google Shape;1202;g2c4fb7f661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8.png"/></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68.png"/></Relationships>
</file>

<file path=ppt/slideLayouts/_rels/slideLayout6.xml.rels><?xml version="1.0" encoding="UTF-8"?><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5.png"/><Relationship Id="rId13" Type="http://schemas.openxmlformats.org/officeDocument/2006/relationships/image" Target="../media/image6.png"/><Relationship Id="rId12" Type="http://schemas.openxmlformats.org/officeDocument/2006/relationships/image" Target="../media/image4.png"/><Relationship Id="rId1" Type="http://schemas.openxmlformats.org/officeDocument/2006/relationships/slideMaster" Target="../slideMasters/slideMaster1.xml"/><Relationship Id="rId2" Type="http://schemas.openxmlformats.org/officeDocument/2006/relationships/hyperlink" Target="http://www.rainbowphonics.com" TargetMode="External"/><Relationship Id="rId3" Type="http://schemas.openxmlformats.org/officeDocument/2006/relationships/hyperlink" Target="http://www.rainbowphonics.com" TargetMode="External"/><Relationship Id="rId4" Type="http://schemas.openxmlformats.org/officeDocument/2006/relationships/hyperlink" Target="http://www.beanstalkbooks.com" TargetMode="External"/><Relationship Id="rId9" Type="http://schemas.openxmlformats.org/officeDocument/2006/relationships/image" Target="../media/image11.png"/><Relationship Id="rId5" Type="http://schemas.openxmlformats.org/officeDocument/2006/relationships/hyperlink" Target="http://www.beanstalkbooks.com" TargetMode="External"/><Relationship Id="rId6" Type="http://schemas.openxmlformats.org/officeDocument/2006/relationships/hyperlink" Target="http://www.juniorlearning.com" TargetMode="External"/><Relationship Id="rId7" Type="http://schemas.openxmlformats.org/officeDocument/2006/relationships/hyperlink" Target="http://www.juniorlearning.com" TargetMode="External"/><Relationship Id="rId8" Type="http://schemas.openxmlformats.org/officeDocument/2006/relationships/image" Target="../media/image68.png"/></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8.png"/></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jpg"/><Relationship Id="rId3" Type="http://schemas.openxmlformats.org/officeDocument/2006/relationships/image" Target="../media/image1.png"/></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Phase, week, lesson">
  <p:cSld name="Title Slide-Phase, week, lesson">
    <p:spTree>
      <p:nvGrpSpPr>
        <p:cNvPr id="15" name="Shape 15"/>
        <p:cNvGrpSpPr/>
        <p:nvPr/>
      </p:nvGrpSpPr>
      <p:grpSpPr>
        <a:xfrm>
          <a:off x="0" y="0"/>
          <a:ext cx="0" cy="0"/>
          <a:chOff x="0" y="0"/>
          <a:chExt cx="0" cy="0"/>
        </a:xfrm>
      </p:grpSpPr>
      <p:sp>
        <p:nvSpPr>
          <p:cNvPr id="16" name="Google Shape;16;p14"/>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3200"/>
              <a:buNone/>
              <a:defRPr b="0" sz="3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 name="Google Shape;17;p14"/>
          <p:cNvSpPr txBox="1"/>
          <p:nvPr/>
        </p:nvSpPr>
        <p:spPr>
          <a:xfrm>
            <a:off x="804225" y="1600125"/>
            <a:ext cx="44526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b="0" i="0" sz="6000" u="none" cap="none" strike="noStrik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4"/>
          <p:cNvSpPr txBox="1"/>
          <p:nvPr>
            <p:ph idx="2" type="subTitle"/>
          </p:nvPr>
        </p:nvSpPr>
        <p:spPr>
          <a:xfrm>
            <a:off x="884092" y="3677905"/>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2200"/>
              <a:buNone/>
              <a:defRPr b="0" i="1" sz="2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 name="Google Shape;23;p14">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 name="Google Shape;24;p14">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ily objective">
  <p:cSld name="1_Daily objective, Revision">
    <p:spTree>
      <p:nvGrpSpPr>
        <p:cNvPr id="41" name="Shape 41"/>
        <p:cNvGrpSpPr/>
        <p:nvPr/>
      </p:nvGrpSpPr>
      <p:grpSpPr>
        <a:xfrm>
          <a:off x="0" y="0"/>
          <a:ext cx="0" cy="0"/>
          <a:chOff x="0" y="0"/>
          <a:chExt cx="0" cy="0"/>
        </a:xfrm>
      </p:grpSpPr>
      <p:sp>
        <p:nvSpPr>
          <p:cNvPr id="42" name="Google Shape;42;p15"/>
          <p:cNvSpPr txBox="1"/>
          <p:nvPr>
            <p:ph idx="1" type="body"/>
          </p:nvPr>
        </p:nvSpPr>
        <p:spPr>
          <a:xfrm>
            <a:off x="3298550" y="103225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228600" lvl="2" marL="1371600" algn="l">
              <a:lnSpc>
                <a:spcPct val="100000"/>
              </a:lnSpc>
              <a:spcBef>
                <a:spcPts val="1000"/>
              </a:spcBef>
              <a:spcAft>
                <a:spcPts val="0"/>
              </a:spcAft>
              <a:buClr>
                <a:schemeClr val="dk1"/>
              </a:buClr>
              <a:buSzPts val="1600"/>
              <a:buNone/>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3" name="Google Shape;43;p15"/>
          <p:cNvSpPr txBox="1"/>
          <p:nvPr>
            <p:ph idx="2" type="body"/>
          </p:nvPr>
        </p:nvSpPr>
        <p:spPr>
          <a:xfrm>
            <a:off x="3298550" y="215966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330200" lvl="2" marL="1371600" algn="l">
              <a:lnSpc>
                <a:spcPct val="100000"/>
              </a:lnSpc>
              <a:spcBef>
                <a:spcPts val="1000"/>
              </a:spcBef>
              <a:spcAft>
                <a:spcPts val="0"/>
              </a:spcAft>
              <a:buClr>
                <a:schemeClr val="dk1"/>
              </a:buClr>
              <a:buSzPts val="1600"/>
              <a:buChar char="•"/>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4" name="Google Shape;44;p15"/>
          <p:cNvSpPr txBox="1"/>
          <p:nvPr/>
        </p:nvSpPr>
        <p:spPr>
          <a:xfrm>
            <a:off x="856314" y="3261675"/>
            <a:ext cx="6198000" cy="4977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262626"/>
              </a:buClr>
              <a:buSzPts val="2400"/>
              <a:buFont typeface="Poppins"/>
              <a:buNone/>
            </a:pPr>
            <a:r>
              <a:rPr b="0" i="0" lang="en-US" sz="2400" u="none" cap="none" strike="noStrike">
                <a:solidFill>
                  <a:srgbClr val="262626"/>
                </a:solidFill>
                <a:latin typeface="Poppins"/>
                <a:ea typeface="Poppins"/>
                <a:cs typeface="Poppins"/>
                <a:sym typeface="Poppins"/>
              </a:rPr>
              <a:t>Supplementary Resources:</a:t>
            </a:r>
            <a:endParaRPr b="0" i="0" sz="2400" u="none" cap="none" strike="noStrike">
              <a:solidFill>
                <a:srgbClr val="262626"/>
              </a:solidFill>
              <a:latin typeface="Poppins"/>
              <a:ea typeface="Poppins"/>
              <a:cs typeface="Poppins"/>
              <a:sym typeface="Poppins"/>
            </a:endParaRPr>
          </a:p>
        </p:txBody>
      </p:sp>
      <p:sp>
        <p:nvSpPr>
          <p:cNvPr id="45" name="Google Shape;45;p15"/>
          <p:cNvSpPr txBox="1"/>
          <p:nvPr>
            <p:ph idx="3" type="body"/>
          </p:nvPr>
        </p:nvSpPr>
        <p:spPr>
          <a:xfrm>
            <a:off x="856325" y="3761525"/>
            <a:ext cx="7215900" cy="338700"/>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500"/>
              </a:spcBef>
              <a:spcAft>
                <a:spcPts val="0"/>
              </a:spcAft>
              <a:buClr>
                <a:srgbClr val="262626"/>
              </a:buClr>
              <a:buSzPts val="1600"/>
              <a:buChar char="•"/>
              <a:defRPr sz="1600">
                <a:solidFill>
                  <a:srgbClr val="262626"/>
                </a:solidFill>
              </a:defRPr>
            </a:lvl2pPr>
            <a:lvl3pPr indent="-330200" lvl="2" marL="1371600" algn="l">
              <a:lnSpc>
                <a:spcPct val="100000"/>
              </a:lnSpc>
              <a:spcBef>
                <a:spcPts val="500"/>
              </a:spcBef>
              <a:spcAft>
                <a:spcPts val="0"/>
              </a:spcAft>
              <a:buClr>
                <a:srgbClr val="262626"/>
              </a:buClr>
              <a:buSzPts val="1600"/>
              <a:buChar char="•"/>
              <a:defRPr sz="1600">
                <a:solidFill>
                  <a:srgbClr val="262626"/>
                </a:solidFill>
              </a:defRPr>
            </a:lvl3pPr>
            <a:lvl4pPr indent="-330200" lvl="3" marL="1828800" algn="l">
              <a:lnSpc>
                <a:spcPct val="100000"/>
              </a:lnSpc>
              <a:spcBef>
                <a:spcPts val="500"/>
              </a:spcBef>
              <a:spcAft>
                <a:spcPts val="0"/>
              </a:spcAft>
              <a:buClr>
                <a:srgbClr val="262626"/>
              </a:buClr>
              <a:buSzPts val="1600"/>
              <a:buChar char="•"/>
              <a:defRPr sz="1600">
                <a:solidFill>
                  <a:srgbClr val="262626"/>
                </a:solidFill>
              </a:defRPr>
            </a:lvl4pPr>
            <a:lvl5pPr indent="-330200" lvl="4" marL="2286000" algn="l">
              <a:lnSpc>
                <a:spcPct val="100000"/>
              </a:lnSpc>
              <a:spcBef>
                <a:spcPts val="500"/>
              </a:spcBef>
              <a:spcAft>
                <a:spcPts val="0"/>
              </a:spcAft>
              <a:buClr>
                <a:srgbClr val="262626"/>
              </a:buClr>
              <a:buSzPts val="1600"/>
              <a:buChar char="•"/>
              <a:defRPr sz="1600">
                <a:solidFill>
                  <a:srgbClr val="262626"/>
                </a:solidFill>
              </a:defRPr>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6" name="Google Shape;46;p15"/>
          <p:cNvSpPr txBox="1"/>
          <p:nvPr/>
        </p:nvSpPr>
        <p:spPr>
          <a:xfrm>
            <a:off x="856323" y="1003020"/>
            <a:ext cx="23817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Objective</a:t>
            </a:r>
            <a:endParaRPr b="0" i="0" sz="3200" u="none" cap="none" strike="noStrik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 name="Google Shape;50;p1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 name="Google Shape;51;p1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Review</a:t>
            </a:r>
            <a:endParaRPr b="0" i="0" sz="3200" u="none" cap="none" strike="noStrik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cap="flat" cmpd="sng" w="9525">
            <a:solidFill>
              <a:srgbClr val="BFBFBF"/>
            </a:solidFill>
            <a:prstDash val="solid"/>
            <a:miter lim="800000"/>
            <a:headEnd len="sm" w="sm" type="none"/>
            <a:tailEnd len="sm" w="sm" type="none"/>
          </a:ln>
        </p:spPr>
      </p:cxnSp>
      <p:cxnSp>
        <p:nvCxnSpPr>
          <p:cNvPr id="54" name="Google Shape;54;p15"/>
          <p:cNvCxnSpPr/>
          <p:nvPr/>
        </p:nvCxnSpPr>
        <p:spPr>
          <a:xfrm>
            <a:off x="865586" y="18616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 name="Google Shape;57;p1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 name="Google Shape;58;p1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iew Content">
  <p:cSld name="Alien Word of the Day_2_1_1">
    <p:spTree>
      <p:nvGrpSpPr>
        <p:cNvPr id="75"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g26b641b03cd_1_9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p:txBody>
      </p:sp>
      <p:cxnSp>
        <p:nvCxnSpPr>
          <p:cNvPr id="78" name="Google Shape;78;g26b641b03cd_1_92"/>
          <p:cNvCxnSpPr/>
          <p:nvPr/>
        </p:nvCxnSpPr>
        <p:spPr>
          <a:xfrm>
            <a:off x="865586" y="18616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1" name="Google Shape;81;g26b641b03cd_1_9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2" name="Google Shape;82;g26b641b03cd_1_9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5" name="Google Shape;85;g26b641b03cd_1_9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6" name="Google Shape;86;g26b641b03cd_1_9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ic Layout">
  <p:cSld name="Alien Word of the Day_2_1">
    <p:spTree>
      <p:nvGrpSpPr>
        <p:cNvPr id="103"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9" name="Google Shape;109;g26b641b03cd_0_33"/>
          <p:cNvSpPr/>
          <p:nvPr/>
        </p:nvSpPr>
        <p:spPr>
          <a:xfrm flipH="1" rot="-5400000">
            <a:off x="-938345" y="23958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Compare or - /or/ and /ur/</a:t>
            </a:r>
            <a:endParaRPr b="0" i="0" sz="1800" u="none" cap="none" strike="noStrik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9614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Week 16 - Thursday</a:t>
            </a:r>
            <a:endParaRPr b="0" i="0" sz="1800" u="none" cap="none" strike="noStrik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Lesson 79</a:t>
            </a:r>
            <a:endParaRPr b="0" i="0" sz="1800" u="none" cap="none" strike="noStrik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116" name="Google Shape;116;g26b641b03cd_0_3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p:txBody>
      </p:sp>
      <p:sp>
        <p:nvSpPr>
          <p:cNvPr id="117" name="Google Shape;117;g26b641b03cd_0_3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0" name="Google Shape;120;g26b641b03cd_0_3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1" name="Google Shape;121;g26b641b03cd_0_3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4" name="Google Shape;124;g26b641b03cd_0_3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5" name="Google Shape;125;g26b641b03cd_0_3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126" name="Google Shape;126;g26b641b03cd_0_33"/>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title slide">
  <p:cSld name="End title slide">
    <p:spTree>
      <p:nvGrpSpPr>
        <p:cNvPr id="127" name="Shape 127"/>
        <p:cNvGrpSpPr/>
        <p:nvPr/>
      </p:nvGrpSpPr>
      <p:grpSpPr>
        <a:xfrm>
          <a:off x="0" y="0"/>
          <a:ext cx="0" cy="0"/>
          <a:chOff x="0" y="0"/>
          <a:chExt cx="0" cy="0"/>
        </a:xfrm>
      </p:grpSpPr>
      <p:grpSp>
        <p:nvGrpSpPr>
          <p:cNvPr id="128" name="Google Shape;128;p25"/>
          <p:cNvGrpSpPr/>
          <p:nvPr/>
        </p:nvGrpSpPr>
        <p:grpSpPr>
          <a:xfrm>
            <a:off x="-400050" y="-342900"/>
            <a:ext cx="9944100" cy="7258200"/>
            <a:chOff x="-400050" y="-342900"/>
            <a:chExt cx="9944100" cy="7258200"/>
          </a:xfrm>
        </p:grpSpPr>
        <p:grpSp>
          <p:nvGrpSpPr>
            <p:cNvPr id="129" name="Google Shape;129;p25"/>
            <p:cNvGrpSpPr/>
            <p:nvPr/>
          </p:nvGrpSpPr>
          <p:grpSpPr>
            <a:xfrm>
              <a:off x="-400050" y="-342900"/>
              <a:ext cx="9944100" cy="7258200"/>
              <a:chOff x="-400050" y="-342900"/>
              <a:chExt cx="9944100" cy="7258200"/>
            </a:xfrm>
          </p:grpSpPr>
          <p:grpSp>
            <p:nvGrpSpPr>
              <p:cNvPr id="130" name="Google Shape;130;p25"/>
              <p:cNvGrpSpPr/>
              <p:nvPr/>
            </p:nvGrpSpPr>
            <p:grpSpPr>
              <a:xfrm>
                <a:off x="-36925" y="-42000"/>
                <a:ext cx="9236225" cy="6957300"/>
                <a:chOff x="-36925" y="-42000"/>
                <a:chExt cx="9236225" cy="6957300"/>
              </a:xfrm>
            </p:grpSpPr>
            <p:sp>
              <p:nvSpPr>
                <p:cNvPr id="131" name="Google Shape;131;p25"/>
                <p:cNvSpPr/>
                <p:nvPr/>
              </p:nvSpPr>
              <p:spPr>
                <a:xfrm>
                  <a:off x="-36800" y="-42000"/>
                  <a:ext cx="9236100" cy="69573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5"/>
                <p:cNvSpPr/>
                <p:nvPr/>
              </p:nvSpPr>
              <p:spPr>
                <a:xfrm>
                  <a:off x="-36925" y="-42000"/>
                  <a:ext cx="9236100" cy="6019800"/>
                </a:xfrm>
                <a:prstGeom prst="rect">
                  <a:avLst/>
                </a:prstGeom>
                <a:gradFill>
                  <a:gsLst>
                    <a:gs pos="0">
                      <a:srgbClr val="163B7E"/>
                    </a:gs>
                    <a:gs pos="100000">
                      <a:srgbClr val="073763"/>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33" name="Google Shape;133;p25"/>
              <p:cNvPicPr preferRelativeResize="0"/>
              <p:nvPr/>
            </p:nvPicPr>
            <p:blipFill rotWithShape="1">
              <a:blip r:embed="rId2">
                <a:alphaModFix amt="3000"/>
              </a:blip>
              <a:srcRect b="0" l="9008" r="10559" t="34049"/>
              <a:stretch/>
            </p:blipFill>
            <p:spPr>
              <a:xfrm>
                <a:off x="-400050" y="-342900"/>
                <a:ext cx="9944100" cy="7236426"/>
              </a:xfrm>
              <a:prstGeom prst="rect">
                <a:avLst/>
              </a:prstGeom>
              <a:noFill/>
              <a:ln>
                <a:noFill/>
              </a:ln>
            </p:spPr>
          </p:pic>
        </p:grpSp>
        <p:pic>
          <p:nvPicPr>
            <p:cNvPr id="134" name="Google Shape;134;p25"/>
            <p:cNvPicPr preferRelativeResize="0"/>
            <p:nvPr/>
          </p:nvPicPr>
          <p:blipFill rotWithShape="1">
            <a:blip r:embed="rId3">
              <a:alphaModFix amt="40000"/>
            </a:blip>
            <a:srcRect b="0" l="0" r="0" t="0"/>
            <a:stretch/>
          </p:blipFill>
          <p:spPr>
            <a:xfrm>
              <a:off x="0" y="0"/>
              <a:ext cx="9144000" cy="6858000"/>
            </a:xfrm>
            <a:prstGeom prst="rect">
              <a:avLst/>
            </a:prstGeom>
            <a:noFill/>
            <a:ln>
              <a:noFill/>
            </a:ln>
          </p:spPr>
        </p:pic>
      </p:grpSp>
      <p:sp>
        <p:nvSpPr>
          <p:cNvPr id="135" name="Google Shape;135;p25"/>
          <p:cNvSpPr/>
          <p:nvPr/>
        </p:nvSpPr>
        <p:spPr>
          <a:xfrm>
            <a:off x="-18025" y="5985275"/>
            <a:ext cx="9236100" cy="9300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5"/>
          <p:cNvSpPr/>
          <p:nvPr/>
        </p:nvSpPr>
        <p:spPr>
          <a:xfrm>
            <a:off x="-409550" y="5977725"/>
            <a:ext cx="2739772" cy="937791"/>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0B53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7" name="Google Shape;137;p25"/>
          <p:cNvSpPr txBox="1"/>
          <p:nvPr/>
        </p:nvSpPr>
        <p:spPr>
          <a:xfrm>
            <a:off x="363059" y="6084791"/>
            <a:ext cx="1658400" cy="73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Next Lesson:</a:t>
            </a:r>
            <a:endParaRPr b="0" i="0" sz="1800" u="none" cap="none" strike="noStrike">
              <a:solidFill>
                <a:srgbClr val="FFFFFF"/>
              </a:solidFill>
              <a:latin typeface="Poppins SemiBold"/>
              <a:ea typeface="Poppins SemiBold"/>
              <a:cs typeface="Poppins SemiBold"/>
              <a:sym typeface="Poppins SemiBold"/>
            </a:endParaRPr>
          </a:p>
        </p:txBody>
      </p:sp>
      <p:sp>
        <p:nvSpPr>
          <p:cNvPr id="138" name="Google Shape;138;p25"/>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rgbClr val="FFFFFF"/>
              </a:buClr>
              <a:buSzPts val="1800"/>
              <a:buFont typeface="Poppins Medium"/>
              <a:buNone/>
              <a:defRPr i="1" sz="1800">
                <a:solidFill>
                  <a:srgbClr val="FFFFF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pic>
        <p:nvPicPr>
          <p:cNvPr id="139" name="Google Shape;139;p25"/>
          <p:cNvPicPr preferRelativeResize="0"/>
          <p:nvPr/>
        </p:nvPicPr>
        <p:blipFill rotWithShape="1">
          <a:blip r:embed="rId4">
            <a:alphaModFix/>
          </a:blip>
          <a:srcRect b="0" l="0" r="0" t="0"/>
          <a:stretch/>
        </p:blipFill>
        <p:spPr>
          <a:xfrm>
            <a:off x="1616625" y="1379125"/>
            <a:ext cx="5910751" cy="2848550"/>
          </a:xfrm>
          <a:prstGeom prst="rect">
            <a:avLst/>
          </a:prstGeom>
          <a:noFill/>
          <a:ln>
            <a:noFill/>
          </a:ln>
          <a:effectLst>
            <a:outerShdw blurRad="57150" rotWithShape="0" algn="bl" dir="5400000" dist="19050">
              <a:srgbClr val="000000">
                <a:alpha val="49020"/>
              </a:srgbClr>
            </a:outerShdw>
          </a:effec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gal Notice">
  <p:cSld name="Alien Word of the Day_2_1_1_1">
    <p:spTree>
      <p:nvGrpSpPr>
        <p:cNvPr id="140" name="Shape 140"/>
        <p:cNvGrpSpPr/>
        <p:nvPr/>
      </p:nvGrpSpPr>
      <p:grpSpPr>
        <a:xfrm>
          <a:off x="0" y="0"/>
          <a:ext cx="0" cy="0"/>
          <a:chOff x="0" y="0"/>
          <a:chExt cx="0" cy="0"/>
        </a:xfrm>
      </p:grpSpPr>
      <p:sp>
        <p:nvSpPr>
          <p:cNvPr id="141" name="Google Shape;141;g2c4fb7f6616_0_721"/>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g2c4fb7f6616_0_721"/>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g2c4fb7f6616_0_721"/>
          <p:cNvSpPr txBox="1"/>
          <p:nvPr/>
        </p:nvSpPr>
        <p:spPr>
          <a:xfrm>
            <a:off x="995275" y="76740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xml:space="preserve">Legal notice and Sharing Permissions </a:t>
            </a:r>
            <a:endParaRPr b="0" i="0" sz="1400" u="none" cap="none" strike="noStrike">
              <a:solidFill>
                <a:srgbClr val="000000"/>
              </a:solidFill>
              <a:latin typeface="Arial"/>
              <a:ea typeface="Arial"/>
              <a:cs typeface="Arial"/>
              <a:sym typeface="Arial"/>
            </a:endParaRPr>
          </a:p>
        </p:txBody>
      </p:sp>
      <p:sp>
        <p:nvSpPr>
          <p:cNvPr id="144" name="Google Shape;144;g2c4fb7f6616_0_721"/>
          <p:cNvSpPr txBox="1"/>
          <p:nvPr/>
        </p:nvSpPr>
        <p:spPr>
          <a:xfrm>
            <a:off x="995275" y="1370825"/>
            <a:ext cx="4624500" cy="224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All rights reserved. © Copyright 2024 by Rainbow Phonics.</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 xml:space="preserve">No part of this document may be reproduced for profit, stored in a retrieval system, or transmitted in any form or by any means, electronic, mechanical, photocopying, recording, or otherwise, without permission from publisher Rainbow Phonics. Resources in this presentation are published by Rainbow Phonics and are available for purchase at </a:t>
            </a:r>
            <a:r>
              <a:rPr b="0" i="0" lang="en-US" sz="939" u="sng" cap="none" strike="noStrike">
                <a:solidFill>
                  <a:schemeClr val="hlink"/>
                </a:solidFill>
                <a:latin typeface="Arial"/>
                <a:ea typeface="Arial"/>
                <a:cs typeface="Arial"/>
                <a:sym typeface="Arial"/>
                <a:hlinkClick r:id="rId2"/>
              </a:rPr>
              <a:t>www.rainbowphonics</a:t>
            </a:r>
            <a:r>
              <a:rPr lang="en-US" sz="939" u="sng">
                <a:solidFill>
                  <a:schemeClr val="hlink"/>
                </a:solidFill>
                <a:hlinkClick r:id="rId3"/>
              </a:rPr>
              <a:t>.co.nz</a:t>
            </a:r>
            <a:r>
              <a:rPr b="0" i="0" lang="en-US" sz="939" u="none" cap="none" strike="noStrike">
                <a:solidFill>
                  <a:srgbClr val="000000"/>
                </a:solidFill>
                <a:latin typeface="Arial"/>
                <a:ea typeface="Arial"/>
                <a:cs typeface="Arial"/>
                <a:sym typeface="Arial"/>
              </a:rPr>
              <a:t xml:space="preserve">. Decodable readers displayed are published by Beanstalk Books and are available at </a:t>
            </a:r>
            <a:r>
              <a:rPr b="0" i="0" lang="en-US" sz="939" u="sng" cap="none" strike="noStrike">
                <a:solidFill>
                  <a:schemeClr val="hlink"/>
                </a:solidFill>
                <a:latin typeface="Arial"/>
                <a:ea typeface="Arial"/>
                <a:cs typeface="Arial"/>
                <a:sym typeface="Arial"/>
                <a:hlinkClick r:id="rId4"/>
              </a:rPr>
              <a:t>www.beanstalkbooks</a:t>
            </a:r>
            <a:r>
              <a:rPr lang="en-US" sz="939" u="sng">
                <a:solidFill>
                  <a:schemeClr val="hlink"/>
                </a:solidFill>
                <a:hlinkClick r:id="rId5"/>
              </a:rPr>
              <a:t>.co.nz</a:t>
            </a:r>
            <a:r>
              <a:rPr b="0" i="0" lang="en-US" sz="939" u="none" cap="none" strike="noStrike">
                <a:solidFill>
                  <a:srgbClr val="000000"/>
                </a:solidFill>
                <a:latin typeface="Arial"/>
                <a:ea typeface="Arial"/>
                <a:cs typeface="Arial"/>
                <a:sym typeface="Arial"/>
              </a:rPr>
              <a:t xml:space="preserve">, teaching resources and games referenced are available at </a:t>
            </a:r>
            <a:r>
              <a:rPr b="0" i="0" lang="en-US" sz="939" u="sng" cap="none" strike="noStrike">
                <a:solidFill>
                  <a:schemeClr val="hlink"/>
                </a:solidFill>
                <a:latin typeface="Arial"/>
                <a:ea typeface="Arial"/>
                <a:cs typeface="Arial"/>
                <a:sym typeface="Arial"/>
                <a:hlinkClick r:id="rId6"/>
              </a:rPr>
              <a:t>www.juniorlearning</a:t>
            </a:r>
            <a:r>
              <a:rPr lang="en-US" sz="939" u="sng">
                <a:solidFill>
                  <a:schemeClr val="hlink"/>
                </a:solidFill>
                <a:hlinkClick r:id="rId7"/>
              </a:rPr>
              <a:t>.co.nz</a:t>
            </a:r>
            <a:r>
              <a:rPr b="0" i="0" lang="en-US" sz="939" u="none" cap="none" strike="noStrike">
                <a:solidFill>
                  <a:srgbClr val="000000"/>
                </a:solidFill>
                <a:latin typeface="Arial"/>
                <a:ea typeface="Arial"/>
                <a:cs typeface="Arial"/>
                <a:sym typeface="Arial"/>
              </a:rPr>
              <a:t xml:space="preserve">.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chemeClr val="dk1"/>
                </a:solidFill>
                <a:latin typeface="Arial"/>
                <a:ea typeface="Arial"/>
                <a:cs typeface="Arial"/>
                <a:sym typeface="Arial"/>
              </a:rPr>
              <a:t xml:space="preserve">These presentations work alongside the Rainbow Phonics range of Teacher Planners and Supplementary Resources. The Teacher Planners provide daily lessons and weekly plans based on the progression of the Rainbow Phonics Program, with additional teacher-led activities, visual examples, phonics assessments and much more, all of which aid in successful phonics instruction. </a:t>
            </a:r>
            <a:endParaRPr b="0" i="0" sz="939" u="none" cap="none" strike="noStrike">
              <a:solidFill>
                <a:srgbClr val="000000"/>
              </a:solidFill>
              <a:latin typeface="Arial"/>
              <a:ea typeface="Arial"/>
              <a:cs typeface="Arial"/>
              <a:sym typeface="Arial"/>
            </a:endParaRPr>
          </a:p>
        </p:txBody>
      </p:sp>
      <p:sp>
        <p:nvSpPr>
          <p:cNvPr id="145" name="Google Shape;145;g2c4fb7f6616_0_721"/>
          <p:cNvSpPr txBox="1"/>
          <p:nvPr/>
        </p:nvSpPr>
        <p:spPr>
          <a:xfrm>
            <a:off x="1422825" y="3597900"/>
            <a:ext cx="3149700" cy="1824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 xml:space="preserve">What you can do with this </a:t>
            </a:r>
            <a:r>
              <a:rPr b="0" i="0" lang="en-US" sz="1240" u="none" cap="none" strike="noStrike">
                <a:solidFill>
                  <a:schemeClr val="dk1"/>
                </a:solidFill>
                <a:latin typeface="Arial"/>
                <a:ea typeface="Arial"/>
                <a:cs typeface="Arial"/>
                <a:sym typeface="Arial"/>
              </a:rPr>
              <a:t>resource</a:t>
            </a:r>
            <a:r>
              <a:rPr b="0" i="0" lang="en-US" sz="1240" u="none" cap="none" strike="noStrike">
                <a:solidFill>
                  <a:srgbClr val="000000"/>
                </a:solidFill>
                <a:latin typeface="Arial"/>
                <a:ea typeface="Arial"/>
                <a:cs typeface="Arial"/>
                <a:sym typeface="Arial"/>
              </a:rPr>
              <a:t>:</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 xml:space="preserve">Use this resource for personal / classroom use, </a:t>
            </a:r>
            <a:r>
              <a:rPr b="0" i="0" lang="en-US" sz="1040" u="none" cap="none" strike="noStrike">
                <a:solidFill>
                  <a:srgbClr val="000000"/>
                </a:solidFill>
                <a:latin typeface="Poppins SemiBold"/>
                <a:ea typeface="Poppins SemiBold"/>
                <a:cs typeface="Poppins SemiBold"/>
                <a:sym typeface="Poppins SemiBold"/>
              </a:rPr>
              <a:t>with</a:t>
            </a:r>
            <a:r>
              <a:rPr b="0" i="0" lang="en-US" sz="1040" u="none" cap="none" strike="noStrike">
                <a:solidFill>
                  <a:srgbClr val="000000"/>
                </a:solidFill>
                <a:latin typeface="Arial"/>
                <a:ea typeface="Arial"/>
                <a:cs typeface="Arial"/>
                <a:sym typeface="Arial"/>
              </a:rPr>
              <a:t xml:space="preserve"> proper acknowledgement given to Rainbow Phonics.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Make a copy of this resource and edit for personal use such as editing text or changing slides, as long as proper acknowledgement is provided to the original publisher, Rainbow Phonics.</a:t>
            </a:r>
            <a:endParaRPr b="0" i="0" sz="1040" u="none" cap="none" strike="noStrike">
              <a:solidFill>
                <a:srgbClr val="000000"/>
              </a:solidFill>
              <a:latin typeface="Arial"/>
              <a:ea typeface="Arial"/>
              <a:cs typeface="Arial"/>
              <a:sym typeface="Arial"/>
            </a:endParaRPr>
          </a:p>
        </p:txBody>
      </p:sp>
      <p:sp>
        <p:nvSpPr>
          <p:cNvPr id="146" name="Google Shape;146;g2c4fb7f6616_0_721"/>
          <p:cNvSpPr txBox="1"/>
          <p:nvPr/>
        </p:nvSpPr>
        <p:spPr>
          <a:xfrm>
            <a:off x="4756150" y="3597900"/>
            <a:ext cx="3535800" cy="24117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What you can’t do with this resource:</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Make a copy of this resource and edit it for commercial distribution or other purposes.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Distribute images or assets in this presentation outside of this resource, as this is copywritten material.</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Sell any of the displayed resources commercially.</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 xml:space="preserve">Host or share these resources with other parties, without written consent from </a:t>
            </a:r>
            <a:r>
              <a:rPr b="0" i="0" lang="en-US" sz="1040" u="none" cap="none" strike="noStrike">
                <a:solidFill>
                  <a:schemeClr val="dk1"/>
                </a:solidFill>
                <a:latin typeface="Arial"/>
                <a:ea typeface="Arial"/>
                <a:cs typeface="Arial"/>
                <a:sym typeface="Arial"/>
              </a:rPr>
              <a:t>Rainbow Phonics</a:t>
            </a:r>
            <a:r>
              <a:rPr b="0" i="0" lang="en-US" sz="1040" u="none" cap="none" strike="noStrike">
                <a:solidFill>
                  <a:srgbClr val="000000"/>
                </a:solidFill>
                <a:latin typeface="Arial"/>
                <a:ea typeface="Arial"/>
                <a:cs typeface="Arial"/>
                <a:sym typeface="Arial"/>
              </a:rPr>
              <a:t>.</a:t>
            </a:r>
            <a:endParaRPr b="0" i="0" sz="1040" u="none" cap="none" strike="noStrike">
              <a:solidFill>
                <a:srgbClr val="000000"/>
              </a:solidFill>
              <a:latin typeface="Arial"/>
              <a:ea typeface="Arial"/>
              <a:cs typeface="Arial"/>
              <a:sym typeface="Arial"/>
            </a:endParaRPr>
          </a:p>
        </p:txBody>
      </p:sp>
      <p:cxnSp>
        <p:nvCxnSpPr>
          <p:cNvPr id="147" name="Google Shape;147;g2c4fb7f6616_0_721"/>
          <p:cNvCxnSpPr/>
          <p:nvPr/>
        </p:nvCxnSpPr>
        <p:spPr>
          <a:xfrm>
            <a:off x="865586" y="1350235"/>
            <a:ext cx="7283100" cy="0"/>
          </a:xfrm>
          <a:prstGeom prst="straightConnector1">
            <a:avLst/>
          </a:prstGeom>
          <a:noFill/>
          <a:ln cap="flat" cmpd="sng" w="9525">
            <a:solidFill>
              <a:srgbClr val="BFBFBF"/>
            </a:solidFill>
            <a:prstDash val="solid"/>
            <a:miter lim="800000"/>
            <a:headEnd len="sm" w="sm" type="none"/>
            <a:tailEnd len="sm" w="sm" type="none"/>
          </a:ln>
        </p:spPr>
      </p:cxnSp>
      <p:sp>
        <p:nvSpPr>
          <p:cNvPr id="148" name="Google Shape;148;g2c4fb7f6616_0_721"/>
          <p:cNvSpPr/>
          <p:nvPr/>
        </p:nvSpPr>
        <p:spPr>
          <a:xfrm>
            <a:off x="4442194" y="3596257"/>
            <a:ext cx="363000" cy="363000"/>
          </a:xfrm>
          <a:prstGeom prst="mathMultiply">
            <a:avLst>
              <a:gd fmla="val 23520" name="adj1"/>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nvGrpSpPr>
          <p:cNvPr id="149" name="Google Shape;149;g2c4fb7f6616_0_721"/>
          <p:cNvGrpSpPr/>
          <p:nvPr/>
        </p:nvGrpSpPr>
        <p:grpSpPr>
          <a:xfrm>
            <a:off x="1050674" y="3528974"/>
            <a:ext cx="508471" cy="472349"/>
            <a:chOff x="718913" y="3178865"/>
            <a:chExt cx="825441" cy="766800"/>
          </a:xfrm>
        </p:grpSpPr>
        <p:sp>
          <p:nvSpPr>
            <p:cNvPr id="150" name="Google Shape;150;g2c4fb7f6616_0_721"/>
            <p:cNvSpPr/>
            <p:nvPr/>
          </p:nvSpPr>
          <p:spPr>
            <a:xfrm rot="8100000">
              <a:off x="865666" y="3315344"/>
              <a:ext cx="590576"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51" name="Google Shape;151;g2c4fb7f6616_0_721"/>
            <p:cNvSpPr/>
            <p:nvPr/>
          </p:nvSpPr>
          <p:spPr>
            <a:xfrm rot="2700000">
              <a:off x="847908" y="3390222"/>
              <a:ext cx="311410"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52" name="Google Shape;152;g2c4fb7f6616_0_721"/>
          <p:cNvPicPr preferRelativeResize="0"/>
          <p:nvPr/>
        </p:nvPicPr>
        <p:blipFill rotWithShape="1">
          <a:blip r:embed="rId8">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7843"/>
              </a:srgbClr>
            </a:outerShdw>
          </a:effectLst>
        </p:spPr>
      </p:pic>
      <p:sp>
        <p:nvSpPr>
          <p:cNvPr id="153" name="Google Shape;153;g2c4fb7f6616_0_721"/>
          <p:cNvSpPr txBox="1"/>
          <p:nvPr/>
        </p:nvSpPr>
        <p:spPr>
          <a:xfrm>
            <a:off x="995275" y="100839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by accessing this resource you accept the following terms and conditions</a:t>
            </a:r>
            <a:endParaRPr b="0" i="0" sz="1000" u="none" cap="none" strike="noStrike">
              <a:solidFill>
                <a:srgbClr val="000000"/>
              </a:solidFill>
              <a:latin typeface="Arial"/>
              <a:ea typeface="Arial"/>
              <a:cs typeface="Arial"/>
              <a:sym typeface="Arial"/>
            </a:endParaRPr>
          </a:p>
        </p:txBody>
      </p:sp>
      <p:sp>
        <p:nvSpPr>
          <p:cNvPr id="154" name="Google Shape;154;g2c4fb7f6616_0_721"/>
          <p:cNvSpPr txBox="1"/>
          <p:nvPr/>
        </p:nvSpPr>
        <p:spPr>
          <a:xfrm>
            <a:off x="3694625" y="6352800"/>
            <a:ext cx="5162700" cy="30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Poppins Medium"/>
                <a:ea typeface="Poppins Medium"/>
                <a:cs typeface="Poppins Medium"/>
                <a:sym typeface="Poppins Medium"/>
              </a:rPr>
              <a:t>Discover more at www.rainbowphonics</a:t>
            </a:r>
            <a:r>
              <a:rPr lang="en-US" sz="1600">
                <a:solidFill>
                  <a:srgbClr val="FFFFFF"/>
                </a:solidFill>
                <a:latin typeface="Poppins Medium"/>
                <a:ea typeface="Poppins Medium"/>
                <a:cs typeface="Poppins Medium"/>
                <a:sym typeface="Poppins Medium"/>
              </a:rPr>
              <a:t>.co.nz</a:t>
            </a:r>
            <a:endParaRPr b="0" i="0" sz="1600" u="none" cap="none" strike="noStrike">
              <a:solidFill>
                <a:srgbClr val="FFFFFF"/>
              </a:solidFill>
              <a:latin typeface="Poppins Medium"/>
              <a:ea typeface="Poppins Medium"/>
              <a:cs typeface="Poppins Medium"/>
              <a:sym typeface="Poppins Medium"/>
            </a:endParaRPr>
          </a:p>
        </p:txBody>
      </p:sp>
      <p:pic>
        <p:nvPicPr>
          <p:cNvPr id="155" name="Google Shape;155;g2c4fb7f6616_0_721"/>
          <p:cNvPicPr preferRelativeResize="0"/>
          <p:nvPr/>
        </p:nvPicPr>
        <p:blipFill rotWithShape="1">
          <a:blip r:embed="rId9">
            <a:alphaModFix/>
          </a:blip>
          <a:srcRect b="0" l="0" r="0" t="0"/>
          <a:stretch/>
        </p:blipFill>
        <p:spPr>
          <a:xfrm rot="512460">
            <a:off x="7037628" y="1625095"/>
            <a:ext cx="1315271" cy="1315264"/>
          </a:xfrm>
          <a:prstGeom prst="rect">
            <a:avLst/>
          </a:prstGeom>
          <a:noFill/>
          <a:ln>
            <a:noFill/>
          </a:ln>
          <a:effectLst>
            <a:outerShdw blurRad="57150" rotWithShape="0" algn="bl" dir="5400000" dist="19050">
              <a:srgbClr val="000000">
                <a:alpha val="20000"/>
              </a:srgbClr>
            </a:outerShdw>
          </a:effectLst>
        </p:spPr>
      </p:pic>
      <p:pic>
        <p:nvPicPr>
          <p:cNvPr id="156" name="Google Shape;156;g2c4fb7f6616_0_721"/>
          <p:cNvPicPr preferRelativeResize="0"/>
          <p:nvPr/>
        </p:nvPicPr>
        <p:blipFill rotWithShape="1">
          <a:blip r:embed="rId10">
            <a:alphaModFix/>
          </a:blip>
          <a:srcRect b="0" l="0" r="0" t="0"/>
          <a:stretch/>
        </p:blipFill>
        <p:spPr>
          <a:xfrm rot="251087">
            <a:off x="6595023" y="1526228"/>
            <a:ext cx="1315273" cy="1315263"/>
          </a:xfrm>
          <a:prstGeom prst="rect">
            <a:avLst/>
          </a:prstGeom>
          <a:noFill/>
          <a:ln>
            <a:noFill/>
          </a:ln>
          <a:effectLst>
            <a:outerShdw blurRad="57150" rotWithShape="0" algn="bl" dir="5400000" dist="19050">
              <a:srgbClr val="000000">
                <a:alpha val="20000"/>
              </a:srgbClr>
            </a:outerShdw>
          </a:effectLst>
        </p:spPr>
      </p:pic>
      <p:pic>
        <p:nvPicPr>
          <p:cNvPr id="157" name="Google Shape;157;g2c4fb7f6616_0_721"/>
          <p:cNvPicPr preferRelativeResize="0"/>
          <p:nvPr/>
        </p:nvPicPr>
        <p:blipFill rotWithShape="1">
          <a:blip r:embed="rId11">
            <a:alphaModFix/>
          </a:blip>
          <a:srcRect b="0" l="0" r="0" t="0"/>
          <a:stretch/>
        </p:blipFill>
        <p:spPr>
          <a:xfrm rot="-198790">
            <a:off x="6033849" y="1525113"/>
            <a:ext cx="1317502" cy="1317490"/>
          </a:xfrm>
          <a:prstGeom prst="rect">
            <a:avLst/>
          </a:prstGeom>
          <a:noFill/>
          <a:ln>
            <a:noFill/>
          </a:ln>
          <a:effectLst>
            <a:outerShdw blurRad="57150" rotWithShape="0" algn="bl" dir="5400000" dist="19050">
              <a:srgbClr val="000000">
                <a:alpha val="20000"/>
              </a:srgbClr>
            </a:outerShdw>
          </a:effectLst>
        </p:spPr>
      </p:pic>
      <p:pic>
        <p:nvPicPr>
          <p:cNvPr id="158" name="Google Shape;158;g2c4fb7f6616_0_721"/>
          <p:cNvPicPr preferRelativeResize="0"/>
          <p:nvPr/>
        </p:nvPicPr>
        <p:blipFill rotWithShape="1">
          <a:blip r:embed="rId12">
            <a:alphaModFix/>
          </a:blip>
          <a:srcRect b="0" l="0" r="0" t="0"/>
          <a:stretch/>
        </p:blipFill>
        <p:spPr>
          <a:xfrm rot="-505316">
            <a:off x="5528790" y="1629680"/>
            <a:ext cx="1382684" cy="1382665"/>
          </a:xfrm>
          <a:prstGeom prst="rect">
            <a:avLst/>
          </a:prstGeom>
          <a:noFill/>
          <a:ln>
            <a:noFill/>
          </a:ln>
          <a:effectLst>
            <a:outerShdw blurRad="57150" rotWithShape="0" algn="bl" dir="5400000" dist="19050">
              <a:srgbClr val="000000">
                <a:alpha val="20000"/>
              </a:srgbClr>
            </a:outerShdw>
          </a:effectLst>
        </p:spPr>
      </p:pic>
      <p:pic>
        <p:nvPicPr>
          <p:cNvPr id="159" name="Google Shape;159;g2c4fb7f6616_0_721"/>
          <p:cNvPicPr preferRelativeResize="0"/>
          <p:nvPr/>
        </p:nvPicPr>
        <p:blipFill rotWithShape="1">
          <a:blip r:embed="rId13">
            <a:alphaModFix/>
          </a:blip>
          <a:srcRect b="0" l="0" r="0" t="0"/>
          <a:stretch/>
        </p:blipFill>
        <p:spPr>
          <a:xfrm rot="381644">
            <a:off x="6819230" y="2126378"/>
            <a:ext cx="1677627" cy="1677627"/>
          </a:xfrm>
          <a:prstGeom prst="rect">
            <a:avLst/>
          </a:prstGeom>
          <a:noFill/>
          <a:ln>
            <a:noFill/>
          </a:ln>
          <a:effectLst>
            <a:outerShdw blurRad="57150" rotWithShape="0" algn="bl" dir="5400000" dist="19050">
              <a:srgbClr val="000000">
                <a:alpha val="20000"/>
              </a:srgbClr>
            </a:outerShdw>
          </a:effec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Session">
  <p:cSld name="End of Session_1_1">
    <p:spTree>
      <p:nvGrpSpPr>
        <p:cNvPr id="160" name="Shape 160"/>
        <p:cNvGrpSpPr/>
        <p:nvPr/>
      </p:nvGrpSpPr>
      <p:grpSpPr>
        <a:xfrm>
          <a:off x="0" y="0"/>
          <a:ext cx="0" cy="0"/>
          <a:chOff x="0" y="0"/>
          <a:chExt cx="0" cy="0"/>
        </a:xfrm>
      </p:grpSpPr>
      <p:sp>
        <p:nvSpPr>
          <p:cNvPr id="161" name="Google Shape;161;g26b641b03cd_0_260"/>
          <p:cNvSpPr txBox="1"/>
          <p:nvPr>
            <p:ph idx="1" type="body"/>
          </p:nvPr>
        </p:nvSpPr>
        <p:spPr>
          <a:xfrm>
            <a:off x="4277375" y="987225"/>
            <a:ext cx="3944400" cy="4475100"/>
          </a:xfrm>
          <a:prstGeom prst="rect">
            <a:avLst/>
          </a:prstGeom>
          <a:noFill/>
          <a:ln>
            <a:noFill/>
          </a:ln>
        </p:spPr>
        <p:txBody>
          <a:bodyPr anchorCtr="0" anchor="t" bIns="0" lIns="0" spcFirstLastPara="1" rIns="0" wrap="square" tIns="274300">
            <a:noAutofit/>
          </a:bodyPr>
          <a:lstStyle>
            <a:lvl1pPr indent="-330200" lvl="0" marL="457200" algn="l">
              <a:lnSpc>
                <a:spcPct val="115000"/>
              </a:lnSpc>
              <a:spcBef>
                <a:spcPts val="1000"/>
              </a:spcBef>
              <a:spcAft>
                <a:spcPts val="0"/>
              </a:spcAft>
              <a:buClr>
                <a:srgbClr val="262626"/>
              </a:buClr>
              <a:buSzPts val="1600"/>
              <a:buChar char="•"/>
              <a:defRPr sz="1600">
                <a:solidFill>
                  <a:srgbClr val="262626"/>
                </a:solidFill>
              </a:defRPr>
            </a:lvl1pPr>
            <a:lvl2pPr indent="-330200" lvl="1" marL="914400" algn="l">
              <a:lnSpc>
                <a:spcPct val="115000"/>
              </a:lnSpc>
              <a:spcBef>
                <a:spcPts val="1000"/>
              </a:spcBef>
              <a:spcAft>
                <a:spcPts val="0"/>
              </a:spcAft>
              <a:buClr>
                <a:schemeClr val="dk1"/>
              </a:buClr>
              <a:buSzPts val="1600"/>
              <a:buChar char="•"/>
              <a:defRPr sz="1600"/>
            </a:lvl2pPr>
            <a:lvl3pPr indent="-228600" lvl="2" marL="1371600" algn="l">
              <a:lnSpc>
                <a:spcPct val="115000"/>
              </a:lnSpc>
              <a:spcBef>
                <a:spcPts val="1000"/>
              </a:spcBef>
              <a:spcAft>
                <a:spcPts val="0"/>
              </a:spcAft>
              <a:buClr>
                <a:schemeClr val="dk1"/>
              </a:buClr>
              <a:buSzPts val="1600"/>
              <a:buNone/>
              <a:defRPr sz="1600"/>
            </a:lvl3pPr>
            <a:lvl4pPr indent="-330200" lvl="3" marL="1828800" algn="l">
              <a:lnSpc>
                <a:spcPct val="115000"/>
              </a:lnSpc>
              <a:spcBef>
                <a:spcPts val="1000"/>
              </a:spcBef>
              <a:spcAft>
                <a:spcPts val="0"/>
              </a:spcAft>
              <a:buClr>
                <a:schemeClr val="dk1"/>
              </a:buClr>
              <a:buSzPts val="1600"/>
              <a:buChar char="•"/>
              <a:defRPr sz="1600"/>
            </a:lvl4pPr>
            <a:lvl5pPr indent="-330200" lvl="4" marL="2286000" algn="l">
              <a:lnSpc>
                <a:spcPct val="115000"/>
              </a:lnSpc>
              <a:spcBef>
                <a:spcPts val="500"/>
              </a:spcBef>
              <a:spcAft>
                <a:spcPts val="0"/>
              </a:spcAft>
              <a:buClr>
                <a:schemeClr val="dk1"/>
              </a:buClr>
              <a:buSzPts val="1600"/>
              <a:buChar char="•"/>
              <a:defRPr sz="1600"/>
            </a:lvl5pPr>
            <a:lvl6pPr indent="-330200" lvl="5" marL="2743200" algn="l">
              <a:lnSpc>
                <a:spcPct val="115000"/>
              </a:lnSpc>
              <a:spcBef>
                <a:spcPts val="500"/>
              </a:spcBef>
              <a:spcAft>
                <a:spcPts val="0"/>
              </a:spcAft>
              <a:buClr>
                <a:schemeClr val="dk1"/>
              </a:buClr>
              <a:buSzPts val="1600"/>
              <a:buChar char="•"/>
              <a:defRPr sz="1600"/>
            </a:lvl6pPr>
            <a:lvl7pPr indent="-330200" lvl="6" marL="3200400" algn="l">
              <a:lnSpc>
                <a:spcPct val="115000"/>
              </a:lnSpc>
              <a:spcBef>
                <a:spcPts val="500"/>
              </a:spcBef>
              <a:spcAft>
                <a:spcPts val="0"/>
              </a:spcAft>
              <a:buClr>
                <a:schemeClr val="dk1"/>
              </a:buClr>
              <a:buSzPts val="1600"/>
              <a:buChar char="•"/>
              <a:defRPr sz="1600"/>
            </a:lvl7pPr>
            <a:lvl8pPr indent="-330200" lvl="7" marL="3657600" algn="l">
              <a:lnSpc>
                <a:spcPct val="115000"/>
              </a:lnSpc>
              <a:spcBef>
                <a:spcPts val="500"/>
              </a:spcBef>
              <a:spcAft>
                <a:spcPts val="0"/>
              </a:spcAft>
              <a:buClr>
                <a:schemeClr val="dk1"/>
              </a:buClr>
              <a:buSzPts val="1600"/>
              <a:buChar char="•"/>
              <a:defRPr sz="1600"/>
            </a:lvl8pPr>
            <a:lvl9pPr indent="-330200" lvl="8" marL="4114800" algn="l">
              <a:lnSpc>
                <a:spcPct val="115000"/>
              </a:lnSpc>
              <a:spcBef>
                <a:spcPts val="500"/>
              </a:spcBef>
              <a:spcAft>
                <a:spcPts val="0"/>
              </a:spcAft>
              <a:buClr>
                <a:schemeClr val="dk1"/>
              </a:buClr>
              <a:buSzPts val="1600"/>
              <a:buChar char="•"/>
              <a:defRPr sz="1600"/>
            </a:lvl9pPr>
          </a:lstStyle>
          <a:p/>
        </p:txBody>
      </p:sp>
      <p:sp>
        <p:nvSpPr>
          <p:cNvPr id="162" name="Google Shape;162;g26b641b03cd_0_260"/>
          <p:cNvSpPr txBox="1"/>
          <p:nvPr/>
        </p:nvSpPr>
        <p:spPr>
          <a:xfrm>
            <a:off x="856325" y="958000"/>
            <a:ext cx="32256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End of Session</a:t>
            </a:r>
            <a:endParaRPr b="0" i="0" sz="3200" u="none" cap="none" strike="noStrik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cap="flat" cmpd="sng" w="9525">
            <a:solidFill>
              <a:srgbClr val="BFBFBF"/>
            </a:solidFill>
            <a:prstDash val="solid"/>
            <a:miter lim="800000"/>
            <a:headEnd len="sm" w="sm" type="none"/>
            <a:tailEnd len="sm" w="sm" type="none"/>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g26b641b03cd_0_260"/>
          <p:cNvSpPr/>
          <p:nvPr>
            <p:ph idx="2" type="pic"/>
          </p:nvPr>
        </p:nvSpPr>
        <p:spPr>
          <a:xfrm>
            <a:off x="960225" y="1993200"/>
            <a:ext cx="2946000" cy="1949700"/>
          </a:xfrm>
          <a:prstGeom prst="roundRect">
            <a:avLst>
              <a:gd fmla="val 16667" name="adj"/>
            </a:avLst>
          </a:prstGeom>
          <a:noFill/>
          <a:ln>
            <a:noFill/>
          </a:ln>
        </p:spPr>
      </p:sp>
      <p:pic>
        <p:nvPicPr>
          <p:cNvPr id="166" name="Google Shape;166;g26b641b03cd_0_260"/>
          <p:cNvPicPr preferRelativeResize="0"/>
          <p:nvPr/>
        </p:nvPicPr>
        <p:blipFill rotWithShape="1">
          <a:blip r:embed="rId2">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6666"/>
              </a:srgbClr>
            </a:outerShdw>
          </a:effectLst>
        </p:spPr>
      </p:pic>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69" name="Google Shape;169;g26b641b03cd_0_26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70" name="Google Shape;170;g26b641b03cd_0_26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2">
  <p:cSld name="Alien Word of the Day_1_1_1_1_1_1_1_1_1_1_3">
    <p:spTree>
      <p:nvGrpSpPr>
        <p:cNvPr id="187" name="Shape 187"/>
        <p:cNvGrpSpPr/>
        <p:nvPr/>
      </p:nvGrpSpPr>
      <p:grpSpPr>
        <a:xfrm>
          <a:off x="0" y="0"/>
          <a:ext cx="0" cy="0"/>
          <a:chOff x="0" y="0"/>
          <a:chExt cx="0" cy="0"/>
        </a:xfrm>
      </p:grpSpPr>
      <p:sp>
        <p:nvSpPr>
          <p:cNvPr id="188" name="Google Shape;188;g2c235dd0dad_1_87"/>
          <p:cNvSpPr txBox="1"/>
          <p:nvPr>
            <p:ph idx="1" type="subTitle"/>
          </p:nvPr>
        </p:nvSpPr>
        <p:spPr>
          <a:xfrm>
            <a:off x="1181100" y="3423025"/>
            <a:ext cx="6781800" cy="20610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189" name="Google Shape;189;g2c235dd0dad_1_87"/>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xml:space="preserve"> Building Words</a:t>
            </a:r>
            <a:endParaRPr b="0" i="0" sz="3000" u="none" cap="none" strike="noStrike">
              <a:solidFill>
                <a:srgbClr val="CB3D85"/>
              </a:solidFill>
              <a:latin typeface="Poppins Medium"/>
              <a:ea typeface="Poppins Medium"/>
              <a:cs typeface="Poppins Medium"/>
              <a:sym typeface="Poppins Medium"/>
            </a:endParaRPr>
          </a:p>
        </p:txBody>
      </p:sp>
      <p:sp>
        <p:nvSpPr>
          <p:cNvPr id="191" name="Google Shape;191;g2c235dd0dad_1_87"/>
          <p:cNvSpPr txBox="1"/>
          <p:nvPr>
            <p:ph idx="2" type="subTitle"/>
          </p:nvPr>
        </p:nvSpPr>
        <p:spPr>
          <a:xfrm>
            <a:off x="1181100" y="824863"/>
            <a:ext cx="6781800" cy="1945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cxnSp>
        <p:nvCxnSpPr>
          <p:cNvPr id="192" name="Google Shape;192;g2c235dd0dad_1_87"/>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193" name="Google Shape;193;g2c235dd0dad_1_8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196" name="Google Shape;196;g2c235dd0dad_1_87"/>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197" name="Google Shape;197;g2c235dd0dad_1_87"/>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198" name="Google Shape;198;g2c235dd0dad_1_87"/>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199" name="Google Shape;199;g2c235dd0dad_1_87"/>
          <p:cNvSpPr txBox="1"/>
          <p:nvPr>
            <p:ph idx="3"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00" name="Google Shape;200;g2c235dd0dad_1_8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5" name="Google Shape;205;g2c235dd0dad_1_8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2" name="Google Shape;212;g2c235dd0dad_1_8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3" name="Google Shape;213;g2c235dd0dad_1_8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6" name="Google Shape;216;g2c235dd0dad_1_8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7" name="Google Shape;217;g2c235dd0dad_1_8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1">
  <p:cSld name="Alien Word of the Day_1_1_1_1_1_1_1_1_1_1_3_1">
    <p:spTree>
      <p:nvGrpSpPr>
        <p:cNvPr id="218"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xml:space="preserve"> Building Words</a:t>
            </a:r>
            <a:endParaRPr b="0" i="0" sz="3000" u="none" cap="none" strike="noStrik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22" name="Google Shape;222;g1f3daf8a844_0_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5" name="Google Shape;225;g1f3daf8a844_0_32"/>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6" name="Google Shape;226;g1f3daf8a844_0_32"/>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227" name="Google Shape;227;g1f3daf8a844_0_32"/>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228" name="Google Shape;228;g1f3daf8a844_0_32"/>
          <p:cNvSpPr txBox="1"/>
          <p:nvPr>
            <p:ph idx="1"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29" name="Google Shape;229;g1f3daf8a844_0_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4" name="Google Shape;234;g1f3daf8a844_0_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1" name="Google Shape;241;g1f3daf8a844_0_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2" name="Google Shape;242;g1f3daf8a844_0_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5" name="Google Shape;245;g1f3daf8a844_0_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6" name="Google Shape;246;g1f3daf8a844_0_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Quickwrite">
  <p:cSld name="Alien Word of the Day_1_1_1_1_1_1_1_1_1_1_1">
    <p:spTree>
      <p:nvGrpSpPr>
        <p:cNvPr id="247"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Quickwrite</a:t>
            </a:r>
            <a:endParaRPr b="0" i="0" sz="3000" u="none" cap="none" strike="noStrike">
              <a:solidFill>
                <a:srgbClr val="CB3D85"/>
              </a:solidFill>
              <a:latin typeface="Poppins Medium"/>
              <a:ea typeface="Poppins Medium"/>
              <a:cs typeface="Poppins Medium"/>
              <a:sym typeface="Poppins Medium"/>
            </a:endParaRPr>
          </a:p>
        </p:txBody>
      </p:sp>
      <p:sp>
        <p:nvSpPr>
          <p:cNvPr id="250" name="Google Shape;250;g2c157a2fb06_0_53"/>
          <p:cNvSpPr txBox="1"/>
          <p:nvPr>
            <p:ph idx="1" type="subTitle"/>
          </p:nvPr>
        </p:nvSpPr>
        <p:spPr>
          <a:xfrm>
            <a:off x="12573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1" name="Google Shape;251;g2c157a2fb06_0_53"/>
          <p:cNvSpPr txBox="1"/>
          <p:nvPr>
            <p:ph idx="2" type="subTitle"/>
          </p:nvPr>
        </p:nvSpPr>
        <p:spPr>
          <a:xfrm>
            <a:off x="34956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2" name="Google Shape;252;g2c157a2fb06_0_53"/>
          <p:cNvSpPr txBox="1"/>
          <p:nvPr>
            <p:ph idx="3" type="subTitle"/>
          </p:nvPr>
        </p:nvSpPr>
        <p:spPr>
          <a:xfrm>
            <a:off x="57339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3" name="Google Shape;253;g2c157a2fb06_0_53"/>
          <p:cNvSpPr txBox="1"/>
          <p:nvPr>
            <p:ph idx="4" type="subTitle"/>
          </p:nvPr>
        </p:nvSpPr>
        <p:spPr>
          <a:xfrm>
            <a:off x="1249500" y="11549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54" name="Google Shape;254;g2c157a2fb06_0_5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2" name="Google Shape;262;g2c157a2fb06_0_5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9" name="Google Shape;269;g2c157a2fb06_0_5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0" name="Google Shape;270;g2c157a2fb06_0_5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3" name="Google Shape;273;g2c157a2fb06_0_5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4" name="Google Shape;274;g2c157a2fb06_0_5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Full Circle">
  <p:cSld name="Alien Word of the Day_1_1_1_1_1_1_1_1_1_1_1_1">
    <p:spTree>
      <p:nvGrpSpPr>
        <p:cNvPr id="275"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b="0" l="0" r="0" t="0"/>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Full Circle</a:t>
            </a:r>
            <a:endParaRPr b="0" i="0" sz="3000" u="none" cap="none" strike="noStrike">
              <a:solidFill>
                <a:srgbClr val="CB3D85"/>
              </a:solidFill>
              <a:latin typeface="Poppins Medium"/>
              <a:ea typeface="Poppins Medium"/>
              <a:cs typeface="Poppins Medium"/>
              <a:sym typeface="Poppins Medium"/>
            </a:endParaRPr>
          </a:p>
        </p:txBody>
      </p:sp>
      <p:sp>
        <p:nvSpPr>
          <p:cNvPr id="279" name="Google Shape;279;g2c157a2fb06_0_158"/>
          <p:cNvSpPr txBox="1"/>
          <p:nvPr>
            <p:ph idx="1" type="subTitle"/>
          </p:nvPr>
        </p:nvSpPr>
        <p:spPr>
          <a:xfrm>
            <a:off x="2638800" y="48640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0" name="Google Shape;280;g2c157a2fb06_0_158"/>
          <p:cNvSpPr txBox="1"/>
          <p:nvPr>
            <p:ph idx="2" type="subTitle"/>
          </p:nvPr>
        </p:nvSpPr>
        <p:spPr>
          <a:xfrm>
            <a:off x="2638800" y="12764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1" name="Google Shape;281;g2c157a2fb06_0_158"/>
          <p:cNvSpPr txBox="1"/>
          <p:nvPr>
            <p:ph idx="3" type="subTitle"/>
          </p:nvPr>
        </p:nvSpPr>
        <p:spPr>
          <a:xfrm>
            <a:off x="66257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2" name="Google Shape;282;g2c157a2fb06_0_158"/>
          <p:cNvSpPr txBox="1"/>
          <p:nvPr>
            <p:ph idx="4" type="subTitle"/>
          </p:nvPr>
        </p:nvSpPr>
        <p:spPr>
          <a:xfrm>
            <a:off x="461002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3" name="Google Shape;283;g2c157a2fb06_0_15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0" name="Google Shape;290;g2c157a2fb06_0_15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7" name="Google Shape;297;g2c157a2fb06_0_15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8" name="Google Shape;298;g2c157a2fb06_0_15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1" name="Google Shape;301;g2c157a2fb06_0_15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2" name="Google Shape;302;g2c157a2fb06_0_15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Picture Match">
  <p:cSld name="Alien Word of the Day_1_1_1_1_1_1_1_1_1_1_1_1_1">
    <p:spTree>
      <p:nvGrpSpPr>
        <p:cNvPr id="303"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Picture Match</a:t>
            </a:r>
            <a:endParaRPr b="0" i="0" sz="3000" u="none" cap="none" strike="noStrike">
              <a:solidFill>
                <a:srgbClr val="CB3D85"/>
              </a:solidFill>
              <a:latin typeface="Poppins Medium"/>
              <a:ea typeface="Poppins Medium"/>
              <a:cs typeface="Poppins Medium"/>
              <a:sym typeface="Poppins Medium"/>
            </a:endParaRPr>
          </a:p>
        </p:txBody>
      </p:sp>
      <p:sp>
        <p:nvSpPr>
          <p:cNvPr id="306" name="Google Shape;306;g2c157a2fb06_0_263"/>
          <p:cNvSpPr txBox="1"/>
          <p:nvPr>
            <p:ph idx="1" type="subTitle"/>
          </p:nvPr>
        </p:nvSpPr>
        <p:spPr>
          <a:xfrm>
            <a:off x="1038600" y="48640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7" name="Google Shape;307;g2c157a2fb06_0_263"/>
          <p:cNvSpPr txBox="1"/>
          <p:nvPr>
            <p:ph idx="2" type="subTitle"/>
          </p:nvPr>
        </p:nvSpPr>
        <p:spPr>
          <a:xfrm>
            <a:off x="1038600" y="12764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8" name="Google Shape;308;g2c157a2fb06_0_263"/>
          <p:cNvSpPr txBox="1"/>
          <p:nvPr>
            <p:ph idx="3" type="subTitle"/>
          </p:nvPr>
        </p:nvSpPr>
        <p:spPr>
          <a:xfrm>
            <a:off x="1038600" y="2472317"/>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9" name="Google Shape;309;g2c157a2fb06_0_263"/>
          <p:cNvSpPr txBox="1"/>
          <p:nvPr>
            <p:ph idx="4" type="subTitle"/>
          </p:nvPr>
        </p:nvSpPr>
        <p:spPr>
          <a:xfrm>
            <a:off x="1038600" y="3668183"/>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10" name="Google Shape;310;g2c157a2fb06_0_263"/>
          <p:cNvSpPr/>
          <p:nvPr>
            <p:ph idx="5" type="pic"/>
          </p:nvPr>
        </p:nvSpPr>
        <p:spPr>
          <a:xfrm>
            <a:off x="5086375" y="4412425"/>
            <a:ext cx="2668800" cy="1291500"/>
          </a:xfrm>
          <a:prstGeom prst="rect">
            <a:avLst/>
          </a:prstGeom>
          <a:noFill/>
          <a:ln>
            <a:noFill/>
          </a:ln>
        </p:spPr>
      </p:sp>
      <p:sp>
        <p:nvSpPr>
          <p:cNvPr id="311" name="Google Shape;311;g2c157a2fb06_0_263"/>
          <p:cNvSpPr/>
          <p:nvPr>
            <p:ph idx="6" type="pic"/>
          </p:nvPr>
        </p:nvSpPr>
        <p:spPr>
          <a:xfrm>
            <a:off x="5086375" y="797675"/>
            <a:ext cx="2668800" cy="1291500"/>
          </a:xfrm>
          <a:prstGeom prst="rect">
            <a:avLst/>
          </a:prstGeom>
          <a:noFill/>
          <a:ln>
            <a:noFill/>
          </a:ln>
        </p:spPr>
      </p:sp>
      <p:sp>
        <p:nvSpPr>
          <p:cNvPr id="312" name="Google Shape;312;g2c157a2fb06_0_263"/>
          <p:cNvSpPr/>
          <p:nvPr>
            <p:ph idx="7" type="pic"/>
          </p:nvPr>
        </p:nvSpPr>
        <p:spPr>
          <a:xfrm>
            <a:off x="5086375" y="2002592"/>
            <a:ext cx="2668800" cy="1291500"/>
          </a:xfrm>
          <a:prstGeom prst="rect">
            <a:avLst/>
          </a:prstGeom>
          <a:noFill/>
          <a:ln>
            <a:noFill/>
          </a:ln>
        </p:spPr>
      </p:sp>
      <p:sp>
        <p:nvSpPr>
          <p:cNvPr id="313" name="Google Shape;313;g2c157a2fb06_0_263"/>
          <p:cNvSpPr/>
          <p:nvPr>
            <p:ph idx="8" type="pic"/>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1" name="Google Shape;321;g2c157a2fb06_0_26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8" name="Google Shape;328;g2c157a2fb06_0_26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9" name="Google Shape;329;g2c157a2fb06_0_26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32" name="Google Shape;332;g2c157a2fb06_0_26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33" name="Google Shape;333;g2c157a2fb06_0_26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Write a Caption">
  <p:cSld name="Alien Word of the Day_1_1_1_1_1_1_1_1_1_1_1_2">
    <p:spTree>
      <p:nvGrpSpPr>
        <p:cNvPr id="334"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36" name="Google Shape;336;g2c157a2fb06_0_467"/>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37" name="Google Shape;337;g2c157a2fb06_0_467"/>
          <p:cNvSpPr/>
          <p:nvPr>
            <p:ph idx="2" type="pic"/>
          </p:nvPr>
        </p:nvSpPr>
        <p:spPr>
          <a:xfrm>
            <a:off x="1181100" y="852975"/>
            <a:ext cx="6781800" cy="2771700"/>
          </a:xfrm>
          <a:prstGeom prst="roundRect">
            <a:avLst>
              <a:gd fmla="val 16667" name="adj"/>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Caption</a:t>
            </a:r>
            <a:endParaRPr b="0" i="0" sz="3000" u="none" cap="none" strike="noStrik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7" name="Google Shape;347;g2c157a2fb06_0_46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4" name="Google Shape;354;g2c157a2fb06_0_46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5" name="Google Shape;355;g2c157a2fb06_0_46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8" name="Google Shape;358;g2c157a2fb06_0_46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9" name="Google Shape;359;g2c157a2fb06_0_46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Read a Caption">
  <p:cSld name="Alien Word of the Day_1_1_1_1_1_1_1_1_1_1_1_2_1">
    <p:spTree>
      <p:nvGrpSpPr>
        <p:cNvPr id="360"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62" name="Google Shape;362;g2c157a2fb06_0_629"/>
          <p:cNvSpPr/>
          <p:nvPr>
            <p:ph idx="2" type="pic"/>
          </p:nvPr>
        </p:nvSpPr>
        <p:spPr>
          <a:xfrm>
            <a:off x="1181100" y="852975"/>
            <a:ext cx="6781800" cy="2771700"/>
          </a:xfrm>
          <a:prstGeom prst="roundRect">
            <a:avLst>
              <a:gd fmla="val 16667" name="adj"/>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Caption</a:t>
            </a:r>
            <a:endParaRPr b="0" i="0" sz="3000" u="none" cap="none" strike="noStrike">
              <a:solidFill>
                <a:srgbClr val="CB3D85"/>
              </a:solidFill>
              <a:latin typeface="Poppins Medium"/>
              <a:ea typeface="Poppins Medium"/>
              <a:cs typeface="Poppins Medium"/>
              <a:sym typeface="Poppins Medium"/>
            </a:endParaRPr>
          </a:p>
        </p:txBody>
      </p:sp>
      <p:sp>
        <p:nvSpPr>
          <p:cNvPr id="365" name="Google Shape;365;g2c157a2fb06_0_629"/>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66" name="Google Shape;366;g2c157a2fb06_0_629"/>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3" name="Google Shape;373;g2c157a2fb06_0_629"/>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0" name="Google Shape;380;g2c157a2fb06_0_629">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1" name="Google Shape;381;g2c157a2fb06_0_629">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4" name="Google Shape;384;g2c157a2fb06_0_629">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5" name="Google Shape;385;g2c157a2fb06_0_629">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Write a Sentence">
  <p:cSld name="Alien Word of the Day_1_1_1_1_1_1_1_1_1_1_1_2_2">
    <p:spTree>
      <p:nvGrpSpPr>
        <p:cNvPr id="386"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388" name="Google Shape;388;g2c157a2fb06_0_798"/>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89" name="Google Shape;389;g2c157a2fb06_0_798"/>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90" name="Google Shape;390;g2c157a2fb06_0_798"/>
          <p:cNvSpPr/>
          <p:nvPr>
            <p:ph idx="2" type="pic"/>
          </p:nvPr>
        </p:nvSpPr>
        <p:spPr>
          <a:xfrm>
            <a:off x="1181100" y="852975"/>
            <a:ext cx="6781800" cy="2771700"/>
          </a:xfrm>
          <a:prstGeom prst="roundRect">
            <a:avLst>
              <a:gd fmla="val 16667" name="adj"/>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Sentence</a:t>
            </a:r>
            <a:endParaRPr b="0" i="0" sz="3000" u="none" cap="none" strike="noStrik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0" name="Google Shape;400;g2c157a2fb06_0_79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7" name="Google Shape;407;g2c157a2fb06_0_79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8" name="Google Shape;408;g2c157a2fb06_0_79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1" name="Google Shape;411;g2c157a2fb06_0_79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2" name="Google Shape;412;g2c157a2fb06_0_79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Read a Sentence">
  <p:cSld name="Alien Word of the Day_1_1_1_1_1_1_1_1_1_1_1_2_1_1">
    <p:spTree>
      <p:nvGrpSpPr>
        <p:cNvPr id="413"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15" name="Google Shape;415;g2c157a2fb06_0_825"/>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416" name="Google Shape;416;g2c157a2fb06_0_825"/>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17" name="Google Shape;417;g2c157a2fb06_0_825"/>
          <p:cNvSpPr/>
          <p:nvPr>
            <p:ph idx="2" type="pic"/>
          </p:nvPr>
        </p:nvSpPr>
        <p:spPr>
          <a:xfrm>
            <a:off x="1181100" y="852975"/>
            <a:ext cx="6781800" cy="2771700"/>
          </a:xfrm>
          <a:prstGeom prst="roundRect">
            <a:avLst>
              <a:gd fmla="val 16667" name="adj"/>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Sentence</a:t>
            </a:r>
            <a:endParaRPr b="0" i="0" sz="3000" u="none" cap="none" strike="noStrik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7" name="Google Shape;427;g2c157a2fb06_0_82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4" name="Google Shape;434;g2c157a2fb06_0_82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5" name="Google Shape;435;g2c157a2fb06_0_82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8" name="Google Shape;438;g2c157a2fb06_0_82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9" name="Google Shape;439;g2c157a2fb06_0_82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Hands Up, Pair Up">
  <p:cSld name="Alien Word of the Day_1_1_1_1_1_1_1_1_1_1_1_3">
    <p:spTree>
      <p:nvGrpSpPr>
        <p:cNvPr id="440"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2" name="Google Shape;442;g2c157a2fb06_0_700"/>
          <p:cNvSpPr/>
          <p:nvPr/>
        </p:nvSpPr>
        <p:spPr>
          <a:xfrm flipH="1" rot="-513789">
            <a:off x="3539163" y="1038091"/>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Hands Up, Pair Up</a:t>
            </a:r>
            <a:endParaRPr b="0" i="0" sz="3000" u="none" cap="none" strike="noStrik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46" name="Google Shape;446;g2c157a2fb06_0_700"/>
          <p:cNvSpPr txBox="1"/>
          <p:nvPr>
            <p:ph idx="1" type="subTitle"/>
          </p:nvPr>
        </p:nvSpPr>
        <p:spPr>
          <a:xfrm>
            <a:off x="1179855" y="7263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7" name="Google Shape;447;g2c157a2fb06_0_700"/>
          <p:cNvSpPr txBox="1"/>
          <p:nvPr>
            <p:ph idx="2" type="subTitle"/>
          </p:nvPr>
        </p:nvSpPr>
        <p:spPr>
          <a:xfrm>
            <a:off x="3645035" y="10395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8" name="Google Shape;448;g2c157a2fb06_0_700"/>
          <p:cNvSpPr txBox="1"/>
          <p:nvPr>
            <p:ph idx="3" type="subTitle"/>
          </p:nvPr>
        </p:nvSpPr>
        <p:spPr>
          <a:xfrm>
            <a:off x="6263616" y="5902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9" name="Google Shape;449;g2c157a2fb06_0_700"/>
          <p:cNvSpPr/>
          <p:nvPr/>
        </p:nvSpPr>
        <p:spPr>
          <a:xfrm rot="-10251123">
            <a:off x="5784914" y="2390259"/>
            <a:ext cx="2012801" cy="1269934"/>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0" name="Google Shape;450;g2c157a2fb06_0_700"/>
          <p:cNvSpPr txBox="1"/>
          <p:nvPr>
            <p:ph idx="4" type="subTitle"/>
          </p:nvPr>
        </p:nvSpPr>
        <p:spPr>
          <a:xfrm>
            <a:off x="5856255" y="239168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1" name="Google Shape;451;g2c157a2fb06_0_700"/>
          <p:cNvSpPr/>
          <p:nvPr/>
        </p:nvSpPr>
        <p:spPr>
          <a:xfrm>
            <a:off x="1984645" y="23676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2" name="Google Shape;452;g2c157a2fb06_0_700"/>
          <p:cNvSpPr txBox="1"/>
          <p:nvPr>
            <p:ph idx="5" type="subTitle"/>
          </p:nvPr>
        </p:nvSpPr>
        <p:spPr>
          <a:xfrm>
            <a:off x="2125066" y="23691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3" name="Google Shape;453;g2c157a2fb06_0_700"/>
          <p:cNvSpPr/>
          <p:nvPr/>
        </p:nvSpPr>
        <p:spPr>
          <a:xfrm>
            <a:off x="3755185" y="38741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4" name="Google Shape;454;g2c157a2fb06_0_700"/>
          <p:cNvSpPr txBox="1"/>
          <p:nvPr>
            <p:ph idx="6" type="subTitle"/>
          </p:nvPr>
        </p:nvSpPr>
        <p:spPr>
          <a:xfrm>
            <a:off x="3826530" y="38756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5" name="Google Shape;455;g2c157a2fb06_0_700"/>
          <p:cNvSpPr/>
          <p:nvPr/>
        </p:nvSpPr>
        <p:spPr>
          <a:xfrm>
            <a:off x="855895" y="40089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6" name="Google Shape;456;g2c157a2fb06_0_700"/>
          <p:cNvSpPr txBox="1"/>
          <p:nvPr>
            <p:ph idx="7" type="subTitle"/>
          </p:nvPr>
        </p:nvSpPr>
        <p:spPr>
          <a:xfrm>
            <a:off x="996316" y="40104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7" name="Google Shape;457;g2c157a2fb06_0_700"/>
          <p:cNvSpPr/>
          <p:nvPr/>
        </p:nvSpPr>
        <p:spPr>
          <a:xfrm flipH="1" rot="-513789">
            <a:off x="6058038" y="4333066"/>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8" name="Google Shape;458;g2c157a2fb06_0_700"/>
          <p:cNvSpPr txBox="1"/>
          <p:nvPr>
            <p:ph idx="8" type="subTitle"/>
          </p:nvPr>
        </p:nvSpPr>
        <p:spPr>
          <a:xfrm>
            <a:off x="6163910" y="4334511"/>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9" name="Google Shape;459;g2c157a2fb06_0_70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6" name="Google Shape;466;g2c157a2fb06_0_70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3" name="Google Shape;473;g2c157a2fb06_0_70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4" name="Google Shape;474;g2c157a2fb06_0_70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7" name="Google Shape;477;g2c157a2fb06_0_70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8" name="Google Shape;478;g2c157a2fb06_0_70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Bingo">
  <p:cSld name="Alien Word of the Day_1_1_1_1_1_1_1_1_1_1_1_3_1">
    <p:spTree>
      <p:nvGrpSpPr>
        <p:cNvPr id="479"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Bingo</a:t>
            </a:r>
            <a:endParaRPr b="0" i="0" sz="3000" u="none" cap="none" strike="noStrik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2" name="Google Shape;482;g2c157a2fb06_0_932"/>
          <p:cNvCxnSpPr/>
          <p:nvPr/>
        </p:nvCxnSpPr>
        <p:spPr>
          <a:xfrm>
            <a:off x="1181100" y="3853333"/>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3" name="Google Shape;483;g2c157a2fb06_0_932"/>
          <p:cNvCxnSpPr/>
          <p:nvPr/>
        </p:nvCxnSpPr>
        <p:spPr>
          <a:xfrm>
            <a:off x="1181100" y="5399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4" name="Google Shape;484;g2c157a2fb06_0_932"/>
          <p:cNvCxnSpPr/>
          <p:nvPr/>
        </p:nvCxnSpPr>
        <p:spPr>
          <a:xfrm>
            <a:off x="1181100" y="762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5" name="Google Shape;485;g2c157a2fb06_0_932"/>
          <p:cNvCxnSpPr/>
          <p:nvPr/>
        </p:nvCxnSpPr>
        <p:spPr>
          <a:xfrm>
            <a:off x="1181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6" name="Google Shape;486;g2c157a2fb06_0_932"/>
          <p:cNvCxnSpPr/>
          <p:nvPr/>
        </p:nvCxnSpPr>
        <p:spPr>
          <a:xfrm>
            <a:off x="7994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7" name="Google Shape;487;g2c157a2fb06_0_932"/>
          <p:cNvCxnSpPr/>
          <p:nvPr/>
        </p:nvCxnSpPr>
        <p:spPr>
          <a:xfrm>
            <a:off x="3452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8" name="Google Shape;488;g2c157a2fb06_0_932"/>
          <p:cNvCxnSpPr/>
          <p:nvPr/>
        </p:nvCxnSpPr>
        <p:spPr>
          <a:xfrm>
            <a:off x="5723100" y="795350"/>
            <a:ext cx="0" cy="4562100"/>
          </a:xfrm>
          <a:prstGeom prst="straightConnector1">
            <a:avLst/>
          </a:prstGeom>
          <a:noFill/>
          <a:ln cap="flat" cmpd="sng" w="28575">
            <a:solidFill>
              <a:srgbClr val="CFD9EF"/>
            </a:solidFill>
            <a:prstDash val="lgDash"/>
            <a:miter lim="800000"/>
            <a:headEnd len="sm" w="sm" type="none"/>
            <a:tailEnd len="sm" w="sm" type="none"/>
          </a:ln>
        </p:spPr>
      </p:cxnSp>
      <p:sp>
        <p:nvSpPr>
          <p:cNvPr id="489" name="Google Shape;489;g2c157a2fb06_0_9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91" name="Google Shape;491;g2c157a2fb06_0_932"/>
          <p:cNvSpPr txBox="1"/>
          <p:nvPr>
            <p:ph idx="1" type="subTitle"/>
          </p:nvPr>
        </p:nvSpPr>
        <p:spPr>
          <a:xfrm>
            <a:off x="124950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2" name="Google Shape;492;g2c157a2fb06_0_932"/>
          <p:cNvSpPr txBox="1"/>
          <p:nvPr>
            <p:ph idx="2" type="subTitle"/>
          </p:nvPr>
        </p:nvSpPr>
        <p:spPr>
          <a:xfrm>
            <a:off x="3524925"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3" name="Google Shape;493;g2c157a2fb06_0_932"/>
          <p:cNvSpPr txBox="1"/>
          <p:nvPr>
            <p:ph idx="3" type="subTitle"/>
          </p:nvPr>
        </p:nvSpPr>
        <p:spPr>
          <a:xfrm>
            <a:off x="580035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4" name="Google Shape;494;g2c157a2fb06_0_932"/>
          <p:cNvSpPr txBox="1"/>
          <p:nvPr>
            <p:ph idx="4" type="subTitle"/>
          </p:nvPr>
        </p:nvSpPr>
        <p:spPr>
          <a:xfrm>
            <a:off x="124950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5" name="Google Shape;495;g2c157a2fb06_0_932"/>
          <p:cNvSpPr txBox="1"/>
          <p:nvPr>
            <p:ph idx="5" type="subTitle"/>
          </p:nvPr>
        </p:nvSpPr>
        <p:spPr>
          <a:xfrm>
            <a:off x="3524925"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6" name="Google Shape;496;g2c157a2fb06_0_932"/>
          <p:cNvSpPr txBox="1"/>
          <p:nvPr>
            <p:ph idx="6" type="subTitle"/>
          </p:nvPr>
        </p:nvSpPr>
        <p:spPr>
          <a:xfrm>
            <a:off x="580035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7" name="Google Shape;497;g2c157a2fb06_0_932"/>
          <p:cNvSpPr txBox="1"/>
          <p:nvPr>
            <p:ph idx="7" type="subTitle"/>
          </p:nvPr>
        </p:nvSpPr>
        <p:spPr>
          <a:xfrm>
            <a:off x="124950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8" name="Google Shape;498;g2c157a2fb06_0_932"/>
          <p:cNvSpPr txBox="1"/>
          <p:nvPr>
            <p:ph idx="8" type="subTitle"/>
          </p:nvPr>
        </p:nvSpPr>
        <p:spPr>
          <a:xfrm>
            <a:off x="3524925"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9" name="Google Shape;499;g2c157a2fb06_0_932"/>
          <p:cNvSpPr txBox="1"/>
          <p:nvPr>
            <p:ph idx="9" type="subTitle"/>
          </p:nvPr>
        </p:nvSpPr>
        <p:spPr>
          <a:xfrm>
            <a:off x="580035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00" name="Google Shape;500;g2c157a2fb06_0_9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5" name="Google Shape;505;g2c157a2fb06_0_9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2" name="Google Shape;512;g2c157a2fb06_0_9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3" name="Google Shape;513;g2c157a2fb06_0_9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6" name="Google Shape;516;g2c157a2fb06_0_9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7" name="Google Shape;517;g2c157a2fb06_0_9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Lucky Dip">
  <p:cSld name="Alien Word of the Day_1_1_1_1_1_1_1_1_1_1_2">
    <p:spTree>
      <p:nvGrpSpPr>
        <p:cNvPr id="518"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cap="flat" cmpd="sng" w="28575">
            <a:solidFill>
              <a:srgbClr val="CFD9EF"/>
            </a:solidFill>
            <a:prstDash val="lgDash"/>
            <a:miter lim="800000"/>
            <a:headEnd len="sm" w="sm" type="none"/>
            <a:tailEnd len="sm" w="sm" type="none"/>
          </a:ln>
        </p:spPr>
      </p:cxnSp>
      <p:pic>
        <p:nvPicPr>
          <p:cNvPr id="520" name="Google Shape;520;g2c157a2fb06_0_1045"/>
          <p:cNvPicPr preferRelativeResize="0"/>
          <p:nvPr/>
        </p:nvPicPr>
        <p:blipFill rotWithShape="1">
          <a:blip r:embed="rId2">
            <a:alphaModFix amt="70000"/>
          </a:blip>
          <a:srcRect b="0" l="0" r="0" t="0"/>
          <a:stretch/>
        </p:blipFill>
        <p:spPr>
          <a:xfrm>
            <a:off x="3031650" y="3179019"/>
            <a:ext cx="3080700" cy="3080685"/>
          </a:xfrm>
          <a:prstGeom prst="rect">
            <a:avLst/>
          </a:prstGeom>
          <a:noFill/>
          <a:ln>
            <a:noFill/>
          </a:ln>
        </p:spPr>
      </p:pic>
      <p:sp>
        <p:nvSpPr>
          <p:cNvPr id="521" name="Google Shape;521;g2c157a2fb06_0_1045"/>
          <p:cNvSpPr txBox="1"/>
          <p:nvPr>
            <p:ph idx="1" type="subTitle"/>
          </p:nvPr>
        </p:nvSpPr>
        <p:spPr>
          <a:xfrm>
            <a:off x="12573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2" name="Google Shape;522;g2c157a2fb06_0_1045"/>
          <p:cNvSpPr txBox="1"/>
          <p:nvPr>
            <p:ph idx="2" type="subTitle"/>
          </p:nvPr>
        </p:nvSpPr>
        <p:spPr>
          <a:xfrm>
            <a:off x="34956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3" name="Google Shape;523;g2c157a2fb06_0_1045"/>
          <p:cNvSpPr txBox="1"/>
          <p:nvPr>
            <p:ph idx="3" type="subTitle"/>
          </p:nvPr>
        </p:nvSpPr>
        <p:spPr>
          <a:xfrm>
            <a:off x="57339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4" name="Google Shape;524;g2c157a2fb06_0_1045"/>
          <p:cNvSpPr txBox="1"/>
          <p:nvPr>
            <p:ph idx="4" type="subTitle"/>
          </p:nvPr>
        </p:nvSpPr>
        <p:spPr>
          <a:xfrm>
            <a:off x="12573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5" name="Google Shape;525;g2c157a2fb06_0_1045"/>
          <p:cNvSpPr txBox="1"/>
          <p:nvPr>
            <p:ph idx="5" type="subTitle"/>
          </p:nvPr>
        </p:nvSpPr>
        <p:spPr>
          <a:xfrm>
            <a:off x="34956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6" name="Google Shape;526;g2c157a2fb06_0_1045"/>
          <p:cNvSpPr txBox="1"/>
          <p:nvPr>
            <p:ph idx="6" type="subTitle"/>
          </p:nvPr>
        </p:nvSpPr>
        <p:spPr>
          <a:xfrm>
            <a:off x="57339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7" name="Google Shape;527;g2c157a2fb06_0_1045"/>
          <p:cNvSpPr txBox="1"/>
          <p:nvPr>
            <p:ph idx="7" type="subTitle"/>
          </p:nvPr>
        </p:nvSpPr>
        <p:spPr>
          <a:xfrm>
            <a:off x="12573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8" name="Google Shape;528;g2c157a2fb06_0_1045"/>
          <p:cNvSpPr txBox="1"/>
          <p:nvPr>
            <p:ph idx="8" type="subTitle"/>
          </p:nvPr>
        </p:nvSpPr>
        <p:spPr>
          <a:xfrm>
            <a:off x="34956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9" name="Google Shape;529;g2c157a2fb06_0_1045"/>
          <p:cNvSpPr txBox="1"/>
          <p:nvPr>
            <p:ph idx="9" type="subTitle"/>
          </p:nvPr>
        </p:nvSpPr>
        <p:spPr>
          <a:xfrm>
            <a:off x="57339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30" name="Google Shape;530;g2c157a2fb06_0_104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Lucky Dip</a:t>
            </a:r>
            <a:endParaRPr b="0" i="0" sz="3000" u="none" cap="none" strike="noStrike">
              <a:solidFill>
                <a:srgbClr val="CB3D85"/>
              </a:solidFill>
              <a:latin typeface="Poppins Medium"/>
              <a:ea typeface="Poppins Medium"/>
              <a:cs typeface="Poppins Medium"/>
              <a:sym typeface="Poppins Medium"/>
            </a:endParaRPr>
          </a:p>
        </p:txBody>
      </p:sp>
      <p:sp>
        <p:nvSpPr>
          <p:cNvPr id="532" name="Google Shape;532;g2c157a2fb06_0_1045"/>
          <p:cNvSpPr txBox="1"/>
          <p:nvPr>
            <p:ph idx="13" type="subTitle"/>
          </p:nvPr>
        </p:nvSpPr>
        <p:spPr>
          <a:xfrm>
            <a:off x="1249500" y="36695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33" name="Google Shape;533;g2c157a2fb06_0_1045"/>
          <p:cNvSpPr txBox="1"/>
          <p:nvPr/>
        </p:nvSpPr>
        <p:spPr>
          <a:xfrm rot="847135">
            <a:off x="3980478" y="3929718"/>
            <a:ext cx="1109311" cy="149327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15000" u="none" cap="none" strike="noStrike">
                <a:solidFill>
                  <a:srgbClr val="F1C232"/>
                </a:solidFill>
                <a:latin typeface="Nunito Black"/>
                <a:ea typeface="Nunito Black"/>
                <a:cs typeface="Nunito Black"/>
                <a:sym typeface="Nunito Black"/>
              </a:rPr>
              <a:t>?</a:t>
            </a:r>
            <a:endParaRPr b="0" i="0" sz="15000" u="none" cap="none" strike="noStrik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1" name="Google Shape;541;g2c157a2fb06_0_104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8" name="Google Shape;548;g2c157a2fb06_0_104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9" name="Google Shape;549;g2c157a2fb06_0_104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52" name="Google Shape;552;g2c157a2fb06_0_104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53" name="Google Shape;553;g2c157a2fb06_0_104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Countdown">
  <p:cSld name="Alien Word of the Day_1_1_1_1_1_1_1_1_1_1_1_1_2">
    <p:spTree>
      <p:nvGrpSpPr>
        <p:cNvPr id="554"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Countdown</a:t>
            </a:r>
            <a:endParaRPr b="0" i="0" sz="3000" u="none" cap="none" strike="noStrike">
              <a:solidFill>
                <a:srgbClr val="CB3D85"/>
              </a:solidFill>
              <a:latin typeface="Poppins Medium"/>
              <a:ea typeface="Poppins Medium"/>
              <a:cs typeface="Poppins Medium"/>
              <a:sym typeface="Poppins Medium"/>
            </a:endParaRPr>
          </a:p>
        </p:txBody>
      </p:sp>
      <p:sp>
        <p:nvSpPr>
          <p:cNvPr id="557" name="Google Shape;557;g2c157a2fb06_0_1110"/>
          <p:cNvSpPr txBox="1"/>
          <p:nvPr>
            <p:ph idx="1" type="subTitle"/>
          </p:nvPr>
        </p:nvSpPr>
        <p:spPr>
          <a:xfrm>
            <a:off x="2638800" y="46354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58" name="Google Shape;558;g2c157a2fb06_0_1110"/>
          <p:cNvSpPr txBox="1"/>
          <p:nvPr>
            <p:ph idx="2" type="subTitle"/>
          </p:nvPr>
        </p:nvSpPr>
        <p:spPr>
          <a:xfrm>
            <a:off x="2638800" y="15050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59" name="Google Shape;559;g2c157a2fb06_0_1110"/>
          <p:cNvSpPr txBox="1"/>
          <p:nvPr>
            <p:ph idx="3" type="subTitle"/>
          </p:nvPr>
        </p:nvSpPr>
        <p:spPr>
          <a:xfrm>
            <a:off x="2638800" y="2548517"/>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60" name="Google Shape;560;g2c157a2fb06_0_1110"/>
          <p:cNvSpPr txBox="1"/>
          <p:nvPr>
            <p:ph idx="4" type="subTitle"/>
          </p:nvPr>
        </p:nvSpPr>
        <p:spPr>
          <a:xfrm>
            <a:off x="2638800" y="3591983"/>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0" name="Google Shape;580;g2c157a2fb06_0_111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7" name="Google Shape;587;g2c157a2fb06_0_111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8" name="Google Shape;588;g2c157a2fb06_0_111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1" name="Google Shape;591;g2c157a2fb06_0_111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2" name="Google Shape;592;g2c157a2fb06_0_111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p:cSld name="Reusable Assets">
    <p:spTree>
      <p:nvGrpSpPr>
        <p:cNvPr id="593"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2000" u="none" cap="none" strike="noStrike">
                <a:solidFill>
                  <a:srgbClr val="7F7F7F"/>
                </a:solidFill>
                <a:latin typeface="Poppins"/>
                <a:ea typeface="Poppins"/>
                <a:cs typeface="Poppins"/>
                <a:sym typeface="Poppins"/>
              </a:rPr>
              <a:t>Sound Buttons</a:t>
            </a:r>
            <a:endParaRPr b="0" i="0" sz="2000" u="none" cap="none" strike="noStrik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Vowel</a:t>
            </a:r>
            <a:endParaRPr b="0" i="0" sz="950" u="none" cap="none" strike="noStrik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a:t>
            </a:r>
            <a:endParaRPr b="0" i="0" sz="950" u="none" cap="none" strike="noStrik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 Digraph</a:t>
            </a:r>
            <a:endParaRPr b="0" i="0" sz="950" u="none" cap="none" strike="noStrik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Long Vowel Sound</a:t>
            </a:r>
            <a:endParaRPr b="0" i="0" sz="950" u="none" cap="none" strike="noStrik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R-controlled Digraph</a:t>
            </a:r>
            <a:endParaRPr b="0" i="0" sz="950" u="none" cap="none" strike="noStrik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Split Digraph</a:t>
            </a:r>
            <a:endParaRPr b="0" i="0" sz="950" u="none" cap="none" strike="noStrik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Syllable / Silent Letter</a:t>
            </a:r>
            <a:endParaRPr b="0" i="0" sz="950" u="none" cap="none" strike="noStrik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fmla="val 28571" name="adj"/>
              </a:avLst>
            </a:pr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rect b="b" l="l" r="r" t="t"/>
              <a:pathLst>
                <a:path extrusionOk="0" h="404888" w="323995">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1050" u="none" cap="none" strike="noStrike">
                <a:solidFill>
                  <a:srgbClr val="7F7F7F"/>
                </a:solidFill>
                <a:latin typeface="Poppins"/>
                <a:ea typeface="Poppins"/>
                <a:cs typeface="Poppins"/>
                <a:sym typeface="Poppins"/>
              </a:rPr>
              <a:t>Pronunciation Bubble</a:t>
            </a:r>
            <a:endParaRPr b="0" i="0" sz="1050" u="none" cap="none" strike="noStrik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Poppins"/>
                <a:ea typeface="Poppins"/>
                <a:cs typeface="Poppins"/>
                <a:sym typeface="Poppins"/>
              </a:rPr>
              <a:t>Swatches</a:t>
            </a:r>
            <a:endParaRPr b="0" i="0" sz="1400" u="none" cap="none" strike="noStrik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Phase colours</a:t>
            </a:r>
            <a:endParaRPr b="0" i="0" sz="1200" u="none" cap="none" strike="noStrik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1</a:t>
            </a:r>
            <a:endParaRPr b="0" i="0" sz="1400" u="none" cap="none" strike="noStrik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2</a:t>
            </a:r>
            <a:endParaRPr b="0" i="0" sz="1400" u="none" cap="none" strike="noStrik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3</a:t>
            </a:r>
            <a:endParaRPr b="0" i="0" sz="1400" u="none" cap="none" strike="noStrik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4</a:t>
            </a:r>
            <a:endParaRPr b="0" i="0" sz="1400" u="none" cap="none" strike="noStrik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a:t>
            </a:r>
            <a:endParaRPr b="0" i="0" sz="1400" u="none" cap="none" strike="noStrik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5.5</a:t>
            </a:r>
            <a:endParaRPr b="0" i="0" sz="1400" u="none" cap="none" strike="noStrik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6</a:t>
            </a:r>
            <a:endParaRPr b="0" i="0" sz="1400" u="none" cap="none" strike="noStrik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Reusable Assets</a:t>
            </a:r>
            <a:endParaRPr b="0" i="0" sz="3200" u="none" cap="none" strike="noStrik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b="0" l="0" r="0" t="0"/>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b="0" l="0" r="0" t="0"/>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p:cSld name="Reusable Assets_1">
    <p:spTree>
      <p:nvGrpSpPr>
        <p:cNvPr id="639"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b="0" i="0" sz="1100" u="none" cap="none" strike="noStrike">
              <a:solidFill>
                <a:schemeClr val="dk1"/>
              </a:solidFill>
              <a:latin typeface="Poppins"/>
              <a:ea typeface="Poppins"/>
              <a:cs typeface="Poppins"/>
              <a:sym typeface="Poppins"/>
            </a:endParaRPr>
          </a:p>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 xml:space="preserve">Phonemes - A phoneme is the smallest unit of sound in a word that can change it's meaning (e.g in </a:t>
            </a:r>
            <a:r>
              <a:rPr b="0" i="0" lang="en-US" sz="1100" u="none" cap="none" strike="noStrike">
                <a:solidFill>
                  <a:srgbClr val="1A30E8"/>
                </a:solidFill>
                <a:latin typeface="Poppins"/>
                <a:ea typeface="Poppins"/>
                <a:cs typeface="Poppins"/>
                <a:sym typeface="Poppins"/>
              </a:rPr>
              <a:t xml:space="preserve">bed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 xml:space="preserve">led </a:t>
            </a:r>
            <a:r>
              <a:rPr b="0" i="0" lang="en-US" sz="1100" u="none" cap="none" strike="noStrike">
                <a:solidFill>
                  <a:srgbClr val="1A1A1A"/>
                </a:solidFill>
                <a:latin typeface="Poppins"/>
                <a:ea typeface="Poppins"/>
                <a:cs typeface="Poppins"/>
                <a:sym typeface="Poppins"/>
              </a:rPr>
              <a:t xml:space="preserve">the difference is the phonemes </a:t>
            </a:r>
            <a:r>
              <a:rPr b="0" i="0" lang="en-US" sz="1100" u="none" cap="none" strike="noStrike">
                <a:solidFill>
                  <a:srgbClr val="53F41A"/>
                </a:solidFill>
                <a:latin typeface="Poppins"/>
                <a:ea typeface="Poppins"/>
                <a:cs typeface="Poppins"/>
                <a:sym typeface="Poppins"/>
              </a:rPr>
              <a:t xml:space="preserve">/b/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53F41A"/>
                </a:solidFill>
                <a:latin typeface="Poppins"/>
                <a:ea typeface="Poppins"/>
                <a:cs typeface="Poppins"/>
                <a:sym typeface="Poppins"/>
              </a:rPr>
              <a:t>/l/</a:t>
            </a:r>
            <a:r>
              <a:rPr b="0" i="0" lang="en-US" sz="1100" u="none" cap="none" strike="noStrik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b="0" i="0" sz="1100" u="none" cap="none" strike="noStrike">
              <a:solidFill>
                <a:srgbClr val="1A1A1A"/>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b="0" i="0" sz="1100" u="none" cap="none" strike="noStrik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000000"/>
              </a:buClr>
              <a:buSzPts val="1100"/>
              <a:buFont typeface="Poppins"/>
              <a:buChar char="●"/>
            </a:pPr>
            <a:r>
              <a:rPr b="0" i="0" lang="en-US" sz="1100" u="none" cap="none" strike="noStrik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xml:space="preserve"> To do this, students need to learn which graphemes correspond to which phonemes and vice versa. In order to read an unfamiliar word, a child must recognise ('sound out') each grapheme, not each letter (e.g sounding out the word </a:t>
            </a:r>
            <a:r>
              <a:rPr b="0" i="0" lang="en-US" sz="1100" u="none" cap="none" strike="noStrike">
                <a:solidFill>
                  <a:srgbClr val="1A30E8"/>
                </a:solidFill>
                <a:latin typeface="Poppins"/>
                <a:ea typeface="Poppins"/>
                <a:cs typeface="Poppins"/>
                <a:sym typeface="Poppins"/>
              </a:rPr>
              <a:t xml:space="preserve">ship </a:t>
            </a:r>
            <a:r>
              <a:rPr b="0" i="0" lang="en-US" sz="1100" u="none" cap="none" strike="noStrike">
                <a:solidFill>
                  <a:srgbClr val="1A1A1A"/>
                </a:solidFill>
                <a:latin typeface="Poppins"/>
                <a:ea typeface="Poppins"/>
                <a:cs typeface="Poppins"/>
                <a:sym typeface="Poppins"/>
              </a:rPr>
              <a:t xml:space="preserve">as </a:t>
            </a:r>
            <a:r>
              <a:rPr b="0" i="0" lang="en-US" sz="1100" u="none" cap="none" strike="noStrike">
                <a:solidFill>
                  <a:srgbClr val="53F41A"/>
                </a:solidFill>
                <a:latin typeface="Poppins"/>
                <a:ea typeface="Poppins"/>
                <a:cs typeface="Poppins"/>
                <a:sym typeface="Poppins"/>
              </a:rPr>
              <a:t xml:space="preserve">/sh/ /i/ /p/ </a:t>
            </a:r>
            <a:r>
              <a:rPr b="0" i="0" lang="en-US" sz="1100" u="none" cap="none" strike="noStrike">
                <a:solidFill>
                  <a:srgbClr val="1A1A1A"/>
                </a:solidFill>
                <a:latin typeface="Poppins"/>
                <a:ea typeface="Poppins"/>
                <a:cs typeface="Poppins"/>
                <a:sym typeface="Poppins"/>
              </a:rPr>
              <a:t>not /s/ /h/ /i/ /p/), and then merge (blend the phonemes together) to make a word..</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b="0" i="0" sz="1100" u="none" cap="none" strike="noStrik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1">
  <p:cSld name="Reusable Assets_1_1">
    <p:spTree>
      <p:nvGrpSpPr>
        <p:cNvPr id="643"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Digraphs, Trigraphs and Quadgraphs - A digraph is a two-letter grapheme where two letters represent one sound such as '</a:t>
            </a:r>
            <a:r>
              <a:rPr b="0" i="0" lang="en-US" sz="1100" u="none" cap="none" strike="noStrike">
                <a:solidFill>
                  <a:srgbClr val="53F41A"/>
                </a:solidFill>
                <a:latin typeface="Poppins"/>
                <a:ea typeface="Poppins"/>
                <a:cs typeface="Poppins"/>
                <a:sym typeface="Poppins"/>
              </a:rPr>
              <a:t>eɑ</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 xml:space="preserve">seɑt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53F41A"/>
                </a:solidFill>
                <a:latin typeface="Poppins"/>
                <a:ea typeface="Poppins"/>
                <a:cs typeface="Poppins"/>
                <a:sym typeface="Poppins"/>
              </a:rPr>
              <a:t>sh</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ship</a:t>
            </a:r>
            <a:r>
              <a:rPr b="0" i="0" lang="en-US" sz="1100" u="none" cap="none" strike="noStrike">
                <a:solidFill>
                  <a:srgbClr val="1A1A1A"/>
                </a:solidFill>
                <a:latin typeface="Poppins"/>
                <a:ea typeface="Poppins"/>
                <a:cs typeface="Poppins"/>
                <a:sym typeface="Poppins"/>
              </a:rPr>
              <a:t>. A trigraph is a three-letter grapheme where three letters represent one grapheme (e.g '</a:t>
            </a:r>
            <a:r>
              <a:rPr b="0" i="0" lang="en-US" sz="1100" u="none" cap="none" strike="noStrike">
                <a:solidFill>
                  <a:srgbClr val="53F41A"/>
                </a:solidFill>
                <a:latin typeface="Poppins"/>
                <a:ea typeface="Poppins"/>
                <a:cs typeface="Poppins"/>
                <a:sym typeface="Poppins"/>
              </a:rPr>
              <a:t>eɑu</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bureɑu</a:t>
            </a:r>
            <a:r>
              <a:rPr b="0" i="0" lang="en-US" sz="1100" u="none" cap="none" strike="noStrike">
                <a:solidFill>
                  <a:srgbClr val="1A1A1A"/>
                </a:solidFill>
                <a:latin typeface="Poppins"/>
                <a:ea typeface="Poppins"/>
                <a:cs typeface="Poppins"/>
                <a:sym typeface="Poppins"/>
              </a:rPr>
              <a:t>, and '</a:t>
            </a:r>
            <a:r>
              <a:rPr b="0" i="0" lang="en-US" sz="1100" u="none" cap="none" strike="noStrike">
                <a:solidFill>
                  <a:srgbClr val="53F41A"/>
                </a:solidFill>
                <a:latin typeface="Poppins"/>
                <a:ea typeface="Poppins"/>
                <a:cs typeface="Poppins"/>
                <a:sym typeface="Poppins"/>
              </a:rPr>
              <a:t>igh</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night</a:t>
            </a:r>
            <a:r>
              <a:rPr b="0" i="0" lang="en-US" sz="1100" u="none" cap="none" strike="noStrike">
                <a:solidFill>
                  <a:srgbClr val="1A1A1A"/>
                </a:solidFill>
                <a:latin typeface="Poppins"/>
                <a:ea typeface="Poppins"/>
                <a:cs typeface="Poppins"/>
                <a:sym typeface="Poppins"/>
              </a:rPr>
              <a:t>). And by definition a quadgraph is a four-letter grapheme using four letters to represent one phoneme (e.g '</a:t>
            </a:r>
            <a:r>
              <a:rPr b="0" i="0" lang="en-US" sz="1100" u="none" cap="none" strike="noStrike">
                <a:solidFill>
                  <a:srgbClr val="53F41A"/>
                </a:solidFill>
                <a:latin typeface="Poppins"/>
                <a:ea typeface="Poppins"/>
                <a:cs typeface="Poppins"/>
                <a:sym typeface="Poppins"/>
              </a:rPr>
              <a:t>eigh</a:t>
            </a:r>
            <a:r>
              <a:rPr b="0" i="0" lang="en-US" sz="1100" u="none" cap="none" strike="noStrike">
                <a:solidFill>
                  <a:srgbClr val="1A1A1A"/>
                </a:solidFill>
                <a:latin typeface="Poppins"/>
                <a:ea typeface="Poppins"/>
                <a:cs typeface="Poppins"/>
                <a:sym typeface="Poppins"/>
              </a:rPr>
              <a:t xml:space="preserve">' representing the </a:t>
            </a:r>
            <a:r>
              <a:rPr b="0" i="0" lang="en-US" sz="1100" u="none" cap="none" strike="noStrike">
                <a:solidFill>
                  <a:srgbClr val="53F41A"/>
                </a:solidFill>
                <a:latin typeface="Poppins"/>
                <a:ea typeface="Poppins"/>
                <a:cs typeface="Poppins"/>
                <a:sym typeface="Poppins"/>
              </a:rPr>
              <a:t xml:space="preserve">/ɑi/ </a:t>
            </a:r>
            <a:r>
              <a:rPr b="0" i="0" lang="en-US" sz="1100" u="none" cap="none" strike="noStrike">
                <a:solidFill>
                  <a:srgbClr val="1A1A1A"/>
                </a:solidFill>
                <a:latin typeface="Poppins"/>
                <a:ea typeface="Poppins"/>
                <a:cs typeface="Poppins"/>
                <a:sym typeface="Poppins"/>
              </a:rPr>
              <a:t xml:space="preserve">phoneme in </a:t>
            </a:r>
            <a:r>
              <a:rPr b="0" i="0" lang="en-US" sz="1100" u="none" cap="none" strike="noStrike">
                <a:solidFill>
                  <a:srgbClr val="1A30E8"/>
                </a:solidFill>
                <a:latin typeface="Poppins"/>
                <a:ea typeface="Poppins"/>
                <a:cs typeface="Poppins"/>
                <a:sym typeface="Poppins"/>
              </a:rPr>
              <a:t xml:space="preserve">eight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weight</a:t>
            </a:r>
            <a:r>
              <a:rPr b="0" i="0" lang="en-US" sz="1100" u="none" cap="none" strike="noStrike">
                <a:solidFill>
                  <a:srgbClr val="1A1A1A"/>
                </a:solidFill>
                <a:latin typeface="Poppins"/>
                <a:ea typeface="Poppins"/>
                <a:cs typeface="Poppins"/>
                <a:sym typeface="Poppins"/>
              </a:rPr>
              <a:t>).</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Split Digraph - A split digraph has a letter that splits, i.e. comes between,</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xml:space="preserve"> the two letters in the digraph, as in the words </a:t>
            </a:r>
            <a:r>
              <a:rPr b="0" i="0" lang="en-US" sz="1100" u="none" cap="none" strike="noStrike">
                <a:solidFill>
                  <a:srgbClr val="1A30E8"/>
                </a:solidFill>
                <a:latin typeface="Poppins"/>
                <a:ea typeface="Poppins"/>
                <a:cs typeface="Poppins"/>
                <a:sym typeface="Poppins"/>
              </a:rPr>
              <a:t xml:space="preserve">mɑke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tɑke</a:t>
            </a:r>
            <a:r>
              <a:rPr b="0" i="0" lang="en-US" sz="1100" u="none" cap="none" strike="noStrike">
                <a:solidFill>
                  <a:srgbClr val="1A1A1A"/>
                </a:solidFill>
                <a:latin typeface="Poppins"/>
                <a:ea typeface="Poppins"/>
                <a:cs typeface="Poppins"/>
                <a:sym typeface="Poppins"/>
              </a:rPr>
              <a:t>, where the 'k' separates the digraph '</a:t>
            </a:r>
            <a:r>
              <a:rPr b="0" i="0" lang="en-US" sz="1100" u="none" cap="none" strike="noStrike">
                <a:solidFill>
                  <a:srgbClr val="53F41A"/>
                </a:solidFill>
                <a:latin typeface="Poppins"/>
                <a:ea typeface="Poppins"/>
                <a:cs typeface="Poppins"/>
                <a:sym typeface="Poppins"/>
              </a:rPr>
              <a:t>ɑ-e</a:t>
            </a:r>
            <a:r>
              <a:rPr b="0" i="0" lang="en-US" sz="1100" u="none" cap="none" strike="noStrike">
                <a:solidFill>
                  <a:srgbClr val="1A1A1A"/>
                </a:solidFill>
                <a:latin typeface="Poppins"/>
                <a:ea typeface="Poppins"/>
                <a:cs typeface="Poppins"/>
                <a:sym typeface="Poppins"/>
              </a:rPr>
              <a:t xml:space="preserve">' which in both words represents the phoneme </a:t>
            </a:r>
            <a:r>
              <a:rPr b="0" i="0" lang="en-US" sz="1100" u="none" cap="none" strike="noStrike">
                <a:solidFill>
                  <a:srgbClr val="53F41A"/>
                </a:solidFill>
                <a:latin typeface="Poppins"/>
                <a:ea typeface="Poppins"/>
                <a:cs typeface="Poppins"/>
                <a:sym typeface="Poppins"/>
              </a:rPr>
              <a:t>/ɑi/</a:t>
            </a:r>
            <a:r>
              <a:rPr b="0" i="0" lang="en-US" sz="1100" u="none" cap="none" strike="noStrike">
                <a:solidFill>
                  <a:srgbClr val="1A1A1A"/>
                </a:solidFill>
                <a:latin typeface="Poppins"/>
                <a:ea typeface="Poppins"/>
                <a:cs typeface="Poppins"/>
                <a:sym typeface="Poppins"/>
              </a:rPr>
              <a:t xml:space="preserve">. There are six split digraphs in English spelling: 'ɑ-e', 'e-e', 'i-e', 'o-e', 'u-e', and 'y- e', as in </a:t>
            </a:r>
            <a:r>
              <a:rPr b="0" i="0" lang="en-US" sz="1100" u="none" cap="none" strike="noStrike">
                <a:solidFill>
                  <a:srgbClr val="1A30E8"/>
                </a:solidFill>
                <a:latin typeface="Poppins"/>
                <a:ea typeface="Poppins"/>
                <a:cs typeface="Poppins"/>
                <a:sym typeface="Poppins"/>
              </a:rPr>
              <a:t>mɑke scene like bone cube type</a:t>
            </a:r>
            <a:r>
              <a:rPr b="0" i="0" lang="en-US" sz="1100" u="none" cap="none" strike="noStrike">
                <a:solidFill>
                  <a:srgbClr val="1A1A1A"/>
                </a:solidFill>
                <a:latin typeface="Poppins"/>
                <a:ea typeface="Poppins"/>
                <a:cs typeface="Poppins"/>
                <a:sym typeface="Poppins"/>
              </a:rPr>
              <a:t xml:space="preserve">. It is also be referred to as the magic e. A very few words have more than one letter in the middle of a split digraph (e.g. </a:t>
            </a:r>
            <a:r>
              <a:rPr b="0" i="0" lang="en-US" sz="1100" u="none" cap="none" strike="noStrike">
                <a:solidFill>
                  <a:srgbClr val="1A30E8"/>
                </a:solidFill>
                <a:latin typeface="Poppins"/>
                <a:ea typeface="Poppins"/>
                <a:cs typeface="Poppins"/>
                <a:sym typeface="Poppins"/>
              </a:rPr>
              <a:t>ɑche blithe cologne scythe</a:t>
            </a:r>
            <a:r>
              <a:rPr b="0" i="0" lang="en-US" sz="1100" u="none" cap="none" strike="noStrike">
                <a:solidFill>
                  <a:srgbClr val="1A1A1A"/>
                </a:solidFill>
                <a:latin typeface="Poppins"/>
                <a:ea typeface="Poppins"/>
                <a:cs typeface="Poppins"/>
                <a:sym typeface="Poppins"/>
              </a:rPr>
              <a:t>).</a:t>
            </a:r>
            <a:endParaRPr b="0" i="0" sz="1100" u="none" cap="none" strike="noStrik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 xml:space="preserve">Abbreviations - VC, CVC, CCVC are respective abbreviations for vowel- consonant, consonant-vowel-consonant, consonant-consonant-vowel- consonant, and are used to describe the order of graphemes in words (e.g. </a:t>
            </a:r>
            <a:r>
              <a:rPr b="0" i="0" lang="en-US" sz="1100" u="none" cap="none" strike="noStrike">
                <a:solidFill>
                  <a:srgbClr val="1A30E8"/>
                </a:solidFill>
                <a:latin typeface="Poppins"/>
                <a:ea typeface="Poppins"/>
                <a:cs typeface="Poppins"/>
                <a:sym typeface="Poppins"/>
              </a:rPr>
              <a:t xml:space="preserve">ɑm </a:t>
            </a:r>
            <a:r>
              <a:rPr b="0" i="0" lang="en-US" sz="1100" u="none" cap="none" strike="noStrike">
                <a:solidFill>
                  <a:srgbClr val="1A1A1A"/>
                </a:solidFill>
                <a:latin typeface="Poppins"/>
                <a:ea typeface="Poppins"/>
                <a:cs typeface="Poppins"/>
                <a:sym typeface="Poppins"/>
              </a:rPr>
              <a:t xml:space="preserve">(VC), </a:t>
            </a:r>
            <a:r>
              <a:rPr b="0" i="0" lang="en-US" sz="1100" u="none" cap="none" strike="noStrike">
                <a:solidFill>
                  <a:srgbClr val="1A30E8"/>
                </a:solidFill>
                <a:latin typeface="Poppins"/>
                <a:ea typeface="Poppins"/>
                <a:cs typeface="Poppins"/>
                <a:sym typeface="Poppins"/>
              </a:rPr>
              <a:t xml:space="preserve">sɑt </a:t>
            </a:r>
            <a:r>
              <a:rPr b="0" i="0" lang="en-US" sz="1100" u="none" cap="none" strike="noStrike">
                <a:solidFill>
                  <a:srgbClr val="1A1A1A"/>
                </a:solidFill>
                <a:latin typeface="Poppins"/>
                <a:ea typeface="Poppins"/>
                <a:cs typeface="Poppins"/>
                <a:sym typeface="Poppins"/>
              </a:rPr>
              <a:t xml:space="preserve">(CVC), </a:t>
            </a:r>
            <a:r>
              <a:rPr b="0" i="0" lang="en-US" sz="1100" u="none" cap="none" strike="noStrike">
                <a:solidFill>
                  <a:srgbClr val="1A30E8"/>
                </a:solidFill>
                <a:latin typeface="Poppins"/>
                <a:ea typeface="Poppins"/>
                <a:cs typeface="Poppins"/>
                <a:sym typeface="Poppins"/>
              </a:rPr>
              <a:t xml:space="preserve">slɑm </a:t>
            </a:r>
            <a:r>
              <a:rPr b="0" i="0" lang="en-US" sz="1100" u="none" cap="none" strike="noStrike">
                <a:solidFill>
                  <a:srgbClr val="1A1A1A"/>
                </a:solidFill>
                <a:latin typeface="Poppins"/>
                <a:ea typeface="Poppins"/>
                <a:cs typeface="Poppins"/>
                <a:sym typeface="Poppins"/>
              </a:rPr>
              <a:t xml:space="preserve">(CCVC) or </a:t>
            </a:r>
            <a:r>
              <a:rPr b="0" i="0" lang="en-US" sz="1100" u="none" cap="none" strike="noStrike">
                <a:solidFill>
                  <a:srgbClr val="1A30E8"/>
                </a:solidFill>
                <a:latin typeface="Poppins"/>
                <a:ea typeface="Poppins"/>
                <a:cs typeface="Poppins"/>
                <a:sym typeface="Poppins"/>
              </a:rPr>
              <a:t xml:space="preserve">eɑch </a:t>
            </a:r>
            <a:r>
              <a:rPr b="0" i="0" lang="en-US" sz="1100" u="none" cap="none" strike="noStrike">
                <a:solidFill>
                  <a:srgbClr val="1A1A1A"/>
                </a:solidFill>
                <a:latin typeface="Poppins"/>
                <a:ea typeface="Poppins"/>
                <a:cs typeface="Poppins"/>
                <a:sym typeface="Poppins"/>
              </a:rPr>
              <a:t xml:space="preserve">(VC), </a:t>
            </a:r>
            <a:r>
              <a:rPr b="0" i="0" lang="en-US" sz="1100" u="none" cap="none" strike="noStrike">
                <a:solidFill>
                  <a:srgbClr val="1A30E8"/>
                </a:solidFill>
                <a:latin typeface="Poppins"/>
                <a:ea typeface="Poppins"/>
                <a:cs typeface="Poppins"/>
                <a:sym typeface="Poppins"/>
              </a:rPr>
              <a:t xml:space="preserve">beɑch </a:t>
            </a:r>
            <a:r>
              <a:rPr b="0" i="0" lang="en-US" sz="1100" u="none" cap="none" strike="noStrike">
                <a:solidFill>
                  <a:srgbClr val="1A1A1A"/>
                </a:solidFill>
                <a:latin typeface="Poppins"/>
                <a:ea typeface="Poppins"/>
                <a:cs typeface="Poppins"/>
                <a:sym typeface="Poppins"/>
              </a:rPr>
              <a:t xml:space="preserve">(CVC), </a:t>
            </a:r>
            <a:r>
              <a:rPr b="0" i="0" lang="en-US" sz="1100" u="none" cap="none" strike="noStrike">
                <a:solidFill>
                  <a:srgbClr val="1A30E8"/>
                </a:solidFill>
                <a:latin typeface="Poppins"/>
                <a:ea typeface="Poppins"/>
                <a:cs typeface="Poppins"/>
                <a:sym typeface="Poppins"/>
              </a:rPr>
              <a:t xml:space="preserve">bleɑch </a:t>
            </a:r>
            <a:r>
              <a:rPr b="0" i="0" lang="en-US" sz="1100" u="none" cap="none" strike="noStrike">
                <a:solidFill>
                  <a:srgbClr val="1A1A1A"/>
                </a:solidFill>
                <a:latin typeface="Poppins"/>
                <a:ea typeface="Poppins"/>
                <a:cs typeface="Poppins"/>
                <a:sym typeface="Poppins"/>
              </a:rPr>
              <a:t xml:space="preserve">(CCVC). </a:t>
            </a:r>
            <a:endParaRPr b="0" i="0" sz="1100" u="none" cap="none" strike="noStrik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1.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628650" y="365125"/>
            <a:ext cx="78867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oppins"/>
              <a:buNone/>
              <a:defRPr b="0" i="0" sz="44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3"/>
          <p:cNvSpPr txBox="1"/>
          <p:nvPr>
            <p:ph idx="1" type="body"/>
          </p:nvPr>
        </p:nvSpPr>
        <p:spPr>
          <a:xfrm>
            <a:off x="628650" y="1825625"/>
            <a:ext cx="78867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Poppins"/>
              <a:buChar char="•"/>
              <a:defRPr b="0" i="0" sz="2800" u="none" cap="none" strike="noStrike">
                <a:solidFill>
                  <a:schemeClr val="dk1"/>
                </a:solidFill>
                <a:latin typeface="Poppins"/>
                <a:ea typeface="Poppins"/>
                <a:cs typeface="Poppins"/>
                <a:sym typeface="Poppins"/>
              </a:defRPr>
            </a:lvl1pPr>
            <a:lvl2pPr indent="-381000" lvl="1" marL="914400" marR="0" rtl="0" algn="l">
              <a:lnSpc>
                <a:spcPct val="90000"/>
              </a:lnSpc>
              <a:spcBef>
                <a:spcPts val="500"/>
              </a:spcBef>
              <a:spcAft>
                <a:spcPts val="0"/>
              </a:spcAft>
              <a:buClr>
                <a:schemeClr val="dk1"/>
              </a:buClr>
              <a:buSzPts val="2400"/>
              <a:buFont typeface="Poppins"/>
              <a:buChar char="•"/>
              <a:defRPr b="0" i="0" sz="2400" u="none" cap="none" strike="noStrike">
                <a:solidFill>
                  <a:schemeClr val="dk1"/>
                </a:solidFill>
                <a:latin typeface="Poppins"/>
                <a:ea typeface="Poppins"/>
                <a:cs typeface="Poppins"/>
                <a:sym typeface="Poppins"/>
              </a:defRPr>
            </a:lvl2pPr>
            <a:lvl3pPr indent="-355600" lvl="2" marL="1371600" marR="0" rtl="0" algn="l">
              <a:lnSpc>
                <a:spcPct val="90000"/>
              </a:lnSpc>
              <a:spcBef>
                <a:spcPts val="500"/>
              </a:spcBef>
              <a:spcAft>
                <a:spcPts val="0"/>
              </a:spcAft>
              <a:buClr>
                <a:schemeClr val="dk1"/>
              </a:buClr>
              <a:buSzPts val="2000"/>
              <a:buFont typeface="Poppins"/>
              <a:buChar char="•"/>
              <a:defRPr b="0" i="0" sz="2000" u="none" cap="none" strike="noStrike">
                <a:solidFill>
                  <a:schemeClr val="dk1"/>
                </a:solidFill>
                <a:latin typeface="Poppins"/>
                <a:ea typeface="Poppins"/>
                <a:cs typeface="Poppins"/>
                <a:sym typeface="Poppins"/>
              </a:defRPr>
            </a:lvl3pPr>
            <a:lvl4pPr indent="-342900" lvl="3" marL="1828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4pPr>
            <a:lvl5pPr indent="-342900" lvl="4" marL="22860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5pPr>
            <a:lvl6pPr indent="-342900" lvl="5" marL="27432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6pPr>
            <a:lvl7pPr indent="-342900" lvl="6" marL="32004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7pPr>
            <a:lvl8pPr indent="-342900" lvl="7" marL="36576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8pPr>
            <a:lvl9pPr indent="-342900" lvl="8" marL="4114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9pPr>
          </a:lstStyle>
          <a:p/>
        </p:txBody>
      </p:sp>
      <p:sp>
        <p:nvSpPr>
          <p:cNvPr id="12" name="Google Shape;12;p13"/>
          <p:cNvSpPr txBox="1"/>
          <p:nvPr>
            <p:ph idx="10" type="dt"/>
          </p:nvPr>
        </p:nvSpPr>
        <p:spPr>
          <a:xfrm>
            <a:off x="628650" y="6356350"/>
            <a:ext cx="20574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1.png"/><Relationship Id="rId4" Type="http://schemas.openxmlformats.org/officeDocument/2006/relationships/image" Target="../media/image38.png"/></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8.png"/><Relationship Id="rId4" Type="http://schemas.openxmlformats.org/officeDocument/2006/relationships/image" Target="../media/image45.png"/><Relationship Id="rId5" Type="http://schemas.openxmlformats.org/officeDocument/2006/relationships/image" Target="../media/image28.png"/><Relationship Id="rId6" Type="http://schemas.openxmlformats.org/officeDocument/2006/relationships/slide" Target="/ppt/slides/slide13.xml"/><Relationship Id="rId7" Type="http://schemas.openxmlformats.org/officeDocument/2006/relationships/slide" Target="/ppt/slides/slide20.xml"/><Relationship Id="rId8" Type="http://schemas.openxmlformats.org/officeDocument/2006/relationships/slide" Target="/ppt/slides/slide21.xml"/></Relationships>
</file>

<file path=ppt/slides/_rels/slide3.xml.rels><?xml version="1.0" encoding="UTF-8"?><Relationships xmlns="http://schemas.openxmlformats.org/package/2006/relationships"><Relationship Id="rId20" Type="http://schemas.openxmlformats.org/officeDocument/2006/relationships/image" Target="../media/image37.png"/><Relationship Id="rId22" Type="http://schemas.openxmlformats.org/officeDocument/2006/relationships/image" Target="../media/image89.png"/><Relationship Id="rId21" Type="http://schemas.openxmlformats.org/officeDocument/2006/relationships/image" Target="../media/image26.png"/><Relationship Id="rId24" Type="http://schemas.openxmlformats.org/officeDocument/2006/relationships/image" Target="../media/image33.png"/><Relationship Id="rId23" Type="http://schemas.openxmlformats.org/officeDocument/2006/relationships/image" Target="../media/image27.png"/><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3.png"/><Relationship Id="rId9" Type="http://schemas.openxmlformats.org/officeDocument/2006/relationships/image" Target="../media/image29.png"/><Relationship Id="rId25" Type="http://schemas.openxmlformats.org/officeDocument/2006/relationships/image" Target="../media/image31.png"/><Relationship Id="rId5" Type="http://schemas.openxmlformats.org/officeDocument/2006/relationships/image" Target="../media/image15.png"/><Relationship Id="rId6" Type="http://schemas.openxmlformats.org/officeDocument/2006/relationships/image" Target="../media/image14.png"/><Relationship Id="rId7" Type="http://schemas.openxmlformats.org/officeDocument/2006/relationships/image" Target="../media/image17.png"/><Relationship Id="rId8" Type="http://schemas.openxmlformats.org/officeDocument/2006/relationships/image" Target="../media/image30.png"/><Relationship Id="rId11" Type="http://schemas.openxmlformats.org/officeDocument/2006/relationships/image" Target="../media/image19.png"/><Relationship Id="rId10" Type="http://schemas.openxmlformats.org/officeDocument/2006/relationships/image" Target="../media/image18.png"/><Relationship Id="rId13" Type="http://schemas.openxmlformats.org/officeDocument/2006/relationships/image" Target="../media/image20.png"/><Relationship Id="rId12" Type="http://schemas.openxmlformats.org/officeDocument/2006/relationships/image" Target="../media/image22.png"/><Relationship Id="rId15" Type="http://schemas.openxmlformats.org/officeDocument/2006/relationships/image" Target="../media/image21.png"/><Relationship Id="rId14" Type="http://schemas.openxmlformats.org/officeDocument/2006/relationships/image" Target="../media/image56.png"/><Relationship Id="rId17" Type="http://schemas.openxmlformats.org/officeDocument/2006/relationships/image" Target="../media/image24.png"/><Relationship Id="rId16" Type="http://schemas.openxmlformats.org/officeDocument/2006/relationships/image" Target="../media/image23.png"/><Relationship Id="rId19" Type="http://schemas.openxmlformats.org/officeDocument/2006/relationships/image" Target="../media/image46.png"/><Relationship Id="rId18" Type="http://schemas.openxmlformats.org/officeDocument/2006/relationships/image" Target="../media/image63.png"/></Relationships>
</file>

<file path=ppt/slides/_rels/slide4.xml.rels><?xml version="1.0" encoding="UTF-8"?><Relationships xmlns="http://schemas.openxmlformats.org/package/2006/relationships"><Relationship Id="rId20" Type="http://schemas.openxmlformats.org/officeDocument/2006/relationships/image" Target="../media/image72.png"/><Relationship Id="rId22" Type="http://schemas.openxmlformats.org/officeDocument/2006/relationships/image" Target="../media/image54.png"/><Relationship Id="rId21" Type="http://schemas.openxmlformats.org/officeDocument/2006/relationships/image" Target="../media/image55.png"/><Relationship Id="rId24" Type="http://schemas.openxmlformats.org/officeDocument/2006/relationships/image" Target="../media/image57.png"/><Relationship Id="rId23" Type="http://schemas.openxmlformats.org/officeDocument/2006/relationships/image" Target="../media/image80.png"/><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2.png"/><Relationship Id="rId4" Type="http://schemas.openxmlformats.org/officeDocument/2006/relationships/image" Target="../media/image38.png"/><Relationship Id="rId9" Type="http://schemas.openxmlformats.org/officeDocument/2006/relationships/image" Target="../media/image39.png"/><Relationship Id="rId26" Type="http://schemas.openxmlformats.org/officeDocument/2006/relationships/image" Target="../media/image106.png"/><Relationship Id="rId25" Type="http://schemas.openxmlformats.org/officeDocument/2006/relationships/image" Target="../media/image58.png"/><Relationship Id="rId28" Type="http://schemas.openxmlformats.org/officeDocument/2006/relationships/image" Target="../media/image59.png"/><Relationship Id="rId27" Type="http://schemas.openxmlformats.org/officeDocument/2006/relationships/image" Target="../media/image60.png"/><Relationship Id="rId5" Type="http://schemas.openxmlformats.org/officeDocument/2006/relationships/image" Target="../media/image35.png"/><Relationship Id="rId6" Type="http://schemas.openxmlformats.org/officeDocument/2006/relationships/image" Target="../media/image44.png"/><Relationship Id="rId29" Type="http://schemas.openxmlformats.org/officeDocument/2006/relationships/image" Target="../media/image70.png"/><Relationship Id="rId7" Type="http://schemas.openxmlformats.org/officeDocument/2006/relationships/image" Target="../media/image43.png"/><Relationship Id="rId8" Type="http://schemas.openxmlformats.org/officeDocument/2006/relationships/image" Target="../media/image49.png"/><Relationship Id="rId31" Type="http://schemas.openxmlformats.org/officeDocument/2006/relationships/image" Target="../media/image62.png"/><Relationship Id="rId30" Type="http://schemas.openxmlformats.org/officeDocument/2006/relationships/image" Target="../media/image61.png"/><Relationship Id="rId11" Type="http://schemas.openxmlformats.org/officeDocument/2006/relationships/image" Target="../media/image40.png"/><Relationship Id="rId10" Type="http://schemas.openxmlformats.org/officeDocument/2006/relationships/image" Target="../media/image41.png"/><Relationship Id="rId13" Type="http://schemas.openxmlformats.org/officeDocument/2006/relationships/image" Target="../media/image47.png"/><Relationship Id="rId12" Type="http://schemas.openxmlformats.org/officeDocument/2006/relationships/image" Target="../media/image42.png"/><Relationship Id="rId15" Type="http://schemas.openxmlformats.org/officeDocument/2006/relationships/image" Target="../media/image50.png"/><Relationship Id="rId14" Type="http://schemas.openxmlformats.org/officeDocument/2006/relationships/image" Target="../media/image48.png"/><Relationship Id="rId17" Type="http://schemas.openxmlformats.org/officeDocument/2006/relationships/image" Target="../media/image53.png"/><Relationship Id="rId16" Type="http://schemas.openxmlformats.org/officeDocument/2006/relationships/image" Target="../media/image52.png"/><Relationship Id="rId19" Type="http://schemas.openxmlformats.org/officeDocument/2006/relationships/image" Target="../media/image111.png"/><Relationship Id="rId18" Type="http://schemas.openxmlformats.org/officeDocument/2006/relationships/image" Target="../media/image116.png"/></Relationships>
</file>

<file path=ppt/slides/_rels/slide5.xml.rels><?xml version="1.0" encoding="UTF-8"?><Relationships xmlns="http://schemas.openxmlformats.org/package/2006/relationships"><Relationship Id="rId40" Type="http://schemas.openxmlformats.org/officeDocument/2006/relationships/image" Target="../media/image104.png"/><Relationship Id="rId20" Type="http://schemas.openxmlformats.org/officeDocument/2006/relationships/image" Target="../media/image85.png"/><Relationship Id="rId42" Type="http://schemas.openxmlformats.org/officeDocument/2006/relationships/image" Target="../media/image108.png"/><Relationship Id="rId41" Type="http://schemas.openxmlformats.org/officeDocument/2006/relationships/image" Target="../media/image100.png"/><Relationship Id="rId22" Type="http://schemas.openxmlformats.org/officeDocument/2006/relationships/image" Target="../media/image81.png"/><Relationship Id="rId21" Type="http://schemas.openxmlformats.org/officeDocument/2006/relationships/image" Target="../media/image79.png"/><Relationship Id="rId43" Type="http://schemas.openxmlformats.org/officeDocument/2006/relationships/image" Target="../media/image107.png"/><Relationship Id="rId24" Type="http://schemas.openxmlformats.org/officeDocument/2006/relationships/image" Target="../media/image88.png"/><Relationship Id="rId23" Type="http://schemas.openxmlformats.org/officeDocument/2006/relationships/image" Target="../media/image86.png"/><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3.png"/><Relationship Id="rId4" Type="http://schemas.openxmlformats.org/officeDocument/2006/relationships/image" Target="../media/image65.png"/><Relationship Id="rId9" Type="http://schemas.openxmlformats.org/officeDocument/2006/relationships/image" Target="../media/image109.png"/><Relationship Id="rId26" Type="http://schemas.openxmlformats.org/officeDocument/2006/relationships/image" Target="../media/image90.png"/><Relationship Id="rId25" Type="http://schemas.openxmlformats.org/officeDocument/2006/relationships/image" Target="../media/image87.png"/><Relationship Id="rId28" Type="http://schemas.openxmlformats.org/officeDocument/2006/relationships/image" Target="../media/image93.png"/><Relationship Id="rId27" Type="http://schemas.openxmlformats.org/officeDocument/2006/relationships/image" Target="../media/image91.png"/><Relationship Id="rId5" Type="http://schemas.openxmlformats.org/officeDocument/2006/relationships/image" Target="../media/image64.png"/><Relationship Id="rId6" Type="http://schemas.openxmlformats.org/officeDocument/2006/relationships/image" Target="../media/image66.png"/><Relationship Id="rId29" Type="http://schemas.openxmlformats.org/officeDocument/2006/relationships/image" Target="../media/image94.png"/><Relationship Id="rId7" Type="http://schemas.openxmlformats.org/officeDocument/2006/relationships/image" Target="../media/image71.png"/><Relationship Id="rId8" Type="http://schemas.openxmlformats.org/officeDocument/2006/relationships/image" Target="../media/image69.png"/><Relationship Id="rId31" Type="http://schemas.openxmlformats.org/officeDocument/2006/relationships/image" Target="../media/image96.png"/><Relationship Id="rId30" Type="http://schemas.openxmlformats.org/officeDocument/2006/relationships/image" Target="../media/image132.png"/><Relationship Id="rId11" Type="http://schemas.openxmlformats.org/officeDocument/2006/relationships/image" Target="../media/image74.png"/><Relationship Id="rId33" Type="http://schemas.openxmlformats.org/officeDocument/2006/relationships/image" Target="../media/image95.png"/><Relationship Id="rId10" Type="http://schemas.openxmlformats.org/officeDocument/2006/relationships/image" Target="../media/image112.png"/><Relationship Id="rId32" Type="http://schemas.openxmlformats.org/officeDocument/2006/relationships/image" Target="../media/image98.png"/><Relationship Id="rId13" Type="http://schemas.openxmlformats.org/officeDocument/2006/relationships/image" Target="../media/image75.png"/><Relationship Id="rId35" Type="http://schemas.openxmlformats.org/officeDocument/2006/relationships/image" Target="../media/image97.png"/><Relationship Id="rId12" Type="http://schemas.openxmlformats.org/officeDocument/2006/relationships/image" Target="../media/image78.png"/><Relationship Id="rId34" Type="http://schemas.openxmlformats.org/officeDocument/2006/relationships/image" Target="../media/image102.png"/><Relationship Id="rId15" Type="http://schemas.openxmlformats.org/officeDocument/2006/relationships/image" Target="../media/image76.png"/><Relationship Id="rId37" Type="http://schemas.openxmlformats.org/officeDocument/2006/relationships/image" Target="../media/image99.png"/><Relationship Id="rId14" Type="http://schemas.openxmlformats.org/officeDocument/2006/relationships/image" Target="../media/image77.png"/><Relationship Id="rId36" Type="http://schemas.openxmlformats.org/officeDocument/2006/relationships/image" Target="../media/image101.png"/><Relationship Id="rId17" Type="http://schemas.openxmlformats.org/officeDocument/2006/relationships/image" Target="../media/image83.png"/><Relationship Id="rId39" Type="http://schemas.openxmlformats.org/officeDocument/2006/relationships/image" Target="../media/image105.png"/><Relationship Id="rId16" Type="http://schemas.openxmlformats.org/officeDocument/2006/relationships/image" Target="../media/image92.png"/><Relationship Id="rId38" Type="http://schemas.openxmlformats.org/officeDocument/2006/relationships/image" Target="../media/image103.png"/><Relationship Id="rId19" Type="http://schemas.openxmlformats.org/officeDocument/2006/relationships/image" Target="../media/image84.png"/><Relationship Id="rId18" Type="http://schemas.openxmlformats.org/officeDocument/2006/relationships/image" Target="../media/image82.png"/></Relationships>
</file>

<file path=ppt/slides/_rels/slide6.xml.rels><?xml version="1.0" encoding="UTF-8"?><Relationships xmlns="http://schemas.openxmlformats.org/package/2006/relationships"><Relationship Id="rId40" Type="http://schemas.openxmlformats.org/officeDocument/2006/relationships/image" Target="../media/image159.png"/><Relationship Id="rId20" Type="http://schemas.openxmlformats.org/officeDocument/2006/relationships/image" Target="../media/image128.png"/><Relationship Id="rId42" Type="http://schemas.openxmlformats.org/officeDocument/2006/relationships/image" Target="../media/image142.png"/><Relationship Id="rId41" Type="http://schemas.openxmlformats.org/officeDocument/2006/relationships/image" Target="../media/image152.png"/><Relationship Id="rId22" Type="http://schemas.openxmlformats.org/officeDocument/2006/relationships/image" Target="../media/image167.png"/><Relationship Id="rId21" Type="http://schemas.openxmlformats.org/officeDocument/2006/relationships/image" Target="../media/image124.png"/><Relationship Id="rId43" Type="http://schemas.openxmlformats.org/officeDocument/2006/relationships/image" Target="../media/image51.png"/><Relationship Id="rId24" Type="http://schemas.openxmlformats.org/officeDocument/2006/relationships/image" Target="../media/image122.png"/><Relationship Id="rId23" Type="http://schemas.openxmlformats.org/officeDocument/2006/relationships/image" Target="../media/image228.png"/><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8.png"/><Relationship Id="rId4" Type="http://schemas.openxmlformats.org/officeDocument/2006/relationships/image" Target="../media/image119.png"/><Relationship Id="rId9" Type="http://schemas.openxmlformats.org/officeDocument/2006/relationships/image" Target="../media/image121.png"/><Relationship Id="rId26" Type="http://schemas.openxmlformats.org/officeDocument/2006/relationships/image" Target="../media/image127.png"/><Relationship Id="rId25" Type="http://schemas.openxmlformats.org/officeDocument/2006/relationships/image" Target="../media/image136.png"/><Relationship Id="rId28" Type="http://schemas.openxmlformats.org/officeDocument/2006/relationships/image" Target="../media/image133.png"/><Relationship Id="rId27" Type="http://schemas.openxmlformats.org/officeDocument/2006/relationships/image" Target="../media/image125.png"/><Relationship Id="rId5" Type="http://schemas.openxmlformats.org/officeDocument/2006/relationships/image" Target="../media/image129.png"/><Relationship Id="rId6" Type="http://schemas.openxmlformats.org/officeDocument/2006/relationships/image" Target="../media/image123.png"/><Relationship Id="rId29" Type="http://schemas.openxmlformats.org/officeDocument/2006/relationships/image" Target="../media/image135.png"/><Relationship Id="rId7" Type="http://schemas.openxmlformats.org/officeDocument/2006/relationships/image" Target="../media/image110.png"/><Relationship Id="rId8" Type="http://schemas.openxmlformats.org/officeDocument/2006/relationships/image" Target="../media/image117.png"/><Relationship Id="rId31" Type="http://schemas.openxmlformats.org/officeDocument/2006/relationships/image" Target="../media/image178.png"/><Relationship Id="rId30" Type="http://schemas.openxmlformats.org/officeDocument/2006/relationships/image" Target="../media/image130.png"/><Relationship Id="rId11" Type="http://schemas.openxmlformats.org/officeDocument/2006/relationships/image" Target="../media/image118.png"/><Relationship Id="rId33" Type="http://schemas.openxmlformats.org/officeDocument/2006/relationships/image" Target="../media/image134.png"/><Relationship Id="rId10" Type="http://schemas.openxmlformats.org/officeDocument/2006/relationships/image" Target="../media/image115.png"/><Relationship Id="rId32" Type="http://schemas.openxmlformats.org/officeDocument/2006/relationships/image" Target="../media/image151.png"/><Relationship Id="rId13" Type="http://schemas.openxmlformats.org/officeDocument/2006/relationships/image" Target="../media/image113.png"/><Relationship Id="rId35" Type="http://schemas.openxmlformats.org/officeDocument/2006/relationships/image" Target="../media/image139.png"/><Relationship Id="rId12" Type="http://schemas.openxmlformats.org/officeDocument/2006/relationships/image" Target="../media/image155.png"/><Relationship Id="rId34" Type="http://schemas.openxmlformats.org/officeDocument/2006/relationships/image" Target="../media/image140.png"/><Relationship Id="rId15" Type="http://schemas.openxmlformats.org/officeDocument/2006/relationships/image" Target="../media/image114.png"/><Relationship Id="rId37" Type="http://schemas.openxmlformats.org/officeDocument/2006/relationships/image" Target="../media/image163.png"/><Relationship Id="rId14" Type="http://schemas.openxmlformats.org/officeDocument/2006/relationships/image" Target="../media/image126.png"/><Relationship Id="rId36" Type="http://schemas.openxmlformats.org/officeDocument/2006/relationships/image" Target="../media/image144.png"/><Relationship Id="rId17" Type="http://schemas.openxmlformats.org/officeDocument/2006/relationships/image" Target="../media/image131.png"/><Relationship Id="rId39" Type="http://schemas.openxmlformats.org/officeDocument/2006/relationships/image" Target="../media/image150.png"/><Relationship Id="rId16" Type="http://schemas.openxmlformats.org/officeDocument/2006/relationships/image" Target="../media/image146.png"/><Relationship Id="rId38" Type="http://schemas.openxmlformats.org/officeDocument/2006/relationships/image" Target="../media/image145.png"/><Relationship Id="rId19" Type="http://schemas.openxmlformats.org/officeDocument/2006/relationships/image" Target="../media/image120.png"/><Relationship Id="rId18" Type="http://schemas.openxmlformats.org/officeDocument/2006/relationships/image" Target="../media/image137.png"/></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7.png"/><Relationship Id="rId4" Type="http://schemas.openxmlformats.org/officeDocument/2006/relationships/image" Target="../media/image141.png"/><Relationship Id="rId9" Type="http://schemas.openxmlformats.org/officeDocument/2006/relationships/image" Target="../media/image154.png"/><Relationship Id="rId5" Type="http://schemas.openxmlformats.org/officeDocument/2006/relationships/image" Target="../media/image143.png"/><Relationship Id="rId6" Type="http://schemas.openxmlformats.org/officeDocument/2006/relationships/image" Target="../media/image149.png"/><Relationship Id="rId7" Type="http://schemas.openxmlformats.org/officeDocument/2006/relationships/image" Target="../media/image148.png"/><Relationship Id="rId8" Type="http://schemas.openxmlformats.org/officeDocument/2006/relationships/image" Target="../media/image186.png"/><Relationship Id="rId11" Type="http://schemas.openxmlformats.org/officeDocument/2006/relationships/image" Target="../media/image161.png"/><Relationship Id="rId10" Type="http://schemas.openxmlformats.org/officeDocument/2006/relationships/image" Target="../media/image153.png"/><Relationship Id="rId13" Type="http://schemas.openxmlformats.org/officeDocument/2006/relationships/image" Target="../media/image157.png"/><Relationship Id="rId12" Type="http://schemas.openxmlformats.org/officeDocument/2006/relationships/image" Target="../media/image158.png"/><Relationship Id="rId15" Type="http://schemas.openxmlformats.org/officeDocument/2006/relationships/image" Target="../media/image160.png"/><Relationship Id="rId14" Type="http://schemas.openxmlformats.org/officeDocument/2006/relationships/image" Target="../media/image156.png"/><Relationship Id="rId16" Type="http://schemas.openxmlformats.org/officeDocument/2006/relationships/image" Target="../media/image168.png"/></Relationships>
</file>

<file path=ppt/slides/_rels/slide8.xml.rels><?xml version="1.0" encoding="UTF-8"?><Relationships xmlns="http://schemas.openxmlformats.org/package/2006/relationships"><Relationship Id="rId20" Type="http://schemas.openxmlformats.org/officeDocument/2006/relationships/image" Target="../media/image179.png"/><Relationship Id="rId22" Type="http://schemas.openxmlformats.org/officeDocument/2006/relationships/image" Target="../media/image181.png"/><Relationship Id="rId21" Type="http://schemas.openxmlformats.org/officeDocument/2006/relationships/image" Target="../media/image180.png"/><Relationship Id="rId24" Type="http://schemas.openxmlformats.org/officeDocument/2006/relationships/image" Target="../media/image192.png"/><Relationship Id="rId23" Type="http://schemas.openxmlformats.org/officeDocument/2006/relationships/image" Target="../media/image183.png"/><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2.png"/><Relationship Id="rId4" Type="http://schemas.openxmlformats.org/officeDocument/2006/relationships/image" Target="../media/image187.png"/><Relationship Id="rId9" Type="http://schemas.openxmlformats.org/officeDocument/2006/relationships/image" Target="../media/image169.png"/><Relationship Id="rId26" Type="http://schemas.openxmlformats.org/officeDocument/2006/relationships/image" Target="../media/image197.png"/><Relationship Id="rId25" Type="http://schemas.openxmlformats.org/officeDocument/2006/relationships/image" Target="../media/image188.png"/><Relationship Id="rId28" Type="http://schemas.openxmlformats.org/officeDocument/2006/relationships/image" Target="../media/image185.png"/><Relationship Id="rId27" Type="http://schemas.openxmlformats.org/officeDocument/2006/relationships/image" Target="../media/image182.png"/><Relationship Id="rId5" Type="http://schemas.openxmlformats.org/officeDocument/2006/relationships/image" Target="../media/image164.png"/><Relationship Id="rId6" Type="http://schemas.openxmlformats.org/officeDocument/2006/relationships/image" Target="../media/image166.png"/><Relationship Id="rId29" Type="http://schemas.openxmlformats.org/officeDocument/2006/relationships/image" Target="../media/image189.png"/><Relationship Id="rId7" Type="http://schemas.openxmlformats.org/officeDocument/2006/relationships/image" Target="../media/image165.png"/><Relationship Id="rId8" Type="http://schemas.openxmlformats.org/officeDocument/2006/relationships/image" Target="../media/image170.png"/><Relationship Id="rId30" Type="http://schemas.openxmlformats.org/officeDocument/2006/relationships/image" Target="../media/image191.png"/><Relationship Id="rId11" Type="http://schemas.openxmlformats.org/officeDocument/2006/relationships/image" Target="../media/image173.png"/><Relationship Id="rId10" Type="http://schemas.openxmlformats.org/officeDocument/2006/relationships/image" Target="../media/image171.png"/><Relationship Id="rId13" Type="http://schemas.openxmlformats.org/officeDocument/2006/relationships/image" Target="../media/image175.png"/><Relationship Id="rId12" Type="http://schemas.openxmlformats.org/officeDocument/2006/relationships/image" Target="../media/image215.png"/><Relationship Id="rId15" Type="http://schemas.openxmlformats.org/officeDocument/2006/relationships/image" Target="../media/image176.png"/><Relationship Id="rId14" Type="http://schemas.openxmlformats.org/officeDocument/2006/relationships/image" Target="../media/image196.png"/><Relationship Id="rId17" Type="http://schemas.openxmlformats.org/officeDocument/2006/relationships/image" Target="../media/image209.png"/><Relationship Id="rId16" Type="http://schemas.openxmlformats.org/officeDocument/2006/relationships/image" Target="../media/image172.png"/><Relationship Id="rId19" Type="http://schemas.openxmlformats.org/officeDocument/2006/relationships/image" Target="../media/image177.png"/><Relationship Id="rId18" Type="http://schemas.openxmlformats.org/officeDocument/2006/relationships/image" Target="../media/image174.png"/></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93.png"/><Relationship Id="rId4" Type="http://schemas.openxmlformats.org/officeDocument/2006/relationships/image" Target="../media/image190.png"/><Relationship Id="rId9" Type="http://schemas.openxmlformats.org/officeDocument/2006/relationships/image" Target="../media/image195.png"/><Relationship Id="rId5" Type="http://schemas.openxmlformats.org/officeDocument/2006/relationships/image" Target="../media/image208.png"/><Relationship Id="rId6" Type="http://schemas.openxmlformats.org/officeDocument/2006/relationships/image" Target="../media/image194.png"/><Relationship Id="rId7" Type="http://schemas.openxmlformats.org/officeDocument/2006/relationships/image" Target="../media/image235.png"/><Relationship Id="rId8" Type="http://schemas.openxmlformats.org/officeDocument/2006/relationships/image" Target="../media/image242.png"/><Relationship Id="rId11" Type="http://schemas.openxmlformats.org/officeDocument/2006/relationships/image" Target="../media/image219.png"/><Relationship Id="rId10" Type="http://schemas.openxmlformats.org/officeDocument/2006/relationships/image" Target="../media/image198.png"/><Relationship Id="rId13" Type="http://schemas.openxmlformats.org/officeDocument/2006/relationships/image" Target="../media/image200.png"/><Relationship Id="rId12" Type="http://schemas.openxmlformats.org/officeDocument/2006/relationships/image" Target="../media/image205.png"/><Relationship Id="rId15" Type="http://schemas.openxmlformats.org/officeDocument/2006/relationships/image" Target="../media/image201.png"/><Relationship Id="rId14" Type="http://schemas.openxmlformats.org/officeDocument/2006/relationships/image" Target="../media/image214.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99.png"/><Relationship Id="rId4" Type="http://schemas.openxmlformats.org/officeDocument/2006/relationships/image" Target="../media/image224.png"/><Relationship Id="rId9" Type="http://schemas.openxmlformats.org/officeDocument/2006/relationships/image" Target="../media/image207.png"/><Relationship Id="rId5" Type="http://schemas.openxmlformats.org/officeDocument/2006/relationships/image" Target="../media/image202.png"/><Relationship Id="rId6" Type="http://schemas.openxmlformats.org/officeDocument/2006/relationships/image" Target="../media/image203.png"/><Relationship Id="rId7" Type="http://schemas.openxmlformats.org/officeDocument/2006/relationships/image" Target="../media/image206.png"/><Relationship Id="rId8" Type="http://schemas.openxmlformats.org/officeDocument/2006/relationships/image" Target="../media/image204.png"/><Relationship Id="rId11" Type="http://schemas.openxmlformats.org/officeDocument/2006/relationships/image" Target="../media/image210.png"/><Relationship Id="rId10" Type="http://schemas.openxmlformats.org/officeDocument/2006/relationships/image" Target="../media/image244.png"/><Relationship Id="rId13" Type="http://schemas.openxmlformats.org/officeDocument/2006/relationships/image" Target="../media/image223.png"/><Relationship Id="rId12" Type="http://schemas.openxmlformats.org/officeDocument/2006/relationships/image" Target="../media/image212.png"/><Relationship Id="rId15" Type="http://schemas.openxmlformats.org/officeDocument/2006/relationships/image" Target="../media/image211.png"/><Relationship Id="rId14" Type="http://schemas.openxmlformats.org/officeDocument/2006/relationships/image" Target="../media/image213.png"/><Relationship Id="rId16" Type="http://schemas.openxmlformats.org/officeDocument/2006/relationships/image" Target="../media/image280.png"/></Relationships>
</file>

<file path=ppt/slides/_rels/slide11.xml.rels><?xml version="1.0" encoding="UTF-8"?><Relationships xmlns="http://schemas.openxmlformats.org/package/2006/relationships"><Relationship Id="rId20" Type="http://schemas.openxmlformats.org/officeDocument/2006/relationships/image" Target="../media/image229.png"/><Relationship Id="rId22" Type="http://schemas.openxmlformats.org/officeDocument/2006/relationships/image" Target="../media/image240.png"/><Relationship Id="rId21" Type="http://schemas.openxmlformats.org/officeDocument/2006/relationships/image" Target="../media/image238.png"/><Relationship Id="rId24" Type="http://schemas.openxmlformats.org/officeDocument/2006/relationships/image" Target="../media/image234.png"/><Relationship Id="rId23" Type="http://schemas.openxmlformats.org/officeDocument/2006/relationships/image" Target="../media/image231.pn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21.png"/><Relationship Id="rId4" Type="http://schemas.openxmlformats.org/officeDocument/2006/relationships/image" Target="../media/image227.png"/><Relationship Id="rId9" Type="http://schemas.openxmlformats.org/officeDocument/2006/relationships/image" Target="../media/image220.png"/><Relationship Id="rId26" Type="http://schemas.openxmlformats.org/officeDocument/2006/relationships/image" Target="../media/image249.png"/><Relationship Id="rId25" Type="http://schemas.openxmlformats.org/officeDocument/2006/relationships/image" Target="../media/image237.png"/><Relationship Id="rId5" Type="http://schemas.openxmlformats.org/officeDocument/2006/relationships/image" Target="../media/image217.png"/><Relationship Id="rId6" Type="http://schemas.openxmlformats.org/officeDocument/2006/relationships/image" Target="../media/image216.png"/><Relationship Id="rId7" Type="http://schemas.openxmlformats.org/officeDocument/2006/relationships/image" Target="../media/image218.png"/><Relationship Id="rId8" Type="http://schemas.openxmlformats.org/officeDocument/2006/relationships/image" Target="../media/image222.png"/><Relationship Id="rId11" Type="http://schemas.openxmlformats.org/officeDocument/2006/relationships/image" Target="../media/image226.png"/><Relationship Id="rId10" Type="http://schemas.openxmlformats.org/officeDocument/2006/relationships/image" Target="../media/image233.png"/><Relationship Id="rId13" Type="http://schemas.openxmlformats.org/officeDocument/2006/relationships/image" Target="../media/image239.png"/><Relationship Id="rId12" Type="http://schemas.openxmlformats.org/officeDocument/2006/relationships/image" Target="../media/image243.png"/><Relationship Id="rId15" Type="http://schemas.openxmlformats.org/officeDocument/2006/relationships/image" Target="../media/image241.png"/><Relationship Id="rId14" Type="http://schemas.openxmlformats.org/officeDocument/2006/relationships/image" Target="../media/image230.png"/><Relationship Id="rId17" Type="http://schemas.openxmlformats.org/officeDocument/2006/relationships/image" Target="../media/image232.png"/><Relationship Id="rId16" Type="http://schemas.openxmlformats.org/officeDocument/2006/relationships/image" Target="../media/image274.png"/><Relationship Id="rId19" Type="http://schemas.openxmlformats.org/officeDocument/2006/relationships/image" Target="../media/image236.png"/><Relationship Id="rId18" Type="http://schemas.openxmlformats.org/officeDocument/2006/relationships/image" Target="../media/image225.png"/></Relationships>
</file>

<file path=ppt/slides/_rels/slide12.xml.rels><?xml version="1.0" encoding="UTF-8"?><Relationships xmlns="http://schemas.openxmlformats.org/package/2006/relationships"><Relationship Id="rId20" Type="http://schemas.openxmlformats.org/officeDocument/2006/relationships/image" Target="../media/image276.png"/><Relationship Id="rId22" Type="http://schemas.openxmlformats.org/officeDocument/2006/relationships/image" Target="../media/image273.png"/><Relationship Id="rId21" Type="http://schemas.openxmlformats.org/officeDocument/2006/relationships/image" Target="../media/image257.png"/><Relationship Id="rId24" Type="http://schemas.openxmlformats.org/officeDocument/2006/relationships/image" Target="../media/image263.png"/><Relationship Id="rId23" Type="http://schemas.openxmlformats.org/officeDocument/2006/relationships/image" Target="../media/image269.png"/><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46.png"/><Relationship Id="rId4" Type="http://schemas.openxmlformats.org/officeDocument/2006/relationships/image" Target="../media/image260.png"/><Relationship Id="rId9" Type="http://schemas.openxmlformats.org/officeDocument/2006/relationships/image" Target="../media/image252.png"/><Relationship Id="rId26" Type="http://schemas.openxmlformats.org/officeDocument/2006/relationships/image" Target="../media/image284.png"/><Relationship Id="rId25" Type="http://schemas.openxmlformats.org/officeDocument/2006/relationships/image" Target="../media/image28.png"/><Relationship Id="rId5" Type="http://schemas.openxmlformats.org/officeDocument/2006/relationships/image" Target="../media/image248.png"/><Relationship Id="rId6" Type="http://schemas.openxmlformats.org/officeDocument/2006/relationships/image" Target="../media/image247.png"/><Relationship Id="rId7" Type="http://schemas.openxmlformats.org/officeDocument/2006/relationships/image" Target="../media/image253.png"/><Relationship Id="rId8" Type="http://schemas.openxmlformats.org/officeDocument/2006/relationships/image" Target="../media/image245.png"/><Relationship Id="rId11" Type="http://schemas.openxmlformats.org/officeDocument/2006/relationships/image" Target="../media/image267.png"/><Relationship Id="rId10" Type="http://schemas.openxmlformats.org/officeDocument/2006/relationships/image" Target="../media/image268.png"/><Relationship Id="rId13" Type="http://schemas.openxmlformats.org/officeDocument/2006/relationships/image" Target="../media/image261.png"/><Relationship Id="rId12" Type="http://schemas.openxmlformats.org/officeDocument/2006/relationships/image" Target="../media/image251.png"/><Relationship Id="rId15" Type="http://schemas.openxmlformats.org/officeDocument/2006/relationships/image" Target="../media/image266.png"/><Relationship Id="rId14" Type="http://schemas.openxmlformats.org/officeDocument/2006/relationships/image" Target="../media/image256.png"/><Relationship Id="rId17" Type="http://schemas.openxmlformats.org/officeDocument/2006/relationships/image" Target="../media/image250.png"/><Relationship Id="rId16" Type="http://schemas.openxmlformats.org/officeDocument/2006/relationships/image" Target="../media/image259.png"/><Relationship Id="rId19" Type="http://schemas.openxmlformats.org/officeDocument/2006/relationships/image" Target="../media/image275.png"/><Relationship Id="rId18" Type="http://schemas.openxmlformats.org/officeDocument/2006/relationships/image" Target="../media/image254.png"/></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38.png"/><Relationship Id="rId4" Type="http://schemas.openxmlformats.org/officeDocument/2006/relationships/image" Target="../media/image51.png"/></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78.png"/><Relationship Id="rId4" Type="http://schemas.openxmlformats.org/officeDocument/2006/relationships/image" Target="../media/image262.png"/></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77.png"/></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70.png"/></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64.png"/><Relationship Id="rId4" Type="http://schemas.openxmlformats.org/officeDocument/2006/relationships/image" Target="../media/image281.png"/></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45.png"/><Relationship Id="rId4" Type="http://schemas.openxmlformats.org/officeDocument/2006/relationships/image" Target="../media/image283.png"/></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8.png"/><Relationship Id="rId4" Type="http://schemas.openxmlformats.org/officeDocument/2006/relationships/image" Target="../media/image284.png"/></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82.png"/><Relationship Id="rId4" Type="http://schemas.openxmlformats.org/officeDocument/2006/relationships/image" Target="../media/image279.png"/></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62626"/>
              </a:buClr>
              <a:buSzPts val="3600"/>
              <a:buNone/>
            </a:pPr>
            <a:r>
              <a:rPr lang="en-US" sz="3000"/>
              <a:t>Compare or;</a:t>
            </a:r>
            <a:br>
              <a:rPr lang="en-US" sz="3000"/>
            </a:br>
            <a:r>
              <a:rPr lang="en-US" sz="3000"/>
              <a:t>/or/ and /ur/</a:t>
            </a:r>
            <a:endParaRPr sz="3000"/>
          </a:p>
        </p:txBody>
      </p:sp>
      <p:sp>
        <p:nvSpPr>
          <p:cNvPr id="652" name="Google Shape;652;p1"/>
          <p:cNvSpPr txBox="1"/>
          <p:nvPr>
            <p:ph idx="2" type="subTitle"/>
          </p:nvPr>
        </p:nvSpPr>
        <p:spPr>
          <a:xfrm>
            <a:off x="884092" y="3769358"/>
            <a:ext cx="3882600" cy="845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200"/>
              <a:buNone/>
            </a:pPr>
            <a:r>
              <a:rPr lang="en-US"/>
              <a:t>Lesson 79</a:t>
            </a:r>
            <a:endParaRPr/>
          </a:p>
        </p:txBody>
      </p:sp>
      <p:grpSp>
        <p:nvGrpSpPr>
          <p:cNvPr id="653" name="Google Shape;653;p1"/>
          <p:cNvGrpSpPr/>
          <p:nvPr/>
        </p:nvGrpSpPr>
        <p:grpSpPr>
          <a:xfrm>
            <a:off x="5485189" y="3866198"/>
            <a:ext cx="2544947" cy="1877837"/>
            <a:chOff x="5485189" y="3866198"/>
            <a:chExt cx="2544947" cy="1877837"/>
          </a:xfrm>
        </p:grpSpPr>
        <p:pic>
          <p:nvPicPr>
            <p:cNvPr id="654" name="Google Shape;654;p1" title="JNL686-142F.png"/>
            <p:cNvPicPr preferRelativeResize="0"/>
            <p:nvPr/>
          </p:nvPicPr>
          <p:blipFill rotWithShape="1">
            <a:blip r:embed="rId3">
              <a:alphaModFix/>
            </a:blip>
            <a:srcRect b="0" l="79" r="69" t="0"/>
            <a:stretch/>
          </p:blipFill>
          <p:spPr>
            <a:xfrm rot="540305">
              <a:off x="6695728" y="3950203"/>
              <a:ext cx="1208040" cy="1709827"/>
            </a:xfrm>
            <a:prstGeom prst="rect">
              <a:avLst/>
            </a:prstGeom>
            <a:noFill/>
            <a:ln>
              <a:noFill/>
            </a:ln>
            <a:effectLst>
              <a:outerShdw blurRad="71438" rotWithShape="0" algn="bl" dir="5220000" dist="38100">
                <a:srgbClr val="000000">
                  <a:alpha val="20000"/>
                </a:srgbClr>
              </a:outerShdw>
            </a:effectLst>
          </p:spPr>
        </p:pic>
        <p:pic>
          <p:nvPicPr>
            <p:cNvPr id="655" name="Google Shape;655;p1" title="JNL686-77F.png"/>
            <p:cNvPicPr preferRelativeResize="0"/>
            <p:nvPr/>
          </p:nvPicPr>
          <p:blipFill rotWithShape="1">
            <a:blip r:embed="rId4">
              <a:alphaModFix/>
            </a:blip>
            <a:srcRect b="0" l="19" r="19" t="0"/>
            <a:stretch/>
          </p:blipFill>
          <p:spPr>
            <a:xfrm rot="-278018">
              <a:off x="5552278" y="3960008"/>
              <a:ext cx="1208038" cy="1709827"/>
            </a:xfrm>
            <a:prstGeom prst="rect">
              <a:avLst/>
            </a:prstGeom>
            <a:noFill/>
            <a:ln>
              <a:noFill/>
            </a:ln>
            <a:effectLst>
              <a:outerShdw blurRad="71438" rotWithShape="0" algn="bl" dir="5220000" dist="38100">
                <a:srgbClr val="000000">
                  <a:alpha val="20000"/>
                </a:srgbClr>
              </a:outerShdw>
            </a:effectLst>
          </p:spPr>
        </p:pic>
      </p:grpSp>
      <p:graphicFrame>
        <p:nvGraphicFramePr>
          <p:cNvPr id="656" name="Google Shape;656;p1"/>
          <p:cNvGraphicFramePr/>
          <p:nvPr/>
        </p:nvGraphicFramePr>
        <p:xfrm>
          <a:off x="4844200" y="1646527"/>
          <a:ext cx="3000000" cy="3000000"/>
        </p:xfrm>
        <a:graphic>
          <a:graphicData uri="http://schemas.openxmlformats.org/drawingml/2006/table">
            <a:tbl>
              <a:tblPr bandRow="1" firstRow="1">
                <a:noFill/>
                <a:tableStyleId>{4CD539F3-680D-4EAB-A579-0C29B29F160F}</a:tableStyleId>
              </a:tblPr>
              <a:tblGrid>
                <a:gridCol w="508550"/>
                <a:gridCol w="508550"/>
                <a:gridCol w="604975"/>
                <a:gridCol w="508575"/>
                <a:gridCol w="556725"/>
                <a:gridCol w="596975"/>
                <a:gridCol w="500525"/>
              </a:tblGrid>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i/</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 xml:space="preserve">/ee/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/igh/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/o</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 xml:space="preserve">/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US" sz="1600" u="none" cap="none" strike="noStrike">
                          <a:latin typeface="Jost"/>
                          <a:ea typeface="Jost"/>
                          <a:cs typeface="Jost"/>
                          <a:sym typeface="Jost"/>
                        </a:rPr>
                        <a:t xml:space="preserve">/oo/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 xml:space="preserve">/y-oo/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/r/</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/n/</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/m/</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/ch/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/k/</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/j/</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/v/</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 xml:space="preserve">/u/ </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/e/</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 xml:space="preserve">/i/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/zh/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/z/</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/or/</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solidFill>
                            <a:srgbClr val="FFFFFF"/>
                          </a:solidFill>
                          <a:latin typeface="Jost"/>
                          <a:ea typeface="Jost"/>
                          <a:cs typeface="Jost"/>
                          <a:sym typeface="Jost"/>
                        </a:rPr>
                        <a:t>/ur/</a:t>
                      </a:r>
                      <a:endParaRPr sz="1600">
                        <a:solidFill>
                          <a:srgbClr val="FFFFFF"/>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solidFill>
                      <a:srgbClr val="000000"/>
                    </a:solidFill>
                  </a:tcPr>
                </a:tc>
                <a:tc>
                  <a:txBody>
                    <a:bodyPr/>
                    <a:lstStyle/>
                    <a:p>
                      <a:pPr indent="0" lvl="0" marL="0" rtl="0" algn="ctr">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cap="none" strike="noStrike">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g2bee4f4af4b_0_204"/>
          <p:cNvSpPr txBox="1"/>
          <p:nvPr>
            <p:ph idx="1" type="body"/>
          </p:nvPr>
        </p:nvSpPr>
        <p:spPr>
          <a:xfrm>
            <a:off x="3298550" y="103225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15000"/>
              </a:lnSpc>
              <a:spcBef>
                <a:spcPts val="0"/>
              </a:spcBef>
              <a:spcAft>
                <a:spcPts val="0"/>
              </a:spcAft>
              <a:buSzPts val="1600"/>
              <a:buChar char="•"/>
            </a:pPr>
            <a:r>
              <a:rPr lang="en-US"/>
              <a:t xml:space="preserve">Compare alternative phonemes </a:t>
            </a:r>
            <a:r>
              <a:rPr lang="en-US">
                <a:solidFill>
                  <a:srgbClr val="8DC63F"/>
                </a:solidFill>
              </a:rPr>
              <a:t>/or/</a:t>
            </a:r>
            <a:r>
              <a:rPr lang="en-US"/>
              <a:t xml:space="preserve"> and </a:t>
            </a:r>
            <a:r>
              <a:rPr lang="en-US">
                <a:solidFill>
                  <a:srgbClr val="8DC63F"/>
                </a:solidFill>
              </a:rPr>
              <a:t>/ur/</a:t>
            </a:r>
            <a:r>
              <a:rPr lang="en-US"/>
              <a:t xml:space="preserve"> for grapheme '</a:t>
            </a:r>
            <a:r>
              <a:rPr lang="en-US">
                <a:solidFill>
                  <a:srgbClr val="8DC63F"/>
                </a:solidFill>
              </a:rPr>
              <a:t>or</a:t>
            </a:r>
            <a:r>
              <a:rPr lang="en-US"/>
              <a:t>'.</a:t>
            </a:r>
            <a:endParaRPr/>
          </a:p>
        </p:txBody>
      </p:sp>
      <p:sp>
        <p:nvSpPr>
          <p:cNvPr id="663" name="Google Shape;663;g2bee4f4af4b_0_204"/>
          <p:cNvSpPr txBox="1"/>
          <p:nvPr>
            <p:ph idx="2" type="body"/>
          </p:nvPr>
        </p:nvSpPr>
        <p:spPr>
          <a:xfrm>
            <a:off x="3298550" y="215966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0"/>
              </a:spcBef>
              <a:spcAft>
                <a:spcPts val="0"/>
              </a:spcAft>
              <a:buSzPts val="1600"/>
              <a:buChar char="•"/>
            </a:pPr>
            <a:r>
              <a:rPr lang="en-US"/>
              <a:t>Recall all GPCs learned so far using flashcards.</a:t>
            </a:r>
            <a:endParaRPr/>
          </a:p>
        </p:txBody>
      </p:sp>
      <p:sp>
        <p:nvSpPr>
          <p:cNvPr id="664" name="Google Shape;664;g2bee4f4af4b_0_204"/>
          <p:cNvSpPr txBox="1"/>
          <p:nvPr/>
        </p:nvSpPr>
        <p:spPr>
          <a:xfrm>
            <a:off x="982251"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JNL686</a:t>
            </a:r>
            <a:endParaRPr b="0" i="0" sz="1000" u="none" cap="none" strike="noStrike">
              <a:solidFill>
                <a:srgbClr val="000000"/>
              </a:solidFill>
              <a:latin typeface="Poppins"/>
              <a:ea typeface="Poppins"/>
              <a:cs typeface="Poppins"/>
              <a:sym typeface="Poppins"/>
            </a:endParaRPr>
          </a:p>
        </p:txBody>
      </p:sp>
      <p:sp>
        <p:nvSpPr>
          <p:cNvPr id="665" name="Google Shape;665;g2bee4f4af4b_0_204"/>
          <p:cNvSpPr txBox="1"/>
          <p:nvPr/>
        </p:nvSpPr>
        <p:spPr>
          <a:xfrm>
            <a:off x="774951"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b="0" i="0" sz="1400" u="none" cap="none" strike="noStrike">
              <a:solidFill>
                <a:srgbClr val="000000"/>
              </a:solidFill>
              <a:latin typeface="Poppins Medium"/>
              <a:ea typeface="Poppins Medium"/>
              <a:cs typeface="Poppins Medium"/>
              <a:sym typeface="Poppins Medium"/>
            </a:endParaRPr>
          </a:p>
        </p:txBody>
      </p:sp>
      <p:pic>
        <p:nvPicPr>
          <p:cNvPr id="666" name="Google Shape;666;g2bee4f4af4b_0_204" title="JNL686-77F.png"/>
          <p:cNvPicPr preferRelativeResize="0"/>
          <p:nvPr/>
        </p:nvPicPr>
        <p:blipFill rotWithShape="1">
          <a:blip r:embed="rId3">
            <a:alphaModFix/>
          </a:blip>
          <a:srcRect b="0" l="19" r="19" t="0"/>
          <a:stretch/>
        </p:blipFill>
        <p:spPr>
          <a:xfrm>
            <a:off x="995626" y="4101860"/>
            <a:ext cx="786850" cy="1113688"/>
          </a:xfrm>
          <a:prstGeom prst="rect">
            <a:avLst/>
          </a:prstGeom>
          <a:noFill/>
          <a:ln>
            <a:noFill/>
          </a:ln>
          <a:effectLst>
            <a:outerShdw blurRad="71438" rotWithShape="0" algn="bl" dir="5220000" dist="19050">
              <a:srgbClr val="D8D8D8"/>
            </a:outerShdw>
          </a:effectLst>
        </p:spPr>
      </p:pic>
      <p:sp>
        <p:nvSpPr>
          <p:cNvPr id="667" name="Google Shape;667;g2bee4f4af4b_0_204"/>
          <p:cNvSpPr txBox="1"/>
          <p:nvPr/>
        </p:nvSpPr>
        <p:spPr>
          <a:xfrm>
            <a:off x="226250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JNL689</a:t>
            </a:r>
            <a:endParaRPr b="0" i="0" sz="1000" u="none" cap="none" strike="noStrike">
              <a:solidFill>
                <a:srgbClr val="000000"/>
              </a:solidFill>
              <a:latin typeface="Poppins"/>
              <a:ea typeface="Poppins"/>
              <a:cs typeface="Poppins"/>
              <a:sym typeface="Poppins"/>
            </a:endParaRPr>
          </a:p>
        </p:txBody>
      </p:sp>
      <p:sp>
        <p:nvSpPr>
          <p:cNvPr id="668" name="Google Shape;668;g2bee4f4af4b_0_204"/>
          <p:cNvSpPr txBox="1"/>
          <p:nvPr/>
        </p:nvSpPr>
        <p:spPr>
          <a:xfrm>
            <a:off x="2055206"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b="0" i="0" sz="1400" u="none" cap="none" strike="noStrike">
              <a:solidFill>
                <a:srgbClr val="000000"/>
              </a:solidFill>
              <a:latin typeface="Poppins Medium"/>
              <a:ea typeface="Poppins Medium"/>
              <a:cs typeface="Poppins Medium"/>
              <a:sym typeface="Poppins Medium"/>
            </a:endParaRPr>
          </a:p>
        </p:txBody>
      </p:sp>
      <p:pic>
        <p:nvPicPr>
          <p:cNvPr id="669" name="Google Shape;669;g2bee4f4af4b_0_204" title="JNL689-49F.png"/>
          <p:cNvPicPr preferRelativeResize="0"/>
          <p:nvPr/>
        </p:nvPicPr>
        <p:blipFill rotWithShape="1">
          <a:blip r:embed="rId4">
            <a:alphaModFix/>
          </a:blip>
          <a:srcRect b="0" l="0" r="0" t="0"/>
          <a:stretch/>
        </p:blipFill>
        <p:spPr>
          <a:xfrm>
            <a:off x="2262506" y="4169988"/>
            <a:ext cx="813600" cy="977432"/>
          </a:xfrm>
          <a:prstGeom prst="rect">
            <a:avLst/>
          </a:prstGeom>
          <a:noFill/>
          <a:ln>
            <a:noFill/>
          </a:ln>
          <a:effectLst>
            <a:outerShdw blurRad="71438" rotWithShape="0" algn="bl" dir="5220000" dist="19050">
              <a:srgbClr val="D8D8D8"/>
            </a:outerShdw>
          </a:effectLst>
        </p:spPr>
      </p:pic>
      <p:sp>
        <p:nvSpPr>
          <p:cNvPr id="670" name="Google Shape;670;g2bee4f4af4b_0_204"/>
          <p:cNvSpPr txBox="1"/>
          <p:nvPr/>
        </p:nvSpPr>
        <p:spPr>
          <a:xfrm>
            <a:off x="354276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JNL687</a:t>
            </a:r>
            <a:endParaRPr b="0" i="0" sz="1000" u="none" cap="none" strike="noStrike">
              <a:solidFill>
                <a:srgbClr val="000000"/>
              </a:solidFill>
              <a:latin typeface="Poppins"/>
              <a:ea typeface="Poppins"/>
              <a:cs typeface="Poppins"/>
              <a:sym typeface="Poppins"/>
            </a:endParaRPr>
          </a:p>
        </p:txBody>
      </p:sp>
      <p:sp>
        <p:nvSpPr>
          <p:cNvPr id="671" name="Google Shape;671;g2bee4f4af4b_0_204"/>
          <p:cNvSpPr txBox="1"/>
          <p:nvPr/>
        </p:nvSpPr>
        <p:spPr>
          <a:xfrm>
            <a:off x="3335466"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a:t>
            </a:r>
            <a:r>
              <a:rPr b="0" i="0" lang="en-US" sz="900" u="none" cap="none" strike="noStrike">
                <a:solidFill>
                  <a:srgbClr val="757070"/>
                </a:solidFill>
                <a:latin typeface="Poppins Medium"/>
                <a:ea typeface="Poppins Medium"/>
                <a:cs typeface="Poppins Medium"/>
                <a:sym typeface="Poppins Medium"/>
              </a:rPr>
              <a:t>s</a:t>
            </a:r>
            <a:endParaRPr b="0" i="0" sz="1400" u="none" cap="none" strike="noStrike">
              <a:solidFill>
                <a:srgbClr val="000000"/>
              </a:solidFill>
              <a:latin typeface="Poppins Medium"/>
              <a:ea typeface="Poppins Medium"/>
              <a:cs typeface="Poppins Medium"/>
              <a:sym typeface="Poppins Medium"/>
            </a:endParaRPr>
          </a:p>
        </p:txBody>
      </p:sp>
      <p:pic>
        <p:nvPicPr>
          <p:cNvPr id="672" name="Google Shape;672;g2bee4f4af4b_0_204" title="JNL687-106F.png"/>
          <p:cNvPicPr preferRelativeResize="0"/>
          <p:nvPr/>
        </p:nvPicPr>
        <p:blipFill rotWithShape="1">
          <a:blip r:embed="rId5">
            <a:alphaModFix/>
          </a:blip>
          <a:srcRect b="0" l="0" r="0" t="0"/>
          <a:stretch/>
        </p:blipFill>
        <p:spPr>
          <a:xfrm>
            <a:off x="3483579" y="4326104"/>
            <a:ext cx="931974" cy="665200"/>
          </a:xfrm>
          <a:prstGeom prst="rect">
            <a:avLst/>
          </a:prstGeom>
          <a:noFill/>
          <a:ln>
            <a:noFill/>
          </a:ln>
          <a:effectLst>
            <a:outerShdw blurRad="71438" rotWithShape="0" algn="bl" dir="5220000" dist="19050">
              <a:srgbClr val="D8D8D8"/>
            </a:outerShdw>
          </a:effectLst>
        </p:spPr>
      </p:pic>
      <p:sp>
        <p:nvSpPr>
          <p:cNvPr id="673" name="Google Shape;673;g2bee4f4af4b_0_204">
            <a:hlinkClick action="ppaction://hlinksldjump" r:id="rId6"/>
          </p:cNvPr>
          <p:cNvSpPr/>
          <p:nvPr/>
        </p:nvSpPr>
        <p:spPr>
          <a:xfrm>
            <a:off x="898575" y="4127750"/>
            <a:ext cx="9963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74" name="Google Shape;674;g2bee4f4af4b_0_204">
            <a:hlinkClick action="ppaction://hlinksldjump" r:id="rId7"/>
          </p:cNvPr>
          <p:cNvSpPr/>
          <p:nvPr/>
        </p:nvSpPr>
        <p:spPr>
          <a:xfrm>
            <a:off x="205520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75" name="Google Shape;675;g2bee4f4af4b_0_204">
            <a:hlinkClick action="ppaction://hlinksldjump" r:id="rId8"/>
          </p:cNvPr>
          <p:cNvSpPr/>
          <p:nvPr/>
        </p:nvSpPr>
        <p:spPr>
          <a:xfrm>
            <a:off x="333545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g338b3853d3c_0_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Recall all GPCs learned so far using flashcards.</a:t>
            </a:r>
            <a:endParaRPr/>
          </a:p>
        </p:txBody>
      </p:sp>
      <p:grpSp>
        <p:nvGrpSpPr>
          <p:cNvPr id="682" name="Google Shape;682;g338b3853d3c_0_2"/>
          <p:cNvGrpSpPr/>
          <p:nvPr/>
        </p:nvGrpSpPr>
        <p:grpSpPr>
          <a:xfrm>
            <a:off x="854200" y="2053244"/>
            <a:ext cx="7283200" cy="3724851"/>
            <a:chOff x="930400" y="2129444"/>
            <a:chExt cx="7283200" cy="3724851"/>
          </a:xfrm>
        </p:grpSpPr>
        <p:pic>
          <p:nvPicPr>
            <p:cNvPr id="683" name="Google Shape;683;g338b3853d3c_0_2"/>
            <p:cNvPicPr preferRelativeResize="0"/>
            <p:nvPr/>
          </p:nvPicPr>
          <p:blipFill rotWithShape="1">
            <a:blip r:embed="rId3">
              <a:alphaModFix/>
            </a:blip>
            <a:srcRect b="0" l="79" r="79" t="0"/>
            <a:stretch/>
          </p:blipFill>
          <p:spPr>
            <a:xfrm>
              <a:off x="930400" y="2129444"/>
              <a:ext cx="822525" cy="1164251"/>
            </a:xfrm>
            <a:prstGeom prst="rect">
              <a:avLst/>
            </a:prstGeom>
            <a:noFill/>
            <a:ln>
              <a:noFill/>
            </a:ln>
            <a:effectLst>
              <a:outerShdw blurRad="71438" rotWithShape="0" algn="bl" dir="5400000" dist="28575">
                <a:srgbClr val="000000">
                  <a:alpha val="15290"/>
                </a:srgbClr>
              </a:outerShdw>
            </a:effectLst>
          </p:spPr>
        </p:pic>
        <p:pic>
          <p:nvPicPr>
            <p:cNvPr id="684" name="Google Shape;684;g338b3853d3c_0_2"/>
            <p:cNvPicPr preferRelativeResize="0"/>
            <p:nvPr/>
          </p:nvPicPr>
          <p:blipFill rotWithShape="1">
            <a:blip r:embed="rId4">
              <a:alphaModFix/>
            </a:blip>
            <a:srcRect b="0" l="19" r="29" t="0"/>
            <a:stretch/>
          </p:blipFill>
          <p:spPr>
            <a:xfrm>
              <a:off x="3699261" y="2129444"/>
              <a:ext cx="822525" cy="1164251"/>
            </a:xfrm>
            <a:prstGeom prst="rect">
              <a:avLst/>
            </a:prstGeom>
            <a:noFill/>
            <a:ln>
              <a:noFill/>
            </a:ln>
            <a:effectLst>
              <a:outerShdw blurRad="71438" rotWithShape="0" algn="bl" dir="5400000" dist="28575">
                <a:srgbClr val="000000">
                  <a:alpha val="15290"/>
                </a:srgbClr>
              </a:outerShdw>
            </a:effectLst>
          </p:spPr>
        </p:pic>
        <p:pic>
          <p:nvPicPr>
            <p:cNvPr id="685" name="Google Shape;685;g338b3853d3c_0_2"/>
            <p:cNvPicPr preferRelativeResize="0"/>
            <p:nvPr/>
          </p:nvPicPr>
          <p:blipFill rotWithShape="1">
            <a:blip r:embed="rId5">
              <a:alphaModFix/>
            </a:blip>
            <a:srcRect b="0" l="19" r="29" t="0"/>
            <a:stretch/>
          </p:blipFill>
          <p:spPr>
            <a:xfrm>
              <a:off x="1853354" y="2129444"/>
              <a:ext cx="822525" cy="1164251"/>
            </a:xfrm>
            <a:prstGeom prst="rect">
              <a:avLst/>
            </a:prstGeom>
            <a:noFill/>
            <a:ln>
              <a:noFill/>
            </a:ln>
            <a:effectLst>
              <a:outerShdw blurRad="71438" rotWithShape="0" algn="bl" dir="5400000" dist="28575">
                <a:srgbClr val="000000">
                  <a:alpha val="15290"/>
                </a:srgbClr>
              </a:outerShdw>
            </a:effectLst>
          </p:spPr>
        </p:pic>
        <p:pic>
          <p:nvPicPr>
            <p:cNvPr id="686" name="Google Shape;686;g338b3853d3c_0_2"/>
            <p:cNvPicPr preferRelativeResize="0"/>
            <p:nvPr/>
          </p:nvPicPr>
          <p:blipFill rotWithShape="1">
            <a:blip r:embed="rId6">
              <a:alphaModFix/>
            </a:blip>
            <a:srcRect b="0" l="19" r="29" t="0"/>
            <a:stretch/>
          </p:blipFill>
          <p:spPr>
            <a:xfrm>
              <a:off x="2776307" y="2129444"/>
              <a:ext cx="822525" cy="1164251"/>
            </a:xfrm>
            <a:prstGeom prst="rect">
              <a:avLst/>
            </a:prstGeom>
            <a:noFill/>
            <a:ln>
              <a:noFill/>
            </a:ln>
            <a:effectLst>
              <a:outerShdw blurRad="71438" rotWithShape="0" algn="bl" dir="5400000" dist="28575">
                <a:srgbClr val="000000">
                  <a:alpha val="15290"/>
                </a:srgbClr>
              </a:outerShdw>
            </a:effectLst>
          </p:spPr>
        </p:pic>
        <p:pic>
          <p:nvPicPr>
            <p:cNvPr id="687" name="Google Shape;687;g338b3853d3c_0_2"/>
            <p:cNvPicPr preferRelativeResize="0"/>
            <p:nvPr/>
          </p:nvPicPr>
          <p:blipFill rotWithShape="1">
            <a:blip r:embed="rId7">
              <a:alphaModFix/>
            </a:blip>
            <a:srcRect b="0" l="79" r="79" t="0"/>
            <a:stretch/>
          </p:blipFill>
          <p:spPr>
            <a:xfrm>
              <a:off x="4622214" y="2129444"/>
              <a:ext cx="822525" cy="1164251"/>
            </a:xfrm>
            <a:prstGeom prst="rect">
              <a:avLst/>
            </a:prstGeom>
            <a:noFill/>
            <a:ln>
              <a:noFill/>
            </a:ln>
            <a:effectLst>
              <a:outerShdw blurRad="71438" rotWithShape="0" algn="bl" dir="5400000" dist="28575">
                <a:srgbClr val="000000">
                  <a:alpha val="15290"/>
                </a:srgbClr>
              </a:outerShdw>
            </a:effectLst>
          </p:spPr>
        </p:pic>
        <p:pic>
          <p:nvPicPr>
            <p:cNvPr id="688" name="Google Shape;688;g338b3853d3c_0_2"/>
            <p:cNvPicPr preferRelativeResize="0"/>
            <p:nvPr/>
          </p:nvPicPr>
          <p:blipFill rotWithShape="1">
            <a:blip r:embed="rId8">
              <a:alphaModFix/>
            </a:blip>
            <a:srcRect b="0" l="79" r="79" t="0"/>
            <a:stretch/>
          </p:blipFill>
          <p:spPr>
            <a:xfrm>
              <a:off x="7391075" y="2129444"/>
              <a:ext cx="822525" cy="1164251"/>
            </a:xfrm>
            <a:prstGeom prst="rect">
              <a:avLst/>
            </a:prstGeom>
            <a:noFill/>
            <a:ln>
              <a:noFill/>
            </a:ln>
            <a:effectLst>
              <a:outerShdw blurRad="71438" rotWithShape="0" algn="bl" dir="5400000" dist="28575">
                <a:srgbClr val="000000">
                  <a:alpha val="15290"/>
                </a:srgbClr>
              </a:outerShdw>
            </a:effectLst>
          </p:spPr>
        </p:pic>
        <p:pic>
          <p:nvPicPr>
            <p:cNvPr id="689" name="Google Shape;689;g338b3853d3c_0_2"/>
            <p:cNvPicPr preferRelativeResize="0"/>
            <p:nvPr/>
          </p:nvPicPr>
          <p:blipFill rotWithShape="1">
            <a:blip r:embed="rId9">
              <a:alphaModFix/>
            </a:blip>
            <a:srcRect b="0" l="79" r="79" t="0"/>
            <a:stretch/>
          </p:blipFill>
          <p:spPr>
            <a:xfrm>
              <a:off x="5545168" y="2129444"/>
              <a:ext cx="822525" cy="1164251"/>
            </a:xfrm>
            <a:prstGeom prst="rect">
              <a:avLst/>
            </a:prstGeom>
            <a:noFill/>
            <a:ln>
              <a:noFill/>
            </a:ln>
            <a:effectLst>
              <a:outerShdw blurRad="71438" rotWithShape="0" algn="bl" dir="5400000" dist="28575">
                <a:srgbClr val="000000">
                  <a:alpha val="15290"/>
                </a:srgbClr>
              </a:outerShdw>
            </a:effectLst>
          </p:spPr>
        </p:pic>
        <p:pic>
          <p:nvPicPr>
            <p:cNvPr id="690" name="Google Shape;690;g338b3853d3c_0_2"/>
            <p:cNvPicPr preferRelativeResize="0"/>
            <p:nvPr/>
          </p:nvPicPr>
          <p:blipFill rotWithShape="1">
            <a:blip r:embed="rId10">
              <a:alphaModFix/>
            </a:blip>
            <a:srcRect b="0" l="19" r="29" t="0"/>
            <a:stretch/>
          </p:blipFill>
          <p:spPr>
            <a:xfrm>
              <a:off x="6468121" y="2129444"/>
              <a:ext cx="822525" cy="1164251"/>
            </a:xfrm>
            <a:prstGeom prst="rect">
              <a:avLst/>
            </a:prstGeom>
            <a:noFill/>
            <a:ln>
              <a:noFill/>
            </a:ln>
            <a:effectLst>
              <a:outerShdw blurRad="71438" rotWithShape="0" algn="bl" dir="5400000" dist="28575">
                <a:srgbClr val="000000">
                  <a:alpha val="15290"/>
                </a:srgbClr>
              </a:outerShdw>
            </a:effectLst>
          </p:spPr>
        </p:pic>
        <p:pic>
          <p:nvPicPr>
            <p:cNvPr id="691" name="Google Shape;691;g338b3853d3c_0_2"/>
            <p:cNvPicPr preferRelativeResize="0"/>
            <p:nvPr/>
          </p:nvPicPr>
          <p:blipFill rotWithShape="1">
            <a:blip r:embed="rId11">
              <a:alphaModFix/>
            </a:blip>
            <a:srcRect b="0" l="79" r="79" t="0"/>
            <a:stretch/>
          </p:blipFill>
          <p:spPr>
            <a:xfrm>
              <a:off x="930400" y="3409744"/>
              <a:ext cx="822525" cy="1164251"/>
            </a:xfrm>
            <a:prstGeom prst="rect">
              <a:avLst/>
            </a:prstGeom>
            <a:noFill/>
            <a:ln>
              <a:noFill/>
            </a:ln>
            <a:effectLst>
              <a:outerShdw blurRad="71438" rotWithShape="0" algn="bl" dir="5400000" dist="28575">
                <a:srgbClr val="000000">
                  <a:alpha val="15290"/>
                </a:srgbClr>
              </a:outerShdw>
            </a:effectLst>
          </p:spPr>
        </p:pic>
        <p:pic>
          <p:nvPicPr>
            <p:cNvPr id="692" name="Google Shape;692;g338b3853d3c_0_2"/>
            <p:cNvPicPr preferRelativeResize="0"/>
            <p:nvPr/>
          </p:nvPicPr>
          <p:blipFill rotWithShape="1">
            <a:blip r:embed="rId12">
              <a:alphaModFix/>
            </a:blip>
            <a:srcRect b="0" l="19" r="29" t="0"/>
            <a:stretch/>
          </p:blipFill>
          <p:spPr>
            <a:xfrm>
              <a:off x="3699261" y="3409744"/>
              <a:ext cx="822525" cy="1164251"/>
            </a:xfrm>
            <a:prstGeom prst="rect">
              <a:avLst/>
            </a:prstGeom>
            <a:noFill/>
            <a:ln>
              <a:noFill/>
            </a:ln>
            <a:effectLst>
              <a:outerShdw blurRad="71438" rotWithShape="0" algn="bl" dir="5400000" dist="28575">
                <a:srgbClr val="000000">
                  <a:alpha val="15290"/>
                </a:srgbClr>
              </a:outerShdw>
            </a:effectLst>
          </p:spPr>
        </p:pic>
        <p:pic>
          <p:nvPicPr>
            <p:cNvPr id="693" name="Google Shape;693;g338b3853d3c_0_2"/>
            <p:cNvPicPr preferRelativeResize="0"/>
            <p:nvPr/>
          </p:nvPicPr>
          <p:blipFill rotWithShape="1">
            <a:blip r:embed="rId13">
              <a:alphaModFix/>
            </a:blip>
            <a:srcRect b="0" l="19" r="29" t="0"/>
            <a:stretch/>
          </p:blipFill>
          <p:spPr>
            <a:xfrm>
              <a:off x="1853354" y="3409744"/>
              <a:ext cx="822525" cy="1164251"/>
            </a:xfrm>
            <a:prstGeom prst="rect">
              <a:avLst/>
            </a:prstGeom>
            <a:noFill/>
            <a:ln>
              <a:noFill/>
            </a:ln>
            <a:effectLst>
              <a:outerShdw blurRad="71438" rotWithShape="0" algn="bl" dir="5400000" dist="28575">
                <a:srgbClr val="000000">
                  <a:alpha val="15290"/>
                </a:srgbClr>
              </a:outerShdw>
            </a:effectLst>
          </p:spPr>
        </p:pic>
        <p:pic>
          <p:nvPicPr>
            <p:cNvPr id="694" name="Google Shape;694;g338b3853d3c_0_2"/>
            <p:cNvPicPr preferRelativeResize="0"/>
            <p:nvPr/>
          </p:nvPicPr>
          <p:blipFill rotWithShape="1">
            <a:blip r:embed="rId14">
              <a:alphaModFix/>
            </a:blip>
            <a:srcRect b="0" l="19" r="29" t="0"/>
            <a:stretch/>
          </p:blipFill>
          <p:spPr>
            <a:xfrm>
              <a:off x="2776307" y="3409744"/>
              <a:ext cx="822525" cy="1164251"/>
            </a:xfrm>
            <a:prstGeom prst="rect">
              <a:avLst/>
            </a:prstGeom>
            <a:noFill/>
            <a:ln>
              <a:noFill/>
            </a:ln>
            <a:effectLst>
              <a:outerShdw blurRad="71438" rotWithShape="0" algn="bl" dir="5400000" dist="28575">
                <a:srgbClr val="000000">
                  <a:alpha val="15290"/>
                </a:srgbClr>
              </a:outerShdw>
            </a:effectLst>
          </p:spPr>
        </p:pic>
        <p:pic>
          <p:nvPicPr>
            <p:cNvPr id="695" name="Google Shape;695;g338b3853d3c_0_2"/>
            <p:cNvPicPr preferRelativeResize="0"/>
            <p:nvPr/>
          </p:nvPicPr>
          <p:blipFill rotWithShape="1">
            <a:blip r:embed="rId15">
              <a:alphaModFix/>
            </a:blip>
            <a:srcRect b="0" l="79" r="79" t="0"/>
            <a:stretch/>
          </p:blipFill>
          <p:spPr>
            <a:xfrm>
              <a:off x="4622214" y="3409744"/>
              <a:ext cx="822525" cy="1164251"/>
            </a:xfrm>
            <a:prstGeom prst="rect">
              <a:avLst/>
            </a:prstGeom>
            <a:noFill/>
            <a:ln>
              <a:noFill/>
            </a:ln>
            <a:effectLst>
              <a:outerShdw blurRad="71438" rotWithShape="0" algn="bl" dir="5400000" dist="28575">
                <a:srgbClr val="000000">
                  <a:alpha val="15290"/>
                </a:srgbClr>
              </a:outerShdw>
            </a:effectLst>
          </p:spPr>
        </p:pic>
        <p:pic>
          <p:nvPicPr>
            <p:cNvPr id="696" name="Google Shape;696;g338b3853d3c_0_2"/>
            <p:cNvPicPr preferRelativeResize="0"/>
            <p:nvPr/>
          </p:nvPicPr>
          <p:blipFill rotWithShape="1">
            <a:blip r:embed="rId16">
              <a:alphaModFix/>
            </a:blip>
            <a:srcRect b="0" l="79" r="79" t="0"/>
            <a:stretch/>
          </p:blipFill>
          <p:spPr>
            <a:xfrm>
              <a:off x="7391075" y="3409744"/>
              <a:ext cx="822525" cy="1164251"/>
            </a:xfrm>
            <a:prstGeom prst="rect">
              <a:avLst/>
            </a:prstGeom>
            <a:noFill/>
            <a:ln>
              <a:noFill/>
            </a:ln>
            <a:effectLst>
              <a:outerShdw blurRad="71438" rotWithShape="0" algn="bl" dir="5400000" dist="28575">
                <a:srgbClr val="000000">
                  <a:alpha val="15290"/>
                </a:srgbClr>
              </a:outerShdw>
            </a:effectLst>
          </p:spPr>
        </p:pic>
        <p:pic>
          <p:nvPicPr>
            <p:cNvPr id="697" name="Google Shape;697;g338b3853d3c_0_2"/>
            <p:cNvPicPr preferRelativeResize="0"/>
            <p:nvPr/>
          </p:nvPicPr>
          <p:blipFill rotWithShape="1">
            <a:blip r:embed="rId17">
              <a:alphaModFix/>
            </a:blip>
            <a:srcRect b="0" l="79" r="79" t="0"/>
            <a:stretch/>
          </p:blipFill>
          <p:spPr>
            <a:xfrm>
              <a:off x="5545168" y="3409744"/>
              <a:ext cx="822525" cy="1164251"/>
            </a:xfrm>
            <a:prstGeom prst="rect">
              <a:avLst/>
            </a:prstGeom>
            <a:noFill/>
            <a:ln>
              <a:noFill/>
            </a:ln>
            <a:effectLst>
              <a:outerShdw blurRad="71438" rotWithShape="0" algn="bl" dir="5400000" dist="28575">
                <a:srgbClr val="000000">
                  <a:alpha val="15290"/>
                </a:srgbClr>
              </a:outerShdw>
            </a:effectLst>
          </p:spPr>
        </p:pic>
        <p:pic>
          <p:nvPicPr>
            <p:cNvPr id="698" name="Google Shape;698;g338b3853d3c_0_2"/>
            <p:cNvPicPr preferRelativeResize="0"/>
            <p:nvPr/>
          </p:nvPicPr>
          <p:blipFill rotWithShape="1">
            <a:blip r:embed="rId18">
              <a:alphaModFix/>
            </a:blip>
            <a:srcRect b="0" l="19" r="29" t="0"/>
            <a:stretch/>
          </p:blipFill>
          <p:spPr>
            <a:xfrm>
              <a:off x="6468121" y="3409744"/>
              <a:ext cx="822525" cy="1164251"/>
            </a:xfrm>
            <a:prstGeom prst="rect">
              <a:avLst/>
            </a:prstGeom>
            <a:noFill/>
            <a:ln>
              <a:noFill/>
            </a:ln>
            <a:effectLst>
              <a:outerShdw blurRad="71438" rotWithShape="0" algn="bl" dir="5400000" dist="28575">
                <a:srgbClr val="000000">
                  <a:alpha val="15290"/>
                </a:srgbClr>
              </a:outerShdw>
            </a:effectLst>
          </p:spPr>
        </p:pic>
        <p:pic>
          <p:nvPicPr>
            <p:cNvPr id="699" name="Google Shape;699;g338b3853d3c_0_2"/>
            <p:cNvPicPr preferRelativeResize="0"/>
            <p:nvPr/>
          </p:nvPicPr>
          <p:blipFill rotWithShape="1">
            <a:blip r:embed="rId19">
              <a:alphaModFix/>
            </a:blip>
            <a:srcRect b="0" l="79" r="79" t="0"/>
            <a:stretch/>
          </p:blipFill>
          <p:spPr>
            <a:xfrm>
              <a:off x="930400" y="4690044"/>
              <a:ext cx="822525" cy="1164251"/>
            </a:xfrm>
            <a:prstGeom prst="rect">
              <a:avLst/>
            </a:prstGeom>
            <a:noFill/>
            <a:ln>
              <a:noFill/>
            </a:ln>
            <a:effectLst>
              <a:outerShdw blurRad="71438" rotWithShape="0" algn="bl" dir="5400000" dist="28575">
                <a:srgbClr val="000000">
                  <a:alpha val="15290"/>
                </a:srgbClr>
              </a:outerShdw>
            </a:effectLst>
          </p:spPr>
        </p:pic>
        <p:pic>
          <p:nvPicPr>
            <p:cNvPr id="700" name="Google Shape;700;g338b3853d3c_0_2"/>
            <p:cNvPicPr preferRelativeResize="0"/>
            <p:nvPr/>
          </p:nvPicPr>
          <p:blipFill rotWithShape="1">
            <a:blip r:embed="rId20">
              <a:alphaModFix/>
            </a:blip>
            <a:srcRect b="0" l="19" r="29" t="0"/>
            <a:stretch/>
          </p:blipFill>
          <p:spPr>
            <a:xfrm>
              <a:off x="3699261" y="4690044"/>
              <a:ext cx="822525" cy="1164251"/>
            </a:xfrm>
            <a:prstGeom prst="rect">
              <a:avLst/>
            </a:prstGeom>
            <a:noFill/>
            <a:ln>
              <a:noFill/>
            </a:ln>
            <a:effectLst>
              <a:outerShdw blurRad="71438" rotWithShape="0" algn="bl" dir="5400000" dist="28575">
                <a:srgbClr val="000000">
                  <a:alpha val="15290"/>
                </a:srgbClr>
              </a:outerShdw>
            </a:effectLst>
          </p:spPr>
        </p:pic>
        <p:pic>
          <p:nvPicPr>
            <p:cNvPr id="701" name="Google Shape;701;g338b3853d3c_0_2"/>
            <p:cNvPicPr preferRelativeResize="0"/>
            <p:nvPr/>
          </p:nvPicPr>
          <p:blipFill rotWithShape="1">
            <a:blip r:embed="rId21">
              <a:alphaModFix/>
            </a:blip>
            <a:srcRect b="0" l="19" r="29" t="0"/>
            <a:stretch/>
          </p:blipFill>
          <p:spPr>
            <a:xfrm>
              <a:off x="1853354" y="4690044"/>
              <a:ext cx="822525" cy="1164251"/>
            </a:xfrm>
            <a:prstGeom prst="rect">
              <a:avLst/>
            </a:prstGeom>
            <a:noFill/>
            <a:ln>
              <a:noFill/>
            </a:ln>
            <a:effectLst>
              <a:outerShdw blurRad="71438" rotWithShape="0" algn="bl" dir="5400000" dist="28575">
                <a:srgbClr val="000000">
                  <a:alpha val="15290"/>
                </a:srgbClr>
              </a:outerShdw>
            </a:effectLst>
          </p:spPr>
        </p:pic>
        <p:pic>
          <p:nvPicPr>
            <p:cNvPr id="702" name="Google Shape;702;g338b3853d3c_0_2"/>
            <p:cNvPicPr preferRelativeResize="0"/>
            <p:nvPr/>
          </p:nvPicPr>
          <p:blipFill rotWithShape="1">
            <a:blip r:embed="rId22">
              <a:alphaModFix/>
            </a:blip>
            <a:srcRect b="0" l="19" r="29" t="0"/>
            <a:stretch/>
          </p:blipFill>
          <p:spPr>
            <a:xfrm>
              <a:off x="2776307" y="4690044"/>
              <a:ext cx="822525" cy="1164251"/>
            </a:xfrm>
            <a:prstGeom prst="rect">
              <a:avLst/>
            </a:prstGeom>
            <a:noFill/>
            <a:ln>
              <a:noFill/>
            </a:ln>
            <a:effectLst>
              <a:outerShdw blurRad="71438" rotWithShape="0" algn="bl" dir="5400000" dist="28575">
                <a:srgbClr val="000000">
                  <a:alpha val="15290"/>
                </a:srgbClr>
              </a:outerShdw>
            </a:effectLst>
          </p:spPr>
        </p:pic>
        <p:pic>
          <p:nvPicPr>
            <p:cNvPr id="703" name="Google Shape;703;g338b3853d3c_0_2"/>
            <p:cNvPicPr preferRelativeResize="0"/>
            <p:nvPr/>
          </p:nvPicPr>
          <p:blipFill rotWithShape="1">
            <a:blip r:embed="rId23">
              <a:alphaModFix/>
            </a:blip>
            <a:srcRect b="0" l="79" r="79" t="0"/>
            <a:stretch/>
          </p:blipFill>
          <p:spPr>
            <a:xfrm>
              <a:off x="4622214" y="4690044"/>
              <a:ext cx="822525" cy="1164251"/>
            </a:xfrm>
            <a:prstGeom prst="rect">
              <a:avLst/>
            </a:prstGeom>
            <a:noFill/>
            <a:ln>
              <a:noFill/>
            </a:ln>
            <a:effectLst>
              <a:outerShdw blurRad="71438" rotWithShape="0" algn="bl" dir="5400000" dist="28575">
                <a:srgbClr val="000000">
                  <a:alpha val="15290"/>
                </a:srgbClr>
              </a:outerShdw>
            </a:effectLst>
          </p:spPr>
        </p:pic>
        <p:pic>
          <p:nvPicPr>
            <p:cNvPr id="704" name="Google Shape;704;g338b3853d3c_0_2"/>
            <p:cNvPicPr preferRelativeResize="0"/>
            <p:nvPr/>
          </p:nvPicPr>
          <p:blipFill rotWithShape="1">
            <a:blip r:embed="rId24">
              <a:alphaModFix/>
            </a:blip>
            <a:srcRect b="0" l="79" r="79" t="0"/>
            <a:stretch/>
          </p:blipFill>
          <p:spPr>
            <a:xfrm>
              <a:off x="5545168" y="4690044"/>
              <a:ext cx="822525" cy="1164251"/>
            </a:xfrm>
            <a:prstGeom prst="rect">
              <a:avLst/>
            </a:prstGeom>
            <a:noFill/>
            <a:ln>
              <a:noFill/>
            </a:ln>
            <a:effectLst>
              <a:outerShdw blurRad="71438" rotWithShape="0" algn="bl" dir="5400000" dist="28575">
                <a:srgbClr val="000000">
                  <a:alpha val="15290"/>
                </a:srgbClr>
              </a:outerShdw>
            </a:effectLst>
          </p:spPr>
        </p:pic>
        <p:pic>
          <p:nvPicPr>
            <p:cNvPr id="705" name="Google Shape;705;g338b3853d3c_0_2"/>
            <p:cNvPicPr preferRelativeResize="0"/>
            <p:nvPr/>
          </p:nvPicPr>
          <p:blipFill rotWithShape="1">
            <a:blip r:embed="rId25">
              <a:alphaModFix/>
            </a:blip>
            <a:srcRect b="0" l="19" r="29" t="0"/>
            <a:stretch/>
          </p:blipFill>
          <p:spPr>
            <a:xfrm>
              <a:off x="6468121" y="4690044"/>
              <a:ext cx="822525" cy="1164251"/>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g338b3853d3c_0_31"/>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2" name="Google Shape;712;g338b3853d3c_0_31"/>
          <p:cNvGrpSpPr/>
          <p:nvPr/>
        </p:nvGrpSpPr>
        <p:grpSpPr>
          <a:xfrm>
            <a:off x="854200" y="2053250"/>
            <a:ext cx="7283201" cy="2971674"/>
            <a:chOff x="930400" y="2129450"/>
            <a:chExt cx="7283201" cy="2971674"/>
          </a:xfrm>
        </p:grpSpPr>
        <p:pic>
          <p:nvPicPr>
            <p:cNvPr id="713" name="Google Shape;713;g338b3853d3c_0_31"/>
            <p:cNvPicPr preferRelativeResize="0"/>
            <p:nvPr/>
          </p:nvPicPr>
          <p:blipFill rotWithShape="1">
            <a:blip r:embed="rId3">
              <a:alphaModFix/>
            </a:blip>
            <a:srcRect b="0" l="79" r="79" t="0"/>
            <a:stretch/>
          </p:blipFill>
          <p:spPr>
            <a:xfrm>
              <a:off x="6821063" y="4172288"/>
              <a:ext cx="656212" cy="928835"/>
            </a:xfrm>
            <a:prstGeom prst="rect">
              <a:avLst/>
            </a:prstGeom>
            <a:noFill/>
            <a:ln>
              <a:noFill/>
            </a:ln>
            <a:effectLst>
              <a:outerShdw blurRad="71438" rotWithShape="0" algn="bl" dir="5400000" dist="28575">
                <a:srgbClr val="000000">
                  <a:alpha val="15290"/>
                </a:srgbClr>
              </a:outerShdw>
            </a:effectLst>
          </p:spPr>
        </p:pic>
        <p:pic>
          <p:nvPicPr>
            <p:cNvPr id="714" name="Google Shape;714;g338b3853d3c_0_31"/>
            <p:cNvPicPr preferRelativeResize="0"/>
            <p:nvPr/>
          </p:nvPicPr>
          <p:blipFill rotWithShape="1">
            <a:blip r:embed="rId4">
              <a:alphaModFix/>
            </a:blip>
            <a:srcRect b="0" l="19" r="29" t="0"/>
            <a:stretch/>
          </p:blipFill>
          <p:spPr>
            <a:xfrm>
              <a:off x="6084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15" name="Google Shape;715;g338b3853d3c_0_31"/>
            <p:cNvPicPr preferRelativeResize="0"/>
            <p:nvPr/>
          </p:nvPicPr>
          <p:blipFill rotWithShape="1">
            <a:blip r:embed="rId5">
              <a:alphaModFix/>
            </a:blip>
            <a:srcRect b="0" l="79" r="79" t="0"/>
            <a:stretch/>
          </p:blipFill>
          <p:spPr>
            <a:xfrm>
              <a:off x="5348396" y="4172288"/>
              <a:ext cx="656212" cy="928835"/>
            </a:xfrm>
            <a:prstGeom prst="rect">
              <a:avLst/>
            </a:prstGeom>
            <a:noFill/>
            <a:ln>
              <a:noFill/>
            </a:ln>
            <a:effectLst>
              <a:outerShdw blurRad="71438" rotWithShape="0" algn="bl" dir="5400000" dist="28575">
                <a:srgbClr val="000000">
                  <a:alpha val="15690"/>
                </a:srgbClr>
              </a:outerShdw>
            </a:effectLst>
          </p:spPr>
        </p:pic>
        <p:pic>
          <p:nvPicPr>
            <p:cNvPr id="716" name="Google Shape;716;g338b3853d3c_0_31"/>
            <p:cNvPicPr preferRelativeResize="0"/>
            <p:nvPr/>
          </p:nvPicPr>
          <p:blipFill rotWithShape="1">
            <a:blip r:embed="rId6">
              <a:alphaModFix/>
            </a:blip>
            <a:srcRect b="0" l="79" r="79" t="0"/>
            <a:stretch/>
          </p:blipFill>
          <p:spPr>
            <a:xfrm>
              <a:off x="4612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17" name="Google Shape;717;g338b3853d3c_0_31"/>
            <p:cNvPicPr preferRelativeResize="0"/>
            <p:nvPr/>
          </p:nvPicPr>
          <p:blipFill rotWithShape="1">
            <a:blip r:embed="rId7">
              <a:alphaModFix/>
            </a:blip>
            <a:srcRect b="0" l="19" r="29" t="0"/>
            <a:stretch/>
          </p:blipFill>
          <p:spPr>
            <a:xfrm>
              <a:off x="3875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18" name="Google Shape;718;g338b3853d3c_0_31"/>
            <p:cNvPicPr preferRelativeResize="0"/>
            <p:nvPr/>
          </p:nvPicPr>
          <p:blipFill rotWithShape="1">
            <a:blip r:embed="rId8">
              <a:alphaModFix/>
            </a:blip>
            <a:srcRect b="0" l="79" r="79" t="0"/>
            <a:stretch/>
          </p:blipFill>
          <p:spPr>
            <a:xfrm>
              <a:off x="3139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19" name="Google Shape;719;g338b3853d3c_0_31"/>
            <p:cNvPicPr preferRelativeResize="0"/>
            <p:nvPr/>
          </p:nvPicPr>
          <p:blipFill rotWithShape="1">
            <a:blip r:embed="rId9">
              <a:alphaModFix/>
            </a:blip>
            <a:srcRect b="0" l="79" r="79" t="0"/>
            <a:stretch/>
          </p:blipFill>
          <p:spPr>
            <a:xfrm>
              <a:off x="2403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20" name="Google Shape;720;g338b3853d3c_0_31"/>
            <p:cNvPicPr preferRelativeResize="0"/>
            <p:nvPr/>
          </p:nvPicPr>
          <p:blipFill rotWithShape="1">
            <a:blip r:embed="rId10">
              <a:alphaModFix/>
            </a:blip>
            <a:srcRect b="0" l="19" r="29" t="0"/>
            <a:stretch/>
          </p:blipFill>
          <p:spPr>
            <a:xfrm>
              <a:off x="1666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21" name="Google Shape;721;g338b3853d3c_0_31"/>
            <p:cNvPicPr preferRelativeResize="0"/>
            <p:nvPr/>
          </p:nvPicPr>
          <p:blipFill rotWithShape="1">
            <a:blip r:embed="rId11">
              <a:alphaModFix/>
            </a:blip>
            <a:srcRect b="0" l="79" r="79" t="0"/>
            <a:stretch/>
          </p:blipFill>
          <p:spPr>
            <a:xfrm>
              <a:off x="930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22" name="Google Shape;722;g338b3853d3c_0_31"/>
            <p:cNvPicPr preferRelativeResize="0"/>
            <p:nvPr/>
          </p:nvPicPr>
          <p:blipFill rotWithShape="1">
            <a:blip r:embed="rId12">
              <a:alphaModFix/>
            </a:blip>
            <a:srcRect b="0" l="19" r="29" t="0"/>
            <a:stretch/>
          </p:blipFill>
          <p:spPr>
            <a:xfrm>
              <a:off x="7557389" y="3150869"/>
              <a:ext cx="656212" cy="928836"/>
            </a:xfrm>
            <a:prstGeom prst="rect">
              <a:avLst/>
            </a:prstGeom>
            <a:noFill/>
            <a:ln>
              <a:noFill/>
            </a:ln>
            <a:effectLst>
              <a:outerShdw blurRad="71438" rotWithShape="0" algn="bl" dir="5400000" dist="28575">
                <a:srgbClr val="000000">
                  <a:alpha val="16079"/>
                </a:srgbClr>
              </a:outerShdw>
            </a:effectLst>
          </p:spPr>
        </p:pic>
        <p:pic>
          <p:nvPicPr>
            <p:cNvPr id="723" name="Google Shape;723;g338b3853d3c_0_31"/>
            <p:cNvPicPr preferRelativeResize="0"/>
            <p:nvPr/>
          </p:nvPicPr>
          <p:blipFill rotWithShape="1">
            <a:blip r:embed="rId13">
              <a:alphaModFix/>
            </a:blip>
            <a:srcRect b="0" l="79" r="79" t="0"/>
            <a:stretch/>
          </p:blipFill>
          <p:spPr>
            <a:xfrm>
              <a:off x="6821063" y="3150869"/>
              <a:ext cx="656212" cy="928835"/>
            </a:xfrm>
            <a:prstGeom prst="rect">
              <a:avLst/>
            </a:prstGeom>
            <a:noFill/>
            <a:ln>
              <a:noFill/>
            </a:ln>
            <a:effectLst>
              <a:outerShdw blurRad="71438" rotWithShape="0" algn="bl" dir="5400000" dist="28575">
                <a:srgbClr val="000000">
                  <a:alpha val="15690"/>
                </a:srgbClr>
              </a:outerShdw>
            </a:effectLst>
          </p:spPr>
        </p:pic>
        <p:pic>
          <p:nvPicPr>
            <p:cNvPr id="724" name="Google Shape;724;g338b3853d3c_0_31"/>
            <p:cNvPicPr preferRelativeResize="0"/>
            <p:nvPr/>
          </p:nvPicPr>
          <p:blipFill rotWithShape="1">
            <a:blip r:embed="rId14">
              <a:alphaModFix/>
            </a:blip>
            <a:srcRect b="0" l="79" r="79" t="0"/>
            <a:stretch/>
          </p:blipFill>
          <p:spPr>
            <a:xfrm>
              <a:off x="6084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25" name="Google Shape;725;g338b3853d3c_0_31"/>
            <p:cNvPicPr preferRelativeResize="0"/>
            <p:nvPr/>
          </p:nvPicPr>
          <p:blipFill rotWithShape="1">
            <a:blip r:embed="rId15">
              <a:alphaModFix/>
            </a:blip>
            <a:srcRect b="0" l="19" r="29" t="0"/>
            <a:stretch/>
          </p:blipFill>
          <p:spPr>
            <a:xfrm>
              <a:off x="5348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26" name="Google Shape;726;g338b3853d3c_0_31"/>
            <p:cNvPicPr preferRelativeResize="0"/>
            <p:nvPr/>
          </p:nvPicPr>
          <p:blipFill rotWithShape="1">
            <a:blip r:embed="rId16">
              <a:alphaModFix/>
            </a:blip>
            <a:srcRect b="0" l="79" r="79" t="0"/>
            <a:stretch/>
          </p:blipFill>
          <p:spPr>
            <a:xfrm>
              <a:off x="4612067" y="3150869"/>
              <a:ext cx="656212" cy="928835"/>
            </a:xfrm>
            <a:prstGeom prst="rect">
              <a:avLst/>
            </a:prstGeom>
            <a:noFill/>
            <a:ln>
              <a:noFill/>
            </a:ln>
            <a:effectLst>
              <a:outerShdw blurRad="71438" rotWithShape="0" algn="bl" dir="5400000" dist="28575">
                <a:srgbClr val="000000">
                  <a:alpha val="15690"/>
                </a:srgbClr>
              </a:outerShdw>
            </a:effectLst>
          </p:spPr>
        </p:pic>
        <p:pic>
          <p:nvPicPr>
            <p:cNvPr id="727" name="Google Shape;727;g338b3853d3c_0_31"/>
            <p:cNvPicPr preferRelativeResize="0"/>
            <p:nvPr/>
          </p:nvPicPr>
          <p:blipFill rotWithShape="1">
            <a:blip r:embed="rId17">
              <a:alphaModFix/>
            </a:blip>
            <a:srcRect b="0" l="19" r="29" t="0"/>
            <a:stretch/>
          </p:blipFill>
          <p:spPr>
            <a:xfrm>
              <a:off x="3139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28" name="Google Shape;728;g338b3853d3c_0_31"/>
            <p:cNvPicPr preferRelativeResize="0"/>
            <p:nvPr/>
          </p:nvPicPr>
          <p:blipFill rotWithShape="1">
            <a:blip r:embed="rId18">
              <a:alphaModFix/>
            </a:blip>
            <a:srcRect b="0" l="79" r="79" t="0"/>
            <a:stretch/>
          </p:blipFill>
          <p:spPr>
            <a:xfrm>
              <a:off x="3875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29" name="Google Shape;729;g338b3853d3c_0_31"/>
            <p:cNvPicPr preferRelativeResize="0"/>
            <p:nvPr/>
          </p:nvPicPr>
          <p:blipFill rotWithShape="1">
            <a:blip r:embed="rId19">
              <a:alphaModFix/>
            </a:blip>
            <a:srcRect b="0" l="79" r="79" t="0"/>
            <a:stretch/>
          </p:blipFill>
          <p:spPr>
            <a:xfrm>
              <a:off x="930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30" name="Google Shape;730;g338b3853d3c_0_31"/>
            <p:cNvPicPr preferRelativeResize="0"/>
            <p:nvPr/>
          </p:nvPicPr>
          <p:blipFill rotWithShape="1">
            <a:blip r:embed="rId20">
              <a:alphaModFix/>
            </a:blip>
            <a:srcRect b="0" l="79" r="79" t="0"/>
            <a:stretch/>
          </p:blipFill>
          <p:spPr>
            <a:xfrm>
              <a:off x="3139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31" name="Google Shape;731;g338b3853d3c_0_31"/>
            <p:cNvPicPr preferRelativeResize="0"/>
            <p:nvPr/>
          </p:nvPicPr>
          <p:blipFill rotWithShape="1">
            <a:blip r:embed="rId21">
              <a:alphaModFix/>
            </a:blip>
            <a:srcRect b="0" l="79" r="79" t="0"/>
            <a:stretch/>
          </p:blipFill>
          <p:spPr>
            <a:xfrm>
              <a:off x="1666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32" name="Google Shape;732;g338b3853d3c_0_31"/>
            <p:cNvPicPr preferRelativeResize="0"/>
            <p:nvPr/>
          </p:nvPicPr>
          <p:blipFill rotWithShape="1">
            <a:blip r:embed="rId22">
              <a:alphaModFix/>
            </a:blip>
            <a:srcRect b="0" l="19" r="29" t="0"/>
            <a:stretch/>
          </p:blipFill>
          <p:spPr>
            <a:xfrm>
              <a:off x="2403067" y="2129450"/>
              <a:ext cx="656212" cy="928836"/>
            </a:xfrm>
            <a:prstGeom prst="rect">
              <a:avLst/>
            </a:prstGeom>
            <a:noFill/>
            <a:ln>
              <a:noFill/>
            </a:ln>
            <a:effectLst>
              <a:outerShdw blurRad="71438" rotWithShape="0" algn="bl" dir="5400000" dist="28575">
                <a:srgbClr val="000000">
                  <a:alpha val="15290"/>
                </a:srgbClr>
              </a:outerShdw>
            </a:effectLst>
          </p:spPr>
        </p:pic>
        <p:pic>
          <p:nvPicPr>
            <p:cNvPr id="733" name="Google Shape;733;g338b3853d3c_0_31"/>
            <p:cNvPicPr preferRelativeResize="0"/>
            <p:nvPr/>
          </p:nvPicPr>
          <p:blipFill rotWithShape="1">
            <a:blip r:embed="rId23">
              <a:alphaModFix/>
            </a:blip>
            <a:srcRect b="0" l="19" r="29" t="0"/>
            <a:stretch/>
          </p:blipFill>
          <p:spPr>
            <a:xfrm>
              <a:off x="3875733" y="2129450"/>
              <a:ext cx="656212" cy="928836"/>
            </a:xfrm>
            <a:prstGeom prst="rect">
              <a:avLst/>
            </a:prstGeom>
            <a:noFill/>
            <a:ln>
              <a:noFill/>
            </a:ln>
            <a:effectLst>
              <a:outerShdw blurRad="71438" rotWithShape="0" algn="bl" dir="5400000" dist="28575">
                <a:srgbClr val="000000">
                  <a:alpha val="15290"/>
                </a:srgbClr>
              </a:outerShdw>
            </a:effectLst>
          </p:spPr>
        </p:pic>
        <p:pic>
          <p:nvPicPr>
            <p:cNvPr id="734" name="Google Shape;734;g338b3853d3c_0_31"/>
            <p:cNvPicPr preferRelativeResize="0"/>
            <p:nvPr/>
          </p:nvPicPr>
          <p:blipFill rotWithShape="1">
            <a:blip r:embed="rId24">
              <a:alphaModFix/>
            </a:blip>
            <a:srcRect b="0" l="79" r="79" t="0"/>
            <a:stretch/>
          </p:blipFill>
          <p:spPr>
            <a:xfrm>
              <a:off x="6084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35" name="Google Shape;735;g338b3853d3c_0_31"/>
            <p:cNvPicPr preferRelativeResize="0"/>
            <p:nvPr/>
          </p:nvPicPr>
          <p:blipFill rotWithShape="1">
            <a:blip r:embed="rId25">
              <a:alphaModFix/>
            </a:blip>
            <a:srcRect b="0" l="79" r="79" t="0"/>
            <a:stretch/>
          </p:blipFill>
          <p:spPr>
            <a:xfrm>
              <a:off x="4612067" y="2129450"/>
              <a:ext cx="656212" cy="928835"/>
            </a:xfrm>
            <a:prstGeom prst="rect">
              <a:avLst/>
            </a:prstGeom>
            <a:noFill/>
            <a:ln>
              <a:noFill/>
            </a:ln>
            <a:effectLst>
              <a:outerShdw blurRad="71438" rotWithShape="0" algn="bl" dir="5400000" dist="28575">
                <a:srgbClr val="000000">
                  <a:alpha val="15290"/>
                </a:srgbClr>
              </a:outerShdw>
            </a:effectLst>
          </p:spPr>
        </p:pic>
        <p:pic>
          <p:nvPicPr>
            <p:cNvPr id="736" name="Google Shape;736;g338b3853d3c_0_31"/>
            <p:cNvPicPr preferRelativeResize="0"/>
            <p:nvPr/>
          </p:nvPicPr>
          <p:blipFill rotWithShape="1">
            <a:blip r:embed="rId26">
              <a:alphaModFix/>
            </a:blip>
            <a:srcRect b="0" l="79" r="79" t="0"/>
            <a:stretch/>
          </p:blipFill>
          <p:spPr>
            <a:xfrm>
              <a:off x="5348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37" name="Google Shape;737;g338b3853d3c_0_31"/>
            <p:cNvPicPr preferRelativeResize="0"/>
            <p:nvPr/>
          </p:nvPicPr>
          <p:blipFill rotWithShape="1">
            <a:blip r:embed="rId27">
              <a:alphaModFix/>
            </a:blip>
            <a:srcRect b="0" l="79" r="79" t="0"/>
            <a:stretch/>
          </p:blipFill>
          <p:spPr>
            <a:xfrm>
              <a:off x="2403067" y="3150869"/>
              <a:ext cx="656212" cy="928835"/>
            </a:xfrm>
            <a:prstGeom prst="rect">
              <a:avLst/>
            </a:prstGeom>
            <a:noFill/>
            <a:ln>
              <a:noFill/>
            </a:ln>
            <a:effectLst>
              <a:outerShdw blurRad="71438" rotWithShape="0" algn="bl" dir="5400000" dist="28575">
                <a:srgbClr val="000000">
                  <a:alpha val="15290"/>
                </a:srgbClr>
              </a:outerShdw>
            </a:effectLst>
          </p:spPr>
        </p:pic>
        <p:pic>
          <p:nvPicPr>
            <p:cNvPr id="738" name="Google Shape;738;g338b3853d3c_0_31"/>
            <p:cNvPicPr preferRelativeResize="0"/>
            <p:nvPr/>
          </p:nvPicPr>
          <p:blipFill rotWithShape="1">
            <a:blip r:embed="rId28">
              <a:alphaModFix/>
            </a:blip>
            <a:srcRect b="0" l="79" r="79" t="0"/>
            <a:stretch/>
          </p:blipFill>
          <p:spPr>
            <a:xfrm>
              <a:off x="930400" y="3150869"/>
              <a:ext cx="656212" cy="928835"/>
            </a:xfrm>
            <a:prstGeom prst="rect">
              <a:avLst/>
            </a:prstGeom>
            <a:noFill/>
            <a:ln>
              <a:noFill/>
            </a:ln>
            <a:effectLst>
              <a:outerShdw blurRad="71438" rotWithShape="0" algn="bl" dir="5400000" dist="28575">
                <a:srgbClr val="000000">
                  <a:alpha val="15290"/>
                </a:srgbClr>
              </a:outerShdw>
            </a:effectLst>
          </p:spPr>
        </p:pic>
        <p:pic>
          <p:nvPicPr>
            <p:cNvPr id="739" name="Google Shape;739;g338b3853d3c_0_31"/>
            <p:cNvPicPr preferRelativeResize="0"/>
            <p:nvPr/>
          </p:nvPicPr>
          <p:blipFill rotWithShape="1">
            <a:blip r:embed="rId29">
              <a:alphaModFix/>
            </a:blip>
            <a:srcRect b="0" l="19" r="29" t="0"/>
            <a:stretch/>
          </p:blipFill>
          <p:spPr>
            <a:xfrm>
              <a:off x="1666733" y="3150869"/>
              <a:ext cx="656212" cy="928836"/>
            </a:xfrm>
            <a:prstGeom prst="rect">
              <a:avLst/>
            </a:prstGeom>
            <a:noFill/>
            <a:ln>
              <a:noFill/>
            </a:ln>
            <a:effectLst>
              <a:outerShdw blurRad="71438" rotWithShape="0" algn="bl" dir="5400000" dist="28575">
                <a:srgbClr val="000000">
                  <a:alpha val="15290"/>
                </a:srgbClr>
              </a:outerShdw>
            </a:effectLst>
          </p:spPr>
        </p:pic>
        <p:pic>
          <p:nvPicPr>
            <p:cNvPr id="740" name="Google Shape;740;g338b3853d3c_0_31"/>
            <p:cNvPicPr preferRelativeResize="0"/>
            <p:nvPr/>
          </p:nvPicPr>
          <p:blipFill rotWithShape="1">
            <a:blip r:embed="rId30">
              <a:alphaModFix/>
            </a:blip>
            <a:srcRect b="0" l="19" r="29" t="0"/>
            <a:stretch/>
          </p:blipFill>
          <p:spPr>
            <a:xfrm>
              <a:off x="6821063" y="2129450"/>
              <a:ext cx="656212" cy="928836"/>
            </a:xfrm>
            <a:prstGeom prst="rect">
              <a:avLst/>
            </a:prstGeom>
            <a:noFill/>
            <a:ln>
              <a:noFill/>
            </a:ln>
            <a:effectLst>
              <a:outerShdw blurRad="71438" rotWithShape="0" algn="bl" dir="5400000" dist="28575">
                <a:srgbClr val="000000">
                  <a:alpha val="15290"/>
                </a:srgbClr>
              </a:outerShdw>
            </a:effectLst>
          </p:spPr>
        </p:pic>
        <p:pic>
          <p:nvPicPr>
            <p:cNvPr id="741" name="Google Shape;741;g338b3853d3c_0_31"/>
            <p:cNvPicPr preferRelativeResize="0"/>
            <p:nvPr/>
          </p:nvPicPr>
          <p:blipFill rotWithShape="1">
            <a:blip r:embed="rId31">
              <a:alphaModFix/>
            </a:blip>
            <a:srcRect b="0" l="79" r="79" t="0"/>
            <a:stretch/>
          </p:blipFill>
          <p:spPr>
            <a:xfrm>
              <a:off x="7557389" y="2129450"/>
              <a:ext cx="656212" cy="928835"/>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338b3853d3c_0_66"/>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8" name="Google Shape;748;g338b3853d3c_0_66"/>
          <p:cNvGrpSpPr/>
          <p:nvPr/>
        </p:nvGrpSpPr>
        <p:grpSpPr>
          <a:xfrm>
            <a:off x="854200" y="2053250"/>
            <a:ext cx="7283201" cy="2971674"/>
            <a:chOff x="930400" y="2053250"/>
            <a:chExt cx="7283201" cy="2971674"/>
          </a:xfrm>
        </p:grpSpPr>
        <p:pic>
          <p:nvPicPr>
            <p:cNvPr id="749" name="Google Shape;749;g338b3853d3c_0_66"/>
            <p:cNvPicPr preferRelativeResize="0"/>
            <p:nvPr/>
          </p:nvPicPr>
          <p:blipFill rotWithShape="1">
            <a:blip r:embed="rId3">
              <a:alphaModFix/>
            </a:blip>
            <a:srcRect b="0" l="79" r="79" t="0"/>
            <a:stretch/>
          </p:blipFill>
          <p:spPr>
            <a:xfrm>
              <a:off x="2403067" y="4096088"/>
              <a:ext cx="656212" cy="928835"/>
            </a:xfrm>
            <a:prstGeom prst="rect">
              <a:avLst/>
            </a:prstGeom>
            <a:noFill/>
            <a:ln>
              <a:noFill/>
            </a:ln>
            <a:effectLst>
              <a:outerShdw blurRad="71438" rotWithShape="0" algn="bl" dir="5400000" dist="28575">
                <a:srgbClr val="000000">
                  <a:alpha val="14510"/>
                </a:srgbClr>
              </a:outerShdw>
            </a:effectLst>
          </p:spPr>
        </p:pic>
        <p:pic>
          <p:nvPicPr>
            <p:cNvPr id="750" name="Google Shape;750;g338b3853d3c_0_66"/>
            <p:cNvPicPr preferRelativeResize="0"/>
            <p:nvPr/>
          </p:nvPicPr>
          <p:blipFill rotWithShape="1">
            <a:blip r:embed="rId4">
              <a:alphaModFix/>
            </a:blip>
            <a:srcRect b="0" l="19" r="29" t="0"/>
            <a:stretch/>
          </p:blipFill>
          <p:spPr>
            <a:xfrm>
              <a:off x="1666733" y="4096088"/>
              <a:ext cx="656212" cy="928836"/>
            </a:xfrm>
            <a:prstGeom prst="rect">
              <a:avLst/>
            </a:prstGeom>
            <a:noFill/>
            <a:ln>
              <a:noFill/>
            </a:ln>
            <a:effectLst>
              <a:outerShdw blurRad="71438" rotWithShape="0" algn="bl" dir="5400000" dist="28575">
                <a:srgbClr val="000000">
                  <a:alpha val="15290"/>
                </a:srgbClr>
              </a:outerShdw>
            </a:effectLst>
          </p:spPr>
        </p:pic>
        <p:pic>
          <p:nvPicPr>
            <p:cNvPr id="751" name="Google Shape;751;g338b3853d3c_0_66"/>
            <p:cNvPicPr preferRelativeResize="0"/>
            <p:nvPr/>
          </p:nvPicPr>
          <p:blipFill rotWithShape="1">
            <a:blip r:embed="rId5">
              <a:alphaModFix/>
            </a:blip>
            <a:srcRect b="0" l="19" r="29" t="0"/>
            <a:stretch/>
          </p:blipFill>
          <p:spPr>
            <a:xfrm>
              <a:off x="930400" y="4096088"/>
              <a:ext cx="656212" cy="928836"/>
            </a:xfrm>
            <a:prstGeom prst="rect">
              <a:avLst/>
            </a:prstGeom>
            <a:noFill/>
            <a:ln>
              <a:noFill/>
            </a:ln>
            <a:effectLst>
              <a:outerShdw blurRad="71438" rotWithShape="0" algn="bl" dir="5400000" dist="28575">
                <a:srgbClr val="000000">
                  <a:alpha val="15290"/>
                </a:srgbClr>
              </a:outerShdw>
            </a:effectLst>
          </p:spPr>
        </p:pic>
        <p:pic>
          <p:nvPicPr>
            <p:cNvPr id="752" name="Google Shape;752;g338b3853d3c_0_66"/>
            <p:cNvPicPr preferRelativeResize="0"/>
            <p:nvPr/>
          </p:nvPicPr>
          <p:blipFill rotWithShape="1">
            <a:blip r:embed="rId6">
              <a:alphaModFix/>
            </a:blip>
            <a:srcRect b="0" l="79" r="79" t="0"/>
            <a:stretch/>
          </p:blipFill>
          <p:spPr>
            <a:xfrm>
              <a:off x="7557389" y="3074669"/>
              <a:ext cx="656212" cy="928835"/>
            </a:xfrm>
            <a:prstGeom prst="rect">
              <a:avLst/>
            </a:prstGeom>
            <a:noFill/>
            <a:ln>
              <a:noFill/>
            </a:ln>
            <a:effectLst>
              <a:outerShdw blurRad="71438" rotWithShape="0" algn="bl" dir="5400000" dist="28575">
                <a:srgbClr val="000000">
                  <a:alpha val="15290"/>
                </a:srgbClr>
              </a:outerShdw>
            </a:effectLst>
          </p:spPr>
        </p:pic>
        <p:pic>
          <p:nvPicPr>
            <p:cNvPr id="753" name="Google Shape;753;g338b3853d3c_0_66"/>
            <p:cNvPicPr preferRelativeResize="0"/>
            <p:nvPr/>
          </p:nvPicPr>
          <p:blipFill rotWithShape="1">
            <a:blip r:embed="rId7">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4900"/>
                </a:srgbClr>
              </a:outerShdw>
            </a:effectLst>
          </p:spPr>
        </p:pic>
        <p:pic>
          <p:nvPicPr>
            <p:cNvPr id="754" name="Google Shape;754;g338b3853d3c_0_66"/>
            <p:cNvPicPr preferRelativeResize="0"/>
            <p:nvPr/>
          </p:nvPicPr>
          <p:blipFill rotWithShape="1">
            <a:blip r:embed="rId8">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55" name="Google Shape;755;g338b3853d3c_0_66"/>
            <p:cNvPicPr preferRelativeResize="0"/>
            <p:nvPr/>
          </p:nvPicPr>
          <p:blipFill rotWithShape="1">
            <a:blip r:embed="rId9">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4900"/>
                </a:srgbClr>
              </a:outerShdw>
            </a:effectLst>
          </p:spPr>
        </p:pic>
        <p:pic>
          <p:nvPicPr>
            <p:cNvPr id="756" name="Google Shape;756;g338b3853d3c_0_66"/>
            <p:cNvPicPr preferRelativeResize="0"/>
            <p:nvPr/>
          </p:nvPicPr>
          <p:blipFill rotWithShape="1">
            <a:blip r:embed="rId10">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4900"/>
                </a:srgbClr>
              </a:outerShdw>
            </a:effectLst>
          </p:spPr>
        </p:pic>
        <p:pic>
          <p:nvPicPr>
            <p:cNvPr id="757" name="Google Shape;757;g338b3853d3c_0_66"/>
            <p:cNvPicPr preferRelativeResize="0"/>
            <p:nvPr/>
          </p:nvPicPr>
          <p:blipFill rotWithShape="1">
            <a:blip r:embed="rId11">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58" name="Google Shape;758;g338b3853d3c_0_66"/>
            <p:cNvPicPr preferRelativeResize="0"/>
            <p:nvPr/>
          </p:nvPicPr>
          <p:blipFill rotWithShape="1">
            <a:blip r:embed="rId12">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59" name="Google Shape;759;g338b3853d3c_0_66"/>
            <p:cNvPicPr preferRelativeResize="0"/>
            <p:nvPr/>
          </p:nvPicPr>
          <p:blipFill rotWithShape="1">
            <a:blip r:embed="rId13">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4900"/>
                </a:srgbClr>
              </a:outerShdw>
            </a:effectLst>
          </p:spPr>
        </p:pic>
        <p:pic>
          <p:nvPicPr>
            <p:cNvPr id="760" name="Google Shape;760;g338b3853d3c_0_66"/>
            <p:cNvPicPr preferRelativeResize="0"/>
            <p:nvPr/>
          </p:nvPicPr>
          <p:blipFill rotWithShape="1">
            <a:blip r:embed="rId14">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61" name="Google Shape;761;g338b3853d3c_0_66"/>
            <p:cNvPicPr preferRelativeResize="0"/>
            <p:nvPr/>
          </p:nvPicPr>
          <p:blipFill rotWithShape="1">
            <a:blip r:embed="rId15">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62" name="Google Shape;762;g338b3853d3c_0_66"/>
            <p:cNvPicPr preferRelativeResize="0"/>
            <p:nvPr/>
          </p:nvPicPr>
          <p:blipFill rotWithShape="1">
            <a:blip r:embed="rId16">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63" name="Google Shape;763;g338b3853d3c_0_66"/>
            <p:cNvPicPr preferRelativeResize="0"/>
            <p:nvPr/>
          </p:nvPicPr>
          <p:blipFill rotWithShape="1">
            <a:blip r:embed="rId17">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64" name="Google Shape;764;g338b3853d3c_0_66"/>
            <p:cNvPicPr preferRelativeResize="0"/>
            <p:nvPr/>
          </p:nvPicPr>
          <p:blipFill rotWithShape="1">
            <a:blip r:embed="rId18">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65" name="Google Shape;765;g338b3853d3c_0_66"/>
            <p:cNvPicPr preferRelativeResize="0"/>
            <p:nvPr/>
          </p:nvPicPr>
          <p:blipFill rotWithShape="1">
            <a:blip r:embed="rId19">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4900"/>
                </a:srgbClr>
              </a:outerShdw>
            </a:effectLst>
          </p:spPr>
        </p:pic>
        <p:pic>
          <p:nvPicPr>
            <p:cNvPr id="766" name="Google Shape;766;g338b3853d3c_0_66"/>
            <p:cNvPicPr preferRelativeResize="0"/>
            <p:nvPr/>
          </p:nvPicPr>
          <p:blipFill rotWithShape="1">
            <a:blip r:embed="rId20">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67" name="Google Shape;767;g338b3853d3c_0_66"/>
            <p:cNvPicPr preferRelativeResize="0"/>
            <p:nvPr/>
          </p:nvPicPr>
          <p:blipFill rotWithShape="1">
            <a:blip r:embed="rId21">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68" name="Google Shape;768;g338b3853d3c_0_66"/>
            <p:cNvPicPr preferRelativeResize="0"/>
            <p:nvPr/>
          </p:nvPicPr>
          <p:blipFill rotWithShape="1">
            <a:blip r:embed="rId22">
              <a:alphaModFix/>
            </a:blip>
            <a:srcRect b="0" l="19" r="29" t="0"/>
            <a:stretch/>
          </p:blipFill>
          <p:spPr>
            <a:xfrm>
              <a:off x="6821063" y="3074669"/>
              <a:ext cx="656212" cy="928836"/>
            </a:xfrm>
            <a:prstGeom prst="rect">
              <a:avLst/>
            </a:prstGeom>
            <a:noFill/>
            <a:ln>
              <a:noFill/>
            </a:ln>
            <a:effectLst>
              <a:outerShdw blurRad="71438" rotWithShape="0" algn="bl" dir="5400000" dist="28575">
                <a:srgbClr val="000000">
                  <a:alpha val="14900"/>
                </a:srgbClr>
              </a:outerShdw>
            </a:effectLst>
          </p:spPr>
        </p:pic>
        <p:pic>
          <p:nvPicPr>
            <p:cNvPr id="769" name="Google Shape;769;g338b3853d3c_0_66"/>
            <p:cNvPicPr preferRelativeResize="0"/>
            <p:nvPr/>
          </p:nvPicPr>
          <p:blipFill rotWithShape="1">
            <a:blip r:embed="rId23">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4900"/>
                </a:srgbClr>
              </a:outerShdw>
            </a:effectLst>
          </p:spPr>
        </p:pic>
        <p:pic>
          <p:nvPicPr>
            <p:cNvPr id="770" name="Google Shape;770;g338b3853d3c_0_66"/>
            <p:cNvPicPr preferRelativeResize="0"/>
            <p:nvPr/>
          </p:nvPicPr>
          <p:blipFill rotWithShape="1">
            <a:blip r:embed="rId24">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71" name="Google Shape;771;g338b3853d3c_0_66"/>
            <p:cNvPicPr preferRelativeResize="0"/>
            <p:nvPr/>
          </p:nvPicPr>
          <p:blipFill rotWithShape="1">
            <a:blip r:embed="rId25">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4900"/>
                </a:srgbClr>
              </a:outerShdw>
            </a:effectLst>
          </p:spPr>
        </p:pic>
        <p:pic>
          <p:nvPicPr>
            <p:cNvPr id="772" name="Google Shape;772;g338b3853d3c_0_66"/>
            <p:cNvPicPr preferRelativeResize="0"/>
            <p:nvPr/>
          </p:nvPicPr>
          <p:blipFill rotWithShape="1">
            <a:blip r:embed="rId26">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5290"/>
                </a:srgbClr>
              </a:outerShdw>
            </a:effectLst>
          </p:spPr>
        </p:pic>
        <p:pic>
          <p:nvPicPr>
            <p:cNvPr id="773" name="Google Shape;773;g338b3853d3c_0_66"/>
            <p:cNvPicPr preferRelativeResize="0"/>
            <p:nvPr/>
          </p:nvPicPr>
          <p:blipFill rotWithShape="1">
            <a:blip r:embed="rId27">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5290"/>
                </a:srgbClr>
              </a:outerShdw>
            </a:effectLst>
          </p:spPr>
        </p:pic>
        <p:pic>
          <p:nvPicPr>
            <p:cNvPr id="774" name="Google Shape;774;g338b3853d3c_0_66"/>
            <p:cNvPicPr preferRelativeResize="0"/>
            <p:nvPr/>
          </p:nvPicPr>
          <p:blipFill rotWithShape="1">
            <a:blip r:embed="rId28">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75" name="Google Shape;775;g338b3853d3c_0_66"/>
            <p:cNvPicPr preferRelativeResize="0"/>
            <p:nvPr/>
          </p:nvPicPr>
          <p:blipFill rotWithShape="1">
            <a:blip r:embed="rId29">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5290"/>
                </a:srgbClr>
              </a:outerShdw>
            </a:effectLst>
          </p:spPr>
        </p:pic>
        <p:pic>
          <p:nvPicPr>
            <p:cNvPr id="776" name="Google Shape;776;g338b3853d3c_0_66"/>
            <p:cNvPicPr preferRelativeResize="0"/>
            <p:nvPr/>
          </p:nvPicPr>
          <p:blipFill rotWithShape="1">
            <a:blip r:embed="rId30">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5290"/>
                </a:srgbClr>
              </a:outerShdw>
            </a:effectLst>
          </p:spPr>
        </p:pic>
        <p:pic>
          <p:nvPicPr>
            <p:cNvPr id="777" name="Google Shape;777;g338b3853d3c_0_66"/>
            <p:cNvPicPr preferRelativeResize="0"/>
            <p:nvPr/>
          </p:nvPicPr>
          <p:blipFill rotWithShape="1">
            <a:blip r:embed="rId31">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5290"/>
                </a:srgbClr>
              </a:outerShdw>
            </a:effectLst>
          </p:spPr>
        </p:pic>
        <p:pic>
          <p:nvPicPr>
            <p:cNvPr id="778" name="Google Shape;778;g338b3853d3c_0_66"/>
            <p:cNvPicPr preferRelativeResize="0"/>
            <p:nvPr/>
          </p:nvPicPr>
          <p:blipFill rotWithShape="1">
            <a:blip r:embed="rId32">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79" name="Google Shape;779;g338b3853d3c_0_66"/>
            <p:cNvPicPr preferRelativeResize="0"/>
            <p:nvPr/>
          </p:nvPicPr>
          <p:blipFill rotWithShape="1">
            <a:blip r:embed="rId33">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80" name="Google Shape;780;g338b3853d3c_0_66"/>
            <p:cNvPicPr preferRelativeResize="0"/>
            <p:nvPr/>
          </p:nvPicPr>
          <p:blipFill rotWithShape="1">
            <a:blip r:embed="rId34">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5290"/>
                </a:srgbClr>
              </a:outerShdw>
            </a:effectLst>
          </p:spPr>
        </p:pic>
        <p:pic>
          <p:nvPicPr>
            <p:cNvPr id="781" name="Google Shape;781;g338b3853d3c_0_66"/>
            <p:cNvPicPr preferRelativeResize="0"/>
            <p:nvPr/>
          </p:nvPicPr>
          <p:blipFill rotWithShape="1">
            <a:blip r:embed="rId35">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5290"/>
                </a:srgbClr>
              </a:outerShdw>
            </a:effectLst>
          </p:spPr>
        </p:pic>
        <p:pic>
          <p:nvPicPr>
            <p:cNvPr id="782" name="Google Shape;782;g338b3853d3c_0_66"/>
            <p:cNvPicPr preferRelativeResize="0"/>
            <p:nvPr/>
          </p:nvPicPr>
          <p:blipFill rotWithShape="1">
            <a:blip r:embed="rId36">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5290"/>
                </a:srgbClr>
              </a:outerShdw>
            </a:effectLst>
          </p:spPr>
        </p:pic>
        <p:pic>
          <p:nvPicPr>
            <p:cNvPr id="783" name="Google Shape;783;g338b3853d3c_0_66"/>
            <p:cNvPicPr preferRelativeResize="0"/>
            <p:nvPr/>
          </p:nvPicPr>
          <p:blipFill rotWithShape="1">
            <a:blip r:embed="rId37">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5290"/>
                </a:srgbClr>
              </a:outerShdw>
            </a:effectLst>
          </p:spPr>
        </p:pic>
        <p:pic>
          <p:nvPicPr>
            <p:cNvPr id="784" name="Google Shape;784;g338b3853d3c_0_66"/>
            <p:cNvPicPr preferRelativeResize="0"/>
            <p:nvPr/>
          </p:nvPicPr>
          <p:blipFill rotWithShape="1">
            <a:blip r:embed="rId38">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5290"/>
                </a:srgbClr>
              </a:outerShdw>
            </a:effectLst>
          </p:spPr>
        </p:pic>
        <p:pic>
          <p:nvPicPr>
            <p:cNvPr id="785" name="Google Shape;785;g338b3853d3c_0_66"/>
            <p:cNvPicPr preferRelativeResize="0"/>
            <p:nvPr/>
          </p:nvPicPr>
          <p:blipFill rotWithShape="1">
            <a:blip r:embed="rId39">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5290"/>
                </a:srgbClr>
              </a:outerShdw>
            </a:effectLst>
          </p:spPr>
        </p:pic>
        <p:pic>
          <p:nvPicPr>
            <p:cNvPr id="786" name="Google Shape;786;g338b3853d3c_0_66"/>
            <p:cNvPicPr preferRelativeResize="0"/>
            <p:nvPr/>
          </p:nvPicPr>
          <p:blipFill rotWithShape="1">
            <a:blip r:embed="rId40">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5290"/>
                </a:srgbClr>
              </a:outerShdw>
            </a:effectLst>
          </p:spPr>
        </p:pic>
        <p:pic>
          <p:nvPicPr>
            <p:cNvPr id="787" name="Google Shape;787;g338b3853d3c_0_66"/>
            <p:cNvPicPr preferRelativeResize="0"/>
            <p:nvPr/>
          </p:nvPicPr>
          <p:blipFill rotWithShape="1">
            <a:blip r:embed="rId41">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5290"/>
                </a:srgbClr>
              </a:outerShdw>
            </a:effectLst>
          </p:spPr>
        </p:pic>
        <p:pic>
          <p:nvPicPr>
            <p:cNvPr id="788" name="Google Shape;788;g338b3853d3c_0_66"/>
            <p:cNvPicPr preferRelativeResize="0"/>
            <p:nvPr/>
          </p:nvPicPr>
          <p:blipFill rotWithShape="1">
            <a:blip r:embed="rId42">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5290"/>
                </a:srgbClr>
              </a:outerShdw>
            </a:effectLst>
          </p:spPr>
        </p:pic>
        <p:pic>
          <p:nvPicPr>
            <p:cNvPr id="789" name="Google Shape;789;g338b3853d3c_0_66"/>
            <p:cNvPicPr preferRelativeResize="0"/>
            <p:nvPr/>
          </p:nvPicPr>
          <p:blipFill rotWithShape="1">
            <a:blip r:embed="rId43">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g338b3853d3c_0_113"/>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96" name="Google Shape;796;g338b3853d3c_0_113"/>
          <p:cNvGrpSpPr/>
          <p:nvPr/>
        </p:nvGrpSpPr>
        <p:grpSpPr>
          <a:xfrm>
            <a:off x="855905" y="2053250"/>
            <a:ext cx="7272577" cy="3316697"/>
            <a:chOff x="855905" y="2053250"/>
            <a:chExt cx="7272577" cy="3316697"/>
          </a:xfrm>
        </p:grpSpPr>
        <p:pic>
          <p:nvPicPr>
            <p:cNvPr id="797" name="Google Shape;797;g338b3853d3c_0_113"/>
            <p:cNvPicPr preferRelativeResize="0"/>
            <p:nvPr/>
          </p:nvPicPr>
          <p:blipFill rotWithShape="1">
            <a:blip r:embed="rId3">
              <a:alphaModFix/>
            </a:blip>
            <a:srcRect b="0" l="0" r="0" t="0"/>
            <a:stretch/>
          </p:blipFill>
          <p:spPr>
            <a:xfrm>
              <a:off x="3913873" y="2901638"/>
              <a:ext cx="545045" cy="771487"/>
            </a:xfrm>
            <a:prstGeom prst="rect">
              <a:avLst/>
            </a:prstGeom>
            <a:noFill/>
            <a:ln>
              <a:noFill/>
            </a:ln>
            <a:effectLst>
              <a:outerShdw blurRad="71438" rotWithShape="0" algn="bl" dir="5400000" dist="28575">
                <a:srgbClr val="000000">
                  <a:alpha val="14900"/>
                </a:srgbClr>
              </a:outerShdw>
            </a:effectLst>
          </p:spPr>
        </p:pic>
        <p:pic>
          <p:nvPicPr>
            <p:cNvPr id="798" name="Google Shape;798;g338b3853d3c_0_113"/>
            <p:cNvPicPr preferRelativeResize="0"/>
            <p:nvPr/>
          </p:nvPicPr>
          <p:blipFill rotWithShape="1">
            <a:blip r:embed="rId4">
              <a:alphaModFix/>
            </a:blip>
            <a:srcRect b="0" l="79" r="79" t="0"/>
            <a:stretch/>
          </p:blipFill>
          <p:spPr>
            <a:xfrm>
              <a:off x="4525464" y="2901638"/>
              <a:ext cx="545045" cy="771487"/>
            </a:xfrm>
            <a:prstGeom prst="rect">
              <a:avLst/>
            </a:prstGeom>
            <a:noFill/>
            <a:ln>
              <a:noFill/>
            </a:ln>
            <a:effectLst>
              <a:outerShdw blurRad="71438" rotWithShape="0" algn="bl" dir="5400000" dist="28575">
                <a:srgbClr val="000000">
                  <a:alpha val="14900"/>
                </a:srgbClr>
              </a:outerShdw>
            </a:effectLst>
          </p:spPr>
        </p:pic>
        <p:pic>
          <p:nvPicPr>
            <p:cNvPr id="799" name="Google Shape;799;g338b3853d3c_0_113"/>
            <p:cNvPicPr preferRelativeResize="0"/>
            <p:nvPr/>
          </p:nvPicPr>
          <p:blipFill rotWithShape="1">
            <a:blip r:embed="rId5">
              <a:alphaModFix/>
            </a:blip>
            <a:srcRect b="0" l="19" r="29" t="0"/>
            <a:stretch/>
          </p:blipFill>
          <p:spPr>
            <a:xfrm>
              <a:off x="5137051" y="2901638"/>
              <a:ext cx="545045" cy="771492"/>
            </a:xfrm>
            <a:prstGeom prst="rect">
              <a:avLst/>
            </a:prstGeom>
            <a:noFill/>
            <a:ln>
              <a:noFill/>
            </a:ln>
            <a:effectLst>
              <a:outerShdw blurRad="71438" rotWithShape="0" algn="bl" dir="5400000" dist="28575">
                <a:srgbClr val="000000">
                  <a:alpha val="14900"/>
                </a:srgbClr>
              </a:outerShdw>
            </a:effectLst>
          </p:spPr>
        </p:pic>
        <p:pic>
          <p:nvPicPr>
            <p:cNvPr id="800" name="Google Shape;800;g338b3853d3c_0_113"/>
            <p:cNvPicPr preferRelativeResize="0"/>
            <p:nvPr/>
          </p:nvPicPr>
          <p:blipFill rotWithShape="1">
            <a:blip r:embed="rId6">
              <a:alphaModFix/>
            </a:blip>
            <a:srcRect b="0" l="19" r="29" t="0"/>
            <a:stretch/>
          </p:blipFill>
          <p:spPr>
            <a:xfrm>
              <a:off x="5748645" y="2901638"/>
              <a:ext cx="545045" cy="771492"/>
            </a:xfrm>
            <a:prstGeom prst="rect">
              <a:avLst/>
            </a:prstGeom>
            <a:noFill/>
            <a:ln>
              <a:noFill/>
            </a:ln>
            <a:effectLst>
              <a:outerShdw blurRad="71438" rotWithShape="0" algn="bl" dir="5400000" dist="28575">
                <a:srgbClr val="000000">
                  <a:alpha val="14900"/>
                </a:srgbClr>
              </a:outerShdw>
            </a:effectLst>
          </p:spPr>
        </p:pic>
        <p:pic>
          <p:nvPicPr>
            <p:cNvPr id="801" name="Google Shape;801;g338b3853d3c_0_113"/>
            <p:cNvPicPr preferRelativeResize="0"/>
            <p:nvPr/>
          </p:nvPicPr>
          <p:blipFill rotWithShape="1">
            <a:blip r:embed="rId7">
              <a:alphaModFix/>
            </a:blip>
            <a:srcRect b="0" l="19" r="29" t="0"/>
            <a:stretch/>
          </p:blipFill>
          <p:spPr>
            <a:xfrm>
              <a:off x="6360241" y="2901638"/>
              <a:ext cx="545045" cy="771492"/>
            </a:xfrm>
            <a:prstGeom prst="rect">
              <a:avLst/>
            </a:prstGeom>
            <a:noFill/>
            <a:ln>
              <a:noFill/>
            </a:ln>
            <a:effectLst>
              <a:outerShdw blurRad="71438" rotWithShape="0" algn="bl" dir="5400000" dist="28575">
                <a:srgbClr val="000000">
                  <a:alpha val="14900"/>
                </a:srgbClr>
              </a:outerShdw>
            </a:effectLst>
          </p:spPr>
        </p:pic>
        <p:pic>
          <p:nvPicPr>
            <p:cNvPr id="802" name="Google Shape;802;g338b3853d3c_0_113"/>
            <p:cNvPicPr preferRelativeResize="0"/>
            <p:nvPr/>
          </p:nvPicPr>
          <p:blipFill rotWithShape="1">
            <a:blip r:embed="rId8">
              <a:alphaModFix/>
            </a:blip>
            <a:srcRect b="0" l="79" r="79" t="0"/>
            <a:stretch/>
          </p:blipFill>
          <p:spPr>
            <a:xfrm>
              <a:off x="7583414" y="2901642"/>
              <a:ext cx="545045" cy="771487"/>
            </a:xfrm>
            <a:prstGeom prst="rect">
              <a:avLst/>
            </a:prstGeom>
            <a:noFill/>
            <a:ln>
              <a:noFill/>
            </a:ln>
            <a:effectLst>
              <a:outerShdw blurRad="71438" rotWithShape="0" algn="bl" dir="5400000" dist="28575">
                <a:srgbClr val="000000">
                  <a:alpha val="14900"/>
                </a:srgbClr>
              </a:outerShdw>
            </a:effectLst>
          </p:spPr>
        </p:pic>
        <p:pic>
          <p:nvPicPr>
            <p:cNvPr id="803" name="Google Shape;803;g338b3853d3c_0_113"/>
            <p:cNvPicPr preferRelativeResize="0"/>
            <p:nvPr/>
          </p:nvPicPr>
          <p:blipFill rotWithShape="1">
            <a:blip r:embed="rId9">
              <a:alphaModFix/>
            </a:blip>
            <a:srcRect b="0" l="79" r="79" t="0"/>
            <a:stretch/>
          </p:blipFill>
          <p:spPr>
            <a:xfrm>
              <a:off x="6971821" y="2901642"/>
              <a:ext cx="545045" cy="771487"/>
            </a:xfrm>
            <a:prstGeom prst="rect">
              <a:avLst/>
            </a:prstGeom>
            <a:noFill/>
            <a:ln>
              <a:noFill/>
            </a:ln>
            <a:effectLst>
              <a:outerShdw blurRad="71438" rotWithShape="0" algn="bl" dir="5400000" dist="28575">
                <a:srgbClr val="000000">
                  <a:alpha val="14900"/>
                </a:srgbClr>
              </a:outerShdw>
            </a:effectLst>
          </p:spPr>
        </p:pic>
        <p:pic>
          <p:nvPicPr>
            <p:cNvPr id="804" name="Google Shape;804;g338b3853d3c_0_113"/>
            <p:cNvPicPr preferRelativeResize="0"/>
            <p:nvPr/>
          </p:nvPicPr>
          <p:blipFill rotWithShape="1">
            <a:blip r:embed="rId10">
              <a:alphaModFix/>
            </a:blip>
            <a:srcRect b="0" l="19" r="29" t="0"/>
            <a:stretch/>
          </p:blipFill>
          <p:spPr>
            <a:xfrm>
              <a:off x="856170" y="3750043"/>
              <a:ext cx="545045" cy="771492"/>
            </a:xfrm>
            <a:prstGeom prst="rect">
              <a:avLst/>
            </a:prstGeom>
            <a:noFill/>
            <a:ln>
              <a:noFill/>
            </a:ln>
            <a:effectLst>
              <a:outerShdw blurRad="71438" rotWithShape="0" algn="bl" dir="5400000" dist="28575">
                <a:srgbClr val="000000">
                  <a:alpha val="14900"/>
                </a:srgbClr>
              </a:outerShdw>
            </a:effectLst>
          </p:spPr>
        </p:pic>
        <p:pic>
          <p:nvPicPr>
            <p:cNvPr id="805" name="Google Shape;805;g338b3853d3c_0_113"/>
            <p:cNvPicPr preferRelativeResize="0"/>
            <p:nvPr/>
          </p:nvPicPr>
          <p:blipFill rotWithShape="1">
            <a:blip r:embed="rId11">
              <a:alphaModFix/>
            </a:blip>
            <a:srcRect b="0" l="79" r="79" t="0"/>
            <a:stretch/>
          </p:blipFill>
          <p:spPr>
            <a:xfrm>
              <a:off x="2690948" y="3750028"/>
              <a:ext cx="545045" cy="771487"/>
            </a:xfrm>
            <a:prstGeom prst="rect">
              <a:avLst/>
            </a:prstGeom>
            <a:noFill/>
            <a:ln>
              <a:noFill/>
            </a:ln>
            <a:effectLst>
              <a:outerShdw blurRad="71438" rotWithShape="0" algn="bl" dir="5400000" dist="28575">
                <a:srgbClr val="000000">
                  <a:alpha val="14900"/>
                </a:srgbClr>
              </a:outerShdw>
            </a:effectLst>
          </p:spPr>
        </p:pic>
        <p:pic>
          <p:nvPicPr>
            <p:cNvPr id="806" name="Google Shape;806;g338b3853d3c_0_113"/>
            <p:cNvPicPr preferRelativeResize="0"/>
            <p:nvPr/>
          </p:nvPicPr>
          <p:blipFill rotWithShape="1">
            <a:blip r:embed="rId12">
              <a:alphaModFix/>
            </a:blip>
            <a:srcRect b="0" l="79" r="79" t="0"/>
            <a:stretch/>
          </p:blipFill>
          <p:spPr>
            <a:xfrm>
              <a:off x="1467764" y="3750043"/>
              <a:ext cx="545045" cy="771487"/>
            </a:xfrm>
            <a:prstGeom prst="rect">
              <a:avLst/>
            </a:prstGeom>
            <a:noFill/>
            <a:ln>
              <a:noFill/>
            </a:ln>
            <a:effectLst>
              <a:outerShdw blurRad="71438" rotWithShape="0" algn="bl" dir="5400000" dist="28575">
                <a:srgbClr val="000000">
                  <a:alpha val="14900"/>
                </a:srgbClr>
              </a:outerShdw>
            </a:effectLst>
          </p:spPr>
        </p:pic>
        <p:pic>
          <p:nvPicPr>
            <p:cNvPr id="807" name="Google Shape;807;g338b3853d3c_0_113"/>
            <p:cNvPicPr preferRelativeResize="0"/>
            <p:nvPr/>
          </p:nvPicPr>
          <p:blipFill rotWithShape="1">
            <a:blip r:embed="rId13">
              <a:alphaModFix/>
            </a:blip>
            <a:srcRect b="0" l="79" r="79" t="0"/>
            <a:stretch/>
          </p:blipFill>
          <p:spPr>
            <a:xfrm>
              <a:off x="2079354" y="3750027"/>
              <a:ext cx="545045" cy="771487"/>
            </a:xfrm>
            <a:prstGeom prst="rect">
              <a:avLst/>
            </a:prstGeom>
            <a:noFill/>
            <a:ln>
              <a:noFill/>
            </a:ln>
            <a:effectLst>
              <a:outerShdw blurRad="71438" rotWithShape="0" algn="bl" dir="5400000" dist="28575">
                <a:srgbClr val="000000">
                  <a:alpha val="14900"/>
                </a:srgbClr>
              </a:outerShdw>
            </a:effectLst>
          </p:spPr>
        </p:pic>
        <p:pic>
          <p:nvPicPr>
            <p:cNvPr id="808" name="Google Shape;808;g338b3853d3c_0_113"/>
            <p:cNvPicPr preferRelativeResize="0"/>
            <p:nvPr/>
          </p:nvPicPr>
          <p:blipFill rotWithShape="1">
            <a:blip r:embed="rId14">
              <a:alphaModFix/>
            </a:blip>
            <a:srcRect b="0" l="19" r="29" t="0"/>
            <a:stretch/>
          </p:blipFill>
          <p:spPr>
            <a:xfrm>
              <a:off x="3302538" y="3750028"/>
              <a:ext cx="545045" cy="771492"/>
            </a:xfrm>
            <a:prstGeom prst="rect">
              <a:avLst/>
            </a:prstGeom>
            <a:noFill/>
            <a:ln>
              <a:noFill/>
            </a:ln>
            <a:effectLst>
              <a:outerShdw blurRad="71438" rotWithShape="0" algn="bl" dir="5400000" dist="28575">
                <a:srgbClr val="000000">
                  <a:alpha val="14900"/>
                </a:srgbClr>
              </a:outerShdw>
            </a:effectLst>
          </p:spPr>
        </p:pic>
        <p:pic>
          <p:nvPicPr>
            <p:cNvPr id="809" name="Google Shape;809;g338b3853d3c_0_113"/>
            <p:cNvPicPr preferRelativeResize="0"/>
            <p:nvPr/>
          </p:nvPicPr>
          <p:blipFill rotWithShape="1">
            <a:blip r:embed="rId15">
              <a:alphaModFix/>
            </a:blip>
            <a:srcRect b="0" l="79" r="79" t="0"/>
            <a:stretch/>
          </p:blipFill>
          <p:spPr>
            <a:xfrm>
              <a:off x="3914125" y="3750027"/>
              <a:ext cx="545045" cy="771487"/>
            </a:xfrm>
            <a:prstGeom prst="rect">
              <a:avLst/>
            </a:prstGeom>
            <a:noFill/>
            <a:ln>
              <a:noFill/>
            </a:ln>
            <a:effectLst>
              <a:outerShdw blurRad="71438" rotWithShape="0" algn="bl" dir="5400000" dist="28575">
                <a:srgbClr val="000000">
                  <a:alpha val="14900"/>
                </a:srgbClr>
              </a:outerShdw>
            </a:effectLst>
          </p:spPr>
        </p:pic>
        <p:pic>
          <p:nvPicPr>
            <p:cNvPr id="810" name="Google Shape;810;g338b3853d3c_0_113"/>
            <p:cNvPicPr preferRelativeResize="0"/>
            <p:nvPr/>
          </p:nvPicPr>
          <p:blipFill rotWithShape="1">
            <a:blip r:embed="rId16">
              <a:alphaModFix/>
            </a:blip>
            <a:srcRect b="0" l="79" r="79" t="0"/>
            <a:stretch/>
          </p:blipFill>
          <p:spPr>
            <a:xfrm>
              <a:off x="4525722" y="3750028"/>
              <a:ext cx="545045" cy="771487"/>
            </a:xfrm>
            <a:prstGeom prst="rect">
              <a:avLst/>
            </a:prstGeom>
            <a:noFill/>
            <a:ln>
              <a:noFill/>
            </a:ln>
            <a:effectLst>
              <a:outerShdw blurRad="71438" rotWithShape="0" algn="bl" dir="5400000" dist="28575">
                <a:srgbClr val="000000">
                  <a:alpha val="14900"/>
                </a:srgbClr>
              </a:outerShdw>
            </a:effectLst>
          </p:spPr>
        </p:pic>
        <p:pic>
          <p:nvPicPr>
            <p:cNvPr id="811" name="Google Shape;811;g338b3853d3c_0_113"/>
            <p:cNvPicPr preferRelativeResize="0"/>
            <p:nvPr/>
          </p:nvPicPr>
          <p:blipFill rotWithShape="1">
            <a:blip r:embed="rId17">
              <a:alphaModFix/>
            </a:blip>
            <a:srcRect b="0" l="19" r="29" t="0"/>
            <a:stretch/>
          </p:blipFill>
          <p:spPr>
            <a:xfrm>
              <a:off x="5137316" y="3750027"/>
              <a:ext cx="545045" cy="771487"/>
            </a:xfrm>
            <a:prstGeom prst="rect">
              <a:avLst/>
            </a:prstGeom>
            <a:noFill/>
            <a:ln>
              <a:noFill/>
            </a:ln>
            <a:effectLst>
              <a:outerShdw blurRad="71438" rotWithShape="0" algn="bl" dir="5400000" dist="28575">
                <a:srgbClr val="000000">
                  <a:alpha val="14900"/>
                </a:srgbClr>
              </a:outerShdw>
            </a:effectLst>
          </p:spPr>
        </p:pic>
        <p:pic>
          <p:nvPicPr>
            <p:cNvPr id="812" name="Google Shape;812;g338b3853d3c_0_113"/>
            <p:cNvPicPr preferRelativeResize="0"/>
            <p:nvPr/>
          </p:nvPicPr>
          <p:blipFill rotWithShape="1">
            <a:blip r:embed="rId18">
              <a:alphaModFix/>
            </a:blip>
            <a:srcRect b="0" l="79" r="79" t="0"/>
            <a:stretch/>
          </p:blipFill>
          <p:spPr>
            <a:xfrm>
              <a:off x="5748909" y="3750026"/>
              <a:ext cx="545045" cy="771487"/>
            </a:xfrm>
            <a:prstGeom prst="rect">
              <a:avLst/>
            </a:prstGeom>
            <a:noFill/>
            <a:ln>
              <a:noFill/>
            </a:ln>
            <a:effectLst>
              <a:outerShdw blurRad="71438" rotWithShape="0" algn="bl" dir="5400000" dist="28575">
                <a:srgbClr val="000000">
                  <a:alpha val="14900"/>
                </a:srgbClr>
              </a:outerShdw>
            </a:effectLst>
          </p:spPr>
        </p:pic>
        <p:pic>
          <p:nvPicPr>
            <p:cNvPr id="813" name="Google Shape;813;g338b3853d3c_0_113"/>
            <p:cNvPicPr preferRelativeResize="0"/>
            <p:nvPr/>
          </p:nvPicPr>
          <p:blipFill rotWithShape="1">
            <a:blip r:embed="rId19">
              <a:alphaModFix/>
            </a:blip>
            <a:srcRect b="0" l="89" r="79" t="0"/>
            <a:stretch/>
          </p:blipFill>
          <p:spPr>
            <a:xfrm>
              <a:off x="6360482" y="3750026"/>
              <a:ext cx="544981" cy="771496"/>
            </a:xfrm>
            <a:prstGeom prst="rect">
              <a:avLst/>
            </a:prstGeom>
            <a:noFill/>
            <a:ln>
              <a:noFill/>
            </a:ln>
            <a:effectLst>
              <a:outerShdw blurRad="71438" rotWithShape="0" algn="bl" dir="5400000" dist="28575">
                <a:srgbClr val="000000">
                  <a:alpha val="14900"/>
                </a:srgbClr>
              </a:outerShdw>
            </a:effectLst>
          </p:spPr>
        </p:pic>
        <p:pic>
          <p:nvPicPr>
            <p:cNvPr id="814" name="Google Shape;814;g338b3853d3c_0_113"/>
            <p:cNvPicPr preferRelativeResize="0"/>
            <p:nvPr/>
          </p:nvPicPr>
          <p:blipFill rotWithShape="1">
            <a:blip r:embed="rId20">
              <a:alphaModFix/>
            </a:blip>
            <a:srcRect b="0" l="0" r="0" t="0"/>
            <a:stretch/>
          </p:blipFill>
          <p:spPr>
            <a:xfrm>
              <a:off x="3302280" y="2901638"/>
              <a:ext cx="545045" cy="771487"/>
            </a:xfrm>
            <a:prstGeom prst="rect">
              <a:avLst/>
            </a:prstGeom>
            <a:noFill/>
            <a:ln>
              <a:noFill/>
            </a:ln>
            <a:effectLst>
              <a:outerShdw blurRad="71438" rotWithShape="0" algn="bl" dir="5400000" dist="28575">
                <a:srgbClr val="000000">
                  <a:alpha val="14900"/>
                </a:srgbClr>
              </a:outerShdw>
            </a:effectLst>
          </p:spPr>
        </p:pic>
        <p:pic>
          <p:nvPicPr>
            <p:cNvPr id="815" name="Google Shape;815;g338b3853d3c_0_113"/>
            <p:cNvPicPr preferRelativeResize="0"/>
            <p:nvPr/>
          </p:nvPicPr>
          <p:blipFill rotWithShape="1">
            <a:blip r:embed="rId21">
              <a:alphaModFix/>
            </a:blip>
            <a:srcRect b="0" l="0" r="0" t="0"/>
            <a:stretch/>
          </p:blipFill>
          <p:spPr>
            <a:xfrm>
              <a:off x="2690687" y="2901638"/>
              <a:ext cx="545045" cy="771487"/>
            </a:xfrm>
            <a:prstGeom prst="rect">
              <a:avLst/>
            </a:prstGeom>
            <a:noFill/>
            <a:ln>
              <a:noFill/>
            </a:ln>
            <a:effectLst>
              <a:outerShdw blurRad="71438" rotWithShape="0" algn="bl" dir="5400000" dist="28575">
                <a:srgbClr val="000000">
                  <a:alpha val="15290"/>
                </a:srgbClr>
              </a:outerShdw>
            </a:effectLst>
          </p:spPr>
        </p:pic>
        <p:pic>
          <p:nvPicPr>
            <p:cNvPr id="816" name="Google Shape;816;g338b3853d3c_0_113"/>
            <p:cNvPicPr preferRelativeResize="0"/>
            <p:nvPr/>
          </p:nvPicPr>
          <p:blipFill rotWithShape="1">
            <a:blip r:embed="rId22">
              <a:alphaModFix/>
            </a:blip>
            <a:srcRect b="0" l="0" r="0" t="0"/>
            <a:stretch/>
          </p:blipFill>
          <p:spPr>
            <a:xfrm>
              <a:off x="2079093" y="2901638"/>
              <a:ext cx="545045" cy="771487"/>
            </a:xfrm>
            <a:prstGeom prst="rect">
              <a:avLst/>
            </a:prstGeom>
            <a:noFill/>
            <a:ln>
              <a:noFill/>
            </a:ln>
            <a:effectLst>
              <a:outerShdw blurRad="71438" rotWithShape="0" algn="bl" dir="5400000" dist="28575">
                <a:srgbClr val="000000">
                  <a:alpha val="15290"/>
                </a:srgbClr>
              </a:outerShdw>
            </a:effectLst>
          </p:spPr>
        </p:pic>
        <p:pic>
          <p:nvPicPr>
            <p:cNvPr id="817" name="Google Shape;817;g338b3853d3c_0_113"/>
            <p:cNvPicPr preferRelativeResize="0"/>
            <p:nvPr/>
          </p:nvPicPr>
          <p:blipFill rotWithShape="1">
            <a:blip r:embed="rId23">
              <a:alphaModFix/>
            </a:blip>
            <a:srcRect b="49" l="0" r="0" t="59"/>
            <a:stretch/>
          </p:blipFill>
          <p:spPr>
            <a:xfrm>
              <a:off x="1467500" y="2901638"/>
              <a:ext cx="545045" cy="771492"/>
            </a:xfrm>
            <a:prstGeom prst="rect">
              <a:avLst/>
            </a:prstGeom>
            <a:noFill/>
            <a:ln>
              <a:noFill/>
            </a:ln>
            <a:effectLst>
              <a:outerShdw blurRad="71438" rotWithShape="0" algn="bl" dir="5400000" dist="28575">
                <a:srgbClr val="000000">
                  <a:alpha val="15290"/>
                </a:srgbClr>
              </a:outerShdw>
            </a:effectLst>
          </p:spPr>
        </p:pic>
        <p:pic>
          <p:nvPicPr>
            <p:cNvPr id="818" name="Google Shape;818;g338b3853d3c_0_113"/>
            <p:cNvPicPr preferRelativeResize="0"/>
            <p:nvPr/>
          </p:nvPicPr>
          <p:blipFill rotWithShape="1">
            <a:blip r:embed="rId24">
              <a:alphaModFix/>
            </a:blip>
            <a:srcRect b="0" l="79" r="79" t="0"/>
            <a:stretch/>
          </p:blipFill>
          <p:spPr>
            <a:xfrm>
              <a:off x="855908" y="2053250"/>
              <a:ext cx="545045" cy="771487"/>
            </a:xfrm>
            <a:prstGeom prst="rect">
              <a:avLst/>
            </a:prstGeom>
            <a:noFill/>
            <a:ln>
              <a:noFill/>
            </a:ln>
            <a:effectLst>
              <a:outerShdw blurRad="71438" rotWithShape="0" algn="bl" dir="5400000" dist="28575">
                <a:srgbClr val="000000">
                  <a:alpha val="15290"/>
                </a:srgbClr>
              </a:outerShdw>
            </a:effectLst>
          </p:spPr>
        </p:pic>
        <p:pic>
          <p:nvPicPr>
            <p:cNvPr id="819" name="Google Shape;819;g338b3853d3c_0_113"/>
            <p:cNvPicPr preferRelativeResize="0"/>
            <p:nvPr/>
          </p:nvPicPr>
          <p:blipFill rotWithShape="1">
            <a:blip r:embed="rId25">
              <a:alphaModFix/>
            </a:blip>
            <a:srcRect b="0" l="79" r="79" t="0"/>
            <a:stretch/>
          </p:blipFill>
          <p:spPr>
            <a:xfrm>
              <a:off x="2690688" y="2053250"/>
              <a:ext cx="545045" cy="771487"/>
            </a:xfrm>
            <a:prstGeom prst="rect">
              <a:avLst/>
            </a:prstGeom>
            <a:noFill/>
            <a:ln>
              <a:noFill/>
            </a:ln>
            <a:effectLst>
              <a:outerShdw blurRad="71438" rotWithShape="0" algn="bl" dir="5400000" dist="28575">
                <a:srgbClr val="000000">
                  <a:alpha val="15290"/>
                </a:srgbClr>
              </a:outerShdw>
            </a:effectLst>
          </p:spPr>
        </p:pic>
        <p:pic>
          <p:nvPicPr>
            <p:cNvPr id="820" name="Google Shape;820;g338b3853d3c_0_113"/>
            <p:cNvPicPr preferRelativeResize="0"/>
            <p:nvPr/>
          </p:nvPicPr>
          <p:blipFill rotWithShape="1">
            <a:blip r:embed="rId26">
              <a:alphaModFix/>
            </a:blip>
            <a:srcRect b="0" l="19" r="29" t="0"/>
            <a:stretch/>
          </p:blipFill>
          <p:spPr>
            <a:xfrm>
              <a:off x="1467501" y="2053250"/>
              <a:ext cx="545045" cy="771492"/>
            </a:xfrm>
            <a:prstGeom prst="rect">
              <a:avLst/>
            </a:prstGeom>
            <a:noFill/>
            <a:ln>
              <a:noFill/>
            </a:ln>
            <a:effectLst>
              <a:outerShdw blurRad="71438" rotWithShape="0" algn="bl" dir="5400000" dist="28575">
                <a:srgbClr val="000000">
                  <a:alpha val="15290"/>
                </a:srgbClr>
              </a:outerShdw>
            </a:effectLst>
          </p:spPr>
        </p:pic>
        <p:pic>
          <p:nvPicPr>
            <p:cNvPr id="821" name="Google Shape;821;g338b3853d3c_0_113"/>
            <p:cNvPicPr preferRelativeResize="0"/>
            <p:nvPr/>
          </p:nvPicPr>
          <p:blipFill rotWithShape="1">
            <a:blip r:embed="rId27">
              <a:alphaModFix/>
            </a:blip>
            <a:srcRect b="0" l="19" r="29" t="0"/>
            <a:stretch/>
          </p:blipFill>
          <p:spPr>
            <a:xfrm>
              <a:off x="2079096" y="2053250"/>
              <a:ext cx="545045" cy="771492"/>
            </a:xfrm>
            <a:prstGeom prst="rect">
              <a:avLst/>
            </a:prstGeom>
            <a:noFill/>
            <a:ln>
              <a:noFill/>
            </a:ln>
            <a:effectLst>
              <a:outerShdw blurRad="71438" rotWithShape="0" algn="bl" dir="5400000" dist="28575">
                <a:srgbClr val="000000">
                  <a:alpha val="15290"/>
                </a:srgbClr>
              </a:outerShdw>
            </a:effectLst>
          </p:spPr>
        </p:pic>
        <p:pic>
          <p:nvPicPr>
            <p:cNvPr id="822" name="Google Shape;822;g338b3853d3c_0_113"/>
            <p:cNvPicPr preferRelativeResize="0"/>
            <p:nvPr/>
          </p:nvPicPr>
          <p:blipFill rotWithShape="1">
            <a:blip r:embed="rId28">
              <a:alphaModFix/>
            </a:blip>
            <a:srcRect b="0" l="19" r="29" t="0"/>
            <a:stretch/>
          </p:blipFill>
          <p:spPr>
            <a:xfrm>
              <a:off x="3302281" y="2053250"/>
              <a:ext cx="545045" cy="771492"/>
            </a:xfrm>
            <a:prstGeom prst="rect">
              <a:avLst/>
            </a:prstGeom>
            <a:noFill/>
            <a:ln>
              <a:noFill/>
            </a:ln>
            <a:effectLst>
              <a:outerShdw blurRad="71438" rotWithShape="0" algn="bl" dir="5400000" dist="28575">
                <a:srgbClr val="000000">
                  <a:alpha val="15290"/>
                </a:srgbClr>
              </a:outerShdw>
            </a:effectLst>
          </p:spPr>
        </p:pic>
        <p:pic>
          <p:nvPicPr>
            <p:cNvPr id="823" name="Google Shape;823;g338b3853d3c_0_113"/>
            <p:cNvPicPr preferRelativeResize="0"/>
            <p:nvPr/>
          </p:nvPicPr>
          <p:blipFill rotWithShape="1">
            <a:blip r:embed="rId29">
              <a:alphaModFix/>
            </a:blip>
            <a:srcRect b="0" l="79" r="79" t="0"/>
            <a:stretch/>
          </p:blipFill>
          <p:spPr>
            <a:xfrm>
              <a:off x="5137061" y="2053250"/>
              <a:ext cx="545045" cy="771487"/>
            </a:xfrm>
            <a:prstGeom prst="rect">
              <a:avLst/>
            </a:prstGeom>
            <a:noFill/>
            <a:ln>
              <a:noFill/>
            </a:ln>
            <a:effectLst>
              <a:outerShdw blurRad="71438" rotWithShape="0" algn="bl" dir="5400000" dist="28575">
                <a:srgbClr val="000000">
                  <a:alpha val="15290"/>
                </a:srgbClr>
              </a:outerShdw>
            </a:effectLst>
          </p:spPr>
        </p:pic>
        <p:pic>
          <p:nvPicPr>
            <p:cNvPr id="824" name="Google Shape;824;g338b3853d3c_0_113"/>
            <p:cNvPicPr preferRelativeResize="0"/>
            <p:nvPr/>
          </p:nvPicPr>
          <p:blipFill rotWithShape="1">
            <a:blip r:embed="rId30">
              <a:alphaModFix/>
            </a:blip>
            <a:srcRect b="0" l="79" r="79" t="0"/>
            <a:stretch/>
          </p:blipFill>
          <p:spPr>
            <a:xfrm>
              <a:off x="3913876" y="2053250"/>
              <a:ext cx="545045" cy="771487"/>
            </a:xfrm>
            <a:prstGeom prst="rect">
              <a:avLst/>
            </a:prstGeom>
            <a:noFill/>
            <a:ln>
              <a:noFill/>
            </a:ln>
            <a:effectLst>
              <a:outerShdw blurRad="71438" rotWithShape="0" algn="bl" dir="5400000" dist="28575">
                <a:srgbClr val="000000">
                  <a:alpha val="15290"/>
                </a:srgbClr>
              </a:outerShdw>
            </a:effectLst>
          </p:spPr>
        </p:pic>
        <p:pic>
          <p:nvPicPr>
            <p:cNvPr id="825" name="Google Shape;825;g338b3853d3c_0_113"/>
            <p:cNvPicPr preferRelativeResize="0"/>
            <p:nvPr/>
          </p:nvPicPr>
          <p:blipFill rotWithShape="1">
            <a:blip r:embed="rId31">
              <a:alphaModFix/>
            </a:blip>
            <a:srcRect b="0" l="79" r="79" t="0"/>
            <a:stretch/>
          </p:blipFill>
          <p:spPr>
            <a:xfrm>
              <a:off x="4525469" y="2053250"/>
              <a:ext cx="545045" cy="771487"/>
            </a:xfrm>
            <a:prstGeom prst="rect">
              <a:avLst/>
            </a:prstGeom>
            <a:noFill/>
            <a:ln>
              <a:noFill/>
            </a:ln>
            <a:effectLst>
              <a:outerShdw blurRad="71438" rotWithShape="0" algn="bl" dir="5400000" dist="28575">
                <a:srgbClr val="000000">
                  <a:alpha val="15290"/>
                </a:srgbClr>
              </a:outerShdw>
            </a:effectLst>
          </p:spPr>
        </p:pic>
        <p:pic>
          <p:nvPicPr>
            <p:cNvPr id="826" name="Google Shape;826;g338b3853d3c_0_113"/>
            <p:cNvPicPr preferRelativeResize="0"/>
            <p:nvPr/>
          </p:nvPicPr>
          <p:blipFill rotWithShape="1">
            <a:blip r:embed="rId32">
              <a:alphaModFix/>
            </a:blip>
            <a:srcRect b="0" l="19" r="29" t="0"/>
            <a:stretch/>
          </p:blipFill>
          <p:spPr>
            <a:xfrm>
              <a:off x="5748652" y="2053250"/>
              <a:ext cx="545045" cy="771492"/>
            </a:xfrm>
            <a:prstGeom prst="rect">
              <a:avLst/>
            </a:prstGeom>
            <a:noFill/>
            <a:ln>
              <a:noFill/>
            </a:ln>
            <a:effectLst>
              <a:outerShdw blurRad="71438" rotWithShape="0" algn="bl" dir="5400000" dist="28575">
                <a:srgbClr val="000000">
                  <a:alpha val="15290"/>
                </a:srgbClr>
              </a:outerShdw>
            </a:effectLst>
          </p:spPr>
        </p:pic>
        <p:pic>
          <p:nvPicPr>
            <p:cNvPr id="827" name="Google Shape;827;g338b3853d3c_0_113"/>
            <p:cNvPicPr preferRelativeResize="0"/>
            <p:nvPr/>
          </p:nvPicPr>
          <p:blipFill rotWithShape="1">
            <a:blip r:embed="rId33">
              <a:alphaModFix/>
            </a:blip>
            <a:srcRect b="0" l="0" r="0" t="0"/>
            <a:stretch/>
          </p:blipFill>
          <p:spPr>
            <a:xfrm>
              <a:off x="6360240" y="2053250"/>
              <a:ext cx="545045" cy="771487"/>
            </a:xfrm>
            <a:prstGeom prst="rect">
              <a:avLst/>
            </a:prstGeom>
            <a:noFill/>
            <a:ln>
              <a:noFill/>
            </a:ln>
            <a:effectLst>
              <a:outerShdw blurRad="71438" rotWithShape="0" algn="bl" dir="5400000" dist="28575">
                <a:srgbClr val="000000">
                  <a:alpha val="15290"/>
                </a:srgbClr>
              </a:outerShdw>
            </a:effectLst>
          </p:spPr>
        </p:pic>
        <p:pic>
          <p:nvPicPr>
            <p:cNvPr id="828" name="Google Shape;828;g338b3853d3c_0_113"/>
            <p:cNvPicPr preferRelativeResize="0"/>
            <p:nvPr/>
          </p:nvPicPr>
          <p:blipFill rotWithShape="1">
            <a:blip r:embed="rId34">
              <a:alphaModFix/>
            </a:blip>
            <a:srcRect b="49" l="0" r="0" t="59"/>
            <a:stretch/>
          </p:blipFill>
          <p:spPr>
            <a:xfrm>
              <a:off x="6971835" y="2053250"/>
              <a:ext cx="545045" cy="771492"/>
            </a:xfrm>
            <a:prstGeom prst="rect">
              <a:avLst/>
            </a:prstGeom>
            <a:noFill/>
            <a:ln>
              <a:noFill/>
            </a:ln>
            <a:effectLst>
              <a:outerShdw blurRad="71438" rotWithShape="0" algn="bl" dir="5400000" dist="28575">
                <a:srgbClr val="000000">
                  <a:alpha val="15290"/>
                </a:srgbClr>
              </a:outerShdw>
            </a:effectLst>
          </p:spPr>
        </p:pic>
        <p:pic>
          <p:nvPicPr>
            <p:cNvPr id="829" name="Google Shape;829;g338b3853d3c_0_113"/>
            <p:cNvPicPr preferRelativeResize="0"/>
            <p:nvPr/>
          </p:nvPicPr>
          <p:blipFill rotWithShape="1">
            <a:blip r:embed="rId35">
              <a:alphaModFix/>
            </a:blip>
            <a:srcRect b="49" l="0" r="0" t="59"/>
            <a:stretch/>
          </p:blipFill>
          <p:spPr>
            <a:xfrm>
              <a:off x="7583436" y="2053254"/>
              <a:ext cx="545045" cy="771492"/>
            </a:xfrm>
            <a:prstGeom prst="rect">
              <a:avLst/>
            </a:prstGeom>
            <a:noFill/>
            <a:ln>
              <a:noFill/>
            </a:ln>
            <a:effectLst>
              <a:outerShdw blurRad="71438" rotWithShape="0" algn="bl" dir="5400000" dist="28575">
                <a:srgbClr val="000000">
                  <a:alpha val="15290"/>
                </a:srgbClr>
              </a:outerShdw>
            </a:effectLst>
          </p:spPr>
        </p:pic>
        <p:pic>
          <p:nvPicPr>
            <p:cNvPr id="830" name="Google Shape;830;g338b3853d3c_0_113"/>
            <p:cNvPicPr preferRelativeResize="0"/>
            <p:nvPr/>
          </p:nvPicPr>
          <p:blipFill rotWithShape="1">
            <a:blip r:embed="rId36">
              <a:alphaModFix/>
            </a:blip>
            <a:srcRect b="0" l="0" r="0" t="0"/>
            <a:stretch/>
          </p:blipFill>
          <p:spPr>
            <a:xfrm>
              <a:off x="855905" y="2901641"/>
              <a:ext cx="545045" cy="771487"/>
            </a:xfrm>
            <a:prstGeom prst="rect">
              <a:avLst/>
            </a:prstGeom>
            <a:noFill/>
            <a:ln>
              <a:noFill/>
            </a:ln>
            <a:effectLst>
              <a:outerShdw blurRad="71438" rotWithShape="0" algn="bl" dir="5400000" dist="28575">
                <a:srgbClr val="000000">
                  <a:alpha val="15290"/>
                </a:srgbClr>
              </a:outerShdw>
            </a:effectLst>
          </p:spPr>
        </p:pic>
        <p:pic>
          <p:nvPicPr>
            <p:cNvPr id="831" name="Google Shape;831;g338b3853d3c_0_113"/>
            <p:cNvPicPr preferRelativeResize="0"/>
            <p:nvPr/>
          </p:nvPicPr>
          <p:blipFill rotWithShape="1">
            <a:blip r:embed="rId37">
              <a:alphaModFix/>
            </a:blip>
            <a:srcRect b="0" l="89" r="79" t="0"/>
            <a:stretch/>
          </p:blipFill>
          <p:spPr>
            <a:xfrm>
              <a:off x="6971985" y="3750026"/>
              <a:ext cx="544981" cy="771496"/>
            </a:xfrm>
            <a:prstGeom prst="rect">
              <a:avLst/>
            </a:prstGeom>
            <a:noFill/>
            <a:ln>
              <a:noFill/>
            </a:ln>
            <a:effectLst>
              <a:outerShdw blurRad="71438" rotWithShape="0" algn="bl" dir="5400000" dist="28575">
                <a:srgbClr val="000000">
                  <a:alpha val="14900"/>
                </a:srgbClr>
              </a:outerShdw>
            </a:effectLst>
          </p:spPr>
        </p:pic>
        <p:pic>
          <p:nvPicPr>
            <p:cNvPr id="832" name="Google Shape;832;g338b3853d3c_0_113"/>
            <p:cNvPicPr preferRelativeResize="0"/>
            <p:nvPr/>
          </p:nvPicPr>
          <p:blipFill rotWithShape="1">
            <a:blip r:embed="rId38">
              <a:alphaModFix/>
            </a:blip>
            <a:srcRect b="0" l="29" r="29" t="0"/>
            <a:stretch/>
          </p:blipFill>
          <p:spPr>
            <a:xfrm>
              <a:off x="7583489" y="3750026"/>
              <a:ext cx="544981" cy="771496"/>
            </a:xfrm>
            <a:prstGeom prst="rect">
              <a:avLst/>
            </a:prstGeom>
            <a:noFill/>
            <a:ln>
              <a:noFill/>
            </a:ln>
            <a:effectLst>
              <a:outerShdw blurRad="71438" rotWithShape="0" algn="bl" dir="5400000" dist="28575">
                <a:srgbClr val="000000">
                  <a:alpha val="14900"/>
                </a:srgbClr>
              </a:outerShdw>
            </a:effectLst>
          </p:spPr>
        </p:pic>
        <p:pic>
          <p:nvPicPr>
            <p:cNvPr id="833" name="Google Shape;833;g338b3853d3c_0_113"/>
            <p:cNvPicPr preferRelativeResize="0"/>
            <p:nvPr/>
          </p:nvPicPr>
          <p:blipFill rotWithShape="1">
            <a:blip r:embed="rId39">
              <a:alphaModFix/>
            </a:blip>
            <a:srcRect b="0" l="89" r="79" t="0"/>
            <a:stretch/>
          </p:blipFill>
          <p:spPr>
            <a:xfrm>
              <a:off x="856030" y="4598451"/>
              <a:ext cx="544981" cy="771496"/>
            </a:xfrm>
            <a:prstGeom prst="rect">
              <a:avLst/>
            </a:prstGeom>
            <a:noFill/>
            <a:ln>
              <a:noFill/>
            </a:ln>
            <a:effectLst>
              <a:outerShdw blurRad="71438" rotWithShape="0" algn="bl" dir="5400000" dist="28575">
                <a:srgbClr val="000000">
                  <a:alpha val="14900"/>
                </a:srgbClr>
              </a:outerShdw>
            </a:effectLst>
          </p:spPr>
        </p:pic>
        <p:pic>
          <p:nvPicPr>
            <p:cNvPr id="834" name="Google Shape;834;g338b3853d3c_0_113"/>
            <p:cNvPicPr preferRelativeResize="0"/>
            <p:nvPr/>
          </p:nvPicPr>
          <p:blipFill rotWithShape="1">
            <a:blip r:embed="rId40">
              <a:alphaModFix/>
            </a:blip>
            <a:srcRect b="0" l="29" r="29" t="0"/>
            <a:stretch/>
          </p:blipFill>
          <p:spPr>
            <a:xfrm>
              <a:off x="1467533" y="4598451"/>
              <a:ext cx="544981" cy="771496"/>
            </a:xfrm>
            <a:prstGeom prst="rect">
              <a:avLst/>
            </a:prstGeom>
            <a:noFill/>
            <a:ln>
              <a:noFill/>
            </a:ln>
            <a:effectLst>
              <a:outerShdw blurRad="71438" rotWithShape="0" algn="bl" dir="5400000" dist="28575">
                <a:srgbClr val="000000">
                  <a:alpha val="14900"/>
                </a:srgbClr>
              </a:outerShdw>
            </a:effectLst>
          </p:spPr>
        </p:pic>
        <p:pic>
          <p:nvPicPr>
            <p:cNvPr id="835" name="Google Shape;835;g338b3853d3c_0_113"/>
            <p:cNvPicPr preferRelativeResize="0"/>
            <p:nvPr/>
          </p:nvPicPr>
          <p:blipFill rotWithShape="1">
            <a:blip r:embed="rId41">
              <a:alphaModFix/>
            </a:blip>
            <a:srcRect b="0" l="89" r="79" t="0"/>
            <a:stretch/>
          </p:blipFill>
          <p:spPr>
            <a:xfrm>
              <a:off x="2079037" y="4598451"/>
              <a:ext cx="544981" cy="771496"/>
            </a:xfrm>
            <a:prstGeom prst="rect">
              <a:avLst/>
            </a:prstGeom>
            <a:noFill/>
            <a:ln>
              <a:noFill/>
            </a:ln>
            <a:effectLst>
              <a:outerShdw blurRad="71438" rotWithShape="0" algn="bl" dir="5400000" dist="28575">
                <a:srgbClr val="000000">
                  <a:alpha val="14900"/>
                </a:srgbClr>
              </a:outerShdw>
            </a:effectLst>
          </p:spPr>
        </p:pic>
        <p:pic>
          <p:nvPicPr>
            <p:cNvPr id="836" name="Google Shape;836;g338b3853d3c_0_113"/>
            <p:cNvPicPr preferRelativeResize="0"/>
            <p:nvPr/>
          </p:nvPicPr>
          <p:blipFill rotWithShape="1">
            <a:blip r:embed="rId42">
              <a:alphaModFix/>
            </a:blip>
            <a:srcRect b="0" l="79" r="79" t="0"/>
            <a:stretch/>
          </p:blipFill>
          <p:spPr>
            <a:xfrm>
              <a:off x="2690529" y="4598412"/>
              <a:ext cx="545045" cy="771487"/>
            </a:xfrm>
            <a:prstGeom prst="rect">
              <a:avLst/>
            </a:prstGeom>
            <a:noFill/>
            <a:ln>
              <a:noFill/>
            </a:ln>
            <a:effectLst>
              <a:outerShdw blurRad="71438" rotWithShape="0" algn="bl" dir="5400000" dist="28575">
                <a:srgbClr val="000000">
                  <a:alpha val="14900"/>
                </a:srgbClr>
              </a:outerShdw>
            </a:effectLst>
          </p:spPr>
        </p:pic>
        <p:pic>
          <p:nvPicPr>
            <p:cNvPr id="837" name="Google Shape;837;g338b3853d3c_0_113"/>
            <p:cNvPicPr preferRelativeResize="0"/>
            <p:nvPr/>
          </p:nvPicPr>
          <p:blipFill rotWithShape="1">
            <a:blip r:embed="rId43">
              <a:alphaModFix/>
            </a:blip>
            <a:srcRect b="0" l="79" r="79" t="0"/>
            <a:stretch/>
          </p:blipFill>
          <p:spPr>
            <a:xfrm>
              <a:off x="3302141" y="4598412"/>
              <a:ext cx="545045" cy="771487"/>
            </a:xfrm>
            <a:prstGeom prst="rect">
              <a:avLst/>
            </a:prstGeom>
            <a:noFill/>
            <a:ln>
              <a:noFill/>
            </a:ln>
            <a:effectLst>
              <a:outerShdw blurRad="71438" rotWithShape="0" algn="bl" dir="5400000" dist="28575">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g338b3853d3c_0_164"/>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2 Common Exception Words </a:t>
            </a:r>
            <a:br>
              <a:rPr lang="en-US"/>
            </a:br>
            <a:r>
              <a:rPr lang="en-US">
                <a:solidFill>
                  <a:srgbClr val="2356AF"/>
                </a:solidFill>
              </a:rPr>
              <a:t>as I is no go to into the put his has of pull full</a:t>
            </a:r>
            <a:r>
              <a:rPr lang="en-US"/>
              <a:t>.</a:t>
            </a:r>
            <a:endParaRPr/>
          </a:p>
        </p:txBody>
      </p:sp>
      <p:grpSp>
        <p:nvGrpSpPr>
          <p:cNvPr id="844" name="Google Shape;844;g338b3853d3c_0_164"/>
          <p:cNvGrpSpPr/>
          <p:nvPr/>
        </p:nvGrpSpPr>
        <p:grpSpPr>
          <a:xfrm>
            <a:off x="865957" y="2135925"/>
            <a:ext cx="7282807" cy="2686611"/>
            <a:chOff x="867357" y="2129450"/>
            <a:chExt cx="7282807" cy="2686611"/>
          </a:xfrm>
        </p:grpSpPr>
        <p:pic>
          <p:nvPicPr>
            <p:cNvPr id="845" name="Google Shape;845;g338b3853d3c_0_164"/>
            <p:cNvPicPr preferRelativeResize="0"/>
            <p:nvPr/>
          </p:nvPicPr>
          <p:blipFill rotWithShape="1">
            <a:blip r:embed="rId3">
              <a:alphaModFix/>
            </a:blip>
            <a:srcRect b="0" l="0" r="0" t="0"/>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46" name="Google Shape;846;g338b3853d3c_0_164"/>
            <p:cNvPicPr preferRelativeResize="0"/>
            <p:nvPr/>
          </p:nvPicPr>
          <p:blipFill rotWithShape="1">
            <a:blip r:embed="rId4">
              <a:alphaModFix/>
            </a:blip>
            <a:srcRect b="0" l="99" r="9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47" name="Google Shape;847;g338b3853d3c_0_164"/>
            <p:cNvPicPr preferRelativeResize="0"/>
            <p:nvPr/>
          </p:nvPicPr>
          <p:blipFill rotWithShape="1">
            <a:blip r:embed="rId5">
              <a:alphaModFix/>
            </a:blip>
            <a:srcRect b="0" l="99" r="9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48" name="Google Shape;848;g338b3853d3c_0_164"/>
            <p:cNvPicPr preferRelativeResize="0"/>
            <p:nvPr/>
          </p:nvPicPr>
          <p:blipFill rotWithShape="1">
            <a:blip r:embed="rId6">
              <a:alphaModFix/>
            </a:blip>
            <a:srcRect b="0" l="99" r="99" t="0"/>
            <a:stretch/>
          </p:blipFill>
          <p:spPr>
            <a:xfrm>
              <a:off x="4547991" y="2129450"/>
              <a:ext cx="1147320" cy="821565"/>
            </a:xfrm>
            <a:prstGeom prst="rect">
              <a:avLst/>
            </a:prstGeom>
            <a:noFill/>
            <a:ln>
              <a:noFill/>
            </a:ln>
            <a:effectLst>
              <a:outerShdw blurRad="71438" rotWithShape="0" algn="bl" dir="5400000" dist="19050">
                <a:srgbClr val="000000">
                  <a:alpha val="18430"/>
                </a:srgbClr>
              </a:outerShdw>
            </a:effectLst>
          </p:spPr>
        </p:pic>
        <p:pic>
          <p:nvPicPr>
            <p:cNvPr id="849" name="Google Shape;849;g338b3853d3c_0_164"/>
            <p:cNvPicPr preferRelativeResize="0"/>
            <p:nvPr/>
          </p:nvPicPr>
          <p:blipFill rotWithShape="1">
            <a:blip r:embed="rId7">
              <a:alphaModFix/>
            </a:blip>
            <a:srcRect b="0" l="99" r="99" t="0"/>
            <a:stretch/>
          </p:blipFill>
          <p:spPr>
            <a:xfrm>
              <a:off x="5774724" y="2129450"/>
              <a:ext cx="1147320" cy="821565"/>
            </a:xfrm>
            <a:prstGeom prst="rect">
              <a:avLst/>
            </a:prstGeom>
            <a:noFill/>
            <a:ln>
              <a:noFill/>
            </a:ln>
            <a:effectLst>
              <a:outerShdw blurRad="71438" rotWithShape="0" algn="bl" dir="5400000" dist="19050">
                <a:srgbClr val="000000">
                  <a:alpha val="18430"/>
                </a:srgbClr>
              </a:outerShdw>
            </a:effectLst>
          </p:spPr>
        </p:pic>
        <p:pic>
          <p:nvPicPr>
            <p:cNvPr id="850" name="Google Shape;850;g338b3853d3c_0_164"/>
            <p:cNvPicPr preferRelativeResize="0"/>
            <p:nvPr/>
          </p:nvPicPr>
          <p:blipFill rotWithShape="1">
            <a:blip r:embed="rId8">
              <a:alphaModFix/>
            </a:blip>
            <a:srcRect b="0" l="99" r="9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51" name="Google Shape;851;g338b3853d3c_0_164"/>
            <p:cNvPicPr preferRelativeResize="0"/>
            <p:nvPr/>
          </p:nvPicPr>
          <p:blipFill rotWithShape="1">
            <a:blip r:embed="rId9">
              <a:alphaModFix/>
            </a:blip>
            <a:srcRect b="0" l="99" r="9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52" name="Google Shape;852;g338b3853d3c_0_164"/>
            <p:cNvPicPr preferRelativeResize="0"/>
            <p:nvPr/>
          </p:nvPicPr>
          <p:blipFill rotWithShape="1">
            <a:blip r:embed="rId10">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8430"/>
                </a:srgbClr>
              </a:outerShdw>
            </a:effectLst>
          </p:spPr>
        </p:pic>
        <p:pic>
          <p:nvPicPr>
            <p:cNvPr id="853" name="Google Shape;853;g338b3853d3c_0_164"/>
            <p:cNvPicPr preferRelativeResize="0"/>
            <p:nvPr/>
          </p:nvPicPr>
          <p:blipFill rotWithShape="1">
            <a:blip r:embed="rId11">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54" name="Google Shape;854;g338b3853d3c_0_164"/>
            <p:cNvPicPr preferRelativeResize="0"/>
            <p:nvPr/>
          </p:nvPicPr>
          <p:blipFill rotWithShape="1">
            <a:blip r:embed="rId12">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55" name="Google Shape;855;g338b3853d3c_0_164"/>
            <p:cNvPicPr preferRelativeResize="0"/>
            <p:nvPr/>
          </p:nvPicPr>
          <p:blipFill rotWithShape="1">
            <a:blip r:embed="rId13">
              <a:alphaModFix/>
            </a:blip>
            <a:srcRect b="0" l="189" r="179" t="0"/>
            <a:stretch/>
          </p:blipFill>
          <p:spPr>
            <a:xfrm>
              <a:off x="5774548" y="3060270"/>
              <a:ext cx="1148707" cy="822956"/>
            </a:xfrm>
            <a:prstGeom prst="rect">
              <a:avLst/>
            </a:prstGeom>
            <a:noFill/>
            <a:ln>
              <a:noFill/>
            </a:ln>
            <a:effectLst>
              <a:outerShdw blurRad="71438" rotWithShape="0" algn="bl" dir="5400000" dist="19050">
                <a:srgbClr val="000000">
                  <a:alpha val="18430"/>
                </a:srgbClr>
              </a:outerShdw>
            </a:effectLst>
          </p:spPr>
        </p:pic>
        <p:pic>
          <p:nvPicPr>
            <p:cNvPr id="856" name="Google Shape;856;g338b3853d3c_0_164"/>
            <p:cNvPicPr preferRelativeResize="0"/>
            <p:nvPr/>
          </p:nvPicPr>
          <p:blipFill rotWithShape="1">
            <a:blip r:embed="rId14">
              <a:alphaModFix/>
            </a:blip>
            <a:srcRect b="0" l="19" r="9" t="0"/>
            <a:stretch/>
          </p:blipFill>
          <p:spPr>
            <a:xfrm>
              <a:off x="867357" y="3994495"/>
              <a:ext cx="1148707" cy="821566"/>
            </a:xfrm>
            <a:prstGeom prst="rect">
              <a:avLst/>
            </a:prstGeom>
            <a:noFill/>
            <a:ln>
              <a:noFill/>
            </a:ln>
            <a:effectLst>
              <a:outerShdw blurRad="71438" rotWithShape="0" algn="bl" dir="5400000" dist="19050">
                <a:srgbClr val="000000">
                  <a:alpha val="18430"/>
                </a:srgbClr>
              </a:outerShdw>
            </a:effectLst>
          </p:spPr>
        </p:pic>
        <p:pic>
          <p:nvPicPr>
            <p:cNvPr id="857" name="Google Shape;857;g338b3853d3c_0_164"/>
            <p:cNvPicPr preferRelativeResize="0"/>
            <p:nvPr/>
          </p:nvPicPr>
          <p:blipFill rotWithShape="1">
            <a:blip r:embed="rId15">
              <a:alphaModFix/>
            </a:blip>
            <a:srcRect b="0" l="19" r="9" t="0"/>
            <a:stretch/>
          </p:blipFill>
          <p:spPr>
            <a:xfrm>
              <a:off x="7001457" y="3060270"/>
              <a:ext cx="1148707" cy="821564"/>
            </a:xfrm>
            <a:prstGeom prst="rect">
              <a:avLst/>
            </a:prstGeom>
            <a:noFill/>
            <a:ln>
              <a:noFill/>
            </a:ln>
            <a:effectLst>
              <a:outerShdw blurRad="71438" rotWithShape="0" algn="bl" dir="5400000" dist="19050">
                <a:srgbClr val="000000">
                  <a:alpha val="18430"/>
                </a:srgbClr>
              </a:outerShdw>
            </a:effectLst>
          </p:spPr>
        </p:pic>
        <p:pic>
          <p:nvPicPr>
            <p:cNvPr id="858" name="Google Shape;858;g338b3853d3c_0_164"/>
            <p:cNvPicPr preferRelativeResize="0"/>
            <p:nvPr/>
          </p:nvPicPr>
          <p:blipFill rotWithShape="1">
            <a:blip r:embed="rId16">
              <a:alphaModFix/>
            </a:blip>
            <a:srcRect b="0" l="99" r="99" t="0"/>
            <a:stretch/>
          </p:blipFill>
          <p:spPr>
            <a:xfrm>
              <a:off x="2093821" y="3994495"/>
              <a:ext cx="1148707" cy="82156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g338b3853d3c_0_184"/>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3 Common Exception Words </a:t>
            </a:r>
            <a:r>
              <a:rPr lang="en-US">
                <a:solidFill>
                  <a:srgbClr val="2356AF"/>
                </a:solidFill>
              </a:rPr>
              <a:t>push they me we be he she my by looked you are there here were all sure</a:t>
            </a:r>
            <a:r>
              <a:rPr lang="en-US"/>
              <a:t>.</a:t>
            </a:r>
            <a:endParaRPr/>
          </a:p>
        </p:txBody>
      </p:sp>
      <p:grpSp>
        <p:nvGrpSpPr>
          <p:cNvPr id="865" name="Google Shape;865;g338b3853d3c_0_184"/>
          <p:cNvGrpSpPr/>
          <p:nvPr/>
        </p:nvGrpSpPr>
        <p:grpSpPr>
          <a:xfrm>
            <a:off x="866900" y="2136011"/>
            <a:ext cx="7281864" cy="2684601"/>
            <a:chOff x="868300" y="2129450"/>
            <a:chExt cx="7281864" cy="2684601"/>
          </a:xfrm>
        </p:grpSpPr>
        <p:pic>
          <p:nvPicPr>
            <p:cNvPr id="866" name="Google Shape;866;g338b3853d3c_0_184"/>
            <p:cNvPicPr preferRelativeResize="0"/>
            <p:nvPr/>
          </p:nvPicPr>
          <p:blipFill rotWithShape="1">
            <a:blip r:embed="rId3">
              <a:alphaModFix/>
            </a:blip>
            <a:srcRect b="0" l="99" r="99" t="0"/>
            <a:stretch/>
          </p:blipFill>
          <p:spPr>
            <a:xfrm>
              <a:off x="4547639" y="3991095"/>
              <a:ext cx="1148707" cy="822955"/>
            </a:xfrm>
            <a:prstGeom prst="rect">
              <a:avLst/>
            </a:prstGeom>
            <a:noFill/>
            <a:ln>
              <a:noFill/>
            </a:ln>
            <a:effectLst>
              <a:outerShdw blurRad="71438" rotWithShape="0" algn="bl" dir="5400000" dist="19050">
                <a:srgbClr val="000000">
                  <a:alpha val="18430"/>
                </a:srgbClr>
              </a:outerShdw>
            </a:effectLst>
          </p:spPr>
        </p:pic>
        <p:pic>
          <p:nvPicPr>
            <p:cNvPr id="867" name="Google Shape;867;g338b3853d3c_0_184"/>
            <p:cNvPicPr preferRelativeResize="0"/>
            <p:nvPr/>
          </p:nvPicPr>
          <p:blipFill rotWithShape="1">
            <a:blip r:embed="rId4">
              <a:alphaModFix/>
            </a:blip>
            <a:srcRect b="0" l="189" r="179" t="0"/>
            <a:stretch/>
          </p:blipFill>
          <p:spPr>
            <a:xfrm>
              <a:off x="3320730" y="3991095"/>
              <a:ext cx="1148707" cy="822956"/>
            </a:xfrm>
            <a:prstGeom prst="rect">
              <a:avLst/>
            </a:prstGeom>
            <a:noFill/>
            <a:ln>
              <a:noFill/>
            </a:ln>
            <a:effectLst>
              <a:outerShdw blurRad="71438" rotWithShape="0" algn="bl" dir="5400000" dist="19050">
                <a:srgbClr val="000000">
                  <a:alpha val="18430"/>
                </a:srgbClr>
              </a:outerShdw>
            </a:effectLst>
          </p:spPr>
        </p:pic>
        <p:pic>
          <p:nvPicPr>
            <p:cNvPr id="868" name="Google Shape;868;g338b3853d3c_0_184"/>
            <p:cNvPicPr preferRelativeResize="0"/>
            <p:nvPr/>
          </p:nvPicPr>
          <p:blipFill rotWithShape="1">
            <a:blip r:embed="rId5">
              <a:alphaModFix/>
            </a:blip>
            <a:srcRect b="0" l="19" r="9" t="0"/>
            <a:stretch/>
          </p:blipFill>
          <p:spPr>
            <a:xfrm>
              <a:off x="2093821" y="3991095"/>
              <a:ext cx="1148707" cy="821566"/>
            </a:xfrm>
            <a:prstGeom prst="rect">
              <a:avLst/>
            </a:prstGeom>
            <a:noFill/>
            <a:ln>
              <a:noFill/>
            </a:ln>
            <a:effectLst>
              <a:outerShdw blurRad="71438" rotWithShape="0" algn="bl" dir="5400000" dist="19050">
                <a:srgbClr val="000000">
                  <a:alpha val="18430"/>
                </a:srgbClr>
              </a:outerShdw>
            </a:effectLst>
          </p:spPr>
        </p:pic>
        <p:pic>
          <p:nvPicPr>
            <p:cNvPr id="869" name="Google Shape;869;g338b3853d3c_0_184"/>
            <p:cNvPicPr preferRelativeResize="0"/>
            <p:nvPr/>
          </p:nvPicPr>
          <p:blipFill rotWithShape="1">
            <a:blip r:embed="rId6">
              <a:alphaModFix/>
            </a:blip>
            <a:srcRect b="0" l="159" r="159" t="0"/>
            <a:stretch/>
          </p:blipFill>
          <p:spPr>
            <a:xfrm>
              <a:off x="868300" y="3991095"/>
              <a:ext cx="1147320" cy="822955"/>
            </a:xfrm>
            <a:prstGeom prst="rect">
              <a:avLst/>
            </a:prstGeom>
            <a:noFill/>
            <a:ln>
              <a:noFill/>
            </a:ln>
            <a:effectLst>
              <a:outerShdw blurRad="71438" rotWithShape="0" algn="bl" dir="5400000" dist="19050">
                <a:srgbClr val="000000">
                  <a:alpha val="18820"/>
                </a:srgbClr>
              </a:outerShdw>
            </a:effectLst>
          </p:spPr>
        </p:pic>
        <p:pic>
          <p:nvPicPr>
            <p:cNvPr id="870" name="Google Shape;870;g338b3853d3c_0_184"/>
            <p:cNvPicPr preferRelativeResize="0"/>
            <p:nvPr/>
          </p:nvPicPr>
          <p:blipFill rotWithShape="1">
            <a:blip r:embed="rId7">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8430"/>
                </a:srgbClr>
              </a:outerShdw>
            </a:effectLst>
          </p:spPr>
        </p:pic>
        <p:pic>
          <p:nvPicPr>
            <p:cNvPr id="871" name="Google Shape;871;g338b3853d3c_0_184"/>
            <p:cNvPicPr preferRelativeResize="0"/>
            <p:nvPr/>
          </p:nvPicPr>
          <p:blipFill rotWithShape="1">
            <a:blip r:embed="rId8">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72" name="Google Shape;872;g338b3853d3c_0_184"/>
            <p:cNvPicPr preferRelativeResize="0"/>
            <p:nvPr/>
          </p:nvPicPr>
          <p:blipFill rotWithShape="1">
            <a:blip r:embed="rId9">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73" name="Google Shape;873;g338b3853d3c_0_184"/>
            <p:cNvPicPr preferRelativeResize="0"/>
            <p:nvPr/>
          </p:nvPicPr>
          <p:blipFill rotWithShape="1">
            <a:blip r:embed="rId10">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74" name="Google Shape;874;g338b3853d3c_0_184"/>
            <p:cNvPicPr preferRelativeResize="0"/>
            <p:nvPr/>
          </p:nvPicPr>
          <p:blipFill rotWithShape="1">
            <a:blip r:embed="rId11">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875" name="Google Shape;875;g338b3853d3c_0_184"/>
            <p:cNvPicPr preferRelativeResize="0"/>
            <p:nvPr/>
          </p:nvPicPr>
          <p:blipFill rotWithShape="1">
            <a:blip r:embed="rId12">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876" name="Google Shape;876;g338b3853d3c_0_184"/>
            <p:cNvPicPr preferRelativeResize="0"/>
            <p:nvPr/>
          </p:nvPicPr>
          <p:blipFill rotWithShape="1">
            <a:blip r:embed="rId13">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77" name="Google Shape;877;g338b3853d3c_0_184"/>
            <p:cNvPicPr preferRelativeResize="0"/>
            <p:nvPr/>
          </p:nvPicPr>
          <p:blipFill rotWithShape="1">
            <a:blip r:embed="rId14">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78" name="Google Shape;878;g338b3853d3c_0_184"/>
            <p:cNvPicPr preferRelativeResize="0"/>
            <p:nvPr/>
          </p:nvPicPr>
          <p:blipFill rotWithShape="1">
            <a:blip r:embed="rId15">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879" name="Google Shape;879;g338b3853d3c_0_184"/>
            <p:cNvPicPr preferRelativeResize="0"/>
            <p:nvPr/>
          </p:nvPicPr>
          <p:blipFill rotWithShape="1">
            <a:blip r:embed="rId16">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80" name="Google Shape;880;g338b3853d3c_0_184"/>
            <p:cNvPicPr preferRelativeResize="0"/>
            <p:nvPr/>
          </p:nvPicPr>
          <p:blipFill rotWithShape="1">
            <a:blip r:embed="rId17">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81" name="Google Shape;881;g338b3853d3c_0_184"/>
            <p:cNvPicPr preferRelativeResize="0"/>
            <p:nvPr/>
          </p:nvPicPr>
          <p:blipFill rotWithShape="1">
            <a:blip r:embed="rId18">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882" name="Google Shape;882;g338b3853d3c_0_184"/>
            <p:cNvPicPr preferRelativeResize="0"/>
            <p:nvPr/>
          </p:nvPicPr>
          <p:blipFill rotWithShape="1">
            <a:blip r:embed="rId19">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83" name="Google Shape;883;g338b3853d3c_0_184"/>
            <p:cNvPicPr preferRelativeResize="0"/>
            <p:nvPr/>
          </p:nvPicPr>
          <p:blipFill rotWithShape="1">
            <a:blip r:embed="rId20">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84" name="Google Shape;884;g338b3853d3c_0_184"/>
            <p:cNvPicPr preferRelativeResize="0"/>
            <p:nvPr/>
          </p:nvPicPr>
          <p:blipFill rotWithShape="1">
            <a:blip r:embed="rId21">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85" name="Google Shape;885;g338b3853d3c_0_184"/>
            <p:cNvPicPr preferRelativeResize="0"/>
            <p:nvPr/>
          </p:nvPicPr>
          <p:blipFill rotWithShape="1">
            <a:blip r:embed="rId22">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886" name="Google Shape;886;g338b3853d3c_0_184"/>
            <p:cNvPicPr preferRelativeResize="0"/>
            <p:nvPr/>
          </p:nvPicPr>
          <p:blipFill rotWithShape="1">
            <a:blip r:embed="rId23">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887" name="Google Shape;887;g338b3853d3c_0_184"/>
            <p:cNvPicPr preferRelativeResize="0"/>
            <p:nvPr/>
          </p:nvPicPr>
          <p:blipFill rotWithShape="1">
            <a:blip r:embed="rId24">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88" name="Google Shape;888;g338b3853d3c_0_184"/>
            <p:cNvPicPr preferRelativeResize="0"/>
            <p:nvPr/>
          </p:nvPicPr>
          <p:blipFill rotWithShape="1">
            <a:blip r:embed="rId25">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89" name="Google Shape;889;g338b3853d3c_0_184"/>
            <p:cNvPicPr preferRelativeResize="0"/>
            <p:nvPr/>
          </p:nvPicPr>
          <p:blipFill rotWithShape="1">
            <a:blip r:embed="rId26">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890" name="Google Shape;890;g338b3853d3c_0_184"/>
            <p:cNvPicPr preferRelativeResize="0"/>
            <p:nvPr/>
          </p:nvPicPr>
          <p:blipFill rotWithShape="1">
            <a:blip r:embed="rId27">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91" name="Google Shape;891;g338b3853d3c_0_184"/>
            <p:cNvPicPr preferRelativeResize="0"/>
            <p:nvPr/>
          </p:nvPicPr>
          <p:blipFill rotWithShape="1">
            <a:blip r:embed="rId28">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92" name="Google Shape;892;g338b3853d3c_0_184"/>
            <p:cNvPicPr preferRelativeResize="0"/>
            <p:nvPr/>
          </p:nvPicPr>
          <p:blipFill rotWithShape="1">
            <a:blip r:embed="rId29">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893" name="Google Shape;893;g338b3853d3c_0_184"/>
            <p:cNvPicPr preferRelativeResize="0"/>
            <p:nvPr/>
          </p:nvPicPr>
          <p:blipFill rotWithShape="1">
            <a:blip r:embed="rId30">
              <a:alphaModFix/>
            </a:blip>
            <a:srcRect b="0" l="99" r="99" t="0"/>
            <a:stretch/>
          </p:blipFill>
          <p:spPr>
            <a:xfrm>
              <a:off x="5774548" y="3991095"/>
              <a:ext cx="1148707" cy="82295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g338b3853d3c_0_218"/>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4 Common Exception Words </a:t>
            </a:r>
            <a:r>
              <a:rPr lang="en-US">
                <a:solidFill>
                  <a:srgbClr val="2356AF"/>
                </a:solidFill>
              </a:rPr>
              <a:t>said like out have some come what was so old do little one</a:t>
            </a:r>
            <a:r>
              <a:rPr lang="en-US"/>
              <a:t>.</a:t>
            </a:r>
            <a:endParaRPr/>
          </a:p>
        </p:txBody>
      </p:sp>
      <p:grpSp>
        <p:nvGrpSpPr>
          <p:cNvPr id="900" name="Google Shape;900;g338b3853d3c_0_218"/>
          <p:cNvGrpSpPr/>
          <p:nvPr/>
        </p:nvGrpSpPr>
        <p:grpSpPr>
          <a:xfrm>
            <a:off x="868300" y="2129450"/>
            <a:ext cx="7281864" cy="2684601"/>
            <a:chOff x="868300" y="2053250"/>
            <a:chExt cx="7281864" cy="2684601"/>
          </a:xfrm>
        </p:grpSpPr>
        <p:pic>
          <p:nvPicPr>
            <p:cNvPr id="901" name="Google Shape;901;g338b3853d3c_0_218"/>
            <p:cNvPicPr preferRelativeResize="0"/>
            <p:nvPr/>
          </p:nvPicPr>
          <p:blipFill rotWithShape="1">
            <a:blip r:embed="rId3">
              <a:alphaModFix/>
            </a:blip>
            <a:srcRect b="0" l="189" r="179" t="0"/>
            <a:stretch/>
          </p:blipFill>
          <p:spPr>
            <a:xfrm>
              <a:off x="868300" y="3914895"/>
              <a:ext cx="1147320" cy="822956"/>
            </a:xfrm>
            <a:prstGeom prst="rect">
              <a:avLst/>
            </a:prstGeom>
            <a:noFill/>
            <a:ln>
              <a:noFill/>
            </a:ln>
            <a:effectLst>
              <a:outerShdw blurRad="71438" rotWithShape="0" algn="bl" dir="5400000" dist="19050">
                <a:srgbClr val="000000">
                  <a:alpha val="17650"/>
                </a:srgbClr>
              </a:outerShdw>
            </a:effectLst>
          </p:spPr>
        </p:pic>
        <p:pic>
          <p:nvPicPr>
            <p:cNvPr id="902" name="Google Shape;902;g338b3853d3c_0_218"/>
            <p:cNvPicPr preferRelativeResize="0"/>
            <p:nvPr/>
          </p:nvPicPr>
          <p:blipFill rotWithShape="1">
            <a:blip r:embed="rId4">
              <a:alphaModFix/>
            </a:blip>
            <a:srcRect b="0" l="39" r="39" t="0"/>
            <a:stretch/>
          </p:blipFill>
          <p:spPr>
            <a:xfrm>
              <a:off x="5774548" y="2984070"/>
              <a:ext cx="1148707" cy="822955"/>
            </a:xfrm>
            <a:prstGeom prst="rect">
              <a:avLst/>
            </a:prstGeom>
            <a:noFill/>
            <a:ln>
              <a:noFill/>
            </a:ln>
            <a:effectLst>
              <a:outerShdw blurRad="71438" rotWithShape="0" algn="bl" dir="5400000" dist="19050">
                <a:srgbClr val="000000">
                  <a:alpha val="17650"/>
                </a:srgbClr>
              </a:outerShdw>
            </a:effectLst>
          </p:spPr>
        </p:pic>
        <p:pic>
          <p:nvPicPr>
            <p:cNvPr id="903" name="Google Shape;903;g338b3853d3c_0_218"/>
            <p:cNvPicPr preferRelativeResize="0"/>
            <p:nvPr/>
          </p:nvPicPr>
          <p:blipFill rotWithShape="1">
            <a:blip r:embed="rId5">
              <a:alphaModFix/>
            </a:blip>
            <a:srcRect b="0" l="39" r="39" t="0"/>
            <a:stretch/>
          </p:blipFill>
          <p:spPr>
            <a:xfrm>
              <a:off x="7001457" y="2984070"/>
              <a:ext cx="1148707" cy="821565"/>
            </a:xfrm>
            <a:prstGeom prst="rect">
              <a:avLst/>
            </a:prstGeom>
            <a:noFill/>
            <a:ln>
              <a:noFill/>
            </a:ln>
            <a:effectLst>
              <a:outerShdw blurRad="71438" rotWithShape="0" algn="bl" dir="5400000" dist="19050">
                <a:srgbClr val="000000">
                  <a:alpha val="17650"/>
                </a:srgbClr>
              </a:outerShdw>
            </a:effectLst>
          </p:spPr>
        </p:pic>
        <p:pic>
          <p:nvPicPr>
            <p:cNvPr id="904" name="Google Shape;904;g338b3853d3c_0_218"/>
            <p:cNvPicPr preferRelativeResize="0"/>
            <p:nvPr/>
          </p:nvPicPr>
          <p:blipFill rotWithShape="1">
            <a:blip r:embed="rId6">
              <a:alphaModFix/>
            </a:blip>
            <a:srcRect b="0" l="39" r="39" t="0"/>
            <a:stretch/>
          </p:blipFill>
          <p:spPr>
            <a:xfrm>
              <a:off x="3320730" y="2984070"/>
              <a:ext cx="1148707" cy="822955"/>
            </a:xfrm>
            <a:prstGeom prst="rect">
              <a:avLst/>
            </a:prstGeom>
            <a:noFill/>
            <a:ln>
              <a:noFill/>
            </a:ln>
            <a:effectLst>
              <a:outerShdw blurRad="71438" rotWithShape="0" algn="bl" dir="5400000" dist="19050">
                <a:srgbClr val="000000">
                  <a:alpha val="17650"/>
                </a:srgbClr>
              </a:outerShdw>
            </a:effectLst>
          </p:spPr>
        </p:pic>
        <p:pic>
          <p:nvPicPr>
            <p:cNvPr id="905" name="Google Shape;905;g338b3853d3c_0_218"/>
            <p:cNvPicPr preferRelativeResize="0"/>
            <p:nvPr/>
          </p:nvPicPr>
          <p:blipFill rotWithShape="1">
            <a:blip r:embed="rId7">
              <a:alphaModFix/>
            </a:blip>
            <a:srcRect b="0" l="39" r="39" t="0"/>
            <a:stretch/>
          </p:blipFill>
          <p:spPr>
            <a:xfrm>
              <a:off x="4547639" y="2984070"/>
              <a:ext cx="1148707" cy="822955"/>
            </a:xfrm>
            <a:prstGeom prst="rect">
              <a:avLst/>
            </a:prstGeom>
            <a:noFill/>
            <a:ln>
              <a:noFill/>
            </a:ln>
            <a:effectLst>
              <a:outerShdw blurRad="71438" rotWithShape="0" algn="bl" dir="5400000" dist="19050">
                <a:srgbClr val="000000">
                  <a:alpha val="17650"/>
                </a:srgbClr>
              </a:outerShdw>
            </a:effectLst>
          </p:spPr>
        </p:pic>
        <p:pic>
          <p:nvPicPr>
            <p:cNvPr id="906" name="Google Shape;906;g338b3853d3c_0_218"/>
            <p:cNvPicPr preferRelativeResize="0"/>
            <p:nvPr/>
          </p:nvPicPr>
          <p:blipFill rotWithShape="1">
            <a:blip r:embed="rId8">
              <a:alphaModFix/>
            </a:blip>
            <a:srcRect b="0" l="189" r="179" t="0"/>
            <a:stretch/>
          </p:blipFill>
          <p:spPr>
            <a:xfrm>
              <a:off x="868300" y="2984070"/>
              <a:ext cx="1147320" cy="822956"/>
            </a:xfrm>
            <a:prstGeom prst="rect">
              <a:avLst/>
            </a:prstGeom>
            <a:noFill/>
            <a:ln>
              <a:noFill/>
            </a:ln>
            <a:effectLst>
              <a:outerShdw blurRad="71438" rotWithShape="0" algn="bl" dir="5400000" dist="19050">
                <a:srgbClr val="000000">
                  <a:alpha val="17650"/>
                </a:srgbClr>
              </a:outerShdw>
            </a:effectLst>
          </p:spPr>
        </p:pic>
        <p:pic>
          <p:nvPicPr>
            <p:cNvPr id="907" name="Google Shape;907;g338b3853d3c_0_218"/>
            <p:cNvPicPr preferRelativeResize="0"/>
            <p:nvPr/>
          </p:nvPicPr>
          <p:blipFill rotWithShape="1">
            <a:blip r:embed="rId9">
              <a:alphaModFix/>
            </a:blip>
            <a:srcRect b="49" l="0" r="0" t="39"/>
            <a:stretch/>
          </p:blipFill>
          <p:spPr>
            <a:xfrm>
              <a:off x="2093821" y="2984070"/>
              <a:ext cx="1148707" cy="821566"/>
            </a:xfrm>
            <a:prstGeom prst="rect">
              <a:avLst/>
            </a:prstGeom>
            <a:noFill/>
            <a:ln>
              <a:noFill/>
            </a:ln>
            <a:effectLst>
              <a:outerShdw blurRad="71438" rotWithShape="0" algn="bl" dir="5400000" dist="19050">
                <a:srgbClr val="000000">
                  <a:alpha val="17650"/>
                </a:srgbClr>
              </a:outerShdw>
            </a:effectLst>
          </p:spPr>
        </p:pic>
        <p:pic>
          <p:nvPicPr>
            <p:cNvPr id="908" name="Google Shape;908;g338b3853d3c_0_218"/>
            <p:cNvPicPr preferRelativeResize="0"/>
            <p:nvPr/>
          </p:nvPicPr>
          <p:blipFill rotWithShape="1">
            <a:blip r:embed="rId10">
              <a:alphaModFix/>
            </a:blip>
            <a:srcRect b="0" l="59" r="59" t="0"/>
            <a:stretch/>
          </p:blipFill>
          <p:spPr>
            <a:xfrm>
              <a:off x="868300" y="2053250"/>
              <a:ext cx="1146813" cy="819547"/>
            </a:xfrm>
            <a:prstGeom prst="rect">
              <a:avLst/>
            </a:prstGeom>
            <a:noFill/>
            <a:ln>
              <a:noFill/>
            </a:ln>
            <a:effectLst>
              <a:outerShdw blurRad="71438" rotWithShape="0" algn="bl" dir="5400000" dist="19050">
                <a:srgbClr val="000000">
                  <a:alpha val="18040"/>
                </a:srgbClr>
              </a:outerShdw>
            </a:effectLst>
          </p:spPr>
        </p:pic>
        <p:pic>
          <p:nvPicPr>
            <p:cNvPr id="909" name="Google Shape;909;g338b3853d3c_0_218"/>
            <p:cNvPicPr preferRelativeResize="0"/>
            <p:nvPr/>
          </p:nvPicPr>
          <p:blipFill rotWithShape="1">
            <a:blip r:embed="rId11">
              <a:alphaModFix/>
            </a:blip>
            <a:srcRect b="0" l="159" r="159" t="0"/>
            <a:stretch/>
          </p:blipFill>
          <p:spPr>
            <a:xfrm>
              <a:off x="2094526" y="2053250"/>
              <a:ext cx="1147320" cy="822955"/>
            </a:xfrm>
            <a:prstGeom prst="rect">
              <a:avLst/>
            </a:prstGeom>
            <a:noFill/>
            <a:ln>
              <a:noFill/>
            </a:ln>
            <a:effectLst>
              <a:outerShdw blurRad="71438" rotWithShape="0" algn="bl" dir="5400000" dist="19050">
                <a:srgbClr val="000000">
                  <a:alpha val="18040"/>
                </a:srgbClr>
              </a:outerShdw>
            </a:effectLst>
          </p:spPr>
        </p:pic>
        <p:pic>
          <p:nvPicPr>
            <p:cNvPr id="910" name="Google Shape;910;g338b3853d3c_0_218"/>
            <p:cNvPicPr preferRelativeResize="0"/>
            <p:nvPr/>
          </p:nvPicPr>
          <p:blipFill rotWithShape="1">
            <a:blip r:embed="rId12">
              <a:alphaModFix/>
            </a:blip>
            <a:srcRect b="0" l="159" r="159" t="0"/>
            <a:stretch/>
          </p:blipFill>
          <p:spPr>
            <a:xfrm>
              <a:off x="3321259" y="2053250"/>
              <a:ext cx="1147320" cy="821565"/>
            </a:xfrm>
            <a:prstGeom prst="rect">
              <a:avLst/>
            </a:prstGeom>
            <a:noFill/>
            <a:ln>
              <a:noFill/>
            </a:ln>
            <a:effectLst>
              <a:outerShdw blurRad="71438" rotWithShape="0" algn="bl" dir="5400000" dist="19050">
                <a:srgbClr val="000000">
                  <a:alpha val="18040"/>
                </a:srgbClr>
              </a:outerShdw>
            </a:effectLst>
          </p:spPr>
        </p:pic>
        <p:pic>
          <p:nvPicPr>
            <p:cNvPr id="911" name="Google Shape;911;g338b3853d3c_0_218"/>
            <p:cNvPicPr preferRelativeResize="0"/>
            <p:nvPr/>
          </p:nvPicPr>
          <p:blipFill rotWithShape="1">
            <a:blip r:embed="rId13">
              <a:alphaModFix/>
            </a:blip>
            <a:srcRect b="0" l="79" r="69" t="0"/>
            <a:stretch/>
          </p:blipFill>
          <p:spPr>
            <a:xfrm>
              <a:off x="4547991" y="2053250"/>
              <a:ext cx="1147320" cy="821566"/>
            </a:xfrm>
            <a:prstGeom prst="rect">
              <a:avLst/>
            </a:prstGeom>
            <a:noFill/>
            <a:ln>
              <a:noFill/>
            </a:ln>
            <a:effectLst>
              <a:outerShdw blurRad="71438" rotWithShape="0" algn="bl" dir="5400000" dist="19050">
                <a:srgbClr val="000000">
                  <a:alpha val="18040"/>
                </a:srgbClr>
              </a:outerShdw>
            </a:effectLst>
          </p:spPr>
        </p:pic>
        <p:pic>
          <p:nvPicPr>
            <p:cNvPr id="912" name="Google Shape;912;g338b3853d3c_0_218"/>
            <p:cNvPicPr preferRelativeResize="0"/>
            <p:nvPr/>
          </p:nvPicPr>
          <p:blipFill rotWithShape="1">
            <a:blip r:embed="rId14">
              <a:alphaModFix/>
            </a:blip>
            <a:srcRect b="0" l="79" r="69" t="0"/>
            <a:stretch/>
          </p:blipFill>
          <p:spPr>
            <a:xfrm>
              <a:off x="5774724" y="2053250"/>
              <a:ext cx="1147320" cy="821566"/>
            </a:xfrm>
            <a:prstGeom prst="rect">
              <a:avLst/>
            </a:prstGeom>
            <a:noFill/>
            <a:ln>
              <a:noFill/>
            </a:ln>
            <a:effectLst>
              <a:outerShdw blurRad="71438" rotWithShape="0" algn="bl" dir="5400000" dist="19050">
                <a:srgbClr val="000000">
                  <a:alpha val="18040"/>
                </a:srgbClr>
              </a:outerShdw>
            </a:effectLst>
          </p:spPr>
        </p:pic>
        <p:pic>
          <p:nvPicPr>
            <p:cNvPr id="913" name="Google Shape;913;g338b3853d3c_0_218"/>
            <p:cNvPicPr preferRelativeResize="0"/>
            <p:nvPr/>
          </p:nvPicPr>
          <p:blipFill rotWithShape="1">
            <a:blip r:embed="rId15">
              <a:alphaModFix/>
            </a:blip>
            <a:srcRect b="0" l="79" r="69" t="0"/>
            <a:stretch/>
          </p:blipFill>
          <p:spPr>
            <a:xfrm>
              <a:off x="7001457" y="2053250"/>
              <a:ext cx="1147320" cy="821566"/>
            </a:xfrm>
            <a:prstGeom prst="rect">
              <a:avLst/>
            </a:prstGeom>
            <a:noFill/>
            <a:ln>
              <a:noFill/>
            </a:ln>
            <a:effectLst>
              <a:outerShdw blurRad="71438" rotWithShape="0" algn="bl" dir="5400000" dist="1905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g338b3853d3c_0_237"/>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5 Common Exception Words </a:t>
            </a:r>
            <a:r>
              <a:rPr lang="en-US">
                <a:solidFill>
                  <a:srgbClr val="2356AF"/>
                </a:solidFill>
              </a:rPr>
              <a:t>today house mouse hour because Mr Mrs Ms where should could would move use</a:t>
            </a:r>
            <a:r>
              <a:rPr lang="en-US"/>
              <a:t>.</a:t>
            </a:r>
            <a:endParaRPr/>
          </a:p>
        </p:txBody>
      </p:sp>
      <p:grpSp>
        <p:nvGrpSpPr>
          <p:cNvPr id="920" name="Google Shape;920;g338b3853d3c_0_237"/>
          <p:cNvGrpSpPr/>
          <p:nvPr/>
        </p:nvGrpSpPr>
        <p:grpSpPr>
          <a:xfrm>
            <a:off x="868300" y="2129450"/>
            <a:ext cx="7281864" cy="2688001"/>
            <a:chOff x="868300" y="2129450"/>
            <a:chExt cx="7281864" cy="2688001"/>
          </a:xfrm>
        </p:grpSpPr>
        <p:pic>
          <p:nvPicPr>
            <p:cNvPr id="921" name="Google Shape;921;g338b3853d3c_0_237"/>
            <p:cNvPicPr preferRelativeResize="0"/>
            <p:nvPr/>
          </p:nvPicPr>
          <p:blipFill rotWithShape="1">
            <a:blip r:embed="rId3">
              <a:alphaModFix/>
            </a:blip>
            <a:srcRect b="0" l="248" r="238" t="0"/>
            <a:stretch/>
          </p:blipFill>
          <p:spPr>
            <a:xfrm>
              <a:off x="868300" y="3994495"/>
              <a:ext cx="1147320" cy="822956"/>
            </a:xfrm>
            <a:prstGeom prst="rect">
              <a:avLst/>
            </a:prstGeom>
            <a:noFill/>
            <a:ln>
              <a:noFill/>
            </a:ln>
            <a:effectLst>
              <a:outerShdw blurRad="71438" rotWithShape="0" algn="bl" dir="5400000" dist="19050">
                <a:srgbClr val="000000">
                  <a:alpha val="17650"/>
                </a:srgbClr>
              </a:outerShdw>
            </a:effectLst>
          </p:spPr>
        </p:pic>
        <p:pic>
          <p:nvPicPr>
            <p:cNvPr id="922" name="Google Shape;922;g338b3853d3c_0_237"/>
            <p:cNvPicPr preferRelativeResize="0"/>
            <p:nvPr/>
          </p:nvPicPr>
          <p:blipFill rotWithShape="1">
            <a:blip r:embed="rId4">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7650"/>
                </a:srgbClr>
              </a:outerShdw>
            </a:effectLst>
          </p:spPr>
        </p:pic>
        <p:pic>
          <p:nvPicPr>
            <p:cNvPr id="923" name="Google Shape;923;g338b3853d3c_0_237"/>
            <p:cNvPicPr preferRelativeResize="0"/>
            <p:nvPr/>
          </p:nvPicPr>
          <p:blipFill rotWithShape="1">
            <a:blip r:embed="rId5">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7650"/>
                </a:srgbClr>
              </a:outerShdw>
            </a:effectLst>
          </p:spPr>
        </p:pic>
        <p:pic>
          <p:nvPicPr>
            <p:cNvPr id="924" name="Google Shape;924;g338b3853d3c_0_237"/>
            <p:cNvPicPr preferRelativeResize="0"/>
            <p:nvPr/>
          </p:nvPicPr>
          <p:blipFill rotWithShape="1">
            <a:blip r:embed="rId6">
              <a:alphaModFix/>
            </a:blip>
            <a:srcRect b="0" l="99" r="99" t="0"/>
            <a:stretch/>
          </p:blipFill>
          <p:spPr>
            <a:xfrm>
              <a:off x="3320730" y="3060270"/>
              <a:ext cx="1148707" cy="822955"/>
            </a:xfrm>
            <a:prstGeom prst="rect">
              <a:avLst/>
            </a:prstGeom>
            <a:noFill/>
            <a:ln>
              <a:noFill/>
            </a:ln>
            <a:effectLst>
              <a:outerShdw blurRad="71438" rotWithShape="0" algn="bl" dir="5400000" dist="19050">
                <a:srgbClr val="000000">
                  <a:alpha val="17650"/>
                </a:srgbClr>
              </a:outerShdw>
            </a:effectLst>
          </p:spPr>
        </p:pic>
        <p:pic>
          <p:nvPicPr>
            <p:cNvPr id="925" name="Google Shape;925;g338b3853d3c_0_237"/>
            <p:cNvPicPr preferRelativeResize="0"/>
            <p:nvPr/>
          </p:nvPicPr>
          <p:blipFill rotWithShape="1">
            <a:blip r:embed="rId7">
              <a:alphaModFix/>
            </a:blip>
            <a:srcRect b="0" l="189" r="179" t="0"/>
            <a:stretch/>
          </p:blipFill>
          <p:spPr>
            <a:xfrm>
              <a:off x="4547639" y="3060270"/>
              <a:ext cx="1148707" cy="822956"/>
            </a:xfrm>
            <a:prstGeom prst="rect">
              <a:avLst/>
            </a:prstGeom>
            <a:noFill/>
            <a:ln>
              <a:noFill/>
            </a:ln>
            <a:effectLst>
              <a:outerShdw blurRad="71438" rotWithShape="0" algn="bl" dir="5400000" dist="19050">
                <a:srgbClr val="000000">
                  <a:alpha val="17650"/>
                </a:srgbClr>
              </a:outerShdw>
            </a:effectLst>
          </p:spPr>
        </p:pic>
        <p:pic>
          <p:nvPicPr>
            <p:cNvPr id="926" name="Google Shape;926;g338b3853d3c_0_237"/>
            <p:cNvPicPr preferRelativeResize="0"/>
            <p:nvPr/>
          </p:nvPicPr>
          <p:blipFill rotWithShape="1">
            <a:blip r:embed="rId8">
              <a:alphaModFix/>
            </a:blip>
            <a:srcRect b="0" l="248" r="238" t="0"/>
            <a:stretch/>
          </p:blipFill>
          <p:spPr>
            <a:xfrm>
              <a:off x="868300" y="3060270"/>
              <a:ext cx="1147320" cy="822956"/>
            </a:xfrm>
            <a:prstGeom prst="rect">
              <a:avLst/>
            </a:prstGeom>
            <a:noFill/>
            <a:ln>
              <a:noFill/>
            </a:ln>
            <a:effectLst>
              <a:outerShdw blurRad="71438" rotWithShape="0" algn="bl" dir="5400000" dist="19050">
                <a:srgbClr val="000000">
                  <a:alpha val="17650"/>
                </a:srgbClr>
              </a:outerShdw>
            </a:effectLst>
          </p:spPr>
        </p:pic>
        <p:pic>
          <p:nvPicPr>
            <p:cNvPr id="927" name="Google Shape;927;g338b3853d3c_0_237"/>
            <p:cNvPicPr preferRelativeResize="0"/>
            <p:nvPr/>
          </p:nvPicPr>
          <p:blipFill rotWithShape="1">
            <a:blip r:embed="rId9">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7650"/>
                </a:srgbClr>
              </a:outerShdw>
            </a:effectLst>
          </p:spPr>
        </p:pic>
        <p:pic>
          <p:nvPicPr>
            <p:cNvPr id="928" name="Google Shape;928;g338b3853d3c_0_237"/>
            <p:cNvPicPr preferRelativeResize="0"/>
            <p:nvPr/>
          </p:nvPicPr>
          <p:blipFill rotWithShape="1">
            <a:blip r:embed="rId10">
              <a:alphaModFix/>
            </a:blip>
            <a:srcRect b="0" l="59" r="59" t="0"/>
            <a:stretch/>
          </p:blipFill>
          <p:spPr>
            <a:xfrm>
              <a:off x="868300" y="2129450"/>
              <a:ext cx="1146813" cy="819547"/>
            </a:xfrm>
            <a:prstGeom prst="rect">
              <a:avLst/>
            </a:prstGeom>
            <a:noFill/>
            <a:ln>
              <a:noFill/>
            </a:ln>
            <a:effectLst>
              <a:outerShdw blurRad="71438" rotWithShape="0" algn="bl" dir="5400000" dist="19050">
                <a:srgbClr val="000000">
                  <a:alpha val="18040"/>
                </a:srgbClr>
              </a:outerShdw>
            </a:effectLst>
          </p:spPr>
        </p:pic>
        <p:pic>
          <p:nvPicPr>
            <p:cNvPr id="929" name="Google Shape;929;g338b3853d3c_0_237"/>
            <p:cNvPicPr preferRelativeResize="0"/>
            <p:nvPr/>
          </p:nvPicPr>
          <p:blipFill rotWithShape="1">
            <a:blip r:embed="rId11">
              <a:alphaModFix/>
            </a:blip>
            <a:srcRect b="0" l="248" r="238" t="0"/>
            <a:stretch/>
          </p:blipFill>
          <p:spPr>
            <a:xfrm>
              <a:off x="2094526" y="2129450"/>
              <a:ext cx="1147320" cy="822956"/>
            </a:xfrm>
            <a:prstGeom prst="rect">
              <a:avLst/>
            </a:prstGeom>
            <a:noFill/>
            <a:ln>
              <a:noFill/>
            </a:ln>
            <a:effectLst>
              <a:outerShdw blurRad="71438" rotWithShape="0" algn="bl" dir="5400000" dist="19050">
                <a:srgbClr val="000000">
                  <a:alpha val="18040"/>
                </a:srgbClr>
              </a:outerShdw>
            </a:effectLst>
          </p:spPr>
        </p:pic>
        <p:pic>
          <p:nvPicPr>
            <p:cNvPr id="930" name="Google Shape;930;g338b3853d3c_0_237"/>
            <p:cNvPicPr preferRelativeResize="0"/>
            <p:nvPr/>
          </p:nvPicPr>
          <p:blipFill rotWithShape="1">
            <a:blip r:embed="rId12">
              <a:alphaModFix/>
            </a:blip>
            <a:srcRect b="0" l="159" r="159" t="0"/>
            <a:stretch/>
          </p:blipFill>
          <p:spPr>
            <a:xfrm>
              <a:off x="3321271" y="2130138"/>
              <a:ext cx="1147320" cy="821565"/>
            </a:xfrm>
            <a:prstGeom prst="rect">
              <a:avLst/>
            </a:prstGeom>
            <a:noFill/>
            <a:ln>
              <a:noFill/>
            </a:ln>
            <a:effectLst>
              <a:outerShdw blurRad="71438" rotWithShape="0" algn="bl" dir="5400000" dist="19050">
                <a:srgbClr val="000000">
                  <a:alpha val="18040"/>
                </a:srgbClr>
              </a:outerShdw>
            </a:effectLst>
          </p:spPr>
        </p:pic>
        <p:pic>
          <p:nvPicPr>
            <p:cNvPr id="931" name="Google Shape;931;g338b3853d3c_0_237"/>
            <p:cNvPicPr preferRelativeResize="0"/>
            <p:nvPr/>
          </p:nvPicPr>
          <p:blipFill rotWithShape="1">
            <a:blip r:embed="rId13">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040"/>
                </a:srgbClr>
              </a:outerShdw>
            </a:effectLst>
          </p:spPr>
        </p:pic>
        <p:pic>
          <p:nvPicPr>
            <p:cNvPr id="932" name="Google Shape;932;g338b3853d3c_0_237"/>
            <p:cNvPicPr preferRelativeResize="0"/>
            <p:nvPr/>
          </p:nvPicPr>
          <p:blipFill rotWithShape="1">
            <a:blip r:embed="rId14">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040"/>
                </a:srgbClr>
              </a:outerShdw>
            </a:effectLst>
          </p:spPr>
        </p:pic>
        <p:pic>
          <p:nvPicPr>
            <p:cNvPr id="933" name="Google Shape;933;g338b3853d3c_0_237"/>
            <p:cNvPicPr preferRelativeResize="0"/>
            <p:nvPr/>
          </p:nvPicPr>
          <p:blipFill rotWithShape="1">
            <a:blip r:embed="rId15">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040"/>
                </a:srgbClr>
              </a:outerShdw>
            </a:effectLst>
          </p:spPr>
        </p:pic>
        <p:pic>
          <p:nvPicPr>
            <p:cNvPr id="934" name="Google Shape;934;g338b3853d3c_0_237"/>
            <p:cNvPicPr preferRelativeResize="0"/>
            <p:nvPr/>
          </p:nvPicPr>
          <p:blipFill rotWithShape="1">
            <a:blip r:embed="rId16">
              <a:alphaModFix/>
            </a:blip>
            <a:srcRect b="0" l="19" r="9" t="0"/>
            <a:stretch/>
          </p:blipFill>
          <p:spPr>
            <a:xfrm>
              <a:off x="2093821" y="3995885"/>
              <a:ext cx="1148707" cy="821566"/>
            </a:xfrm>
            <a:prstGeom prst="rect">
              <a:avLst/>
            </a:prstGeom>
            <a:noFill/>
            <a:ln>
              <a:noFill/>
            </a:ln>
            <a:effectLst>
              <a:outerShdw blurRad="71438" rotWithShape="0" algn="bl" dir="5400000" dist="1905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g338b3853d3c_0_257"/>
          <p:cNvSpPr txBox="1"/>
          <p:nvPr>
            <p:ph type="title"/>
          </p:nvPr>
        </p:nvSpPr>
        <p:spPr>
          <a:xfrm>
            <a:off x="514450" y="582900"/>
            <a:ext cx="81153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t xml:space="preserve">Review Phase 5.5 Common Exception Words </a:t>
            </a:r>
            <a:br>
              <a:rPr lang="en-US" sz="2000"/>
            </a:br>
            <a:r>
              <a:rPr lang="en-US" sz="2000">
                <a:solidFill>
                  <a:srgbClr val="2356AF"/>
                </a:solidFill>
              </a:rPr>
              <a:t>people wild child mind kind behind eye oh most only both though through who prove shoe beautiful climb Christmas school sugar love money any</a:t>
            </a:r>
            <a:r>
              <a:rPr lang="en-US" sz="2000"/>
              <a:t>…</a:t>
            </a:r>
            <a:endParaRPr sz="2000"/>
          </a:p>
        </p:txBody>
      </p:sp>
      <p:pic>
        <p:nvPicPr>
          <p:cNvPr id="941" name="Google Shape;941;g338b3853d3c_0_257"/>
          <p:cNvPicPr preferRelativeResize="0"/>
          <p:nvPr/>
        </p:nvPicPr>
        <p:blipFill rotWithShape="1">
          <a:blip r:embed="rId3">
            <a:alphaModFix/>
          </a:blip>
          <a:srcRect b="0" l="0" r="0" t="0"/>
          <a:stretch/>
        </p:blipFill>
        <p:spPr>
          <a:xfrm>
            <a:off x="867797" y="2125686"/>
            <a:ext cx="1147324" cy="819918"/>
          </a:xfrm>
          <a:prstGeom prst="rect">
            <a:avLst/>
          </a:prstGeom>
          <a:noFill/>
          <a:ln>
            <a:noFill/>
          </a:ln>
          <a:effectLst>
            <a:outerShdw blurRad="71438" rotWithShape="0" algn="bl" dir="5400000" dist="19050">
              <a:srgbClr val="000000">
                <a:alpha val="17650"/>
              </a:srgbClr>
            </a:outerShdw>
          </a:effectLst>
        </p:spPr>
      </p:pic>
      <p:pic>
        <p:nvPicPr>
          <p:cNvPr id="942" name="Google Shape;942;g338b3853d3c_0_257"/>
          <p:cNvPicPr preferRelativeResize="0"/>
          <p:nvPr/>
        </p:nvPicPr>
        <p:blipFill rotWithShape="1">
          <a:blip r:embed="rId4">
            <a:alphaModFix/>
          </a:blip>
          <a:srcRect b="0" l="0" r="0" t="0"/>
          <a:stretch/>
        </p:blipFill>
        <p:spPr>
          <a:xfrm>
            <a:off x="2094526" y="2125686"/>
            <a:ext cx="1145440" cy="818569"/>
          </a:xfrm>
          <a:prstGeom prst="rect">
            <a:avLst/>
          </a:prstGeom>
          <a:noFill/>
          <a:ln>
            <a:noFill/>
          </a:ln>
          <a:effectLst>
            <a:outerShdw blurRad="71438" rotWithShape="0" algn="bl" dir="5400000" dist="19050">
              <a:srgbClr val="000000">
                <a:alpha val="17650"/>
              </a:srgbClr>
            </a:outerShdw>
          </a:effectLst>
        </p:spPr>
      </p:pic>
      <p:pic>
        <p:nvPicPr>
          <p:cNvPr id="943" name="Google Shape;943;g338b3853d3c_0_257"/>
          <p:cNvPicPr preferRelativeResize="0"/>
          <p:nvPr/>
        </p:nvPicPr>
        <p:blipFill rotWithShape="1">
          <a:blip r:embed="rId5">
            <a:alphaModFix/>
          </a:blip>
          <a:srcRect b="0" l="0" r="0" t="0"/>
          <a:stretch/>
        </p:blipFill>
        <p:spPr>
          <a:xfrm>
            <a:off x="3321259" y="2125686"/>
            <a:ext cx="1145440" cy="818569"/>
          </a:xfrm>
          <a:prstGeom prst="rect">
            <a:avLst/>
          </a:prstGeom>
          <a:noFill/>
          <a:ln>
            <a:noFill/>
          </a:ln>
          <a:effectLst>
            <a:outerShdw blurRad="71438" rotWithShape="0" algn="bl" dir="5400000" dist="19050">
              <a:srgbClr val="000000">
                <a:alpha val="17650"/>
              </a:srgbClr>
            </a:outerShdw>
          </a:effectLst>
        </p:spPr>
      </p:pic>
      <p:pic>
        <p:nvPicPr>
          <p:cNvPr id="944" name="Google Shape;944;g338b3853d3c_0_257"/>
          <p:cNvPicPr preferRelativeResize="0"/>
          <p:nvPr/>
        </p:nvPicPr>
        <p:blipFill rotWithShape="1">
          <a:blip r:embed="rId6">
            <a:alphaModFix/>
          </a:blip>
          <a:srcRect b="0" l="0" r="0" t="0"/>
          <a:stretch/>
        </p:blipFill>
        <p:spPr>
          <a:xfrm>
            <a:off x="4547991" y="2125686"/>
            <a:ext cx="1145440" cy="819954"/>
          </a:xfrm>
          <a:prstGeom prst="rect">
            <a:avLst/>
          </a:prstGeom>
          <a:noFill/>
          <a:ln>
            <a:noFill/>
          </a:ln>
          <a:effectLst>
            <a:outerShdw blurRad="71438" rotWithShape="0" algn="bl" dir="5400000" dist="19050">
              <a:srgbClr val="000000">
                <a:alpha val="17650"/>
              </a:srgbClr>
            </a:outerShdw>
          </a:effectLst>
        </p:spPr>
      </p:pic>
      <p:pic>
        <p:nvPicPr>
          <p:cNvPr id="945" name="Google Shape;945;g338b3853d3c_0_257"/>
          <p:cNvPicPr preferRelativeResize="0"/>
          <p:nvPr/>
        </p:nvPicPr>
        <p:blipFill rotWithShape="1">
          <a:blip r:embed="rId7">
            <a:alphaModFix/>
          </a:blip>
          <a:srcRect b="0" l="0" r="0" t="0"/>
          <a:stretch/>
        </p:blipFill>
        <p:spPr>
          <a:xfrm>
            <a:off x="5774724" y="2125686"/>
            <a:ext cx="1145440" cy="818569"/>
          </a:xfrm>
          <a:prstGeom prst="rect">
            <a:avLst/>
          </a:prstGeom>
          <a:noFill/>
          <a:ln>
            <a:noFill/>
          </a:ln>
          <a:effectLst>
            <a:outerShdw blurRad="71438" rotWithShape="0" algn="bl" dir="5400000" dist="19050">
              <a:srgbClr val="000000">
                <a:alpha val="17650"/>
              </a:srgbClr>
            </a:outerShdw>
          </a:effectLst>
        </p:spPr>
      </p:pic>
      <p:pic>
        <p:nvPicPr>
          <p:cNvPr id="946" name="Google Shape;946;g338b3853d3c_0_257"/>
          <p:cNvPicPr preferRelativeResize="0"/>
          <p:nvPr/>
        </p:nvPicPr>
        <p:blipFill rotWithShape="1">
          <a:blip r:embed="rId8">
            <a:alphaModFix/>
          </a:blip>
          <a:srcRect b="0" l="0" r="0" t="0"/>
          <a:stretch/>
        </p:blipFill>
        <p:spPr>
          <a:xfrm>
            <a:off x="7001468" y="2125686"/>
            <a:ext cx="1145440" cy="819954"/>
          </a:xfrm>
          <a:prstGeom prst="rect">
            <a:avLst/>
          </a:prstGeom>
          <a:noFill/>
          <a:ln>
            <a:noFill/>
          </a:ln>
          <a:effectLst>
            <a:outerShdw blurRad="71438" rotWithShape="0" algn="bl" dir="5400000" dist="19050">
              <a:srgbClr val="000000">
                <a:alpha val="17650"/>
              </a:srgbClr>
            </a:outerShdw>
          </a:effectLst>
        </p:spPr>
      </p:pic>
      <p:pic>
        <p:nvPicPr>
          <p:cNvPr id="947" name="Google Shape;947;g338b3853d3c_0_257"/>
          <p:cNvPicPr preferRelativeResize="0"/>
          <p:nvPr/>
        </p:nvPicPr>
        <p:blipFill rotWithShape="1">
          <a:blip r:embed="rId9">
            <a:alphaModFix/>
          </a:blip>
          <a:srcRect b="0" l="0" r="0" t="0"/>
          <a:stretch/>
        </p:blipFill>
        <p:spPr>
          <a:xfrm>
            <a:off x="868743" y="3060070"/>
            <a:ext cx="1145440" cy="819954"/>
          </a:xfrm>
          <a:prstGeom prst="rect">
            <a:avLst/>
          </a:prstGeom>
          <a:noFill/>
          <a:ln>
            <a:noFill/>
          </a:ln>
          <a:effectLst>
            <a:outerShdw blurRad="71438" rotWithShape="0" algn="bl" dir="5400000" dist="19050">
              <a:srgbClr val="000000">
                <a:alpha val="17650"/>
              </a:srgbClr>
            </a:outerShdw>
          </a:effectLst>
        </p:spPr>
      </p:pic>
      <p:pic>
        <p:nvPicPr>
          <p:cNvPr id="948" name="Google Shape;948;g338b3853d3c_0_257"/>
          <p:cNvPicPr preferRelativeResize="0"/>
          <p:nvPr/>
        </p:nvPicPr>
        <p:blipFill rotWithShape="1">
          <a:blip r:embed="rId10">
            <a:alphaModFix/>
          </a:blip>
          <a:srcRect b="0" l="0" r="0" t="0"/>
          <a:stretch/>
        </p:blipFill>
        <p:spPr>
          <a:xfrm>
            <a:off x="2094530" y="3060070"/>
            <a:ext cx="1145440" cy="819954"/>
          </a:xfrm>
          <a:prstGeom prst="rect">
            <a:avLst/>
          </a:prstGeom>
          <a:noFill/>
          <a:ln>
            <a:noFill/>
          </a:ln>
          <a:effectLst>
            <a:outerShdw blurRad="71438" rotWithShape="0" algn="bl" dir="5400000" dist="19050">
              <a:srgbClr val="000000">
                <a:alpha val="17650"/>
              </a:srgbClr>
            </a:outerShdw>
          </a:effectLst>
        </p:spPr>
      </p:pic>
      <p:pic>
        <p:nvPicPr>
          <p:cNvPr id="949" name="Google Shape;949;g338b3853d3c_0_257"/>
          <p:cNvPicPr preferRelativeResize="0"/>
          <p:nvPr/>
        </p:nvPicPr>
        <p:blipFill rotWithShape="1">
          <a:blip r:embed="rId11">
            <a:alphaModFix/>
          </a:blip>
          <a:srcRect b="0" l="0" r="0" t="0"/>
          <a:stretch/>
        </p:blipFill>
        <p:spPr>
          <a:xfrm>
            <a:off x="3320325" y="3060768"/>
            <a:ext cx="1146826" cy="818569"/>
          </a:xfrm>
          <a:prstGeom prst="rect">
            <a:avLst/>
          </a:prstGeom>
          <a:noFill/>
          <a:ln>
            <a:noFill/>
          </a:ln>
          <a:effectLst>
            <a:outerShdw blurRad="71438" rotWithShape="0" algn="bl" dir="5400000" dist="19050">
              <a:srgbClr val="000000">
                <a:alpha val="17650"/>
              </a:srgbClr>
            </a:outerShdw>
          </a:effectLst>
        </p:spPr>
      </p:pic>
      <p:pic>
        <p:nvPicPr>
          <p:cNvPr id="950" name="Google Shape;950;g338b3853d3c_0_257"/>
          <p:cNvPicPr preferRelativeResize="0"/>
          <p:nvPr/>
        </p:nvPicPr>
        <p:blipFill rotWithShape="1">
          <a:blip r:embed="rId12">
            <a:alphaModFix/>
          </a:blip>
          <a:srcRect b="0" l="0" r="0" t="0"/>
          <a:stretch/>
        </p:blipFill>
        <p:spPr>
          <a:xfrm>
            <a:off x="4547500" y="3060768"/>
            <a:ext cx="1146826" cy="818569"/>
          </a:xfrm>
          <a:prstGeom prst="rect">
            <a:avLst/>
          </a:prstGeom>
          <a:noFill/>
          <a:ln>
            <a:noFill/>
          </a:ln>
          <a:effectLst>
            <a:outerShdw blurRad="71438" rotWithShape="0" algn="bl" dir="5400000" dist="19050">
              <a:srgbClr val="000000">
                <a:alpha val="17650"/>
              </a:srgbClr>
            </a:outerShdw>
          </a:effectLst>
        </p:spPr>
      </p:pic>
      <p:pic>
        <p:nvPicPr>
          <p:cNvPr id="951" name="Google Shape;951;g338b3853d3c_0_257"/>
          <p:cNvPicPr preferRelativeResize="0"/>
          <p:nvPr/>
        </p:nvPicPr>
        <p:blipFill rotWithShape="1">
          <a:blip r:embed="rId13">
            <a:alphaModFix/>
          </a:blip>
          <a:srcRect b="0" l="0" r="0" t="0"/>
          <a:stretch/>
        </p:blipFill>
        <p:spPr>
          <a:xfrm>
            <a:off x="5774675" y="3060768"/>
            <a:ext cx="1146826" cy="818569"/>
          </a:xfrm>
          <a:prstGeom prst="rect">
            <a:avLst/>
          </a:prstGeom>
          <a:noFill/>
          <a:ln>
            <a:noFill/>
          </a:ln>
          <a:effectLst>
            <a:outerShdw blurRad="71438" rotWithShape="0" algn="bl" dir="5400000" dist="19050">
              <a:srgbClr val="000000">
                <a:alpha val="17650"/>
              </a:srgbClr>
            </a:outerShdw>
          </a:effectLst>
        </p:spPr>
      </p:pic>
      <p:pic>
        <p:nvPicPr>
          <p:cNvPr id="952" name="Google Shape;952;g338b3853d3c_0_257"/>
          <p:cNvPicPr preferRelativeResize="0"/>
          <p:nvPr/>
        </p:nvPicPr>
        <p:blipFill rotWithShape="1">
          <a:blip r:embed="rId14">
            <a:alphaModFix/>
          </a:blip>
          <a:srcRect b="0" l="0" r="0" t="0"/>
          <a:stretch/>
        </p:blipFill>
        <p:spPr>
          <a:xfrm>
            <a:off x="7001850" y="3060070"/>
            <a:ext cx="1146826" cy="819954"/>
          </a:xfrm>
          <a:prstGeom prst="rect">
            <a:avLst/>
          </a:prstGeom>
          <a:noFill/>
          <a:ln>
            <a:noFill/>
          </a:ln>
          <a:effectLst>
            <a:outerShdw blurRad="71438" rotWithShape="0" algn="bl" dir="5400000" dist="19050">
              <a:srgbClr val="000000">
                <a:alpha val="17650"/>
              </a:srgbClr>
            </a:outerShdw>
          </a:effectLst>
        </p:spPr>
      </p:pic>
      <p:pic>
        <p:nvPicPr>
          <p:cNvPr id="953" name="Google Shape;953;g338b3853d3c_0_257"/>
          <p:cNvPicPr preferRelativeResize="0"/>
          <p:nvPr/>
        </p:nvPicPr>
        <p:blipFill rotWithShape="1">
          <a:blip r:embed="rId15">
            <a:alphaModFix/>
          </a:blip>
          <a:srcRect b="0" l="0" r="0" t="0"/>
          <a:stretch/>
        </p:blipFill>
        <p:spPr>
          <a:xfrm>
            <a:off x="868050" y="3995098"/>
            <a:ext cx="1146826" cy="818569"/>
          </a:xfrm>
          <a:prstGeom prst="rect">
            <a:avLst/>
          </a:prstGeom>
          <a:noFill/>
          <a:ln>
            <a:noFill/>
          </a:ln>
          <a:effectLst>
            <a:outerShdw blurRad="71438" rotWithShape="0" algn="bl" dir="5400000" dist="19050">
              <a:srgbClr val="000000">
                <a:alpha val="17650"/>
              </a:srgbClr>
            </a:outerShdw>
          </a:effectLst>
        </p:spPr>
      </p:pic>
      <p:pic>
        <p:nvPicPr>
          <p:cNvPr id="954" name="Google Shape;954;g338b3853d3c_0_257"/>
          <p:cNvPicPr preferRelativeResize="0"/>
          <p:nvPr/>
        </p:nvPicPr>
        <p:blipFill rotWithShape="1">
          <a:blip r:embed="rId16">
            <a:alphaModFix/>
          </a:blip>
          <a:srcRect b="0" l="0" r="0" t="0"/>
          <a:stretch/>
        </p:blipFill>
        <p:spPr>
          <a:xfrm>
            <a:off x="2094775" y="3995850"/>
            <a:ext cx="1146826" cy="819954"/>
          </a:xfrm>
          <a:prstGeom prst="rect">
            <a:avLst/>
          </a:prstGeom>
          <a:noFill/>
          <a:ln>
            <a:noFill/>
          </a:ln>
          <a:effectLst>
            <a:outerShdw blurRad="71438" rotWithShape="0" algn="bl" dir="5400000" dist="19050">
              <a:srgbClr val="000000">
                <a:alpha val="17650"/>
              </a:srgbClr>
            </a:outerShdw>
          </a:effectLst>
        </p:spPr>
      </p:pic>
      <p:pic>
        <p:nvPicPr>
          <p:cNvPr id="955" name="Google Shape;955;g338b3853d3c_0_257"/>
          <p:cNvPicPr preferRelativeResize="0"/>
          <p:nvPr/>
        </p:nvPicPr>
        <p:blipFill rotWithShape="1">
          <a:blip r:embed="rId17">
            <a:alphaModFix/>
          </a:blip>
          <a:srcRect b="0" l="0" r="0" t="0"/>
          <a:stretch/>
        </p:blipFill>
        <p:spPr>
          <a:xfrm>
            <a:off x="3321500" y="3995850"/>
            <a:ext cx="1146826" cy="819954"/>
          </a:xfrm>
          <a:prstGeom prst="rect">
            <a:avLst/>
          </a:prstGeom>
          <a:noFill/>
          <a:ln>
            <a:noFill/>
          </a:ln>
          <a:effectLst>
            <a:outerShdw blurRad="71438" rotWithShape="0" algn="bl" dir="5400000" dist="19050">
              <a:srgbClr val="000000">
                <a:alpha val="17650"/>
              </a:srgbClr>
            </a:outerShdw>
          </a:effectLst>
        </p:spPr>
      </p:pic>
      <p:pic>
        <p:nvPicPr>
          <p:cNvPr id="956" name="Google Shape;956;g338b3853d3c_0_257"/>
          <p:cNvPicPr preferRelativeResize="0"/>
          <p:nvPr/>
        </p:nvPicPr>
        <p:blipFill rotWithShape="1">
          <a:blip r:embed="rId18">
            <a:alphaModFix/>
          </a:blip>
          <a:srcRect b="0" l="0" r="0" t="0"/>
          <a:stretch/>
        </p:blipFill>
        <p:spPr>
          <a:xfrm>
            <a:off x="4548225" y="3994450"/>
            <a:ext cx="1146826" cy="819954"/>
          </a:xfrm>
          <a:prstGeom prst="rect">
            <a:avLst/>
          </a:prstGeom>
          <a:noFill/>
          <a:ln>
            <a:noFill/>
          </a:ln>
          <a:effectLst>
            <a:outerShdw blurRad="71438" rotWithShape="0" algn="bl" dir="5400000" dist="19050">
              <a:srgbClr val="000000">
                <a:alpha val="17650"/>
              </a:srgbClr>
            </a:outerShdw>
          </a:effectLst>
        </p:spPr>
      </p:pic>
      <p:pic>
        <p:nvPicPr>
          <p:cNvPr id="957" name="Google Shape;957;g338b3853d3c_0_257"/>
          <p:cNvPicPr preferRelativeResize="0"/>
          <p:nvPr/>
        </p:nvPicPr>
        <p:blipFill rotWithShape="1">
          <a:blip r:embed="rId19">
            <a:alphaModFix/>
          </a:blip>
          <a:srcRect b="0" l="0" r="0" t="0"/>
          <a:stretch/>
        </p:blipFill>
        <p:spPr>
          <a:xfrm>
            <a:off x="5774950" y="3995860"/>
            <a:ext cx="1146826" cy="818569"/>
          </a:xfrm>
          <a:prstGeom prst="rect">
            <a:avLst/>
          </a:prstGeom>
          <a:noFill/>
          <a:ln>
            <a:noFill/>
          </a:ln>
          <a:effectLst>
            <a:outerShdw blurRad="71438" rotWithShape="0" algn="bl" dir="5400000" dist="19050">
              <a:srgbClr val="000000">
                <a:alpha val="17650"/>
              </a:srgbClr>
            </a:outerShdw>
          </a:effectLst>
        </p:spPr>
      </p:pic>
      <p:pic>
        <p:nvPicPr>
          <p:cNvPr id="958" name="Google Shape;958;g338b3853d3c_0_257"/>
          <p:cNvPicPr preferRelativeResize="0"/>
          <p:nvPr/>
        </p:nvPicPr>
        <p:blipFill rotWithShape="1">
          <a:blip r:embed="rId20">
            <a:alphaModFix/>
          </a:blip>
          <a:srcRect b="0" l="0" r="0" t="0"/>
          <a:stretch/>
        </p:blipFill>
        <p:spPr>
          <a:xfrm>
            <a:off x="7001675" y="3994460"/>
            <a:ext cx="1146826" cy="818569"/>
          </a:xfrm>
          <a:prstGeom prst="rect">
            <a:avLst/>
          </a:prstGeom>
          <a:noFill/>
          <a:ln>
            <a:noFill/>
          </a:ln>
          <a:effectLst>
            <a:outerShdw blurRad="71438" rotWithShape="0" algn="bl" dir="5400000" dist="19050">
              <a:srgbClr val="000000">
                <a:alpha val="17650"/>
              </a:srgbClr>
            </a:outerShdw>
          </a:effectLst>
        </p:spPr>
      </p:pic>
      <p:pic>
        <p:nvPicPr>
          <p:cNvPr id="959" name="Google Shape;959;g338b3853d3c_0_257"/>
          <p:cNvPicPr preferRelativeResize="0"/>
          <p:nvPr/>
        </p:nvPicPr>
        <p:blipFill rotWithShape="1">
          <a:blip r:embed="rId21">
            <a:alphaModFix/>
          </a:blip>
          <a:srcRect b="0" l="0" r="0" t="0"/>
          <a:stretch/>
        </p:blipFill>
        <p:spPr>
          <a:xfrm>
            <a:off x="868050" y="4931618"/>
            <a:ext cx="1146826" cy="818569"/>
          </a:xfrm>
          <a:prstGeom prst="rect">
            <a:avLst/>
          </a:prstGeom>
          <a:noFill/>
          <a:ln>
            <a:noFill/>
          </a:ln>
          <a:effectLst>
            <a:outerShdw blurRad="71438" rotWithShape="0" algn="bl" dir="5400000" dist="19050">
              <a:srgbClr val="000000">
                <a:alpha val="17650"/>
              </a:srgbClr>
            </a:outerShdw>
          </a:effectLst>
        </p:spPr>
      </p:pic>
      <p:pic>
        <p:nvPicPr>
          <p:cNvPr id="960" name="Google Shape;960;g338b3853d3c_0_257"/>
          <p:cNvPicPr preferRelativeResize="0"/>
          <p:nvPr/>
        </p:nvPicPr>
        <p:blipFill rotWithShape="1">
          <a:blip r:embed="rId22">
            <a:alphaModFix/>
          </a:blip>
          <a:srcRect b="0" l="0" r="0" t="0"/>
          <a:stretch/>
        </p:blipFill>
        <p:spPr>
          <a:xfrm>
            <a:off x="2094775" y="4931632"/>
            <a:ext cx="1146826" cy="819954"/>
          </a:xfrm>
          <a:prstGeom prst="rect">
            <a:avLst/>
          </a:prstGeom>
          <a:noFill/>
          <a:ln>
            <a:noFill/>
          </a:ln>
          <a:effectLst>
            <a:outerShdw blurRad="71438" rotWithShape="0" algn="bl" dir="5400000" dist="19050">
              <a:srgbClr val="000000">
                <a:alpha val="17650"/>
              </a:srgbClr>
            </a:outerShdw>
          </a:effectLst>
        </p:spPr>
      </p:pic>
      <p:pic>
        <p:nvPicPr>
          <p:cNvPr id="961" name="Google Shape;961;g338b3853d3c_0_257"/>
          <p:cNvPicPr preferRelativeResize="0"/>
          <p:nvPr/>
        </p:nvPicPr>
        <p:blipFill rotWithShape="1">
          <a:blip r:embed="rId23">
            <a:alphaModFix/>
          </a:blip>
          <a:srcRect b="0" l="0" r="0" t="0"/>
          <a:stretch/>
        </p:blipFill>
        <p:spPr>
          <a:xfrm>
            <a:off x="3321500" y="4932318"/>
            <a:ext cx="1146826" cy="818569"/>
          </a:xfrm>
          <a:prstGeom prst="rect">
            <a:avLst/>
          </a:prstGeom>
          <a:noFill/>
          <a:ln>
            <a:noFill/>
          </a:ln>
          <a:effectLst>
            <a:outerShdw blurRad="71438" rotWithShape="0" algn="bl" dir="5400000" dist="19050">
              <a:srgbClr val="000000">
                <a:alpha val="17650"/>
              </a:srgbClr>
            </a:outerShdw>
          </a:effectLst>
        </p:spPr>
      </p:pic>
      <p:pic>
        <p:nvPicPr>
          <p:cNvPr id="962" name="Google Shape;962;g338b3853d3c_0_257"/>
          <p:cNvPicPr preferRelativeResize="0"/>
          <p:nvPr/>
        </p:nvPicPr>
        <p:blipFill rotWithShape="1">
          <a:blip r:embed="rId24">
            <a:alphaModFix/>
          </a:blip>
          <a:srcRect b="0" l="0" r="0" t="0"/>
          <a:stretch/>
        </p:blipFill>
        <p:spPr>
          <a:xfrm>
            <a:off x="4548225" y="4929532"/>
            <a:ext cx="1146826" cy="819954"/>
          </a:xfrm>
          <a:prstGeom prst="rect">
            <a:avLst/>
          </a:prstGeom>
          <a:noFill/>
          <a:ln>
            <a:noFill/>
          </a:ln>
          <a:effectLst>
            <a:outerShdw blurRad="71438" rotWithShape="0" algn="bl" dir="5400000" dist="19050">
              <a:srgbClr val="000000">
                <a:alpha val="17650"/>
              </a:srgbClr>
            </a:outerShdw>
          </a:effectLst>
        </p:spPr>
      </p:pic>
      <p:pic>
        <p:nvPicPr>
          <p:cNvPr id="963" name="Google Shape;963;g338b3853d3c_0_257"/>
          <p:cNvPicPr preferRelativeResize="0"/>
          <p:nvPr/>
        </p:nvPicPr>
        <p:blipFill rotWithShape="1">
          <a:blip r:embed="rId25">
            <a:alphaModFix/>
          </a:blip>
          <a:srcRect b="0" l="0" r="0" t="0"/>
          <a:stretch/>
        </p:blipFill>
        <p:spPr>
          <a:xfrm>
            <a:off x="5774950" y="4930957"/>
            <a:ext cx="1146826" cy="819954"/>
          </a:xfrm>
          <a:prstGeom prst="rect">
            <a:avLst/>
          </a:prstGeom>
          <a:noFill/>
          <a:ln>
            <a:noFill/>
          </a:ln>
          <a:effectLst>
            <a:outerShdw blurRad="71438" rotWithShape="0" algn="bl" dir="5400000" dist="19050">
              <a:srgbClr val="000000">
                <a:alpha val="17650"/>
              </a:srgbClr>
            </a:outerShdw>
          </a:effectLst>
        </p:spPr>
      </p:pic>
      <p:pic>
        <p:nvPicPr>
          <p:cNvPr id="964" name="Google Shape;964;g338b3853d3c_0_257"/>
          <p:cNvPicPr preferRelativeResize="0"/>
          <p:nvPr/>
        </p:nvPicPr>
        <p:blipFill rotWithShape="1">
          <a:blip r:embed="rId26">
            <a:alphaModFix/>
          </a:blip>
          <a:srcRect b="0" l="0" r="0" t="0"/>
          <a:stretch/>
        </p:blipFill>
        <p:spPr>
          <a:xfrm>
            <a:off x="7001668" y="4932318"/>
            <a:ext cx="1145440" cy="818569"/>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g338b3853d3c_0_286"/>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solidFill>
                  <a:schemeClr val="dk1"/>
                </a:solidFill>
              </a:rPr>
              <a:t>…</a:t>
            </a:r>
            <a:r>
              <a:rPr lang="en-US" sz="2000">
                <a:solidFill>
                  <a:srgbClr val="2356AF"/>
                </a:solidFill>
              </a:rPr>
              <a:t>many friend very busy pretty once please asked bath path fast class after half laughed called water your door poor floor before work worked</a:t>
            </a:r>
            <a:r>
              <a:rPr lang="en-US" sz="2000"/>
              <a:t>.</a:t>
            </a:r>
            <a:endParaRPr sz="2000"/>
          </a:p>
        </p:txBody>
      </p:sp>
      <p:pic>
        <p:nvPicPr>
          <p:cNvPr id="971" name="Google Shape;971;g338b3853d3c_0_286"/>
          <p:cNvPicPr preferRelativeResize="0"/>
          <p:nvPr/>
        </p:nvPicPr>
        <p:blipFill rotWithShape="1">
          <a:blip r:embed="rId3">
            <a:alphaModFix/>
          </a:blip>
          <a:srcRect b="0" l="0" r="0" t="0"/>
          <a:stretch/>
        </p:blipFill>
        <p:spPr>
          <a:xfrm>
            <a:off x="867797" y="2125686"/>
            <a:ext cx="1147421" cy="819976"/>
          </a:xfrm>
          <a:prstGeom prst="rect">
            <a:avLst/>
          </a:prstGeom>
          <a:noFill/>
          <a:ln>
            <a:noFill/>
          </a:ln>
          <a:effectLst>
            <a:outerShdw blurRad="71438" rotWithShape="0" algn="bl" dir="5400000" dist="19050">
              <a:srgbClr val="000000">
                <a:alpha val="17650"/>
              </a:srgbClr>
            </a:outerShdw>
          </a:effectLst>
        </p:spPr>
      </p:pic>
      <p:pic>
        <p:nvPicPr>
          <p:cNvPr id="972" name="Google Shape;972;g338b3853d3c_0_286"/>
          <p:cNvPicPr preferRelativeResize="0"/>
          <p:nvPr/>
        </p:nvPicPr>
        <p:blipFill rotWithShape="1">
          <a:blip r:embed="rId4">
            <a:alphaModFix/>
          </a:blip>
          <a:srcRect b="0" l="0" r="0" t="0"/>
          <a:stretch/>
        </p:blipFill>
        <p:spPr>
          <a:xfrm>
            <a:off x="2094526" y="2125686"/>
            <a:ext cx="1145486" cy="819967"/>
          </a:xfrm>
          <a:prstGeom prst="rect">
            <a:avLst/>
          </a:prstGeom>
          <a:noFill/>
          <a:ln>
            <a:noFill/>
          </a:ln>
          <a:effectLst>
            <a:outerShdw blurRad="71438" rotWithShape="0" algn="bl" dir="5400000" dist="19050">
              <a:srgbClr val="000000">
                <a:alpha val="17650"/>
              </a:srgbClr>
            </a:outerShdw>
          </a:effectLst>
        </p:spPr>
      </p:pic>
      <p:pic>
        <p:nvPicPr>
          <p:cNvPr id="973" name="Google Shape;973;g338b3853d3c_0_286"/>
          <p:cNvPicPr preferRelativeResize="0"/>
          <p:nvPr/>
        </p:nvPicPr>
        <p:blipFill rotWithShape="1">
          <a:blip r:embed="rId5">
            <a:alphaModFix/>
          </a:blip>
          <a:srcRect b="0" l="0" r="0" t="0"/>
          <a:stretch/>
        </p:blipFill>
        <p:spPr>
          <a:xfrm>
            <a:off x="3321259" y="2125686"/>
            <a:ext cx="1145486" cy="818582"/>
          </a:xfrm>
          <a:prstGeom prst="rect">
            <a:avLst/>
          </a:prstGeom>
          <a:noFill/>
          <a:ln>
            <a:noFill/>
          </a:ln>
          <a:effectLst>
            <a:outerShdw blurRad="71438" rotWithShape="0" algn="bl" dir="5400000" dist="19050">
              <a:srgbClr val="000000">
                <a:alpha val="17650"/>
              </a:srgbClr>
            </a:outerShdw>
          </a:effectLst>
        </p:spPr>
      </p:pic>
      <p:pic>
        <p:nvPicPr>
          <p:cNvPr id="974" name="Google Shape;974;g338b3853d3c_0_286"/>
          <p:cNvPicPr preferRelativeResize="0"/>
          <p:nvPr/>
        </p:nvPicPr>
        <p:blipFill rotWithShape="1">
          <a:blip r:embed="rId6">
            <a:alphaModFix/>
          </a:blip>
          <a:srcRect b="0" l="0" r="0" t="0"/>
          <a:stretch/>
        </p:blipFill>
        <p:spPr>
          <a:xfrm>
            <a:off x="4547991" y="2125686"/>
            <a:ext cx="1145486" cy="819967"/>
          </a:xfrm>
          <a:prstGeom prst="rect">
            <a:avLst/>
          </a:prstGeom>
          <a:noFill/>
          <a:ln>
            <a:noFill/>
          </a:ln>
          <a:effectLst>
            <a:outerShdw blurRad="71438" rotWithShape="0" algn="bl" dir="5400000" dist="19050">
              <a:srgbClr val="000000">
                <a:alpha val="17650"/>
              </a:srgbClr>
            </a:outerShdw>
          </a:effectLst>
        </p:spPr>
      </p:pic>
      <p:pic>
        <p:nvPicPr>
          <p:cNvPr id="975" name="Google Shape;975;g338b3853d3c_0_286"/>
          <p:cNvPicPr preferRelativeResize="0"/>
          <p:nvPr/>
        </p:nvPicPr>
        <p:blipFill rotWithShape="1">
          <a:blip r:embed="rId7">
            <a:alphaModFix/>
          </a:blip>
          <a:srcRect b="0" l="0" r="0" t="0"/>
          <a:stretch/>
        </p:blipFill>
        <p:spPr>
          <a:xfrm>
            <a:off x="5774724" y="2125686"/>
            <a:ext cx="1145486" cy="819967"/>
          </a:xfrm>
          <a:prstGeom prst="rect">
            <a:avLst/>
          </a:prstGeom>
          <a:noFill/>
          <a:ln>
            <a:noFill/>
          </a:ln>
          <a:effectLst>
            <a:outerShdw blurRad="71438" rotWithShape="0" algn="bl" dir="5400000" dist="19050">
              <a:srgbClr val="000000">
                <a:alpha val="17650"/>
              </a:srgbClr>
            </a:outerShdw>
          </a:effectLst>
        </p:spPr>
      </p:pic>
      <p:pic>
        <p:nvPicPr>
          <p:cNvPr id="976" name="Google Shape;976;g338b3853d3c_0_286"/>
          <p:cNvPicPr preferRelativeResize="0"/>
          <p:nvPr/>
        </p:nvPicPr>
        <p:blipFill rotWithShape="1">
          <a:blip r:embed="rId8">
            <a:alphaModFix/>
          </a:blip>
          <a:srcRect b="0" l="0" r="0" t="0"/>
          <a:stretch/>
        </p:blipFill>
        <p:spPr>
          <a:xfrm>
            <a:off x="7003287" y="2125686"/>
            <a:ext cx="1145486" cy="818582"/>
          </a:xfrm>
          <a:prstGeom prst="rect">
            <a:avLst/>
          </a:prstGeom>
          <a:noFill/>
          <a:ln>
            <a:noFill/>
          </a:ln>
          <a:effectLst>
            <a:outerShdw blurRad="71438" rotWithShape="0" algn="bl" dir="5400000" dist="19050">
              <a:srgbClr val="000000">
                <a:alpha val="17650"/>
              </a:srgbClr>
            </a:outerShdw>
          </a:effectLst>
        </p:spPr>
      </p:pic>
      <p:pic>
        <p:nvPicPr>
          <p:cNvPr id="977" name="Google Shape;977;g338b3853d3c_0_286"/>
          <p:cNvPicPr preferRelativeResize="0"/>
          <p:nvPr/>
        </p:nvPicPr>
        <p:blipFill rotWithShape="1">
          <a:blip r:embed="rId9">
            <a:alphaModFix/>
          </a:blip>
          <a:srcRect b="0" l="0" r="0" t="0"/>
          <a:stretch/>
        </p:blipFill>
        <p:spPr>
          <a:xfrm>
            <a:off x="867797" y="3060070"/>
            <a:ext cx="1146871" cy="818582"/>
          </a:xfrm>
          <a:prstGeom prst="rect">
            <a:avLst/>
          </a:prstGeom>
          <a:noFill/>
          <a:ln>
            <a:noFill/>
          </a:ln>
          <a:effectLst>
            <a:outerShdw blurRad="71438" rotWithShape="0" algn="bl" dir="5400000" dist="19050">
              <a:srgbClr val="000000">
                <a:alpha val="17650"/>
              </a:srgbClr>
            </a:outerShdw>
          </a:effectLst>
        </p:spPr>
      </p:pic>
      <p:pic>
        <p:nvPicPr>
          <p:cNvPr id="978" name="Google Shape;978;g338b3853d3c_0_286"/>
          <p:cNvPicPr preferRelativeResize="0"/>
          <p:nvPr/>
        </p:nvPicPr>
        <p:blipFill rotWithShape="1">
          <a:blip r:embed="rId10">
            <a:alphaModFix/>
          </a:blip>
          <a:srcRect b="0" l="0" r="0" t="0"/>
          <a:stretch/>
        </p:blipFill>
        <p:spPr>
          <a:xfrm>
            <a:off x="2094526" y="3060070"/>
            <a:ext cx="1146871" cy="818582"/>
          </a:xfrm>
          <a:prstGeom prst="rect">
            <a:avLst/>
          </a:prstGeom>
          <a:noFill/>
          <a:ln>
            <a:noFill/>
          </a:ln>
          <a:effectLst>
            <a:outerShdw blurRad="71438" rotWithShape="0" algn="bl" dir="5400000" dist="19050">
              <a:srgbClr val="000000">
                <a:alpha val="17650"/>
              </a:srgbClr>
            </a:outerShdw>
          </a:effectLst>
        </p:spPr>
      </p:pic>
      <p:pic>
        <p:nvPicPr>
          <p:cNvPr id="979" name="Google Shape;979;g338b3853d3c_0_286"/>
          <p:cNvPicPr preferRelativeResize="0"/>
          <p:nvPr/>
        </p:nvPicPr>
        <p:blipFill rotWithShape="1">
          <a:blip r:embed="rId11">
            <a:alphaModFix/>
          </a:blip>
          <a:srcRect b="0" l="0" r="0" t="0"/>
          <a:stretch/>
        </p:blipFill>
        <p:spPr>
          <a:xfrm>
            <a:off x="3321259" y="3060070"/>
            <a:ext cx="1146871" cy="818582"/>
          </a:xfrm>
          <a:prstGeom prst="rect">
            <a:avLst/>
          </a:prstGeom>
          <a:noFill/>
          <a:ln>
            <a:noFill/>
          </a:ln>
          <a:effectLst>
            <a:outerShdw blurRad="71438" rotWithShape="0" algn="bl" dir="5400000" dist="19050">
              <a:srgbClr val="000000">
                <a:alpha val="17650"/>
              </a:srgbClr>
            </a:outerShdw>
          </a:effectLst>
        </p:spPr>
      </p:pic>
      <p:pic>
        <p:nvPicPr>
          <p:cNvPr id="980" name="Google Shape;980;g338b3853d3c_0_286"/>
          <p:cNvPicPr preferRelativeResize="0"/>
          <p:nvPr/>
        </p:nvPicPr>
        <p:blipFill rotWithShape="1">
          <a:blip r:embed="rId12">
            <a:alphaModFix/>
          </a:blip>
          <a:srcRect b="0" l="0" r="0" t="0"/>
          <a:stretch/>
        </p:blipFill>
        <p:spPr>
          <a:xfrm>
            <a:off x="4547991" y="3060070"/>
            <a:ext cx="1146871" cy="819967"/>
          </a:xfrm>
          <a:prstGeom prst="rect">
            <a:avLst/>
          </a:prstGeom>
          <a:noFill/>
          <a:ln>
            <a:noFill/>
          </a:ln>
          <a:effectLst>
            <a:outerShdw blurRad="71438" rotWithShape="0" algn="bl" dir="5400000" dist="19050">
              <a:srgbClr val="000000">
                <a:alpha val="17650"/>
              </a:srgbClr>
            </a:outerShdw>
          </a:effectLst>
        </p:spPr>
      </p:pic>
      <p:pic>
        <p:nvPicPr>
          <p:cNvPr id="981" name="Google Shape;981;g338b3853d3c_0_286"/>
          <p:cNvPicPr preferRelativeResize="0"/>
          <p:nvPr/>
        </p:nvPicPr>
        <p:blipFill rotWithShape="1">
          <a:blip r:embed="rId13">
            <a:alphaModFix/>
          </a:blip>
          <a:srcRect b="0" l="0" r="0" t="0"/>
          <a:stretch/>
        </p:blipFill>
        <p:spPr>
          <a:xfrm>
            <a:off x="5774724" y="3060070"/>
            <a:ext cx="1146871" cy="818582"/>
          </a:xfrm>
          <a:prstGeom prst="rect">
            <a:avLst/>
          </a:prstGeom>
          <a:noFill/>
          <a:ln>
            <a:noFill/>
          </a:ln>
          <a:effectLst>
            <a:outerShdw blurRad="71438" rotWithShape="0" algn="bl" dir="5400000" dist="19050">
              <a:srgbClr val="000000">
                <a:alpha val="17650"/>
              </a:srgbClr>
            </a:outerShdw>
          </a:effectLst>
        </p:spPr>
      </p:pic>
      <p:pic>
        <p:nvPicPr>
          <p:cNvPr id="982" name="Google Shape;982;g338b3853d3c_0_286"/>
          <p:cNvPicPr preferRelativeResize="0"/>
          <p:nvPr/>
        </p:nvPicPr>
        <p:blipFill rotWithShape="1">
          <a:blip r:embed="rId14">
            <a:alphaModFix/>
          </a:blip>
          <a:srcRect b="0" l="0" r="0" t="0"/>
          <a:stretch/>
        </p:blipFill>
        <p:spPr>
          <a:xfrm>
            <a:off x="7001902" y="3060070"/>
            <a:ext cx="1146871" cy="819967"/>
          </a:xfrm>
          <a:prstGeom prst="rect">
            <a:avLst/>
          </a:prstGeom>
          <a:noFill/>
          <a:ln>
            <a:noFill/>
          </a:ln>
          <a:effectLst>
            <a:outerShdw blurRad="71438" rotWithShape="0" algn="bl" dir="5400000" dist="19050">
              <a:srgbClr val="000000">
                <a:alpha val="17650"/>
              </a:srgbClr>
            </a:outerShdw>
          </a:effectLst>
        </p:spPr>
      </p:pic>
      <p:pic>
        <p:nvPicPr>
          <p:cNvPr id="983" name="Google Shape;983;g338b3853d3c_0_286"/>
          <p:cNvPicPr preferRelativeResize="0"/>
          <p:nvPr/>
        </p:nvPicPr>
        <p:blipFill rotWithShape="1">
          <a:blip r:embed="rId15">
            <a:alphaModFix/>
          </a:blip>
          <a:srcRect b="0" l="0" r="0" t="0"/>
          <a:stretch/>
        </p:blipFill>
        <p:spPr>
          <a:xfrm>
            <a:off x="867797" y="3995098"/>
            <a:ext cx="1146871" cy="819967"/>
          </a:xfrm>
          <a:prstGeom prst="rect">
            <a:avLst/>
          </a:prstGeom>
          <a:noFill/>
          <a:ln>
            <a:noFill/>
          </a:ln>
          <a:effectLst>
            <a:outerShdw blurRad="71438" rotWithShape="0" algn="bl" dir="5400000" dist="19050">
              <a:srgbClr val="000000">
                <a:alpha val="17650"/>
              </a:srgbClr>
            </a:outerShdw>
          </a:effectLst>
        </p:spPr>
      </p:pic>
      <p:pic>
        <p:nvPicPr>
          <p:cNvPr id="984" name="Google Shape;984;g338b3853d3c_0_286"/>
          <p:cNvPicPr preferRelativeResize="0"/>
          <p:nvPr/>
        </p:nvPicPr>
        <p:blipFill rotWithShape="1">
          <a:blip r:embed="rId16">
            <a:alphaModFix/>
          </a:blip>
          <a:srcRect b="0" l="0" r="0" t="0"/>
          <a:stretch/>
        </p:blipFill>
        <p:spPr>
          <a:xfrm>
            <a:off x="2094526" y="3995098"/>
            <a:ext cx="1146871" cy="818582"/>
          </a:xfrm>
          <a:prstGeom prst="rect">
            <a:avLst/>
          </a:prstGeom>
          <a:noFill/>
          <a:ln>
            <a:noFill/>
          </a:ln>
          <a:effectLst>
            <a:outerShdw blurRad="71438" rotWithShape="0" algn="bl" dir="5400000" dist="19050">
              <a:srgbClr val="000000">
                <a:alpha val="17650"/>
              </a:srgbClr>
            </a:outerShdw>
          </a:effectLst>
        </p:spPr>
      </p:pic>
      <p:pic>
        <p:nvPicPr>
          <p:cNvPr id="985" name="Google Shape;985;g338b3853d3c_0_286"/>
          <p:cNvPicPr preferRelativeResize="0"/>
          <p:nvPr/>
        </p:nvPicPr>
        <p:blipFill rotWithShape="1">
          <a:blip r:embed="rId17">
            <a:alphaModFix/>
          </a:blip>
          <a:srcRect b="0" l="0" r="0" t="0"/>
          <a:stretch/>
        </p:blipFill>
        <p:spPr>
          <a:xfrm>
            <a:off x="3321259" y="3995098"/>
            <a:ext cx="1146871" cy="818582"/>
          </a:xfrm>
          <a:prstGeom prst="rect">
            <a:avLst/>
          </a:prstGeom>
          <a:noFill/>
          <a:ln>
            <a:noFill/>
          </a:ln>
          <a:effectLst>
            <a:outerShdw blurRad="71438" rotWithShape="0" algn="bl" dir="5400000" dist="19050">
              <a:srgbClr val="000000">
                <a:alpha val="17650"/>
              </a:srgbClr>
            </a:outerShdw>
          </a:effectLst>
        </p:spPr>
      </p:pic>
      <p:pic>
        <p:nvPicPr>
          <p:cNvPr id="986" name="Google Shape;986;g338b3853d3c_0_286"/>
          <p:cNvPicPr preferRelativeResize="0"/>
          <p:nvPr/>
        </p:nvPicPr>
        <p:blipFill rotWithShape="1">
          <a:blip r:embed="rId18">
            <a:alphaModFix/>
          </a:blip>
          <a:srcRect b="0" l="0" r="0" t="0"/>
          <a:stretch/>
        </p:blipFill>
        <p:spPr>
          <a:xfrm>
            <a:off x="4547991" y="3995098"/>
            <a:ext cx="1146871" cy="818582"/>
          </a:xfrm>
          <a:prstGeom prst="rect">
            <a:avLst/>
          </a:prstGeom>
          <a:noFill/>
          <a:ln>
            <a:noFill/>
          </a:ln>
          <a:effectLst>
            <a:outerShdw blurRad="71438" rotWithShape="0" algn="bl" dir="5400000" dist="19050">
              <a:srgbClr val="000000">
                <a:alpha val="17650"/>
              </a:srgbClr>
            </a:outerShdw>
          </a:effectLst>
        </p:spPr>
      </p:pic>
      <p:pic>
        <p:nvPicPr>
          <p:cNvPr id="987" name="Google Shape;987;g338b3853d3c_0_286"/>
          <p:cNvPicPr preferRelativeResize="0"/>
          <p:nvPr/>
        </p:nvPicPr>
        <p:blipFill rotWithShape="1">
          <a:blip r:embed="rId19">
            <a:alphaModFix/>
          </a:blip>
          <a:srcRect b="0" l="0" r="0" t="0"/>
          <a:stretch/>
        </p:blipFill>
        <p:spPr>
          <a:xfrm>
            <a:off x="5774724" y="3995098"/>
            <a:ext cx="1146871" cy="819967"/>
          </a:xfrm>
          <a:prstGeom prst="rect">
            <a:avLst/>
          </a:prstGeom>
          <a:noFill/>
          <a:ln>
            <a:noFill/>
          </a:ln>
          <a:effectLst>
            <a:outerShdw blurRad="71438" rotWithShape="0" algn="bl" dir="5400000" dist="19050">
              <a:srgbClr val="000000">
                <a:alpha val="17650"/>
              </a:srgbClr>
            </a:outerShdw>
          </a:effectLst>
        </p:spPr>
      </p:pic>
      <p:pic>
        <p:nvPicPr>
          <p:cNvPr id="988" name="Google Shape;988;g338b3853d3c_0_286"/>
          <p:cNvPicPr preferRelativeResize="0"/>
          <p:nvPr/>
        </p:nvPicPr>
        <p:blipFill rotWithShape="1">
          <a:blip r:embed="rId20">
            <a:alphaModFix/>
          </a:blip>
          <a:srcRect b="0" l="0" r="0" t="0"/>
          <a:stretch/>
        </p:blipFill>
        <p:spPr>
          <a:xfrm>
            <a:off x="7001902" y="3995098"/>
            <a:ext cx="1146871" cy="818582"/>
          </a:xfrm>
          <a:prstGeom prst="rect">
            <a:avLst/>
          </a:prstGeom>
          <a:noFill/>
          <a:ln>
            <a:noFill/>
          </a:ln>
          <a:effectLst>
            <a:outerShdw blurRad="71438" rotWithShape="0" algn="bl" dir="5400000" dist="19050">
              <a:srgbClr val="000000">
                <a:alpha val="17650"/>
              </a:srgbClr>
            </a:outerShdw>
          </a:effectLst>
        </p:spPr>
      </p:pic>
      <p:pic>
        <p:nvPicPr>
          <p:cNvPr id="989" name="Google Shape;989;g338b3853d3c_0_286" title="JNL687-102F.png"/>
          <p:cNvPicPr preferRelativeResize="0"/>
          <p:nvPr/>
        </p:nvPicPr>
        <p:blipFill rotWithShape="1">
          <a:blip r:embed="rId21">
            <a:alphaModFix/>
          </a:blip>
          <a:srcRect b="0" l="0" r="0" t="0"/>
          <a:stretch/>
        </p:blipFill>
        <p:spPr>
          <a:xfrm>
            <a:off x="867797" y="4930148"/>
            <a:ext cx="1146871" cy="819967"/>
          </a:xfrm>
          <a:prstGeom prst="rect">
            <a:avLst/>
          </a:prstGeom>
          <a:noFill/>
          <a:ln>
            <a:noFill/>
          </a:ln>
          <a:effectLst>
            <a:outerShdw blurRad="71438" rotWithShape="0" algn="bl" dir="5400000" dist="19050">
              <a:srgbClr val="000000">
                <a:alpha val="17650"/>
              </a:srgbClr>
            </a:outerShdw>
          </a:effectLst>
        </p:spPr>
      </p:pic>
      <p:pic>
        <p:nvPicPr>
          <p:cNvPr id="990" name="Google Shape;990;g338b3853d3c_0_286" title="JNL687-103F.png"/>
          <p:cNvPicPr preferRelativeResize="0"/>
          <p:nvPr/>
        </p:nvPicPr>
        <p:blipFill rotWithShape="1">
          <a:blip r:embed="rId22">
            <a:alphaModFix/>
          </a:blip>
          <a:srcRect b="79" l="0" r="0" t="89"/>
          <a:stretch/>
        </p:blipFill>
        <p:spPr>
          <a:xfrm>
            <a:off x="2094526" y="4930148"/>
            <a:ext cx="1146871" cy="818582"/>
          </a:xfrm>
          <a:prstGeom prst="rect">
            <a:avLst/>
          </a:prstGeom>
          <a:noFill/>
          <a:ln>
            <a:noFill/>
          </a:ln>
          <a:effectLst>
            <a:outerShdw blurRad="71438" rotWithShape="0" algn="bl" dir="5400000" dist="19050">
              <a:srgbClr val="000000">
                <a:alpha val="17650"/>
              </a:srgbClr>
            </a:outerShdw>
          </a:effectLst>
        </p:spPr>
      </p:pic>
      <p:pic>
        <p:nvPicPr>
          <p:cNvPr id="991" name="Google Shape;991;g338b3853d3c_0_286" title="JNL687-104F.png"/>
          <p:cNvPicPr preferRelativeResize="0"/>
          <p:nvPr/>
        </p:nvPicPr>
        <p:blipFill rotWithShape="1">
          <a:blip r:embed="rId23">
            <a:alphaModFix/>
          </a:blip>
          <a:srcRect b="0" l="0" r="0" t="0"/>
          <a:stretch/>
        </p:blipFill>
        <p:spPr>
          <a:xfrm>
            <a:off x="3321259" y="4930148"/>
            <a:ext cx="1146871" cy="818582"/>
          </a:xfrm>
          <a:prstGeom prst="rect">
            <a:avLst/>
          </a:prstGeom>
          <a:noFill/>
          <a:ln>
            <a:noFill/>
          </a:ln>
          <a:effectLst>
            <a:outerShdw blurRad="71438" rotWithShape="0" algn="bl" dir="5400000" dist="19050">
              <a:srgbClr val="000000">
                <a:alpha val="17650"/>
              </a:srgbClr>
            </a:outerShdw>
          </a:effectLst>
        </p:spPr>
      </p:pic>
      <p:pic>
        <p:nvPicPr>
          <p:cNvPr id="992" name="Google Shape;992;g338b3853d3c_0_286" title="JNL687-105F.png"/>
          <p:cNvPicPr preferRelativeResize="0"/>
          <p:nvPr/>
        </p:nvPicPr>
        <p:blipFill rotWithShape="1">
          <a:blip r:embed="rId24">
            <a:alphaModFix/>
          </a:blip>
          <a:srcRect b="0" l="0" r="0" t="0"/>
          <a:stretch/>
        </p:blipFill>
        <p:spPr>
          <a:xfrm>
            <a:off x="4547991" y="4930148"/>
            <a:ext cx="1146871" cy="818582"/>
          </a:xfrm>
          <a:prstGeom prst="rect">
            <a:avLst/>
          </a:prstGeom>
          <a:noFill/>
          <a:ln>
            <a:noFill/>
          </a:ln>
          <a:effectLst>
            <a:outerShdw blurRad="71438" rotWithShape="0" algn="bl" dir="5400000" dist="19050">
              <a:srgbClr val="000000">
                <a:alpha val="17650"/>
              </a:srgbClr>
            </a:outerShdw>
          </a:effectLst>
        </p:spPr>
      </p:pic>
      <p:pic>
        <p:nvPicPr>
          <p:cNvPr id="993" name="Google Shape;993;g338b3853d3c_0_286" title="JNL687-106F.png"/>
          <p:cNvPicPr preferRelativeResize="0"/>
          <p:nvPr/>
        </p:nvPicPr>
        <p:blipFill rotWithShape="1">
          <a:blip r:embed="rId25">
            <a:alphaModFix/>
          </a:blip>
          <a:srcRect b="0" l="79" r="89" t="0"/>
          <a:stretch/>
        </p:blipFill>
        <p:spPr>
          <a:xfrm>
            <a:off x="5774724" y="4930148"/>
            <a:ext cx="1146871" cy="819967"/>
          </a:xfrm>
          <a:prstGeom prst="rect">
            <a:avLst/>
          </a:prstGeom>
          <a:noFill/>
          <a:ln>
            <a:noFill/>
          </a:ln>
          <a:effectLst>
            <a:outerShdw blurRad="71438" rotWithShape="0" algn="bl" dir="5400000" dist="19050">
              <a:srgbClr val="000000">
                <a:alpha val="17650"/>
              </a:srgbClr>
            </a:outerShdw>
          </a:effectLst>
        </p:spPr>
      </p:pic>
      <p:pic>
        <p:nvPicPr>
          <p:cNvPr id="994" name="Google Shape;994;g338b3853d3c_0_286" title="JNL687-107F.png"/>
          <p:cNvPicPr preferRelativeResize="0"/>
          <p:nvPr/>
        </p:nvPicPr>
        <p:blipFill rotWithShape="1">
          <a:blip r:embed="rId26">
            <a:alphaModFix/>
          </a:blip>
          <a:srcRect b="79" l="0" r="0" t="89"/>
          <a:stretch/>
        </p:blipFill>
        <p:spPr>
          <a:xfrm>
            <a:off x="7001902" y="4930148"/>
            <a:ext cx="1146871" cy="818582"/>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g2c186218c5a_0_25"/>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JNL686</a:t>
            </a:r>
            <a:endParaRPr/>
          </a:p>
        </p:txBody>
      </p:sp>
      <p:sp>
        <p:nvSpPr>
          <p:cNvPr id="1001" name="Google Shape;1001;g2c186218c5a_0_25"/>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Review Grapheme Caption</a:t>
            </a:r>
            <a:endParaRPr/>
          </a:p>
        </p:txBody>
      </p:sp>
      <p:sp>
        <p:nvSpPr>
          <p:cNvPr id="1002" name="Google Shape;1002;g2c186218c5a_0_25"/>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003" name="Google Shape;1003;g2c186218c5a_0_25" title="JNL686-77F.png"/>
          <p:cNvPicPr preferRelativeResize="0"/>
          <p:nvPr/>
        </p:nvPicPr>
        <p:blipFill rotWithShape="1">
          <a:blip r:embed="rId3">
            <a:alphaModFix/>
          </a:blip>
          <a:srcRect b="0" l="19" r="29" t="0"/>
          <a:stretch/>
        </p:blipFill>
        <p:spPr>
          <a:xfrm>
            <a:off x="1441162" y="1197025"/>
            <a:ext cx="2826422" cy="4000649"/>
          </a:xfrm>
          <a:prstGeom prst="rect">
            <a:avLst/>
          </a:prstGeom>
          <a:noFill/>
          <a:ln>
            <a:noFill/>
          </a:ln>
          <a:effectLst>
            <a:outerShdw blurRad="71438" rotWithShape="0" algn="bl" dir="5400000" dist="19050">
              <a:srgbClr val="000000">
                <a:alpha val="18039"/>
              </a:srgbClr>
            </a:outerShdw>
          </a:effectLst>
        </p:spPr>
      </p:pic>
      <p:cxnSp>
        <p:nvCxnSpPr>
          <p:cNvPr id="1004" name="Google Shape;1004;g2c186218c5a_0_25"/>
          <p:cNvCxnSpPr/>
          <p:nvPr/>
        </p:nvCxnSpPr>
        <p:spPr>
          <a:xfrm>
            <a:off x="4572000" y="997375"/>
            <a:ext cx="0" cy="4407900"/>
          </a:xfrm>
          <a:prstGeom prst="straightConnector1">
            <a:avLst/>
          </a:prstGeom>
          <a:noFill/>
          <a:ln cap="flat" cmpd="sng" w="9525">
            <a:solidFill>
              <a:srgbClr val="BFBFBF"/>
            </a:solidFill>
            <a:prstDash val="solid"/>
            <a:miter lim="800000"/>
            <a:headEnd len="sm" w="sm" type="none"/>
            <a:tailEnd len="sm" w="sm" type="none"/>
          </a:ln>
        </p:spPr>
      </p:cxnSp>
      <p:pic>
        <p:nvPicPr>
          <p:cNvPr id="1005" name="Google Shape;1005;g2c186218c5a_0_25" title="JNL686-142F.png"/>
          <p:cNvPicPr preferRelativeResize="0"/>
          <p:nvPr/>
        </p:nvPicPr>
        <p:blipFill rotWithShape="1">
          <a:blip r:embed="rId4">
            <a:alphaModFix/>
          </a:blip>
          <a:srcRect b="0" l="79" r="79" t="0"/>
          <a:stretch/>
        </p:blipFill>
        <p:spPr>
          <a:xfrm>
            <a:off x="4876415" y="1197025"/>
            <a:ext cx="2826422" cy="4000650"/>
          </a:xfrm>
          <a:prstGeom prst="rect">
            <a:avLst/>
          </a:prstGeom>
          <a:noFill/>
          <a:ln>
            <a:noFill/>
          </a:ln>
          <a:effectLst>
            <a:outerShdw blurRad="71438" rotWithShape="0" algn="bl" dir="5400000" dist="19050">
              <a:srgbClr val="000000">
                <a:alpha val="18039"/>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g2e5653a5c66_0_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JNL686</a:t>
            </a:r>
            <a:endParaRPr/>
          </a:p>
        </p:txBody>
      </p:sp>
      <p:sp>
        <p:nvSpPr>
          <p:cNvPr id="1012" name="Google Shape;1012;g2e5653a5c66_0_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Review Grapheme Caption</a:t>
            </a:r>
            <a:endParaRPr/>
          </a:p>
        </p:txBody>
      </p:sp>
      <p:sp>
        <p:nvSpPr>
          <p:cNvPr id="1013" name="Google Shape;1013;g2e5653a5c66_0_0"/>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014" name="Google Shape;1014;g2e5653a5c66_0_0" title="JNL686-77B.png"/>
          <p:cNvPicPr preferRelativeResize="0"/>
          <p:nvPr/>
        </p:nvPicPr>
        <p:blipFill rotWithShape="1">
          <a:blip r:embed="rId3">
            <a:alphaModFix/>
          </a:blip>
          <a:srcRect b="0" l="19" r="29" t="0"/>
          <a:stretch/>
        </p:blipFill>
        <p:spPr>
          <a:xfrm>
            <a:off x="1441162" y="1197025"/>
            <a:ext cx="2826422" cy="4000649"/>
          </a:xfrm>
          <a:prstGeom prst="rect">
            <a:avLst/>
          </a:prstGeom>
          <a:noFill/>
          <a:ln>
            <a:noFill/>
          </a:ln>
          <a:effectLst>
            <a:outerShdw blurRad="71438" rotWithShape="0" algn="bl" dir="5400000" dist="19050">
              <a:srgbClr val="000000">
                <a:alpha val="18039"/>
              </a:srgbClr>
            </a:outerShdw>
          </a:effectLst>
        </p:spPr>
      </p:pic>
      <p:cxnSp>
        <p:nvCxnSpPr>
          <p:cNvPr id="1015" name="Google Shape;1015;g2e5653a5c66_0_0"/>
          <p:cNvCxnSpPr/>
          <p:nvPr/>
        </p:nvCxnSpPr>
        <p:spPr>
          <a:xfrm>
            <a:off x="4572000" y="997375"/>
            <a:ext cx="0" cy="4407900"/>
          </a:xfrm>
          <a:prstGeom prst="straightConnector1">
            <a:avLst/>
          </a:prstGeom>
          <a:noFill/>
          <a:ln cap="flat" cmpd="sng" w="9525">
            <a:solidFill>
              <a:srgbClr val="BFBFBF"/>
            </a:solidFill>
            <a:prstDash val="solid"/>
            <a:miter lim="800000"/>
            <a:headEnd len="sm" w="sm" type="none"/>
            <a:tailEnd len="sm" w="sm" type="none"/>
          </a:ln>
        </p:spPr>
      </p:cxnSp>
      <p:pic>
        <p:nvPicPr>
          <p:cNvPr id="1016" name="Google Shape;1016;g2e5653a5c66_0_0" title="JNL686-142B.png"/>
          <p:cNvPicPr preferRelativeResize="0"/>
          <p:nvPr/>
        </p:nvPicPr>
        <p:blipFill rotWithShape="1">
          <a:blip r:embed="rId4">
            <a:alphaModFix/>
          </a:blip>
          <a:srcRect b="0" l="79" r="79" t="0"/>
          <a:stretch/>
        </p:blipFill>
        <p:spPr>
          <a:xfrm>
            <a:off x="4876415" y="1197025"/>
            <a:ext cx="2826422" cy="4000650"/>
          </a:xfrm>
          <a:prstGeom prst="rect">
            <a:avLst/>
          </a:prstGeom>
          <a:noFill/>
          <a:ln>
            <a:noFill/>
          </a:ln>
          <a:effectLst>
            <a:outerShdw blurRad="71438" rotWithShape="0" algn="bl" dir="5400000" dist="19050">
              <a:srgbClr val="000000">
                <a:alpha val="18039"/>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g2c186218c5a_0_4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Explain Decoding</a:t>
            </a:r>
            <a:endParaRPr/>
          </a:p>
        </p:txBody>
      </p:sp>
      <p:pic>
        <p:nvPicPr>
          <p:cNvPr id="1023" name="Google Shape;1023;g2c186218c5a_0_40"/>
          <p:cNvPicPr preferRelativeResize="0"/>
          <p:nvPr/>
        </p:nvPicPr>
        <p:blipFill rotWithShape="1">
          <a:blip r:embed="rId3">
            <a:alphaModFix/>
          </a:blip>
          <a:srcRect b="0" l="0" r="0" t="0"/>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g2c4fb7f6616_1_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SOUND BUTTONS</a:t>
            </a:r>
            <a:endParaRPr/>
          </a:p>
        </p:txBody>
      </p:sp>
      <p:sp>
        <p:nvSpPr>
          <p:cNvPr id="1030" name="Google Shape;1030;g2c4fb7f6616_1_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lang="en-US"/>
              <a:t>Model Blending Phonemes</a:t>
            </a:r>
            <a:endParaRPr/>
          </a:p>
        </p:txBody>
      </p:sp>
      <p:sp>
        <p:nvSpPr>
          <p:cNvPr id="1031" name="Google Shape;1031;g2c4fb7f6616_1_0"/>
          <p:cNvSpPr/>
          <p:nvPr/>
        </p:nvSpPr>
        <p:spPr>
          <a:xfrm>
            <a:off x="3095833"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32" name="Google Shape;1032;g2c4fb7f6616_1_0"/>
          <p:cNvSpPr/>
          <p:nvPr/>
        </p:nvSpPr>
        <p:spPr>
          <a:xfrm>
            <a:off x="5658117"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cxnSp>
        <p:nvCxnSpPr>
          <p:cNvPr id="1033" name="Google Shape;1033;g2c4fb7f6616_1_0"/>
          <p:cNvCxnSpPr/>
          <p:nvPr/>
        </p:nvCxnSpPr>
        <p:spPr>
          <a:xfrm>
            <a:off x="2565600" y="4817400"/>
            <a:ext cx="4012800" cy="0"/>
          </a:xfrm>
          <a:prstGeom prst="straightConnector1">
            <a:avLst/>
          </a:prstGeom>
          <a:noFill/>
          <a:ln cap="flat" cmpd="sng" w="38100">
            <a:solidFill>
              <a:srgbClr val="CFD9EF"/>
            </a:solidFill>
            <a:prstDash val="solid"/>
            <a:miter lim="800000"/>
            <a:headEnd len="sm" w="sm" type="none"/>
            <a:tailEnd len="sm" w="sm" type="stealth"/>
          </a:ln>
        </p:spPr>
      </p:cxnSp>
      <p:sp>
        <p:nvSpPr>
          <p:cNvPr id="1034" name="Google Shape;1034;g2c4fb7f6616_1_0"/>
          <p:cNvSpPr txBox="1"/>
          <p:nvPr>
            <p:ph idx="4294967295" type="subTitle"/>
          </p:nvPr>
        </p:nvSpPr>
        <p:spPr>
          <a:xfrm>
            <a:off x="5088467"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n</a:t>
            </a:r>
            <a:endParaRPr b="0" i="0" sz="15000" u="none" cap="none" strike="noStrike">
              <a:solidFill>
                <a:srgbClr val="2356AF"/>
              </a:solidFill>
              <a:latin typeface="Jost"/>
              <a:ea typeface="Jost"/>
              <a:cs typeface="Jost"/>
              <a:sym typeface="Jost"/>
            </a:endParaRPr>
          </a:p>
        </p:txBody>
      </p:sp>
      <p:sp>
        <p:nvSpPr>
          <p:cNvPr id="1035" name="Google Shape;1035;g2c4fb7f6616_1_0"/>
          <p:cNvSpPr txBox="1"/>
          <p:nvPr>
            <p:ph idx="4294967295" type="subTitle"/>
          </p:nvPr>
        </p:nvSpPr>
        <p:spPr>
          <a:xfrm>
            <a:off x="2526133"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t</a:t>
            </a:r>
            <a:endParaRPr b="0" i="0" sz="15000" u="none" cap="none" strike="noStrike">
              <a:solidFill>
                <a:srgbClr val="2356AF"/>
              </a:solidFill>
              <a:latin typeface="Jost"/>
              <a:ea typeface="Jost"/>
              <a:cs typeface="Jost"/>
              <a:sym typeface="Jost"/>
            </a:endParaRPr>
          </a:p>
        </p:txBody>
      </p:sp>
      <p:sp>
        <p:nvSpPr>
          <p:cNvPr id="1036" name="Google Shape;1036;g2c4fb7f6616_1_0"/>
          <p:cNvSpPr txBox="1"/>
          <p:nvPr>
            <p:ph idx="4294967295" type="subTitle"/>
          </p:nvPr>
        </p:nvSpPr>
        <p:spPr>
          <a:xfrm>
            <a:off x="3434171" y="1308025"/>
            <a:ext cx="20862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993FA2"/>
                </a:solidFill>
                <a:latin typeface="Jost"/>
                <a:ea typeface="Jost"/>
                <a:cs typeface="Jost"/>
                <a:sym typeface="Jost"/>
              </a:rPr>
              <a:t>or</a:t>
            </a:r>
            <a:endParaRPr b="0" i="0" sz="15000" u="none" cap="none" strike="noStrike">
              <a:solidFill>
                <a:srgbClr val="993FA2"/>
              </a:solidFill>
              <a:latin typeface="Jost"/>
              <a:ea typeface="Jost"/>
              <a:cs typeface="Jost"/>
              <a:sym typeface="Jost"/>
            </a:endParaRPr>
          </a:p>
        </p:txBody>
      </p:sp>
      <p:sp>
        <p:nvSpPr>
          <p:cNvPr id="1037" name="Google Shape;1037;g2c4fb7f6616_1_0"/>
          <p:cNvSpPr/>
          <p:nvPr/>
        </p:nvSpPr>
        <p:spPr>
          <a:xfrm>
            <a:off x="4857518" y="7078234"/>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38" name="Google Shape;1038;g2c4fb7f6616_1_0"/>
          <p:cNvSpPr/>
          <p:nvPr/>
        </p:nvSpPr>
        <p:spPr>
          <a:xfrm>
            <a:off x="5908585" y="7078234"/>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39" name="Google Shape;1039;g2c4fb7f6616_1_0"/>
          <p:cNvSpPr/>
          <p:nvPr/>
        </p:nvSpPr>
        <p:spPr>
          <a:xfrm>
            <a:off x="2896984" y="7078234"/>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0" name="Google Shape;1040;g2c4fb7f6616_1_0"/>
          <p:cNvSpPr/>
          <p:nvPr/>
        </p:nvSpPr>
        <p:spPr>
          <a:xfrm>
            <a:off x="6959652" y="7078234"/>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1" name="Google Shape;1041;g2c4fb7f6616_1_0"/>
          <p:cNvSpPr/>
          <p:nvPr/>
        </p:nvSpPr>
        <p:spPr>
          <a:xfrm>
            <a:off x="8212275" y="69366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2" name="Google Shape;1042;g2c4fb7f6616_1_0"/>
          <p:cNvSpPr/>
          <p:nvPr/>
        </p:nvSpPr>
        <p:spPr>
          <a:xfrm>
            <a:off x="1651138" y="69776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43" name="Google Shape;1043;g2c4fb7f6616_1_0"/>
          <p:cNvSpPr/>
          <p:nvPr/>
        </p:nvSpPr>
        <p:spPr>
          <a:xfrm>
            <a:off x="2350261" y="69776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44" name="Google Shape;1044;g2c4fb7f6616_1_0"/>
          <p:cNvSpPr/>
          <p:nvPr/>
        </p:nvSpPr>
        <p:spPr>
          <a:xfrm>
            <a:off x="3948051" y="7078200"/>
            <a:ext cx="8781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045" name="Google Shape;1045;g2c4fb7f6616_1_0"/>
          <p:cNvGrpSpPr/>
          <p:nvPr/>
        </p:nvGrpSpPr>
        <p:grpSpPr>
          <a:xfrm>
            <a:off x="-550" y="6984600"/>
            <a:ext cx="8596479" cy="808600"/>
            <a:chOff x="-550" y="6984600"/>
            <a:chExt cx="8596479" cy="808600"/>
          </a:xfrm>
        </p:grpSpPr>
        <p:sp>
          <p:nvSpPr>
            <p:cNvPr id="1046" name="Google Shape;1046;g2c4fb7f6616_1_0"/>
            <p:cNvSpPr txBox="1"/>
            <p:nvPr/>
          </p:nvSpPr>
          <p:spPr>
            <a:xfrm>
              <a:off x="-550" y="6984600"/>
              <a:ext cx="1709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1600" u="none" cap="none" strike="noStrike">
                  <a:solidFill>
                    <a:srgbClr val="000000"/>
                  </a:solidFill>
                  <a:latin typeface="Poppins"/>
                  <a:ea typeface="Poppins"/>
                  <a:cs typeface="Poppins"/>
                  <a:sym typeface="Poppins"/>
                </a:rPr>
                <a:t>Sound Buttons</a:t>
              </a:r>
              <a:endParaRPr b="0" i="0" sz="1600" u="none" cap="none" strike="noStrike">
                <a:solidFill>
                  <a:srgbClr val="000000"/>
                </a:solidFill>
                <a:latin typeface="Poppins"/>
                <a:ea typeface="Poppins"/>
                <a:cs typeface="Poppins"/>
                <a:sym typeface="Poppins"/>
              </a:endParaRPr>
            </a:p>
          </p:txBody>
        </p:sp>
        <p:sp>
          <p:nvSpPr>
            <p:cNvPr id="1047" name="Google Shape;1047;g2c4fb7f6616_1_0"/>
            <p:cNvSpPr txBox="1"/>
            <p:nvPr/>
          </p:nvSpPr>
          <p:spPr>
            <a:xfrm>
              <a:off x="1555431" y="7416997"/>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Vowel</a:t>
              </a:r>
              <a:endParaRPr b="0" i="0" sz="950" u="none" cap="none" strike="noStrike">
                <a:solidFill>
                  <a:srgbClr val="000000"/>
                </a:solidFill>
                <a:latin typeface="Poppins"/>
                <a:ea typeface="Poppins"/>
                <a:cs typeface="Poppins"/>
                <a:sym typeface="Poppins"/>
              </a:endParaRPr>
            </a:p>
          </p:txBody>
        </p:sp>
        <p:sp>
          <p:nvSpPr>
            <p:cNvPr id="1048" name="Google Shape;1048;g2c4fb7f6616_1_0"/>
            <p:cNvSpPr txBox="1"/>
            <p:nvPr/>
          </p:nvSpPr>
          <p:spPr>
            <a:xfrm>
              <a:off x="2116424" y="7417000"/>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a:t>
              </a:r>
              <a:endParaRPr b="0" i="0" sz="950" u="none" cap="none" strike="noStrike">
                <a:solidFill>
                  <a:srgbClr val="000000"/>
                </a:solidFill>
                <a:latin typeface="Poppins"/>
                <a:ea typeface="Poppins"/>
                <a:cs typeface="Poppins"/>
                <a:sym typeface="Poppins"/>
              </a:endParaRPr>
            </a:p>
          </p:txBody>
        </p:sp>
        <p:sp>
          <p:nvSpPr>
            <p:cNvPr id="1049" name="Google Shape;1049;g2c4fb7f6616_1_0"/>
            <p:cNvSpPr txBox="1"/>
            <p:nvPr/>
          </p:nvSpPr>
          <p:spPr>
            <a:xfrm>
              <a:off x="2886646"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 Digraph</a:t>
              </a:r>
              <a:endParaRPr b="0" i="0" sz="950" u="none" cap="none" strike="noStrike">
                <a:solidFill>
                  <a:srgbClr val="000000"/>
                </a:solidFill>
                <a:latin typeface="Poppins"/>
                <a:ea typeface="Poppins"/>
                <a:cs typeface="Poppins"/>
                <a:sym typeface="Poppins"/>
              </a:endParaRPr>
            </a:p>
          </p:txBody>
        </p:sp>
        <p:sp>
          <p:nvSpPr>
            <p:cNvPr id="1050" name="Google Shape;1050;g2c4fb7f6616_1_0"/>
            <p:cNvSpPr txBox="1"/>
            <p:nvPr/>
          </p:nvSpPr>
          <p:spPr>
            <a:xfrm>
              <a:off x="4826153"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Long Vowel Sound</a:t>
              </a:r>
              <a:endParaRPr b="0" i="0" sz="950" u="none" cap="none" strike="noStrike">
                <a:solidFill>
                  <a:srgbClr val="000000"/>
                </a:solidFill>
                <a:latin typeface="Poppins"/>
                <a:ea typeface="Poppins"/>
                <a:cs typeface="Poppins"/>
                <a:sym typeface="Poppins"/>
              </a:endParaRPr>
            </a:p>
          </p:txBody>
        </p:sp>
        <p:sp>
          <p:nvSpPr>
            <p:cNvPr id="1051" name="Google Shape;1051;g2c4fb7f6616_1_0"/>
            <p:cNvSpPr txBox="1"/>
            <p:nvPr/>
          </p:nvSpPr>
          <p:spPr>
            <a:xfrm>
              <a:off x="5859437"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R-controlled Digraph</a:t>
              </a:r>
              <a:endParaRPr b="0" i="0" sz="950" u="none" cap="none" strike="noStrike">
                <a:solidFill>
                  <a:srgbClr val="000000"/>
                </a:solidFill>
                <a:latin typeface="Poppins"/>
                <a:ea typeface="Poppins"/>
                <a:cs typeface="Poppins"/>
                <a:sym typeface="Poppins"/>
              </a:endParaRPr>
            </a:p>
          </p:txBody>
        </p:sp>
        <p:sp>
          <p:nvSpPr>
            <p:cNvPr id="1052" name="Google Shape;1052;g2c4fb7f6616_1_0"/>
            <p:cNvSpPr txBox="1"/>
            <p:nvPr/>
          </p:nvSpPr>
          <p:spPr>
            <a:xfrm>
              <a:off x="6957664"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Split Digraph</a:t>
              </a:r>
              <a:endParaRPr b="0" i="0" sz="950" u="none" cap="none" strike="noStrike">
                <a:solidFill>
                  <a:srgbClr val="000000"/>
                </a:solidFill>
                <a:latin typeface="Poppins"/>
                <a:ea typeface="Poppins"/>
                <a:cs typeface="Poppins"/>
                <a:sym typeface="Poppins"/>
              </a:endParaRPr>
            </a:p>
          </p:txBody>
        </p:sp>
        <p:sp>
          <p:nvSpPr>
            <p:cNvPr id="1053" name="Google Shape;1053;g2c4fb7f6616_1_0"/>
            <p:cNvSpPr txBox="1"/>
            <p:nvPr/>
          </p:nvSpPr>
          <p:spPr>
            <a:xfrm>
              <a:off x="7875029" y="7416997"/>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Syllable / Silent Letter</a:t>
              </a:r>
              <a:endParaRPr b="0" i="0" sz="950" u="none" cap="none" strike="noStrike">
                <a:solidFill>
                  <a:srgbClr val="000000"/>
                </a:solidFill>
                <a:latin typeface="Poppins"/>
                <a:ea typeface="Poppins"/>
                <a:cs typeface="Poppins"/>
                <a:sym typeface="Poppins"/>
              </a:endParaRPr>
            </a:p>
          </p:txBody>
        </p:sp>
        <p:sp>
          <p:nvSpPr>
            <p:cNvPr id="1054" name="Google Shape;1054;g2c4fb7f6616_1_0"/>
            <p:cNvSpPr txBox="1"/>
            <p:nvPr/>
          </p:nvSpPr>
          <p:spPr>
            <a:xfrm>
              <a:off x="3884428"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Multi Sound</a:t>
              </a:r>
              <a:endParaRPr b="0" i="0" sz="950" u="none" cap="none" strike="noStrike">
                <a:solidFill>
                  <a:srgbClr val="000000"/>
                </a:solidFill>
                <a:latin typeface="Poppins"/>
                <a:ea typeface="Poppins"/>
                <a:cs typeface="Poppins"/>
                <a:sym typeface="Poppins"/>
              </a:endParaRPr>
            </a:p>
          </p:txBody>
        </p:sp>
      </p:grpSp>
      <p:sp>
        <p:nvSpPr>
          <p:cNvPr id="1055" name="Google Shape;1055;g2c4fb7f6616_1_0"/>
          <p:cNvSpPr/>
          <p:nvPr/>
        </p:nvSpPr>
        <p:spPr>
          <a:xfrm>
            <a:off x="3638822" y="4011900"/>
            <a:ext cx="17055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g2e7ffd9cc55_0_17"/>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SOUND BUTTONS</a:t>
            </a:r>
            <a:endParaRPr/>
          </a:p>
        </p:txBody>
      </p:sp>
      <p:sp>
        <p:nvSpPr>
          <p:cNvPr id="1062" name="Google Shape;1062;g2e7ffd9cc55_0_17"/>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lang="en-US"/>
              <a:t>Model Blending Phonemes</a:t>
            </a:r>
            <a:endParaRPr/>
          </a:p>
        </p:txBody>
      </p:sp>
      <p:sp>
        <p:nvSpPr>
          <p:cNvPr id="1063" name="Google Shape;1063;g2e7ffd9cc55_0_17"/>
          <p:cNvSpPr/>
          <p:nvPr/>
        </p:nvSpPr>
        <p:spPr>
          <a:xfrm>
            <a:off x="2991839"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64" name="Google Shape;1064;g2e7ffd9cc55_0_17"/>
          <p:cNvSpPr/>
          <p:nvPr/>
        </p:nvSpPr>
        <p:spPr>
          <a:xfrm>
            <a:off x="5762111"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cxnSp>
        <p:nvCxnSpPr>
          <p:cNvPr id="1065" name="Google Shape;1065;g2e7ffd9cc55_0_17"/>
          <p:cNvCxnSpPr/>
          <p:nvPr/>
        </p:nvCxnSpPr>
        <p:spPr>
          <a:xfrm>
            <a:off x="2565600" y="4817400"/>
            <a:ext cx="4012800" cy="0"/>
          </a:xfrm>
          <a:prstGeom prst="straightConnector1">
            <a:avLst/>
          </a:prstGeom>
          <a:noFill/>
          <a:ln cap="flat" cmpd="sng" w="38100">
            <a:solidFill>
              <a:srgbClr val="CFD9EF"/>
            </a:solidFill>
            <a:prstDash val="solid"/>
            <a:miter lim="800000"/>
            <a:headEnd len="sm" w="sm" type="none"/>
            <a:tailEnd len="sm" w="sm" type="stealth"/>
          </a:ln>
        </p:spPr>
      </p:cxnSp>
      <p:sp>
        <p:nvSpPr>
          <p:cNvPr id="1066" name="Google Shape;1066;g2e7ffd9cc55_0_17"/>
          <p:cNvSpPr txBox="1"/>
          <p:nvPr>
            <p:ph idx="4294967295" type="subTitle"/>
          </p:nvPr>
        </p:nvSpPr>
        <p:spPr>
          <a:xfrm>
            <a:off x="5192461"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k</a:t>
            </a:r>
            <a:endParaRPr b="0" i="0" sz="15000" u="none" cap="none" strike="noStrike">
              <a:solidFill>
                <a:srgbClr val="2356AF"/>
              </a:solidFill>
              <a:latin typeface="Jost"/>
              <a:ea typeface="Jost"/>
              <a:cs typeface="Jost"/>
              <a:sym typeface="Jost"/>
            </a:endParaRPr>
          </a:p>
        </p:txBody>
      </p:sp>
      <p:sp>
        <p:nvSpPr>
          <p:cNvPr id="1067" name="Google Shape;1067;g2e7ffd9cc55_0_17"/>
          <p:cNvSpPr txBox="1"/>
          <p:nvPr>
            <p:ph idx="4294967295" type="subTitle"/>
          </p:nvPr>
        </p:nvSpPr>
        <p:spPr>
          <a:xfrm>
            <a:off x="2422139"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w</a:t>
            </a:r>
            <a:endParaRPr b="0" i="0" sz="15000" u="none" cap="none" strike="noStrike">
              <a:solidFill>
                <a:srgbClr val="2356AF"/>
              </a:solidFill>
              <a:latin typeface="Jost"/>
              <a:ea typeface="Jost"/>
              <a:cs typeface="Jost"/>
              <a:sym typeface="Jost"/>
            </a:endParaRPr>
          </a:p>
        </p:txBody>
      </p:sp>
      <p:sp>
        <p:nvSpPr>
          <p:cNvPr id="1068" name="Google Shape;1068;g2e7ffd9cc55_0_17"/>
          <p:cNvSpPr txBox="1"/>
          <p:nvPr>
            <p:ph idx="4294967295" type="subTitle"/>
          </p:nvPr>
        </p:nvSpPr>
        <p:spPr>
          <a:xfrm>
            <a:off x="3614364" y="1308025"/>
            <a:ext cx="20862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815138"/>
                </a:solidFill>
                <a:latin typeface="Jost"/>
                <a:ea typeface="Jost"/>
                <a:cs typeface="Jost"/>
                <a:sym typeface="Jost"/>
              </a:rPr>
              <a:t>or</a:t>
            </a:r>
            <a:endParaRPr b="0" i="0" sz="15000" u="none" cap="none" strike="noStrike">
              <a:solidFill>
                <a:srgbClr val="815138"/>
              </a:solidFill>
              <a:latin typeface="Jost"/>
              <a:ea typeface="Jost"/>
              <a:cs typeface="Jost"/>
              <a:sym typeface="Jost"/>
            </a:endParaRPr>
          </a:p>
        </p:txBody>
      </p:sp>
      <p:sp>
        <p:nvSpPr>
          <p:cNvPr id="1069" name="Google Shape;1069;g2e7ffd9cc55_0_17"/>
          <p:cNvSpPr/>
          <p:nvPr/>
        </p:nvSpPr>
        <p:spPr>
          <a:xfrm>
            <a:off x="4857518" y="7078234"/>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0" name="Google Shape;1070;g2e7ffd9cc55_0_17"/>
          <p:cNvSpPr/>
          <p:nvPr/>
        </p:nvSpPr>
        <p:spPr>
          <a:xfrm>
            <a:off x="5908585" y="7078234"/>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1" name="Google Shape;1071;g2e7ffd9cc55_0_17"/>
          <p:cNvSpPr/>
          <p:nvPr/>
        </p:nvSpPr>
        <p:spPr>
          <a:xfrm>
            <a:off x="2896984" y="7078234"/>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2" name="Google Shape;1072;g2e7ffd9cc55_0_17"/>
          <p:cNvSpPr/>
          <p:nvPr/>
        </p:nvSpPr>
        <p:spPr>
          <a:xfrm>
            <a:off x="6959652" y="7078234"/>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3" name="Google Shape;1073;g2e7ffd9cc55_0_17"/>
          <p:cNvSpPr/>
          <p:nvPr/>
        </p:nvSpPr>
        <p:spPr>
          <a:xfrm>
            <a:off x="8212275" y="69366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4" name="Google Shape;1074;g2e7ffd9cc55_0_17"/>
          <p:cNvSpPr/>
          <p:nvPr/>
        </p:nvSpPr>
        <p:spPr>
          <a:xfrm>
            <a:off x="1651138" y="69776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75" name="Google Shape;1075;g2e7ffd9cc55_0_17"/>
          <p:cNvSpPr/>
          <p:nvPr/>
        </p:nvSpPr>
        <p:spPr>
          <a:xfrm>
            <a:off x="2350261" y="69776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76" name="Google Shape;1076;g2e7ffd9cc55_0_17"/>
          <p:cNvSpPr/>
          <p:nvPr/>
        </p:nvSpPr>
        <p:spPr>
          <a:xfrm>
            <a:off x="3948051" y="7078200"/>
            <a:ext cx="8781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077" name="Google Shape;1077;g2e7ffd9cc55_0_17"/>
          <p:cNvGrpSpPr/>
          <p:nvPr/>
        </p:nvGrpSpPr>
        <p:grpSpPr>
          <a:xfrm>
            <a:off x="-550" y="6984600"/>
            <a:ext cx="8596479" cy="808600"/>
            <a:chOff x="-550" y="6984600"/>
            <a:chExt cx="8596479" cy="808600"/>
          </a:xfrm>
        </p:grpSpPr>
        <p:sp>
          <p:nvSpPr>
            <p:cNvPr id="1078" name="Google Shape;1078;g2e7ffd9cc55_0_17"/>
            <p:cNvSpPr txBox="1"/>
            <p:nvPr/>
          </p:nvSpPr>
          <p:spPr>
            <a:xfrm>
              <a:off x="-550" y="6984600"/>
              <a:ext cx="1709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1600" u="none" cap="none" strike="noStrike">
                  <a:solidFill>
                    <a:srgbClr val="000000"/>
                  </a:solidFill>
                  <a:latin typeface="Poppins"/>
                  <a:ea typeface="Poppins"/>
                  <a:cs typeface="Poppins"/>
                  <a:sym typeface="Poppins"/>
                </a:rPr>
                <a:t>Sound Buttons</a:t>
              </a:r>
              <a:endParaRPr b="0" i="0" sz="1600" u="none" cap="none" strike="noStrike">
                <a:solidFill>
                  <a:srgbClr val="000000"/>
                </a:solidFill>
                <a:latin typeface="Poppins"/>
                <a:ea typeface="Poppins"/>
                <a:cs typeface="Poppins"/>
                <a:sym typeface="Poppins"/>
              </a:endParaRPr>
            </a:p>
          </p:txBody>
        </p:sp>
        <p:sp>
          <p:nvSpPr>
            <p:cNvPr id="1079" name="Google Shape;1079;g2e7ffd9cc55_0_17"/>
            <p:cNvSpPr txBox="1"/>
            <p:nvPr/>
          </p:nvSpPr>
          <p:spPr>
            <a:xfrm>
              <a:off x="1555431" y="7416997"/>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Vowel</a:t>
              </a:r>
              <a:endParaRPr b="0" i="0" sz="950" u="none" cap="none" strike="noStrike">
                <a:solidFill>
                  <a:srgbClr val="000000"/>
                </a:solidFill>
                <a:latin typeface="Poppins"/>
                <a:ea typeface="Poppins"/>
                <a:cs typeface="Poppins"/>
                <a:sym typeface="Poppins"/>
              </a:endParaRPr>
            </a:p>
          </p:txBody>
        </p:sp>
        <p:sp>
          <p:nvSpPr>
            <p:cNvPr id="1080" name="Google Shape;1080;g2e7ffd9cc55_0_17"/>
            <p:cNvSpPr txBox="1"/>
            <p:nvPr/>
          </p:nvSpPr>
          <p:spPr>
            <a:xfrm>
              <a:off x="2116424" y="7417000"/>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a:t>
              </a:r>
              <a:endParaRPr b="0" i="0" sz="950" u="none" cap="none" strike="noStrike">
                <a:solidFill>
                  <a:srgbClr val="000000"/>
                </a:solidFill>
                <a:latin typeface="Poppins"/>
                <a:ea typeface="Poppins"/>
                <a:cs typeface="Poppins"/>
                <a:sym typeface="Poppins"/>
              </a:endParaRPr>
            </a:p>
          </p:txBody>
        </p:sp>
        <p:sp>
          <p:nvSpPr>
            <p:cNvPr id="1081" name="Google Shape;1081;g2e7ffd9cc55_0_17"/>
            <p:cNvSpPr txBox="1"/>
            <p:nvPr/>
          </p:nvSpPr>
          <p:spPr>
            <a:xfrm>
              <a:off x="2886646"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 Digraph</a:t>
              </a:r>
              <a:endParaRPr b="0" i="0" sz="950" u="none" cap="none" strike="noStrike">
                <a:solidFill>
                  <a:srgbClr val="000000"/>
                </a:solidFill>
                <a:latin typeface="Poppins"/>
                <a:ea typeface="Poppins"/>
                <a:cs typeface="Poppins"/>
                <a:sym typeface="Poppins"/>
              </a:endParaRPr>
            </a:p>
          </p:txBody>
        </p:sp>
        <p:sp>
          <p:nvSpPr>
            <p:cNvPr id="1082" name="Google Shape;1082;g2e7ffd9cc55_0_17"/>
            <p:cNvSpPr txBox="1"/>
            <p:nvPr/>
          </p:nvSpPr>
          <p:spPr>
            <a:xfrm>
              <a:off x="4826153"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Long Vowel Sound</a:t>
              </a:r>
              <a:endParaRPr b="0" i="0" sz="950" u="none" cap="none" strike="noStrike">
                <a:solidFill>
                  <a:srgbClr val="000000"/>
                </a:solidFill>
                <a:latin typeface="Poppins"/>
                <a:ea typeface="Poppins"/>
                <a:cs typeface="Poppins"/>
                <a:sym typeface="Poppins"/>
              </a:endParaRPr>
            </a:p>
          </p:txBody>
        </p:sp>
        <p:sp>
          <p:nvSpPr>
            <p:cNvPr id="1083" name="Google Shape;1083;g2e7ffd9cc55_0_17"/>
            <p:cNvSpPr txBox="1"/>
            <p:nvPr/>
          </p:nvSpPr>
          <p:spPr>
            <a:xfrm>
              <a:off x="5859437"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R-controlled Digraph</a:t>
              </a:r>
              <a:endParaRPr b="0" i="0" sz="950" u="none" cap="none" strike="noStrike">
                <a:solidFill>
                  <a:srgbClr val="000000"/>
                </a:solidFill>
                <a:latin typeface="Poppins"/>
                <a:ea typeface="Poppins"/>
                <a:cs typeface="Poppins"/>
                <a:sym typeface="Poppins"/>
              </a:endParaRPr>
            </a:p>
          </p:txBody>
        </p:sp>
        <p:sp>
          <p:nvSpPr>
            <p:cNvPr id="1084" name="Google Shape;1084;g2e7ffd9cc55_0_17"/>
            <p:cNvSpPr txBox="1"/>
            <p:nvPr/>
          </p:nvSpPr>
          <p:spPr>
            <a:xfrm>
              <a:off x="6957664"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Split Digraph</a:t>
              </a:r>
              <a:endParaRPr b="0" i="0" sz="950" u="none" cap="none" strike="noStrike">
                <a:solidFill>
                  <a:srgbClr val="000000"/>
                </a:solidFill>
                <a:latin typeface="Poppins"/>
                <a:ea typeface="Poppins"/>
                <a:cs typeface="Poppins"/>
                <a:sym typeface="Poppins"/>
              </a:endParaRPr>
            </a:p>
          </p:txBody>
        </p:sp>
        <p:sp>
          <p:nvSpPr>
            <p:cNvPr id="1085" name="Google Shape;1085;g2e7ffd9cc55_0_17"/>
            <p:cNvSpPr txBox="1"/>
            <p:nvPr/>
          </p:nvSpPr>
          <p:spPr>
            <a:xfrm>
              <a:off x="7875029" y="7416997"/>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Syllable / Silent Letter</a:t>
              </a:r>
              <a:endParaRPr b="0" i="0" sz="950" u="none" cap="none" strike="noStrike">
                <a:solidFill>
                  <a:srgbClr val="000000"/>
                </a:solidFill>
                <a:latin typeface="Poppins"/>
                <a:ea typeface="Poppins"/>
                <a:cs typeface="Poppins"/>
                <a:sym typeface="Poppins"/>
              </a:endParaRPr>
            </a:p>
          </p:txBody>
        </p:sp>
        <p:sp>
          <p:nvSpPr>
            <p:cNvPr id="1086" name="Google Shape;1086;g2e7ffd9cc55_0_17"/>
            <p:cNvSpPr txBox="1"/>
            <p:nvPr/>
          </p:nvSpPr>
          <p:spPr>
            <a:xfrm>
              <a:off x="3884428"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Multi Sound</a:t>
              </a:r>
              <a:endParaRPr b="0" i="0" sz="950" u="none" cap="none" strike="noStrike">
                <a:solidFill>
                  <a:srgbClr val="000000"/>
                </a:solidFill>
                <a:latin typeface="Poppins"/>
                <a:ea typeface="Poppins"/>
                <a:cs typeface="Poppins"/>
                <a:sym typeface="Poppins"/>
              </a:endParaRPr>
            </a:p>
          </p:txBody>
        </p:sp>
      </p:grpSp>
      <p:sp>
        <p:nvSpPr>
          <p:cNvPr id="1087" name="Google Shape;1087;g2e7ffd9cc55_0_17"/>
          <p:cNvSpPr/>
          <p:nvPr/>
        </p:nvSpPr>
        <p:spPr>
          <a:xfrm>
            <a:off x="3819015" y="4011900"/>
            <a:ext cx="1705500" cy="180000"/>
          </a:xfrm>
          <a:prstGeom prst="rect">
            <a:avLst/>
          </a:prstGeom>
          <a:solidFill>
            <a:srgbClr val="81513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g2c186218c5a_0_4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Explain Encoding</a:t>
            </a:r>
            <a:endParaRPr/>
          </a:p>
        </p:txBody>
      </p:sp>
      <p:pic>
        <p:nvPicPr>
          <p:cNvPr id="1094" name="Google Shape;1094;g2c186218c5a_0_44"/>
          <p:cNvPicPr preferRelativeResize="0"/>
          <p:nvPr/>
        </p:nvPicPr>
        <p:blipFill rotWithShape="1">
          <a:blip r:embed="rId3">
            <a:alphaModFix/>
          </a:blip>
          <a:srcRect b="0" l="0" r="0" t="0"/>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cxnSp>
        <p:nvCxnSpPr>
          <p:cNvPr id="1100" name="Google Shape;1100;g26b641b03cd_0_204"/>
          <p:cNvCxnSpPr/>
          <p:nvPr/>
        </p:nvCxnSpPr>
        <p:spPr>
          <a:xfrm>
            <a:off x="4572000" y="997375"/>
            <a:ext cx="0" cy="4407900"/>
          </a:xfrm>
          <a:prstGeom prst="straightConnector1">
            <a:avLst/>
          </a:prstGeom>
          <a:noFill/>
          <a:ln cap="flat" cmpd="sng" w="9525">
            <a:solidFill>
              <a:srgbClr val="BFBFBF"/>
            </a:solidFill>
            <a:prstDash val="solid"/>
            <a:miter lim="800000"/>
            <a:headEnd len="sm" w="sm" type="none"/>
            <a:tailEnd len="sm" w="sm" type="none"/>
          </a:ln>
        </p:spPr>
      </p:cxnSp>
      <p:sp>
        <p:nvSpPr>
          <p:cNvPr id="1101" name="Google Shape;1101;g26b641b03cd_0_20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JNL689</a:t>
            </a:r>
            <a:endParaRPr/>
          </a:p>
        </p:txBody>
      </p:sp>
      <p:sp>
        <p:nvSpPr>
          <p:cNvPr id="1102" name="Google Shape;1102;g26b641b03cd_0_20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pic>
        <p:nvPicPr>
          <p:cNvPr id="1103" name="Google Shape;1103;g26b641b03cd_0_204" title="JNL689-49B.png"/>
          <p:cNvPicPr preferRelativeResize="0"/>
          <p:nvPr/>
        </p:nvPicPr>
        <p:blipFill rotWithShape="1">
          <a:blip r:embed="rId3">
            <a:alphaModFix/>
          </a:blip>
          <a:srcRect b="0" l="79" r="89" t="0"/>
          <a:stretch/>
        </p:blipFill>
        <p:spPr>
          <a:xfrm>
            <a:off x="1441150" y="1460326"/>
            <a:ext cx="2826426" cy="3395497"/>
          </a:xfrm>
          <a:prstGeom prst="rect">
            <a:avLst/>
          </a:prstGeom>
          <a:noFill/>
          <a:ln>
            <a:noFill/>
          </a:ln>
          <a:effectLst>
            <a:outerShdw blurRad="114300" rotWithShape="0" algn="bl" dir="5400000" dist="19050">
              <a:srgbClr val="000000">
                <a:alpha val="20000"/>
              </a:srgbClr>
            </a:outerShdw>
          </a:effectLst>
        </p:spPr>
      </p:pic>
      <p:sp>
        <p:nvSpPr>
          <p:cNvPr id="1104" name="Google Shape;1104;g26b641b03cd_0_20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pic>
        <p:nvPicPr>
          <p:cNvPr id="1105" name="Google Shape;1105;g26b641b03cd_0_204" title="JNL689-157B.png"/>
          <p:cNvPicPr preferRelativeResize="0"/>
          <p:nvPr/>
        </p:nvPicPr>
        <p:blipFill rotWithShape="1">
          <a:blip r:embed="rId4">
            <a:alphaModFix/>
          </a:blip>
          <a:srcRect b="0" l="79" r="89" t="0"/>
          <a:stretch/>
        </p:blipFill>
        <p:spPr>
          <a:xfrm>
            <a:off x="4876425" y="1460326"/>
            <a:ext cx="2826426" cy="3395497"/>
          </a:xfrm>
          <a:prstGeom prst="rect">
            <a:avLst/>
          </a:prstGeom>
          <a:noFill/>
          <a:ln>
            <a:noFill/>
          </a:ln>
          <a:effectLst>
            <a:outerShdw blurRad="114300" rotWithShape="0" algn="bl" dir="5400000" dist="1905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g2c186218c5a_0_4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JNL689</a:t>
            </a:r>
            <a:endParaRPr/>
          </a:p>
        </p:txBody>
      </p:sp>
      <p:sp>
        <p:nvSpPr>
          <p:cNvPr id="1112" name="Google Shape;1112;g2c186218c5a_0_48"/>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sp>
        <p:nvSpPr>
          <p:cNvPr id="1113" name="Google Shape;1113;g2c186218c5a_0_48"/>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cxnSp>
        <p:nvCxnSpPr>
          <p:cNvPr id="1114" name="Google Shape;1114;g2c186218c5a_0_48"/>
          <p:cNvCxnSpPr/>
          <p:nvPr/>
        </p:nvCxnSpPr>
        <p:spPr>
          <a:xfrm>
            <a:off x="4572000" y="997375"/>
            <a:ext cx="0" cy="4407900"/>
          </a:xfrm>
          <a:prstGeom prst="straightConnector1">
            <a:avLst/>
          </a:prstGeom>
          <a:noFill/>
          <a:ln cap="flat" cmpd="sng" w="9525">
            <a:solidFill>
              <a:srgbClr val="BFBFBF"/>
            </a:solidFill>
            <a:prstDash val="solid"/>
            <a:miter lim="800000"/>
            <a:headEnd len="sm" w="sm" type="none"/>
            <a:tailEnd len="sm" w="sm" type="none"/>
          </a:ln>
        </p:spPr>
      </p:cxnSp>
      <p:pic>
        <p:nvPicPr>
          <p:cNvPr id="1115" name="Google Shape;1115;g2c186218c5a_0_48" title="JNL689-49F.png"/>
          <p:cNvPicPr preferRelativeResize="0"/>
          <p:nvPr/>
        </p:nvPicPr>
        <p:blipFill rotWithShape="1">
          <a:blip r:embed="rId3">
            <a:alphaModFix/>
          </a:blip>
          <a:srcRect b="0" l="0" r="0" t="0"/>
          <a:stretch/>
        </p:blipFill>
        <p:spPr>
          <a:xfrm>
            <a:off x="1441150" y="1460326"/>
            <a:ext cx="2826425" cy="3395497"/>
          </a:xfrm>
          <a:prstGeom prst="rect">
            <a:avLst/>
          </a:prstGeom>
          <a:noFill/>
          <a:ln>
            <a:noFill/>
          </a:ln>
          <a:effectLst>
            <a:outerShdw blurRad="114300" rotWithShape="0" algn="bl" dir="5400000" dist="19050">
              <a:srgbClr val="000000">
                <a:alpha val="20000"/>
              </a:srgbClr>
            </a:outerShdw>
          </a:effectLst>
        </p:spPr>
      </p:pic>
      <p:pic>
        <p:nvPicPr>
          <p:cNvPr id="1116" name="Google Shape;1116;g2c186218c5a_0_48" title="JNL689-157F.png"/>
          <p:cNvPicPr preferRelativeResize="0"/>
          <p:nvPr/>
        </p:nvPicPr>
        <p:blipFill rotWithShape="1">
          <a:blip r:embed="rId4">
            <a:alphaModFix/>
          </a:blip>
          <a:srcRect b="0" l="0" r="0" t="0"/>
          <a:stretch/>
        </p:blipFill>
        <p:spPr>
          <a:xfrm>
            <a:off x="4876425" y="1460326"/>
            <a:ext cx="2826425" cy="3395497"/>
          </a:xfrm>
          <a:prstGeom prst="rect">
            <a:avLst/>
          </a:prstGeom>
          <a:noFill/>
          <a:ln>
            <a:noFill/>
          </a:ln>
          <a:effectLst>
            <a:outerShdw blurRad="114300" rotWithShape="0" algn="bl" dir="5400000" dist="1905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g26b641b03cd_0_301"/>
          <p:cNvSpPr txBox="1"/>
          <p:nvPr>
            <p:ph type="title"/>
          </p:nvPr>
        </p:nvSpPr>
        <p:spPr>
          <a:xfrm>
            <a:off x="589725" y="5568500"/>
            <a:ext cx="79644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Practise</a:t>
            </a:r>
            <a:r>
              <a:rPr lang="en-US"/>
              <a:t xml:space="preserve"> </a:t>
            </a:r>
            <a:r>
              <a:rPr lang="en-US"/>
              <a:t>Common Exception Word</a:t>
            </a:r>
            <a:r>
              <a:rPr lang="en-US"/>
              <a:t>s</a:t>
            </a:r>
            <a:endParaRPr/>
          </a:p>
        </p:txBody>
      </p:sp>
      <p:sp>
        <p:nvSpPr>
          <p:cNvPr id="1123" name="Google Shape;1123;g26b641b03cd_0_301"/>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JNL687</a:t>
            </a:r>
            <a:endParaRPr/>
          </a:p>
        </p:txBody>
      </p:sp>
      <p:sp>
        <p:nvSpPr>
          <p:cNvPr id="1124" name="Google Shape;1124;g26b641b03cd_0_301"/>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125" name="Google Shape;1125;g26b641b03cd_0_301" title="JNL687-106F.png"/>
          <p:cNvPicPr preferRelativeResize="0"/>
          <p:nvPr/>
        </p:nvPicPr>
        <p:blipFill rotWithShape="1">
          <a:blip r:embed="rId3">
            <a:alphaModFix/>
          </a:blip>
          <a:srcRect b="0" l="59" r="59" t="0"/>
          <a:stretch/>
        </p:blipFill>
        <p:spPr>
          <a:xfrm>
            <a:off x="1167450" y="2026425"/>
            <a:ext cx="3273401" cy="2339253"/>
          </a:xfrm>
          <a:prstGeom prst="rect">
            <a:avLst/>
          </a:prstGeom>
          <a:noFill/>
          <a:ln>
            <a:noFill/>
          </a:ln>
          <a:effectLst>
            <a:outerShdw blurRad="71438" rotWithShape="0" algn="bl" dir="5400000" dist="19050">
              <a:srgbClr val="000000">
                <a:alpha val="17254"/>
              </a:srgbClr>
            </a:outerShdw>
          </a:effectLst>
        </p:spPr>
      </p:pic>
      <p:pic>
        <p:nvPicPr>
          <p:cNvPr id="1126" name="Google Shape;1126;g26b641b03cd_0_301" title="JNL687-107F.png"/>
          <p:cNvPicPr preferRelativeResize="0"/>
          <p:nvPr/>
        </p:nvPicPr>
        <p:blipFill rotWithShape="1">
          <a:blip r:embed="rId4">
            <a:alphaModFix/>
          </a:blip>
          <a:srcRect b="29" l="0" r="0" t="19"/>
          <a:stretch/>
        </p:blipFill>
        <p:spPr>
          <a:xfrm>
            <a:off x="4703149" y="2026425"/>
            <a:ext cx="3273401" cy="2339252"/>
          </a:xfrm>
          <a:prstGeom prst="rect">
            <a:avLst/>
          </a:prstGeom>
          <a:noFill/>
          <a:ln>
            <a:noFill/>
          </a:ln>
          <a:effectLst>
            <a:outerShdw blurRad="71438" rotWithShape="0" algn="bl" dir="5400000" dist="19050">
              <a:srgbClr val="000000">
                <a:alpha val="17254"/>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g338b3853d3c_0_979"/>
          <p:cNvSpPr txBox="1"/>
          <p:nvPr>
            <p:ph type="title"/>
          </p:nvPr>
        </p:nvSpPr>
        <p:spPr>
          <a:xfrm>
            <a:off x="589725" y="5568500"/>
            <a:ext cx="79644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Practise Common Exception Words</a:t>
            </a:r>
            <a:endParaRPr/>
          </a:p>
        </p:txBody>
      </p:sp>
      <p:sp>
        <p:nvSpPr>
          <p:cNvPr id="1133" name="Google Shape;1133;g338b3853d3c_0_979"/>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JNL687</a:t>
            </a:r>
            <a:endParaRPr/>
          </a:p>
        </p:txBody>
      </p:sp>
      <p:sp>
        <p:nvSpPr>
          <p:cNvPr id="1134" name="Google Shape;1134;g338b3853d3c_0_979"/>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135" name="Google Shape;1135;g338b3853d3c_0_979" title="JNL687-106B.png"/>
          <p:cNvPicPr preferRelativeResize="0"/>
          <p:nvPr/>
        </p:nvPicPr>
        <p:blipFill rotWithShape="1">
          <a:blip r:embed="rId3">
            <a:alphaModFix/>
          </a:blip>
          <a:srcRect b="0" l="0" r="0" t="0"/>
          <a:stretch/>
        </p:blipFill>
        <p:spPr>
          <a:xfrm>
            <a:off x="1167450" y="2026425"/>
            <a:ext cx="3273400" cy="2339253"/>
          </a:xfrm>
          <a:prstGeom prst="rect">
            <a:avLst/>
          </a:prstGeom>
          <a:noFill/>
          <a:ln>
            <a:noFill/>
          </a:ln>
          <a:effectLst>
            <a:outerShdw blurRad="71438" rotWithShape="0" algn="bl" dir="5400000" dist="19050">
              <a:srgbClr val="000000">
                <a:alpha val="17250"/>
              </a:srgbClr>
            </a:outerShdw>
          </a:effectLst>
        </p:spPr>
      </p:pic>
      <p:pic>
        <p:nvPicPr>
          <p:cNvPr id="1136" name="Google Shape;1136;g338b3853d3c_0_979" title="JNL687-107B.png"/>
          <p:cNvPicPr preferRelativeResize="0"/>
          <p:nvPr/>
        </p:nvPicPr>
        <p:blipFill rotWithShape="1">
          <a:blip r:embed="rId4">
            <a:alphaModFix/>
          </a:blip>
          <a:srcRect b="79" l="0" r="0" t="89"/>
          <a:stretch/>
        </p:blipFill>
        <p:spPr>
          <a:xfrm>
            <a:off x="4703149" y="2026425"/>
            <a:ext cx="3273400" cy="2339252"/>
          </a:xfrm>
          <a:prstGeom prst="rect">
            <a:avLst/>
          </a:prstGeom>
          <a:noFill/>
          <a:ln>
            <a:noFill/>
          </a:ln>
          <a:effectLst>
            <a:outerShdw blurRad="71438" rotWithShape="0" algn="bl" dir="5400000" dist="19050">
              <a:srgbClr val="000000">
                <a:alpha val="1725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g1f3daf8a844_0_6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43" name="Google Shape;1143;g1f3daf8a844_0_6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3600"/>
              <a:buNone/>
            </a:pPr>
            <a:r>
              <a:rPr lang="en-US"/>
              <a:t>Practise</a:t>
            </a:r>
            <a:r>
              <a:rPr lang="en-US"/>
              <a:t xml:space="preserve"> Building Words</a:t>
            </a:r>
            <a:endParaRPr/>
          </a:p>
        </p:txBody>
      </p:sp>
      <p:grpSp>
        <p:nvGrpSpPr>
          <p:cNvPr id="1144" name="Google Shape;1144;g1f3daf8a844_0_64"/>
          <p:cNvGrpSpPr/>
          <p:nvPr/>
        </p:nvGrpSpPr>
        <p:grpSpPr>
          <a:xfrm>
            <a:off x="3024000" y="209875"/>
            <a:ext cx="3096000" cy="454800"/>
            <a:chOff x="3024000" y="209875"/>
            <a:chExt cx="3096000" cy="454800"/>
          </a:xfrm>
        </p:grpSpPr>
        <p:sp>
          <p:nvSpPr>
            <p:cNvPr id="1145" name="Google Shape;1145;g1f3daf8a844_0_64"/>
            <p:cNvSpPr/>
            <p:nvPr/>
          </p:nvSpPr>
          <p:spPr>
            <a:xfrm>
              <a:off x="3064325" y="209875"/>
              <a:ext cx="3015300" cy="454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46" name="Google Shape;1146;g1f3daf8a844_0_64"/>
            <p:cNvSpPr/>
            <p:nvPr/>
          </p:nvSpPr>
          <p:spPr>
            <a:xfrm>
              <a:off x="3024000"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1147" name="Google Shape;1147;g1f3daf8a844_0_64"/>
            <p:cNvPicPr preferRelativeResize="0"/>
            <p:nvPr/>
          </p:nvPicPr>
          <p:blipFill rotWithShape="1">
            <a:blip r:embed="rId3">
              <a:alphaModFix/>
            </a:blip>
            <a:srcRect b="0" l="0" r="0" t="0"/>
            <a:stretch/>
          </p:blipFill>
          <p:spPr>
            <a:xfrm>
              <a:off x="3278989" y="302008"/>
              <a:ext cx="214317" cy="246300"/>
            </a:xfrm>
            <a:prstGeom prst="rect">
              <a:avLst/>
            </a:prstGeom>
            <a:noFill/>
            <a:ln>
              <a:noFill/>
            </a:ln>
          </p:spPr>
        </p:pic>
      </p:grpSp>
      <p:cxnSp>
        <p:nvCxnSpPr>
          <p:cNvPr id="1148" name="Google Shape;1148;g1f3daf8a844_0_64"/>
          <p:cNvCxnSpPr/>
          <p:nvPr/>
        </p:nvCxnSpPr>
        <p:spPr>
          <a:xfrm>
            <a:off x="1181100" y="4473239"/>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49" name="Google Shape;1149;g1f3daf8a844_0_64"/>
          <p:cNvCxnSpPr/>
          <p:nvPr/>
        </p:nvCxnSpPr>
        <p:spPr>
          <a:xfrm>
            <a:off x="1181100" y="4225358"/>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50" name="Google Shape;1150;g1f3daf8a844_0_64"/>
          <p:cNvCxnSpPr/>
          <p:nvPr/>
        </p:nvCxnSpPr>
        <p:spPr>
          <a:xfrm>
            <a:off x="1181100" y="4848175"/>
            <a:ext cx="6781800" cy="0"/>
          </a:xfrm>
          <a:prstGeom prst="straightConnector1">
            <a:avLst/>
          </a:prstGeom>
          <a:noFill/>
          <a:ln cap="flat" cmpd="sng" w="28575">
            <a:solidFill>
              <a:srgbClr val="C2EDFF"/>
            </a:solidFill>
            <a:prstDash val="solid"/>
            <a:miter lim="800000"/>
            <a:headEnd len="sm" w="sm" type="none"/>
            <a:tailEnd len="sm" w="sm" type="none"/>
          </a:ln>
        </p:spPr>
      </p:cxnSp>
      <p:cxnSp>
        <p:nvCxnSpPr>
          <p:cNvPr id="1151" name="Google Shape;1151;g1f3daf8a844_0_64"/>
          <p:cNvCxnSpPr/>
          <p:nvPr/>
        </p:nvCxnSpPr>
        <p:spPr>
          <a:xfrm>
            <a:off x="1181100" y="5000333"/>
            <a:ext cx="6781800" cy="0"/>
          </a:xfrm>
          <a:prstGeom prst="straightConnector1">
            <a:avLst/>
          </a:prstGeom>
          <a:noFill/>
          <a:ln cap="flat" cmpd="sng" w="28575">
            <a:solidFill>
              <a:srgbClr val="C2EDFF"/>
            </a:solidFill>
            <a:prstDash val="lgDash"/>
            <a:miter lim="800000"/>
            <a:headEnd len="sm" w="sm" type="none"/>
            <a:tailEnd len="sm" w="sm" type="none"/>
          </a:ln>
        </p:spPr>
      </p:cxnSp>
      <p:sp>
        <p:nvSpPr>
          <p:cNvPr id="1152" name="Google Shape;1152;g1f3daf8a844_0_64"/>
          <p:cNvSpPr txBox="1"/>
          <p:nvPr/>
        </p:nvSpPr>
        <p:spPr>
          <a:xfrm>
            <a:off x="2333951"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993FA2"/>
                </a:solidFill>
                <a:latin typeface="Jost"/>
                <a:ea typeface="Jost"/>
                <a:cs typeface="Jost"/>
                <a:sym typeface="Jost"/>
              </a:rPr>
              <a:t>or</a:t>
            </a:r>
            <a:endParaRPr b="0" i="0" sz="5500" u="none" cap="none" strike="noStrike">
              <a:solidFill>
                <a:srgbClr val="993FA2"/>
              </a:solidFill>
              <a:latin typeface="Jost"/>
              <a:ea typeface="Jost"/>
              <a:cs typeface="Jost"/>
              <a:sym typeface="Jost"/>
            </a:endParaRPr>
          </a:p>
        </p:txBody>
      </p:sp>
      <p:sp>
        <p:nvSpPr>
          <p:cNvPr id="1153" name="Google Shape;1153;g1f3daf8a844_0_64"/>
          <p:cNvSpPr txBox="1"/>
          <p:nvPr/>
        </p:nvSpPr>
        <p:spPr>
          <a:xfrm>
            <a:off x="5792506"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t</a:t>
            </a:r>
            <a:endParaRPr b="0" i="0" sz="5500" u="none" cap="none" strike="noStrike">
              <a:solidFill>
                <a:srgbClr val="2356AF"/>
              </a:solidFill>
              <a:latin typeface="Jost"/>
              <a:ea typeface="Jost"/>
              <a:cs typeface="Jost"/>
              <a:sym typeface="Jost"/>
            </a:endParaRPr>
          </a:p>
        </p:txBody>
      </p:sp>
      <p:sp>
        <p:nvSpPr>
          <p:cNvPr id="1154" name="Google Shape;1154;g1f3daf8a844_0_64"/>
          <p:cNvSpPr txBox="1"/>
          <p:nvPr/>
        </p:nvSpPr>
        <p:spPr>
          <a:xfrm>
            <a:off x="1181100"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c</a:t>
            </a:r>
            <a:endParaRPr b="0" i="0" sz="5500" u="none" cap="none" strike="noStrike">
              <a:solidFill>
                <a:srgbClr val="2356AF"/>
              </a:solidFill>
              <a:latin typeface="Jost"/>
              <a:ea typeface="Jost"/>
              <a:cs typeface="Jost"/>
              <a:sym typeface="Jost"/>
            </a:endParaRPr>
          </a:p>
        </p:txBody>
      </p:sp>
      <p:sp>
        <p:nvSpPr>
          <p:cNvPr id="1155" name="Google Shape;1155;g1f3daf8a844_0_64"/>
          <p:cNvSpPr txBox="1"/>
          <p:nvPr/>
        </p:nvSpPr>
        <p:spPr>
          <a:xfrm>
            <a:off x="4639654"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f</a:t>
            </a:r>
            <a:endParaRPr b="0" i="0" sz="5500" u="none" cap="none" strike="noStrike">
              <a:solidFill>
                <a:srgbClr val="2356AF"/>
              </a:solidFill>
              <a:latin typeface="Jost"/>
              <a:ea typeface="Jost"/>
              <a:cs typeface="Jost"/>
              <a:sym typeface="Jost"/>
            </a:endParaRPr>
          </a:p>
        </p:txBody>
      </p:sp>
      <p:sp>
        <p:nvSpPr>
          <p:cNvPr id="1156" name="Google Shape;1156;g1f3daf8a844_0_64"/>
          <p:cNvSpPr txBox="1"/>
          <p:nvPr/>
        </p:nvSpPr>
        <p:spPr>
          <a:xfrm>
            <a:off x="6945355"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b</a:t>
            </a:r>
            <a:endParaRPr b="0" i="0" sz="5500" u="none" cap="none" strike="noStrike">
              <a:solidFill>
                <a:srgbClr val="2356AF"/>
              </a:solidFill>
              <a:latin typeface="Jost"/>
              <a:ea typeface="Jost"/>
              <a:cs typeface="Jost"/>
              <a:sym typeface="Jost"/>
            </a:endParaRPr>
          </a:p>
        </p:txBody>
      </p:sp>
      <p:sp>
        <p:nvSpPr>
          <p:cNvPr id="1157" name="Google Shape;1157;g1f3daf8a844_0_64"/>
          <p:cNvSpPr txBox="1"/>
          <p:nvPr/>
        </p:nvSpPr>
        <p:spPr>
          <a:xfrm>
            <a:off x="3486774"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k</a:t>
            </a:r>
            <a:endParaRPr b="0" i="0" sz="5500" u="none" cap="none" strike="noStrike">
              <a:solidFill>
                <a:srgbClr val="2356AF"/>
              </a:solidFill>
              <a:latin typeface="Jost"/>
              <a:ea typeface="Jost"/>
              <a:cs typeface="Jost"/>
              <a:sym typeface="Jost"/>
            </a:endParaRPr>
          </a:p>
        </p:txBody>
      </p:sp>
      <p:sp>
        <p:nvSpPr>
          <p:cNvPr id="1158" name="Google Shape;1158;g1f3daf8a844_0_64"/>
          <p:cNvSpPr txBox="1"/>
          <p:nvPr/>
        </p:nvSpPr>
        <p:spPr>
          <a:xfrm>
            <a:off x="2333923"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w</a:t>
            </a:r>
            <a:endParaRPr b="0" i="0" sz="5500" u="none" cap="none" strike="noStrike">
              <a:solidFill>
                <a:srgbClr val="2356AF"/>
              </a:solidFill>
              <a:latin typeface="Jost"/>
              <a:ea typeface="Jost"/>
              <a:cs typeface="Jost"/>
              <a:sym typeface="Jost"/>
            </a:endParaRPr>
          </a:p>
        </p:txBody>
      </p:sp>
      <p:sp>
        <p:nvSpPr>
          <p:cNvPr id="1159" name="Google Shape;1159;g1f3daf8a844_0_64"/>
          <p:cNvSpPr txBox="1"/>
          <p:nvPr/>
        </p:nvSpPr>
        <p:spPr>
          <a:xfrm>
            <a:off x="4639626"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m</a:t>
            </a:r>
            <a:endParaRPr b="0" i="0" sz="5500" u="none" cap="none" strike="noStrike">
              <a:solidFill>
                <a:srgbClr val="2356AF"/>
              </a:solidFill>
              <a:latin typeface="Jost"/>
              <a:ea typeface="Jost"/>
              <a:cs typeface="Jost"/>
              <a:sym typeface="Jost"/>
            </a:endParaRPr>
          </a:p>
        </p:txBody>
      </p:sp>
      <p:sp>
        <p:nvSpPr>
          <p:cNvPr id="1160" name="Google Shape;1160;g1f3daf8a844_0_64"/>
          <p:cNvSpPr txBox="1"/>
          <p:nvPr/>
        </p:nvSpPr>
        <p:spPr>
          <a:xfrm>
            <a:off x="5792477"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d</a:t>
            </a:r>
            <a:endParaRPr b="0" i="0" sz="5500" u="none" cap="none" strike="noStrike">
              <a:solidFill>
                <a:srgbClr val="2356AF"/>
              </a:solidFill>
              <a:latin typeface="Jost"/>
              <a:ea typeface="Jost"/>
              <a:cs typeface="Jost"/>
              <a:sym typeface="Jost"/>
            </a:endParaRPr>
          </a:p>
        </p:txBody>
      </p:sp>
      <p:sp>
        <p:nvSpPr>
          <p:cNvPr id="1161" name="Google Shape;1161;g1f3daf8a844_0_64"/>
          <p:cNvSpPr txBox="1"/>
          <p:nvPr/>
        </p:nvSpPr>
        <p:spPr>
          <a:xfrm>
            <a:off x="3486803"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n</a:t>
            </a:r>
            <a:endParaRPr b="0" i="0" sz="5500" u="none" cap="none" strike="noStrike">
              <a:solidFill>
                <a:srgbClr val="2356AF"/>
              </a:solidFill>
              <a:latin typeface="Jost"/>
              <a:ea typeface="Jost"/>
              <a:cs typeface="Jost"/>
              <a:sym typeface="Jost"/>
            </a:endParaRPr>
          </a:p>
        </p:txBody>
      </p:sp>
      <p:sp>
        <p:nvSpPr>
          <p:cNvPr id="1162" name="Google Shape;1162;g1f3daf8a844_0_6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LAYOUT A</a:t>
            </a:r>
            <a:endParaRPr/>
          </a:p>
        </p:txBody>
      </p:sp>
      <p:cxnSp>
        <p:nvCxnSpPr>
          <p:cNvPr id="1163" name="Google Shape;1163;g1f3daf8a844_0_64"/>
          <p:cNvCxnSpPr/>
          <p:nvPr/>
        </p:nvCxnSpPr>
        <p:spPr>
          <a:xfrm>
            <a:off x="1181100" y="3648525"/>
            <a:ext cx="6781800" cy="0"/>
          </a:xfrm>
          <a:prstGeom prst="straightConnector1">
            <a:avLst/>
          </a:prstGeom>
          <a:noFill/>
          <a:ln cap="flat" cmpd="sng" w="19050">
            <a:solidFill>
              <a:srgbClr val="CFD9EF"/>
            </a:solidFill>
            <a:prstDash val="solid"/>
            <a:miter lim="800000"/>
            <a:headEnd len="sm" w="sm" type="none"/>
            <a:tailEnd len="sm" w="sm"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
        <p:nvSpPr>
          <p:cNvPr id="1169" name="Google Shape;1169;g2e7ffd9cc55_0_59"/>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70" name="Google Shape;1170;g2e7ffd9cc55_0_59"/>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3600"/>
              <a:buNone/>
            </a:pPr>
            <a:r>
              <a:rPr lang="en-US"/>
              <a:t>Practise</a:t>
            </a:r>
            <a:r>
              <a:rPr lang="en-US"/>
              <a:t xml:space="preserve"> Building Words</a:t>
            </a:r>
            <a:endParaRPr/>
          </a:p>
        </p:txBody>
      </p:sp>
      <p:grpSp>
        <p:nvGrpSpPr>
          <p:cNvPr id="1171" name="Google Shape;1171;g2e7ffd9cc55_0_59"/>
          <p:cNvGrpSpPr/>
          <p:nvPr/>
        </p:nvGrpSpPr>
        <p:grpSpPr>
          <a:xfrm>
            <a:off x="3024000" y="209875"/>
            <a:ext cx="3096000" cy="454800"/>
            <a:chOff x="3024000" y="209875"/>
            <a:chExt cx="3096000" cy="454800"/>
          </a:xfrm>
        </p:grpSpPr>
        <p:sp>
          <p:nvSpPr>
            <p:cNvPr id="1172" name="Google Shape;1172;g2e7ffd9cc55_0_59"/>
            <p:cNvSpPr/>
            <p:nvPr/>
          </p:nvSpPr>
          <p:spPr>
            <a:xfrm>
              <a:off x="3064325" y="209875"/>
              <a:ext cx="3015300" cy="454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73" name="Google Shape;1173;g2e7ffd9cc55_0_59"/>
            <p:cNvSpPr/>
            <p:nvPr/>
          </p:nvSpPr>
          <p:spPr>
            <a:xfrm>
              <a:off x="3024000"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1174" name="Google Shape;1174;g2e7ffd9cc55_0_59"/>
            <p:cNvPicPr preferRelativeResize="0"/>
            <p:nvPr/>
          </p:nvPicPr>
          <p:blipFill rotWithShape="1">
            <a:blip r:embed="rId3">
              <a:alphaModFix/>
            </a:blip>
            <a:srcRect b="0" l="0" r="0" t="0"/>
            <a:stretch/>
          </p:blipFill>
          <p:spPr>
            <a:xfrm>
              <a:off x="3278989" y="302008"/>
              <a:ext cx="214317" cy="246300"/>
            </a:xfrm>
            <a:prstGeom prst="rect">
              <a:avLst/>
            </a:prstGeom>
            <a:noFill/>
            <a:ln>
              <a:noFill/>
            </a:ln>
          </p:spPr>
        </p:pic>
      </p:grpSp>
      <p:cxnSp>
        <p:nvCxnSpPr>
          <p:cNvPr id="1175" name="Google Shape;1175;g2e7ffd9cc55_0_59"/>
          <p:cNvCxnSpPr/>
          <p:nvPr/>
        </p:nvCxnSpPr>
        <p:spPr>
          <a:xfrm>
            <a:off x="1181100" y="3919050"/>
            <a:ext cx="6781800" cy="0"/>
          </a:xfrm>
          <a:prstGeom prst="straightConnector1">
            <a:avLst/>
          </a:prstGeom>
          <a:noFill/>
          <a:ln cap="flat" cmpd="sng" w="19050">
            <a:solidFill>
              <a:srgbClr val="CFD9EF"/>
            </a:solidFill>
            <a:prstDash val="solid"/>
            <a:miter lim="800000"/>
            <a:headEnd len="sm" w="sm" type="none"/>
            <a:tailEnd len="sm" w="sm" type="none"/>
          </a:ln>
        </p:spPr>
      </p:cxnSp>
      <p:cxnSp>
        <p:nvCxnSpPr>
          <p:cNvPr id="1176" name="Google Shape;1176;g2e7ffd9cc55_0_59"/>
          <p:cNvCxnSpPr/>
          <p:nvPr/>
        </p:nvCxnSpPr>
        <p:spPr>
          <a:xfrm>
            <a:off x="1181100" y="4473239"/>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77" name="Google Shape;1177;g2e7ffd9cc55_0_59"/>
          <p:cNvCxnSpPr/>
          <p:nvPr/>
        </p:nvCxnSpPr>
        <p:spPr>
          <a:xfrm>
            <a:off x="1181100" y="4225358"/>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78" name="Google Shape;1178;g2e7ffd9cc55_0_59"/>
          <p:cNvCxnSpPr/>
          <p:nvPr/>
        </p:nvCxnSpPr>
        <p:spPr>
          <a:xfrm>
            <a:off x="1181100" y="4848175"/>
            <a:ext cx="6781800" cy="0"/>
          </a:xfrm>
          <a:prstGeom prst="straightConnector1">
            <a:avLst/>
          </a:prstGeom>
          <a:noFill/>
          <a:ln cap="flat" cmpd="sng" w="28575">
            <a:solidFill>
              <a:srgbClr val="C2EDFF"/>
            </a:solidFill>
            <a:prstDash val="solid"/>
            <a:miter lim="800000"/>
            <a:headEnd len="sm" w="sm" type="none"/>
            <a:tailEnd len="sm" w="sm" type="none"/>
          </a:ln>
        </p:spPr>
      </p:cxnSp>
      <p:cxnSp>
        <p:nvCxnSpPr>
          <p:cNvPr id="1179" name="Google Shape;1179;g2e7ffd9cc55_0_59"/>
          <p:cNvCxnSpPr/>
          <p:nvPr/>
        </p:nvCxnSpPr>
        <p:spPr>
          <a:xfrm>
            <a:off x="1181100" y="5000333"/>
            <a:ext cx="6781800" cy="0"/>
          </a:xfrm>
          <a:prstGeom prst="straightConnector1">
            <a:avLst/>
          </a:prstGeom>
          <a:noFill/>
          <a:ln cap="flat" cmpd="sng" w="28575">
            <a:solidFill>
              <a:srgbClr val="C2EDFF"/>
            </a:solidFill>
            <a:prstDash val="lgDash"/>
            <a:miter lim="800000"/>
            <a:headEnd len="sm" w="sm" type="none"/>
            <a:tailEnd len="sm" w="sm" type="none"/>
          </a:ln>
        </p:spPr>
      </p:cxnSp>
      <p:sp>
        <p:nvSpPr>
          <p:cNvPr id="1180" name="Google Shape;1180;g2e7ffd9cc55_0_59"/>
          <p:cNvSpPr txBox="1"/>
          <p:nvPr/>
        </p:nvSpPr>
        <p:spPr>
          <a:xfrm>
            <a:off x="1193375" y="3501975"/>
            <a:ext cx="6781800" cy="2931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rgbClr val="000000"/>
              </a:buClr>
              <a:buSzPts val="1800"/>
              <a:buFont typeface="Arial"/>
              <a:buNone/>
            </a:pPr>
            <a:r>
              <a:rPr b="0" i="0" lang="en-US" sz="1800" u="none" cap="none" strike="noStrike">
                <a:solidFill>
                  <a:srgbClr val="B7B7B7"/>
                </a:solidFill>
                <a:latin typeface="Jost"/>
                <a:ea typeface="Jost"/>
                <a:cs typeface="Jost"/>
                <a:sym typeface="Jost"/>
              </a:rPr>
              <a:t>corn fort born torn work worm word</a:t>
            </a:r>
            <a:endParaRPr b="0" i="0" sz="1800" u="none" cap="none" strike="noStrike">
              <a:solidFill>
                <a:srgbClr val="B7B7B7"/>
              </a:solidFill>
              <a:latin typeface="Jost"/>
              <a:ea typeface="Jost"/>
              <a:cs typeface="Jost"/>
              <a:sym typeface="Jost"/>
            </a:endParaRPr>
          </a:p>
        </p:txBody>
      </p:sp>
      <p:sp>
        <p:nvSpPr>
          <p:cNvPr id="1181" name="Google Shape;1181;g2e7ffd9cc55_0_59"/>
          <p:cNvSpPr txBox="1"/>
          <p:nvPr/>
        </p:nvSpPr>
        <p:spPr>
          <a:xfrm>
            <a:off x="2333951"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993FA2"/>
                </a:solidFill>
                <a:latin typeface="Jost"/>
                <a:ea typeface="Jost"/>
                <a:cs typeface="Jost"/>
                <a:sym typeface="Jost"/>
              </a:rPr>
              <a:t>or</a:t>
            </a:r>
            <a:endParaRPr b="0" i="0" sz="5500" u="none" cap="none" strike="noStrike">
              <a:solidFill>
                <a:srgbClr val="993FA2"/>
              </a:solidFill>
              <a:latin typeface="Jost"/>
              <a:ea typeface="Jost"/>
              <a:cs typeface="Jost"/>
              <a:sym typeface="Jost"/>
            </a:endParaRPr>
          </a:p>
        </p:txBody>
      </p:sp>
      <p:sp>
        <p:nvSpPr>
          <p:cNvPr id="1182" name="Google Shape;1182;g2e7ffd9cc55_0_59"/>
          <p:cNvSpPr txBox="1"/>
          <p:nvPr/>
        </p:nvSpPr>
        <p:spPr>
          <a:xfrm>
            <a:off x="5792506"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t</a:t>
            </a:r>
            <a:endParaRPr b="0" i="0" sz="5500" u="none" cap="none" strike="noStrike">
              <a:solidFill>
                <a:srgbClr val="2356AF"/>
              </a:solidFill>
              <a:latin typeface="Jost"/>
              <a:ea typeface="Jost"/>
              <a:cs typeface="Jost"/>
              <a:sym typeface="Jost"/>
            </a:endParaRPr>
          </a:p>
        </p:txBody>
      </p:sp>
      <p:sp>
        <p:nvSpPr>
          <p:cNvPr id="1183" name="Google Shape;1183;g2e7ffd9cc55_0_59"/>
          <p:cNvSpPr txBox="1"/>
          <p:nvPr/>
        </p:nvSpPr>
        <p:spPr>
          <a:xfrm>
            <a:off x="1181100"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c</a:t>
            </a:r>
            <a:endParaRPr b="0" i="0" sz="5500" u="none" cap="none" strike="noStrike">
              <a:solidFill>
                <a:srgbClr val="2356AF"/>
              </a:solidFill>
              <a:latin typeface="Jost"/>
              <a:ea typeface="Jost"/>
              <a:cs typeface="Jost"/>
              <a:sym typeface="Jost"/>
            </a:endParaRPr>
          </a:p>
        </p:txBody>
      </p:sp>
      <p:sp>
        <p:nvSpPr>
          <p:cNvPr id="1184" name="Google Shape;1184;g2e7ffd9cc55_0_59"/>
          <p:cNvSpPr txBox="1"/>
          <p:nvPr/>
        </p:nvSpPr>
        <p:spPr>
          <a:xfrm>
            <a:off x="4639654"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f</a:t>
            </a:r>
            <a:endParaRPr b="0" i="0" sz="5500" u="none" cap="none" strike="noStrike">
              <a:solidFill>
                <a:srgbClr val="2356AF"/>
              </a:solidFill>
              <a:latin typeface="Jost"/>
              <a:ea typeface="Jost"/>
              <a:cs typeface="Jost"/>
              <a:sym typeface="Jost"/>
            </a:endParaRPr>
          </a:p>
        </p:txBody>
      </p:sp>
      <p:cxnSp>
        <p:nvCxnSpPr>
          <p:cNvPr id="1185" name="Google Shape;1185;g2e7ffd9cc55_0_59"/>
          <p:cNvCxnSpPr/>
          <p:nvPr/>
        </p:nvCxnSpPr>
        <p:spPr>
          <a:xfrm>
            <a:off x="1181100" y="3378000"/>
            <a:ext cx="6781800" cy="0"/>
          </a:xfrm>
          <a:prstGeom prst="straightConnector1">
            <a:avLst/>
          </a:prstGeom>
          <a:noFill/>
          <a:ln cap="flat" cmpd="sng" w="19050">
            <a:solidFill>
              <a:srgbClr val="CFD9EF"/>
            </a:solidFill>
            <a:prstDash val="solid"/>
            <a:miter lim="800000"/>
            <a:headEnd len="sm" w="sm" type="none"/>
            <a:tailEnd len="sm" w="sm" type="none"/>
          </a:ln>
        </p:spPr>
      </p:cxnSp>
      <p:sp>
        <p:nvSpPr>
          <p:cNvPr id="1186" name="Google Shape;1186;g2e7ffd9cc55_0_59"/>
          <p:cNvSpPr txBox="1"/>
          <p:nvPr/>
        </p:nvSpPr>
        <p:spPr>
          <a:xfrm>
            <a:off x="6945355"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b</a:t>
            </a:r>
            <a:endParaRPr b="0" i="0" sz="5500" u="none" cap="none" strike="noStrike">
              <a:solidFill>
                <a:srgbClr val="2356AF"/>
              </a:solidFill>
              <a:latin typeface="Jost"/>
              <a:ea typeface="Jost"/>
              <a:cs typeface="Jost"/>
              <a:sym typeface="Jost"/>
            </a:endParaRPr>
          </a:p>
        </p:txBody>
      </p:sp>
      <p:sp>
        <p:nvSpPr>
          <p:cNvPr id="1187" name="Google Shape;1187;g2e7ffd9cc55_0_59"/>
          <p:cNvSpPr txBox="1"/>
          <p:nvPr/>
        </p:nvSpPr>
        <p:spPr>
          <a:xfrm>
            <a:off x="3486774"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k</a:t>
            </a:r>
            <a:endParaRPr b="0" i="0" sz="5500" u="none" cap="none" strike="noStrike">
              <a:solidFill>
                <a:srgbClr val="2356AF"/>
              </a:solidFill>
              <a:latin typeface="Jost"/>
              <a:ea typeface="Jost"/>
              <a:cs typeface="Jost"/>
              <a:sym typeface="Jost"/>
            </a:endParaRPr>
          </a:p>
        </p:txBody>
      </p:sp>
      <p:sp>
        <p:nvSpPr>
          <p:cNvPr id="1188" name="Google Shape;1188;g2e7ffd9cc55_0_59"/>
          <p:cNvSpPr txBox="1"/>
          <p:nvPr/>
        </p:nvSpPr>
        <p:spPr>
          <a:xfrm>
            <a:off x="2333923"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w</a:t>
            </a:r>
            <a:endParaRPr b="0" i="0" sz="5500" u="none" cap="none" strike="noStrike">
              <a:solidFill>
                <a:srgbClr val="2356AF"/>
              </a:solidFill>
              <a:latin typeface="Jost"/>
              <a:ea typeface="Jost"/>
              <a:cs typeface="Jost"/>
              <a:sym typeface="Jost"/>
            </a:endParaRPr>
          </a:p>
        </p:txBody>
      </p:sp>
      <p:sp>
        <p:nvSpPr>
          <p:cNvPr id="1189" name="Google Shape;1189;g2e7ffd9cc55_0_59"/>
          <p:cNvSpPr txBox="1"/>
          <p:nvPr/>
        </p:nvSpPr>
        <p:spPr>
          <a:xfrm>
            <a:off x="4639626"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m</a:t>
            </a:r>
            <a:endParaRPr b="0" i="0" sz="5500" u="none" cap="none" strike="noStrike">
              <a:solidFill>
                <a:srgbClr val="2356AF"/>
              </a:solidFill>
              <a:latin typeface="Jost"/>
              <a:ea typeface="Jost"/>
              <a:cs typeface="Jost"/>
              <a:sym typeface="Jost"/>
            </a:endParaRPr>
          </a:p>
        </p:txBody>
      </p:sp>
      <p:sp>
        <p:nvSpPr>
          <p:cNvPr id="1190" name="Google Shape;1190;g2e7ffd9cc55_0_59"/>
          <p:cNvSpPr txBox="1"/>
          <p:nvPr/>
        </p:nvSpPr>
        <p:spPr>
          <a:xfrm>
            <a:off x="5792477"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d</a:t>
            </a:r>
            <a:endParaRPr b="0" i="0" sz="5500" u="none" cap="none" strike="noStrike">
              <a:solidFill>
                <a:srgbClr val="2356AF"/>
              </a:solidFill>
              <a:latin typeface="Jost"/>
              <a:ea typeface="Jost"/>
              <a:cs typeface="Jost"/>
              <a:sym typeface="Jost"/>
            </a:endParaRPr>
          </a:p>
        </p:txBody>
      </p:sp>
      <p:sp>
        <p:nvSpPr>
          <p:cNvPr id="1191" name="Google Shape;1191;g2e7ffd9cc55_0_59"/>
          <p:cNvSpPr txBox="1"/>
          <p:nvPr/>
        </p:nvSpPr>
        <p:spPr>
          <a:xfrm>
            <a:off x="3486803"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n</a:t>
            </a:r>
            <a:endParaRPr b="0" i="0" sz="5500" u="none" cap="none" strike="noStrike">
              <a:solidFill>
                <a:srgbClr val="2356AF"/>
              </a:solidFill>
              <a:latin typeface="Jost"/>
              <a:ea typeface="Jost"/>
              <a:cs typeface="Jost"/>
              <a:sym typeface="Jost"/>
            </a:endParaRPr>
          </a:p>
        </p:txBody>
      </p:sp>
      <p:sp>
        <p:nvSpPr>
          <p:cNvPr id="1192" name="Google Shape;1192;g2e7ffd9cc55_0_59"/>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LAYOUT A</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g2c186218c5a_0_126"/>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1000"/>
              </a:spcBef>
              <a:spcAft>
                <a:spcPts val="0"/>
              </a:spcAft>
              <a:buSzPts val="1800"/>
              <a:buNone/>
            </a:pPr>
            <a:r>
              <a:rPr lang="en-US"/>
              <a:t>Review Sound Family /ur/ - Lesson 80</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03" name="Shape 120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2021-01-13T00:47:47Z</dcterms:created>
  <dc:creator>Junior Learning</dc:creator>
</cp:coreProperties>
</file>