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Finger Paint" panose="020B0604020202020204" charset="0"/>
      <p:regular r:id="rId25"/>
    </p:embeddedFon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xYwOJrwXlsjuvreDCEP5AFqeN4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823138-966E-42C3-B0B3-811FB3DB84F3}">
  <a:tblStyle styleId="{5B823138-966E-42C3-B0B3-811FB3DB84F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2d9da677dd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g2d9da677dd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d9da677dd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8" name="Google Shape;76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26bb0b7e10d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26bb0b7e10d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26bb0b7e10d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6bb0b7e10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6bb0b7e10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6bb0b7e10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8" name="Google Shape;91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9" name="Google Shape;91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c2cbde8e9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c2cbde8e9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c2cbde8e9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'c'</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3 - Wednesday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13</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 Target="slide5.xml"/><Relationship Id="rId7" Type="http://schemas.openxmlformats.org/officeDocument/2006/relationships/slide" Target="slide18.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11" Type="http://schemas.openxmlformats.org/officeDocument/2006/relationships/image" Target="../media/image9.png"/><Relationship Id="rId5" Type="http://schemas.openxmlformats.org/officeDocument/2006/relationships/slide" Target="slide15.xml"/><Relationship Id="rId10" Type="http://schemas.openxmlformats.org/officeDocument/2006/relationships/image" Target="../media/image5.png"/><Relationship Id="rId4" Type="http://schemas.openxmlformats.org/officeDocument/2006/relationships/slide" Target="slide7.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'c'</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13</a:t>
            </a:r>
            <a:endParaRPr/>
          </a:p>
        </p:txBody>
      </p:sp>
      <p:pic>
        <p:nvPicPr>
          <p:cNvPr id="689" name="Google Shape;689;p1"/>
          <p:cNvPicPr preferRelativeResize="0"/>
          <p:nvPr/>
        </p:nvPicPr>
        <p:blipFill rotWithShape="1">
          <a:blip r:embed="rId3">
            <a:alphaModFix/>
          </a:blip>
          <a:srcRect t="99" b="109"/>
          <a:stretch/>
        </p:blipFill>
        <p:spPr>
          <a:xfrm rot="216785">
            <a:off x="4009466" y="4483410"/>
            <a:ext cx="2493521"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{5B823138-966E-42C3-B0B3-811FB3DB84F3}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a:hlinkClick r:id="rId3"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4"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5" action="ppaction://hlinksldjump"/>
          </p:cNvPr>
          <p:cNvSpPr/>
          <p:nvPr/>
        </p:nvSpPr>
        <p:spPr>
          <a:xfrm>
            <a:off x="3579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6" action="ppaction://hlinksldjump"/>
          </p:cNvPr>
          <p:cNvSpPr/>
          <p:nvPr/>
        </p:nvSpPr>
        <p:spPr>
          <a:xfrm>
            <a:off x="4859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a:hlinkClick r:id="rId7" action="ppaction://hlinksldjump"/>
          </p:cNvPr>
          <p:cNvSpPr/>
          <p:nvPr/>
        </p:nvSpPr>
        <p:spPr>
          <a:xfrm>
            <a:off x="597892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c</a:t>
            </a:r>
            <a:r>
              <a:rPr lang="en-US"/>
              <a:t>.</a:t>
            </a:r>
            <a:endParaRPr/>
          </a:p>
        </p:txBody>
      </p:sp>
      <p:sp>
        <p:nvSpPr>
          <p:cNvPr id="704" name="Google Shape;704;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a:t>
            </a:r>
            <a:r>
              <a:rPr lang="en-US"/>
              <a:t> using flashcards.</a:t>
            </a:r>
            <a:endParaRPr/>
          </a:p>
        </p:txBody>
      </p:sp>
      <p:sp>
        <p:nvSpPr>
          <p:cNvPr id="705" name="Google Shape;70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6" name="Google Shape;70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8">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9">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10">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15" name="Google Shape;715;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6" name="Google Shape;716;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7" name="Google Shape;717;g2bee4f4af4b_0_204"/>
          <p:cNvPicPr preferRelativeResize="0"/>
          <p:nvPr/>
        </p:nvPicPr>
        <p:blipFill rotWithShape="1">
          <a:blip r:embed="rId11">
            <a:alphaModFix/>
          </a:blip>
          <a:srcRect t="89" b="99"/>
          <a:stretch/>
        </p:blipFill>
        <p:spPr>
          <a:xfrm>
            <a:off x="6083646" y="4363493"/>
            <a:ext cx="786850" cy="590421"/>
          </a:xfrm>
          <a:prstGeom prst="rect">
            <a:avLst/>
          </a:prstGeom>
          <a:noFill/>
          <a:ln>
            <a:noFill/>
          </a:ln>
          <a:effectLst>
            <a:outerShdw blurRad="71438" dist="19050" dir="5220000" algn="bl" rotWithShape="0">
              <a:srgbClr val="D8D8D8"/>
            </a:outerShdw>
          </a:effectLst>
        </p:spPr>
      </p:pic>
      <p:sp>
        <p:nvSpPr>
          <p:cNvPr id="718" name="Google Shape;718;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9" name="Google Shape;719;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0" name="Google Shape;720;g2bee4f4af4b_0_204"/>
          <p:cNvPicPr preferRelativeResize="0"/>
          <p:nvPr/>
        </p:nvPicPr>
        <p:blipFill rotWithShape="1">
          <a:blip r:embed="rId12">
            <a:alphaModFix/>
          </a:blip>
          <a:srcRect t="129"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7" name="Google Shape;727;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a:t>
            </a:r>
            <a:r>
              <a:rPr lang="en-US"/>
              <a:t> using flashcards.</a:t>
            </a:r>
            <a:endParaRPr/>
          </a:p>
        </p:txBody>
      </p:sp>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2">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d9da677dd8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4" name="Google Shape;744;g2d9da677dd8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5" name="Google Shape;745;g2d9da677dd8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6" name="Google Shape;746;g2d9da677dd8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3" name="Google Shape;75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4" name="Google Shape;754;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5" name="Google Shape;75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2" name="Google Shape;76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3" name="Google Shape;763;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4" name="Google Shape;76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1" name="Google Shape;77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2" name="Google Shape;772;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3" name="Google Shape;77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0" name="Google Shape;78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81" name="Google Shape;781;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82" name="Google Shape;78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89" name="Google Shape;78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0" name="Google Shape;79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7" name="Google Shape;797;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8" name="Google Shape;798;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9" name="Google Shape;799;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0" name="Google Shape;800;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1" name="Google Shape;801;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2" name="Google Shape;802;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3" name="Google Shape;803;g2c2ffdd0de5_0_0"/>
          <p:cNvGrpSpPr/>
          <p:nvPr/>
        </p:nvGrpSpPr>
        <p:grpSpPr>
          <a:xfrm>
            <a:off x="304250" y="6984600"/>
            <a:ext cx="8330829" cy="808600"/>
            <a:chOff x="-152950" y="7365600"/>
            <a:chExt cx="8330829" cy="808600"/>
          </a:xfrm>
        </p:grpSpPr>
        <p:sp>
          <p:nvSpPr>
            <p:cNvPr id="804" name="Google Shape;804;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5" name="Google Shape;805;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6" name="Google Shape;806;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7" name="Google Shape;807;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8" name="Google Shape;808;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09" name="Google Shape;809;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0" name="Google Shape;810;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1" name="Google Shape;811;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2" name="Google Shape;812;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3" name="Google Shape;813;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4" name="Google Shape;814;g2c2ffdd0de5_0_0"/>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5" name="Google Shape;815;g2c2ffdd0de5_0_0"/>
          <p:cNvSpPr/>
          <p:nvPr/>
        </p:nvSpPr>
        <p:spPr>
          <a:xfrm>
            <a:off x="4453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6" name="Google Shape;816;g2c2ffdd0de5_0_0"/>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7" name="Google Shape;817;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8" name="Google Shape;818;g2c2ffdd0de5_0_0"/>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19" name="Google Shape;819;g2c2ffdd0de5_0_0"/>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20" name="Google Shape;820;g2c2ffdd0de5_0_0"/>
          <p:cNvSpPr txBox="1"/>
          <p:nvPr/>
        </p:nvSpPr>
        <p:spPr>
          <a:xfrm>
            <a:off x="37604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26bb0b7e10d_0_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7" name="Google Shape;827;g26bb0b7e10d_0_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8" name="Google Shape;828;g26bb0b7e10d_0_3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6bb0b7e10d_0_3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6bb0b7e10d_0_3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6bb0b7e10d_0_3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6bb0b7e10d_0_3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3" name="Google Shape;833;g26bb0b7e10d_0_30"/>
          <p:cNvGrpSpPr/>
          <p:nvPr/>
        </p:nvGrpSpPr>
        <p:grpSpPr>
          <a:xfrm>
            <a:off x="304250" y="6984600"/>
            <a:ext cx="8330829" cy="808600"/>
            <a:chOff x="-152950" y="7365600"/>
            <a:chExt cx="8330829" cy="808600"/>
          </a:xfrm>
        </p:grpSpPr>
        <p:sp>
          <p:nvSpPr>
            <p:cNvPr id="834" name="Google Shape;834;g26bb0b7e10d_0_3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5" name="Google Shape;835;g26bb0b7e10d_0_3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6" name="Google Shape;836;g26bb0b7e10d_0_3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7" name="Google Shape;837;g26bb0b7e10d_0_3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8" name="Google Shape;838;g26bb0b7e10d_0_3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9" name="Google Shape;839;g26bb0b7e10d_0_3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0" name="Google Shape;840;g26bb0b7e10d_0_3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1" name="Google Shape;841;g26bb0b7e10d_0_3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2" name="Google Shape;842;g26bb0b7e10d_0_3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6bb0b7e10d_0_3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6bb0b7e10d_0_3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6bb0b7e10d_0_3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6bb0b7e10d_0_30"/>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7" name="Google Shape;847;g26bb0b7e10d_0_3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8" name="Google Shape;848;g26bb0b7e10d_0_30"/>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49" name="Google Shape;849;g26bb0b7e10d_0_30"/>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50" name="Google Shape;850;g26bb0b7e10d_0_3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6bb0b7e10d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7" name="Google Shape;857;g26bb0b7e10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8" name="Google Shape;858;g26bb0b7e10d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bb0b7e10d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6bb0b7e10d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bb0b7e10d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bb0b7e10d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3" name="Google Shape;863;g26bb0b7e10d_0_0"/>
          <p:cNvGrpSpPr/>
          <p:nvPr/>
        </p:nvGrpSpPr>
        <p:grpSpPr>
          <a:xfrm>
            <a:off x="304250" y="6984600"/>
            <a:ext cx="8330829" cy="808600"/>
            <a:chOff x="-152950" y="7365600"/>
            <a:chExt cx="8330829" cy="808600"/>
          </a:xfrm>
        </p:grpSpPr>
        <p:sp>
          <p:nvSpPr>
            <p:cNvPr id="864" name="Google Shape;864;g26bb0b7e10d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5" name="Google Shape;865;g26bb0b7e10d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6" name="Google Shape;866;g26bb0b7e10d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7" name="Google Shape;867;g26bb0b7e10d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8" name="Google Shape;868;g26bb0b7e10d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9" name="Google Shape;869;g26bb0b7e10d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0" name="Google Shape;870;g26bb0b7e10d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1" name="Google Shape;871;g26bb0b7e10d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2" name="Google Shape;872;g26bb0b7e10d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6bb0b7e10d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bb0b7e10d_0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bb0b7e10d_0_0"/>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bb0b7e10d_0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7" name="Google Shape;877;g26bb0b7e10d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6bb0b7e10d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79" name="Google Shape;879;g26bb0b7e10d_0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80" name="Google Shape;880;g26bb0b7e10d_0_0"/>
          <p:cNvSpPr txBox="1">
            <a:spLocks noGrp="1"/>
          </p:cNvSpPr>
          <p:nvPr>
            <p:ph type="subTitle" idx="4294967295"/>
          </p:nvPr>
        </p:nvSpPr>
        <p:spPr>
          <a:xfrm>
            <a:off x="3845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7" name="Google Shape;88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8" name="Google Shape;88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5" name="Google Shape;89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6" name="Google Shape;89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7" name="Google Shape;89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4" name="Google Shape;90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5" name="Google Shape;90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6" name="Google Shape;90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3" name="Google Shape;91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4" name="Google Shape;91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5" name="Google Shape;91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2" name="Google Shape;92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3" name="Google Shape;923;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4" name="Google Shape;92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1" name="Google Shape;93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2" name="Google Shape;932;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3" name="Google Shape;93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0" name="Google Shape;94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1" name="Google Shape;941;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2" name="Google Shape;94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9" name="Google Shape;94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50" name="Google Shape;950;g1f3daf8a844_0_64"/>
          <p:cNvGrpSpPr/>
          <p:nvPr/>
        </p:nvGrpSpPr>
        <p:grpSpPr>
          <a:xfrm>
            <a:off x="3024000" y="209875"/>
            <a:ext cx="3096000" cy="454800"/>
            <a:chOff x="3024000" y="209875"/>
            <a:chExt cx="3096000" cy="454800"/>
          </a:xfrm>
        </p:grpSpPr>
        <p:sp>
          <p:nvSpPr>
            <p:cNvPr id="951" name="Google Shape;95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3" name="Google Shape;95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4" name="Google Shape;954;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5" name="Google Shape;955;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6" name="Google Shape;95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7" name="Google Shape;957;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8" name="Google Shape;958;g1f3daf8a844_0_64"/>
          <p:cNvSpPr txBox="1"/>
          <p:nvPr/>
        </p:nvSpPr>
        <p:spPr>
          <a:xfrm>
            <a:off x="2370497" y="1341050"/>
            <a:ext cx="461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59" name="Google Shape;959;g1f3daf8a844_0_64"/>
          <p:cNvSpPr txBox="1"/>
          <p:nvPr/>
        </p:nvSpPr>
        <p:spPr>
          <a:xfrm>
            <a:off x="2974798"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960" name="Google Shape;960;g1f3daf8a844_0_64"/>
          <p:cNvSpPr txBox="1"/>
          <p:nvPr/>
        </p:nvSpPr>
        <p:spPr>
          <a:xfrm>
            <a:off x="3762099" y="1341050"/>
            <a:ext cx="615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61" name="Google Shape;961;g1f3daf8a844_0_64"/>
          <p:cNvSpPr txBox="1"/>
          <p:nvPr/>
        </p:nvSpPr>
        <p:spPr>
          <a:xfrm>
            <a:off x="5434202" y="1341050"/>
            <a:ext cx="710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1441596"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000" b="0" i="0" u="none" strike="noStrike" cap="none">
              <a:solidFill>
                <a:srgbClr val="2356AF"/>
              </a:solidFill>
              <a:latin typeface="Jost"/>
              <a:ea typeface="Jost"/>
              <a:cs typeface="Jost"/>
              <a:sym typeface="Jost"/>
            </a:endParaRPr>
          </a:p>
        </p:txBody>
      </p:sp>
      <p:sp>
        <p:nvSpPr>
          <p:cNvPr id="963" name="Google Shape;963;g1f3daf8a844_0_64"/>
          <p:cNvSpPr txBox="1"/>
          <p:nvPr/>
        </p:nvSpPr>
        <p:spPr>
          <a:xfrm>
            <a:off x="4520301" y="1341050"/>
            <a:ext cx="771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64" name="Google Shape;964;g1f3daf8a844_0_64"/>
          <p:cNvSpPr txBox="1"/>
          <p:nvPr/>
        </p:nvSpPr>
        <p:spPr>
          <a:xfrm>
            <a:off x="7086804" y="1341050"/>
            <a:ext cx="615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000" b="0" i="0" u="none" strike="noStrike" cap="none">
                <a:solidFill>
                  <a:srgbClr val="2356AF"/>
                </a:solidFill>
                <a:latin typeface="Jost"/>
                <a:ea typeface="Jost"/>
                <a:cs typeface="Jost"/>
                <a:sym typeface="Jost"/>
              </a:rPr>
              <a:t>c</a:t>
            </a:r>
            <a:endParaRPr sz="8000" b="0" i="0" u="none" strike="noStrike" cap="none">
              <a:solidFill>
                <a:srgbClr val="2356AF"/>
              </a:solidFill>
              <a:latin typeface="Jost"/>
              <a:ea typeface="Jost"/>
              <a:cs typeface="Jost"/>
              <a:sym typeface="Jost"/>
            </a:endParaRPr>
          </a:p>
        </p:txBody>
      </p:sp>
      <p:sp>
        <p:nvSpPr>
          <p:cNvPr id="965" name="Google Shape;965;g1f3daf8a844_0_64"/>
          <p:cNvSpPr txBox="1"/>
          <p:nvPr/>
        </p:nvSpPr>
        <p:spPr>
          <a:xfrm>
            <a:off x="6286903" y="1341050"/>
            <a:ext cx="657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2356AF"/>
              </a:solidFill>
              <a:latin typeface="Jost"/>
              <a:ea typeface="Jost"/>
              <a:cs typeface="Jost"/>
              <a:sym typeface="Jost"/>
            </a:endParaRPr>
          </a:p>
        </p:txBody>
      </p:sp>
      <p:cxnSp>
        <p:nvCxnSpPr>
          <p:cNvPr id="966" name="Google Shape;966;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c2cbde8e9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3" name="Google Shape;973;g26c2cbde8e9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974" name="Google Shape;974;g26c2cbde8e9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75" name="Google Shape;975;g26c2cbde8e9_0_742"/>
          <p:cNvGrpSpPr/>
          <p:nvPr/>
        </p:nvGrpSpPr>
        <p:grpSpPr>
          <a:xfrm>
            <a:off x="3024000" y="209875"/>
            <a:ext cx="3096000" cy="454800"/>
            <a:chOff x="3024000" y="209875"/>
            <a:chExt cx="3096000" cy="454800"/>
          </a:xfrm>
        </p:grpSpPr>
        <p:sp>
          <p:nvSpPr>
            <p:cNvPr id="976" name="Google Shape;976;g26c2cbde8e9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6c2cbde8e9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8" name="Google Shape;978;g26c2cbde8e9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9" name="Google Shape;979;g26c2cbde8e9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0" name="Google Shape;980;g26c2cbde8e9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1" name="Google Shape;981;g26c2cbde8e9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2" name="Google Shape;982;g26c2cbde8e9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3" name="Google Shape;983;g26c2cbde8e9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84" name="Google Shape;984;g26c2cbde8e9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cot cop cod cog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a:t>
            </a:r>
            <a:endParaRPr sz="1800" b="0" i="0" u="none" strike="noStrike" cap="none">
              <a:solidFill>
                <a:srgbClr val="B7B7B7"/>
              </a:solidFill>
              <a:latin typeface="Jost"/>
              <a:ea typeface="Jost"/>
              <a:cs typeface="Jost"/>
              <a:sym typeface="Jost"/>
            </a:endParaRPr>
          </a:p>
        </p:txBody>
      </p:sp>
      <p:sp>
        <p:nvSpPr>
          <p:cNvPr id="985" name="Google Shape;985;g26c2cbde8e9_0_742"/>
          <p:cNvSpPr txBox="1"/>
          <p:nvPr/>
        </p:nvSpPr>
        <p:spPr>
          <a:xfrm>
            <a:off x="2370497" y="1341050"/>
            <a:ext cx="461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86" name="Google Shape;986;g26c2cbde8e9_0_742"/>
          <p:cNvSpPr txBox="1"/>
          <p:nvPr/>
        </p:nvSpPr>
        <p:spPr>
          <a:xfrm>
            <a:off x="2974798"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987" name="Google Shape;987;g26c2cbde8e9_0_742"/>
          <p:cNvSpPr txBox="1"/>
          <p:nvPr/>
        </p:nvSpPr>
        <p:spPr>
          <a:xfrm>
            <a:off x="3762099" y="1341050"/>
            <a:ext cx="615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88" name="Google Shape;988;g26c2cbde8e9_0_742"/>
          <p:cNvSpPr txBox="1"/>
          <p:nvPr/>
        </p:nvSpPr>
        <p:spPr>
          <a:xfrm>
            <a:off x="5434202" y="1341050"/>
            <a:ext cx="710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989" name="Google Shape;989;g26c2cbde8e9_0_742"/>
          <p:cNvSpPr txBox="1"/>
          <p:nvPr/>
        </p:nvSpPr>
        <p:spPr>
          <a:xfrm>
            <a:off x="1441596"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000" b="0" i="0" u="none" strike="noStrike" cap="none">
                <a:solidFill>
                  <a:srgbClr val="ED1C24"/>
                </a:solidFill>
                <a:latin typeface="Poppins"/>
                <a:ea typeface="Poppins"/>
                <a:cs typeface="Poppins"/>
                <a:sym typeface="Poppins"/>
              </a:rPr>
              <a:t>a</a:t>
            </a:r>
            <a:endParaRPr sz="7000" b="0" i="0" u="none" strike="noStrike" cap="none">
              <a:solidFill>
                <a:srgbClr val="2356AF"/>
              </a:solidFill>
              <a:latin typeface="Jost"/>
              <a:ea typeface="Jost"/>
              <a:cs typeface="Jost"/>
              <a:sym typeface="Jost"/>
            </a:endParaRPr>
          </a:p>
        </p:txBody>
      </p:sp>
      <p:sp>
        <p:nvSpPr>
          <p:cNvPr id="990" name="Google Shape;990;g26c2cbde8e9_0_742"/>
          <p:cNvSpPr txBox="1"/>
          <p:nvPr/>
        </p:nvSpPr>
        <p:spPr>
          <a:xfrm>
            <a:off x="4520301" y="1341050"/>
            <a:ext cx="771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91" name="Google Shape;991;g26c2cbde8e9_0_742"/>
          <p:cNvSpPr txBox="1"/>
          <p:nvPr/>
        </p:nvSpPr>
        <p:spPr>
          <a:xfrm>
            <a:off x="7086804" y="1341050"/>
            <a:ext cx="615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8000" b="0" i="0" u="none" strike="noStrike" cap="none">
                <a:solidFill>
                  <a:srgbClr val="2356AF"/>
                </a:solidFill>
                <a:latin typeface="Jost"/>
                <a:ea typeface="Jost"/>
                <a:cs typeface="Jost"/>
                <a:sym typeface="Jost"/>
              </a:rPr>
              <a:t>c</a:t>
            </a:r>
            <a:endParaRPr sz="8000" b="0" i="0" u="none" strike="noStrike" cap="none">
              <a:solidFill>
                <a:srgbClr val="2356AF"/>
              </a:solidFill>
              <a:latin typeface="Jost"/>
              <a:ea typeface="Jost"/>
              <a:cs typeface="Jost"/>
              <a:sym typeface="Jost"/>
            </a:endParaRPr>
          </a:p>
        </p:txBody>
      </p:sp>
      <p:sp>
        <p:nvSpPr>
          <p:cNvPr id="992" name="Google Shape;992;g26c2cbde8e9_0_742"/>
          <p:cNvSpPr txBox="1"/>
          <p:nvPr/>
        </p:nvSpPr>
        <p:spPr>
          <a:xfrm>
            <a:off x="6286903" y="1341050"/>
            <a:ext cx="657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‘Cock-A-Doodle, Doo’.</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c</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Using pipe cleaners make a ‘c’ shape.</a:t>
            </a:r>
            <a:endParaRPr/>
          </a:p>
          <a:p>
            <a:pPr marL="457200" lvl="0" indent="-330200" algn="l" rtl="0">
              <a:lnSpc>
                <a:spcPct val="115000"/>
              </a:lnSpc>
              <a:spcBef>
                <a:spcPts val="0"/>
              </a:spcBef>
              <a:spcAft>
                <a:spcPts val="0"/>
              </a:spcAft>
              <a:buSzPts val="1600"/>
              <a:buChar char="•"/>
            </a:pPr>
            <a:r>
              <a:rPr lang="en-US"/>
              <a:t>Make a caterpillar by printing circles.</a:t>
            </a:r>
            <a:endParaRPr/>
          </a:p>
          <a:p>
            <a:pPr marL="457200" lvl="0" indent="-330200" algn="l" rtl="0">
              <a:lnSpc>
                <a:spcPct val="115000"/>
              </a:lnSpc>
              <a:spcBef>
                <a:spcPts val="0"/>
              </a:spcBef>
              <a:spcAft>
                <a:spcPts val="0"/>
              </a:spcAft>
              <a:buSzPts val="1600"/>
              <a:buChar char="•"/>
            </a:pPr>
            <a:r>
              <a:rPr lang="en-US"/>
              <a:t>Make a paper crab.</a:t>
            </a:r>
            <a:endParaRPr/>
          </a:p>
        </p:txBody>
      </p:sp>
      <p:sp>
        <p:nvSpPr>
          <p:cNvPr id="999" name="Google Shape;999;g2c186218c5a_0_118"/>
          <p:cNvSpPr txBox="1"/>
          <p:nvPr/>
        </p:nvSpPr>
        <p:spPr>
          <a:xfrm rot="362194">
            <a:off x="2247602" y="20858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c</a:t>
            </a:r>
            <a:endParaRPr sz="10000" b="0" i="0" u="none" strike="noStrike" cap="none">
              <a:solidFill>
                <a:srgbClr val="2356AF"/>
              </a:solidFill>
              <a:latin typeface="Finger Paint"/>
              <a:ea typeface="Finger Paint"/>
              <a:cs typeface="Finger Paint"/>
              <a:sym typeface="Finger Paint"/>
            </a:endParaRPr>
          </a:p>
        </p:txBody>
      </p:sp>
      <p:pic>
        <p:nvPicPr>
          <p:cNvPr id="1000" name="Google Shape;1000;g2c186218c5a_0_118"/>
          <p:cNvPicPr preferRelativeResize="0"/>
          <p:nvPr/>
        </p:nvPicPr>
        <p:blipFill rotWithShape="1">
          <a:blip r:embed="rId3">
            <a:alphaModFix/>
          </a:blip>
          <a:srcRect/>
          <a:stretch/>
        </p:blipFill>
        <p:spPr>
          <a:xfrm rot="-736634">
            <a:off x="1042175" y="2871373"/>
            <a:ext cx="943225" cy="908525"/>
          </a:xfrm>
          <a:prstGeom prst="rect">
            <a:avLst/>
          </a:prstGeom>
          <a:noFill/>
          <a:ln>
            <a:noFill/>
          </a:ln>
        </p:spPr>
      </p:pic>
      <p:pic>
        <p:nvPicPr>
          <p:cNvPr id="1001" name="Google Shape;1001;g2c186218c5a_0_118"/>
          <p:cNvPicPr preferRelativeResize="0"/>
          <p:nvPr/>
        </p:nvPicPr>
        <p:blipFill rotWithShape="1">
          <a:blip r:embed="rId4">
            <a:alphaModFix/>
          </a:blip>
          <a:srcRect l="5712" t="26912" r="5729" b="30782"/>
          <a:stretch/>
        </p:blipFill>
        <p:spPr>
          <a:xfrm rot="658624">
            <a:off x="2022650" y="3666625"/>
            <a:ext cx="1726793" cy="1166923"/>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451</Words>
  <Application>Microsoft Office PowerPoint</Application>
  <PresentationFormat>On-screen Show (4:3)</PresentationFormat>
  <Paragraphs>168</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Poppins SemiBold</vt:lpstr>
      <vt:lpstr>Poppins</vt:lpstr>
      <vt:lpstr>Poppins Medium</vt:lpstr>
      <vt:lpstr>Calibri</vt:lpstr>
      <vt:lpstr>Jost</vt:lpstr>
      <vt:lpstr>Mulish</vt:lpstr>
      <vt:lpstr>Arial</vt:lpstr>
      <vt:lpstr>Nunito Black</vt:lpstr>
      <vt:lpstr>Finger Paint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2026-04-22T05:41:21Z</dcterms:modified>
</cp:coreProperties>
</file>