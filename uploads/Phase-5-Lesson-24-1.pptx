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6858000" type="screen4x3"/>
  <p:notesSz cx="6858000" cy="9144000"/>
  <p:embeddedFontLst>
    <p:embeddedFont>
      <p:font typeface="Jost" panose="020B0604020202020204" charset="0"/>
      <p:regular r:id="rId23"/>
      <p:bold r:id="rId24"/>
      <p:italic r:id="rId25"/>
      <p:boldItalic r:id="rId26"/>
    </p:embeddedFont>
    <p:embeddedFont>
      <p:font typeface="Nunito Black" pitchFamily="2" charset="0"/>
      <p:bold r:id="rId27"/>
      <p:boldItalic r:id="rId28"/>
    </p:embeddedFont>
    <p:embeddedFont>
      <p:font typeface="Poppins" panose="00000500000000000000" pitchFamily="2" charset="0"/>
      <p:regular r:id="rId29"/>
      <p:bold r:id="rId30"/>
      <p:italic r:id="rId31"/>
      <p:boldItalic r:id="rId32"/>
    </p:embeddedFont>
    <p:embeddedFont>
      <p:font typeface="Poppins Medium" panose="00000600000000000000" pitchFamily="2" charset="0"/>
      <p:regular r:id="rId33"/>
      <p:bold r:id="rId34"/>
      <p:italic r:id="rId35"/>
      <p:boldItalic r:id="rId36"/>
    </p:embeddedFont>
    <p:embeddedFont>
      <p:font typeface="Poppins SemiBold" panose="00000700000000000000" pitchFamily="2"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7" roundtripDataSignature="AMtx7minUbMGmyx95yd6Zp7DeJW6cKIB3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88E3B7B-526E-4946-8421-1F8F255E40E5}">
  <a:tblStyle styleId="{188E3B7B-526E-4946-8421-1F8F255E40E5}"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font" Target="fonts/font17.fntdata"/><Relationship Id="rId21" Type="http://schemas.openxmlformats.org/officeDocument/2006/relationships/slide" Target="slides/slide20.xml"/><Relationship Id="rId34" Type="http://schemas.openxmlformats.org/officeDocument/2006/relationships/font" Target="fonts/font12.fntdata"/><Relationship Id="rId47" Type="http://customschemas.google.com/relationships/presentationmetadata" Target="meta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font" Target="fonts/font1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font" Target="fonts/font16.fntdata"/><Relationship Id="rId20"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1"/>
        <p:cNvGrpSpPr/>
        <p:nvPr/>
      </p:nvGrpSpPr>
      <p:grpSpPr>
        <a:xfrm>
          <a:off x="0" y="0"/>
          <a:ext cx="0" cy="0"/>
          <a:chOff x="0" y="0"/>
          <a:chExt cx="0" cy="0"/>
        </a:xfrm>
      </p:grpSpPr>
      <p:sp>
        <p:nvSpPr>
          <p:cNvPr id="692" name="Google Shape;69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3" name="Google Shape;693;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8" name="Google Shape;708;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9" name="Google Shape;709;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p:cNvGrpSpPr/>
        <p:nvPr/>
      </p:nvGrpSpPr>
      <p:grpSpPr>
        <a:xfrm>
          <a:off x="0" y="0"/>
          <a:ext cx="0" cy="0"/>
          <a:chOff x="0" y="0"/>
          <a:chExt cx="0" cy="0"/>
        </a:xfrm>
      </p:grpSpPr>
      <p:sp>
        <p:nvSpPr>
          <p:cNvPr id="734" name="Google Shape;734;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5" name="Google Shape;735;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6" name="Google Shape;736;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2"/>
        <p:cNvGrpSpPr/>
        <p:nvPr/>
      </p:nvGrpSpPr>
      <p:grpSpPr>
        <a:xfrm>
          <a:off x="0" y="0"/>
          <a:ext cx="0" cy="0"/>
          <a:chOff x="0" y="0"/>
          <a:chExt cx="0" cy="0"/>
        </a:xfrm>
      </p:grpSpPr>
      <p:sp>
        <p:nvSpPr>
          <p:cNvPr id="763" name="Google Shape;763;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4" name="Google Shape;764;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5" name="Google Shape;765;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8"/>
        <p:cNvGrpSpPr/>
        <p:nvPr/>
      </p:nvGrpSpPr>
      <p:grpSpPr>
        <a:xfrm>
          <a:off x="0" y="0"/>
          <a:ext cx="0" cy="0"/>
          <a:chOff x="0" y="0"/>
          <a:chExt cx="0" cy="0"/>
        </a:xfrm>
      </p:grpSpPr>
      <p:sp>
        <p:nvSpPr>
          <p:cNvPr id="799" name="Google Shape;799;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0" name="Google Shape;800;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1" name="Google Shape;801;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p:cNvGrpSpPr/>
        <p:nvPr/>
      </p:nvGrpSpPr>
      <p:grpSpPr>
        <a:xfrm>
          <a:off x="0" y="0"/>
          <a:ext cx="0" cy="0"/>
          <a:chOff x="0" y="0"/>
          <a:chExt cx="0" cy="0"/>
        </a:xfrm>
      </p:grpSpPr>
      <p:sp>
        <p:nvSpPr>
          <p:cNvPr id="824" name="Google Shape;824;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5" name="Google Shape;825;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6" name="Google Shape;826;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4"/>
        <p:cNvGrpSpPr/>
        <p:nvPr/>
      </p:nvGrpSpPr>
      <p:grpSpPr>
        <a:xfrm>
          <a:off x="0" y="0"/>
          <a:ext cx="0" cy="0"/>
          <a:chOff x="0" y="0"/>
          <a:chExt cx="0" cy="0"/>
        </a:xfrm>
      </p:grpSpPr>
      <p:sp>
        <p:nvSpPr>
          <p:cNvPr id="845" name="Google Shape;845;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6" name="Google Shape;846;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7" name="Google Shape;847;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9"/>
        <p:cNvGrpSpPr/>
        <p:nvPr/>
      </p:nvGrpSpPr>
      <p:grpSpPr>
        <a:xfrm>
          <a:off x="0" y="0"/>
          <a:ext cx="0" cy="0"/>
          <a:chOff x="0" y="0"/>
          <a:chExt cx="0" cy="0"/>
        </a:xfrm>
      </p:grpSpPr>
      <p:sp>
        <p:nvSpPr>
          <p:cNvPr id="880" name="Google Shape;880;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1" name="Google Shape;881;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2" name="Google Shape;882;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1" name="Google Shape;901;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2" name="Google Shape;902;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7"/>
        <p:cNvGrpSpPr/>
        <p:nvPr/>
      </p:nvGrpSpPr>
      <p:grpSpPr>
        <a:xfrm>
          <a:off x="0" y="0"/>
          <a:ext cx="0" cy="0"/>
          <a:chOff x="0" y="0"/>
          <a:chExt cx="0" cy="0"/>
        </a:xfrm>
      </p:grpSpPr>
      <p:sp>
        <p:nvSpPr>
          <p:cNvPr id="918" name="Google Shape;918;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9" name="Google Shape;919;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0" name="Google Shape;920;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8"/>
        <p:cNvGrpSpPr/>
        <p:nvPr/>
      </p:nvGrpSpPr>
      <p:grpSpPr>
        <a:xfrm>
          <a:off x="0" y="0"/>
          <a:ext cx="0" cy="0"/>
          <a:chOff x="0" y="0"/>
          <a:chExt cx="0" cy="0"/>
        </a:xfrm>
      </p:grpSpPr>
      <p:sp>
        <p:nvSpPr>
          <p:cNvPr id="929" name="Google Shape;929;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0" name="Google Shape;930;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1" name="Google Shape;931;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9"/>
        <p:cNvGrpSpPr/>
        <p:nvPr/>
      </p:nvGrpSpPr>
      <p:grpSpPr>
        <a:xfrm>
          <a:off x="0" y="0"/>
          <a:ext cx="0" cy="0"/>
          <a:chOff x="0" y="0"/>
          <a:chExt cx="0" cy="0"/>
        </a:xfrm>
      </p:grpSpPr>
      <p:sp>
        <p:nvSpPr>
          <p:cNvPr id="940" name="Google Shape;940;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1" name="Google Shape;941;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2" name="Google Shape;942;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0"/>
        <p:cNvGrpSpPr/>
        <p:nvPr/>
      </p:nvGrpSpPr>
      <p:grpSpPr>
        <a:xfrm>
          <a:off x="0" y="0"/>
          <a:ext cx="0" cy="0"/>
          <a:chOff x="0" y="0"/>
          <a:chExt cx="0" cy="0"/>
        </a:xfrm>
      </p:grpSpPr>
      <p:sp>
        <p:nvSpPr>
          <p:cNvPr id="951" name="Google Shape;951;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2" name="Google Shape;952;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3" name="Google Shape;953;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1"/>
        <p:cNvGrpSpPr/>
        <p:nvPr/>
      </p:nvGrpSpPr>
      <p:grpSpPr>
        <a:xfrm>
          <a:off x="0" y="0"/>
          <a:ext cx="0" cy="0"/>
          <a:chOff x="0" y="0"/>
          <a:chExt cx="0" cy="0"/>
        </a:xfrm>
      </p:grpSpPr>
      <p:sp>
        <p:nvSpPr>
          <p:cNvPr id="962" name="Google Shape;962;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3" name="Google Shape;963;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4" name="Google Shape;964;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2"/>
        <p:cNvGrpSpPr/>
        <p:nvPr/>
      </p:nvGrpSpPr>
      <p:grpSpPr>
        <a:xfrm>
          <a:off x="0" y="0"/>
          <a:ext cx="0" cy="0"/>
          <a:chOff x="0" y="0"/>
          <a:chExt cx="0" cy="0"/>
        </a:xfrm>
      </p:grpSpPr>
      <p:sp>
        <p:nvSpPr>
          <p:cNvPr id="973" name="Google Shape;973;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4" name="Google Shape;974;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5" name="Google Shape;975;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3"/>
        <p:cNvGrpSpPr/>
        <p:nvPr/>
      </p:nvGrpSpPr>
      <p:grpSpPr>
        <a:xfrm>
          <a:off x="0" y="0"/>
          <a:ext cx="0" cy="0"/>
          <a:chOff x="0" y="0"/>
          <a:chExt cx="0" cy="0"/>
        </a:xfrm>
      </p:grpSpPr>
      <p:sp>
        <p:nvSpPr>
          <p:cNvPr id="984" name="Google Shape;984;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5" name="Google Shape;985;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6" name="Google Shape;986;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4"/>
        <p:cNvGrpSpPr/>
        <p:nvPr/>
      </p:nvGrpSpPr>
      <p:grpSpPr>
        <a:xfrm>
          <a:off x="0" y="0"/>
          <a:ext cx="0" cy="0"/>
          <a:chOff x="0" y="0"/>
          <a:chExt cx="0" cy="0"/>
        </a:xfrm>
      </p:grpSpPr>
      <p:sp>
        <p:nvSpPr>
          <p:cNvPr id="995" name="Google Shape;995;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6" name="Google Shape;996;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7" name="Google Shape;997;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5"/>
        <p:cNvGrpSpPr/>
        <p:nvPr/>
      </p:nvGrpSpPr>
      <p:grpSpPr>
        <a:xfrm>
          <a:off x="0" y="0"/>
          <a:ext cx="0" cy="0"/>
          <a:chOff x="0" y="0"/>
          <a:chExt cx="0" cy="0"/>
        </a:xfrm>
      </p:grpSpPr>
      <p:sp>
        <p:nvSpPr>
          <p:cNvPr id="1006" name="Google Shape;1006;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7" name="Google Shape;1007;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8" name="Google Shape;1008;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7"/>
        <p:cNvGrpSpPr/>
        <p:nvPr/>
      </p:nvGrpSpPr>
      <p:grpSpPr>
        <a:xfrm>
          <a:off x="0" y="0"/>
          <a:ext cx="0" cy="0"/>
          <a:chOff x="0" y="0"/>
          <a:chExt cx="0" cy="0"/>
        </a:xfrm>
      </p:grpSpPr>
      <p:sp>
        <p:nvSpPr>
          <p:cNvPr id="1018" name="Google Shape;1018;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9" name="Google Shape;1019;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0" name="Google Shape;1020;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9"/>
        <p:cNvGrpSpPr/>
        <p:nvPr/>
      </p:nvGrpSpPr>
      <p:grpSpPr>
        <a:xfrm>
          <a:off x="0" y="0"/>
          <a:ext cx="0" cy="0"/>
          <a:chOff x="0" y="0"/>
          <a:chExt cx="0" cy="0"/>
        </a:xfrm>
      </p:grpSpPr>
      <p:sp>
        <p:nvSpPr>
          <p:cNvPr id="1030" name="Google Shape;1030;g2dacd869598_0_8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1" name="Google Shape;1031;g2dacd869598_0_8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2" name="Google Shape;1032;g2dacd869598_0_8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92278F"/>
                </a:solidFill>
                <a:latin typeface="Poppins SemiBold"/>
                <a:ea typeface="Poppins SemiBold"/>
                <a:cs typeface="Poppins SemiBold"/>
                <a:sym typeface="Poppins SemiBold"/>
              </a:rPr>
              <a:t>Phase 5</a:t>
            </a:r>
            <a:endParaRPr sz="6000" b="0" i="0" u="none" strike="noStrike" cap="none">
              <a:solidFill>
                <a:srgbClr val="92278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457084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902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901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Objective</a:t>
            </a:r>
            <a:endParaRPr sz="3200" b="0" i="0" u="none" strike="noStrike" cap="none">
              <a:solidFill>
                <a:srgbClr val="92278F"/>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2" name="Google Shape;52;p15"/>
          <p:cNvGrpSpPr/>
          <p:nvPr/>
        </p:nvGrpSpPr>
        <p:grpSpPr>
          <a:xfrm>
            <a:off x="8199150" y="5983875"/>
            <a:ext cx="586800" cy="571500"/>
            <a:chOff x="7894350" y="6212475"/>
            <a:chExt cx="586800" cy="571500"/>
          </a:xfrm>
        </p:grpSpPr>
        <p:sp>
          <p:nvSpPr>
            <p:cNvPr id="53" name="Google Shape;53;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 name="Google Shape;56;p15"/>
          <p:cNvSpPr txBox="1"/>
          <p:nvPr/>
        </p:nvSpPr>
        <p:spPr>
          <a:xfrm>
            <a:off x="856314" y="21625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Review</a:t>
            </a:r>
            <a:endParaRPr sz="3200" b="0" i="0" u="none" strike="noStrike" cap="none">
              <a:solidFill>
                <a:srgbClr val="92278F"/>
              </a:solidFill>
              <a:latin typeface="Poppins Medium"/>
              <a:ea typeface="Poppins Medium"/>
              <a:cs typeface="Poppins Medium"/>
              <a:sym typeface="Poppins Medium"/>
            </a:endParaRPr>
          </a:p>
        </p:txBody>
      </p:sp>
      <p:cxnSp>
        <p:nvCxnSpPr>
          <p:cNvPr id="57" name="Google Shape;57;p15"/>
          <p:cNvCxnSpPr/>
          <p:nvPr/>
        </p:nvCxnSpPr>
        <p:spPr>
          <a:xfrm>
            <a:off x="865586" y="33069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8" name="Google Shape;58;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457084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1" name="Google Shape;71;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457084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99" name="Google Shape;99;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Review a-e e-e i-e</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Week 5 - Thursday</a:t>
            </a:r>
            <a:endParaRPr sz="1800" b="0" i="0" u="none" strike="noStrike" cap="none">
              <a:solidFill>
                <a:srgbClr val="92278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Lesson 24</a:t>
            </a:r>
            <a:endParaRPr sz="1800" b="0" i="0" u="none" strike="noStrike" cap="none">
              <a:solidFill>
                <a:srgbClr val="92278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92278F"/>
              </a:buClr>
              <a:buSzPts val="3200"/>
              <a:buFont typeface="Poppins Medium"/>
              <a:buNone/>
              <a:defRPr sz="3200">
                <a:solidFill>
                  <a:srgbClr val="92278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ndependent Reading">
  <p:cSld name="Title Slide-Phase, week, lesson_1">
    <p:spTree>
      <p:nvGrpSpPr>
        <p:cNvPr id="1" name="Shape 126"/>
        <p:cNvGrpSpPr/>
        <p:nvPr/>
      </p:nvGrpSpPr>
      <p:grpSpPr>
        <a:xfrm>
          <a:off x="0" y="0"/>
          <a:ext cx="0" cy="0"/>
          <a:chOff x="0" y="0"/>
          <a:chExt cx="0" cy="0"/>
        </a:xfrm>
      </p:grpSpPr>
      <p:sp>
        <p:nvSpPr>
          <p:cNvPr id="127" name="Google Shape;127;g2d076fa4460_0_8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29" name="Google Shape;129;g2d076fa4460_0_82"/>
          <p:cNvGrpSpPr/>
          <p:nvPr/>
        </p:nvGrpSpPr>
        <p:grpSpPr>
          <a:xfrm>
            <a:off x="8199150" y="5983875"/>
            <a:ext cx="586800" cy="571500"/>
            <a:chOff x="7894350" y="6212475"/>
            <a:chExt cx="586800" cy="571500"/>
          </a:xfrm>
        </p:grpSpPr>
        <p:sp>
          <p:nvSpPr>
            <p:cNvPr id="130" name="Google Shape;130;g2d076fa4460_0_8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1" name="Google Shape;131;g2d076fa4460_0_8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2" name="Google Shape;132;g2d076fa4460_0_8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33" name="Google Shape;133;g2d076fa4460_0_82"/>
          <p:cNvSpPr txBox="1"/>
          <p:nvPr/>
        </p:nvSpPr>
        <p:spPr>
          <a:xfrm>
            <a:off x="856325" y="958000"/>
            <a:ext cx="55779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93FA2"/>
                </a:solidFill>
                <a:latin typeface="Poppins Medium"/>
                <a:ea typeface="Poppins Medium"/>
                <a:cs typeface="Poppins Medium"/>
                <a:sym typeface="Poppins Medium"/>
              </a:rPr>
              <a:t>Independent Reading</a:t>
            </a:r>
            <a:endParaRPr sz="3200" b="0" i="0" u="none" strike="noStrike" cap="none">
              <a:solidFill>
                <a:srgbClr val="993FA2"/>
              </a:solidFill>
              <a:latin typeface="Poppins Medium"/>
              <a:ea typeface="Poppins Medium"/>
              <a:cs typeface="Poppins Medium"/>
              <a:sym typeface="Poppins Medium"/>
            </a:endParaRPr>
          </a:p>
        </p:txBody>
      </p:sp>
      <p:cxnSp>
        <p:nvCxnSpPr>
          <p:cNvPr id="134" name="Google Shape;134;g2d076fa4460_0_82"/>
          <p:cNvCxnSpPr/>
          <p:nvPr/>
        </p:nvCxnSpPr>
        <p:spPr>
          <a:xfrm>
            <a:off x="941786" y="1709260"/>
            <a:ext cx="4402200" cy="0"/>
          </a:xfrm>
          <a:prstGeom prst="straightConnector1">
            <a:avLst/>
          </a:prstGeom>
          <a:noFill/>
          <a:ln w="9525" cap="flat" cmpd="sng">
            <a:solidFill>
              <a:srgbClr val="BFBFBF"/>
            </a:solidFill>
            <a:prstDash val="solid"/>
            <a:miter lim="800000"/>
            <a:headEnd type="none" w="sm" len="sm"/>
            <a:tailEnd type="none" w="sm" len="sm"/>
          </a:ln>
        </p:spPr>
      </p:cxnSp>
      <p:sp>
        <p:nvSpPr>
          <p:cNvPr id="135" name="Google Shape;135;g2d076fa4460_0_82"/>
          <p:cNvSpPr txBox="1"/>
          <p:nvPr/>
        </p:nvSpPr>
        <p:spPr>
          <a:xfrm>
            <a:off x="842866" y="1759850"/>
            <a:ext cx="4606800" cy="648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000"/>
              </a:spcBef>
              <a:spcAft>
                <a:spcPts val="0"/>
              </a:spcAft>
              <a:buClr>
                <a:srgbClr val="000000"/>
              </a:buClr>
              <a:buSzPts val="1400"/>
              <a:buFont typeface="Arial"/>
              <a:buNone/>
            </a:pPr>
            <a:r>
              <a:rPr lang="en-US" sz="1400" b="0" i="0" u="none" strike="noStrike" cap="none">
                <a:solidFill>
                  <a:srgbClr val="000000"/>
                </a:solidFill>
                <a:latin typeface="Poppins"/>
                <a:ea typeface="Poppins"/>
                <a:cs typeface="Poppins"/>
                <a:sym typeface="Poppins"/>
              </a:rPr>
              <a:t>Children are given a decodable reader that covers letter sounds previously taught.</a:t>
            </a:r>
            <a:endParaRPr sz="1400" b="0" i="0" u="none" strike="noStrike" cap="none">
              <a:solidFill>
                <a:srgbClr val="000000"/>
              </a:solidFill>
              <a:latin typeface="Poppins"/>
              <a:ea typeface="Poppins"/>
              <a:cs typeface="Poppins"/>
              <a:sym typeface="Poppins"/>
            </a:endParaRPr>
          </a:p>
        </p:txBody>
      </p:sp>
      <p:sp>
        <p:nvSpPr>
          <p:cNvPr id="136" name="Google Shape;136;g2d076fa4460_0_82"/>
          <p:cNvSpPr txBox="1"/>
          <p:nvPr/>
        </p:nvSpPr>
        <p:spPr>
          <a:xfrm>
            <a:off x="835016" y="2438500"/>
            <a:ext cx="38196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993FA2"/>
                </a:solidFill>
                <a:latin typeface="Poppins Medium"/>
                <a:ea typeface="Poppins Medium"/>
                <a:cs typeface="Poppins Medium"/>
                <a:sym typeface="Poppins Medium"/>
              </a:rPr>
              <a:t>Decodable Readers &amp; Teacher Book Activities</a:t>
            </a:r>
            <a:endParaRPr sz="1100" b="0" i="0" u="none" strike="noStrike" cap="none">
              <a:solidFill>
                <a:srgbClr val="993FA2"/>
              </a:solidFill>
              <a:latin typeface="Poppins Medium"/>
              <a:ea typeface="Poppins Medium"/>
              <a:cs typeface="Poppins Medium"/>
              <a:sym typeface="Poppins Medium"/>
            </a:endParaRPr>
          </a:p>
        </p:txBody>
      </p:sp>
      <p:sp>
        <p:nvSpPr>
          <p:cNvPr id="137" name="Google Shape;137;g2d076fa4460_0_82"/>
          <p:cNvSpPr txBox="1"/>
          <p:nvPr/>
        </p:nvSpPr>
        <p:spPr>
          <a:xfrm>
            <a:off x="4318141" y="2438500"/>
            <a:ext cx="22023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993FA2"/>
                </a:solidFill>
                <a:latin typeface="Poppins Medium"/>
                <a:ea typeface="Poppins Medium"/>
                <a:cs typeface="Poppins Medium"/>
                <a:sym typeface="Poppins Medium"/>
              </a:rPr>
              <a:t>Workbooks</a:t>
            </a:r>
            <a:endParaRPr sz="1100" b="0" i="0" u="none" strike="noStrike" cap="none">
              <a:solidFill>
                <a:srgbClr val="993FA2"/>
              </a:solidFill>
              <a:latin typeface="Poppins Medium"/>
              <a:ea typeface="Poppins Medium"/>
              <a:cs typeface="Poppins Medium"/>
              <a:sym typeface="Poppins Medium"/>
            </a:endParaRPr>
          </a:p>
        </p:txBody>
      </p:sp>
      <p:grpSp>
        <p:nvGrpSpPr>
          <p:cNvPr id="138" name="Google Shape;138;g2d076fa4460_0_82"/>
          <p:cNvGrpSpPr/>
          <p:nvPr/>
        </p:nvGrpSpPr>
        <p:grpSpPr>
          <a:xfrm>
            <a:off x="-36800" y="-52000"/>
            <a:ext cx="9236100" cy="543600"/>
            <a:chOff x="-36800" y="-52000"/>
            <a:chExt cx="9236100" cy="543600"/>
          </a:xfrm>
        </p:grpSpPr>
        <p:sp>
          <p:nvSpPr>
            <p:cNvPr id="139" name="Google Shape;139;g2d076fa4460_0_8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0" name="Google Shape;140;g2d076fa4460_0_82"/>
            <p:cNvGrpSpPr/>
            <p:nvPr/>
          </p:nvGrpSpPr>
          <p:grpSpPr>
            <a:xfrm>
              <a:off x="4570840" y="88100"/>
              <a:ext cx="1337400" cy="403500"/>
              <a:chOff x="565600" y="88250"/>
              <a:chExt cx="1337400" cy="403500"/>
            </a:xfrm>
          </p:grpSpPr>
          <p:sp>
            <p:nvSpPr>
              <p:cNvPr id="141" name="Google Shape;141;g2d076fa4460_0_82"/>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42" name="Google Shape;142;g2d076fa4460_0_82"/>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43" name="Google Shape;143;g2d076fa4460_0_8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44" name="Google Shape;144;g2d076fa4460_0_8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45" name="Google Shape;145;g2d076fa4460_0_8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46" name="Google Shape;146;g2d076fa4460_0_8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7" name="Google Shape;147;g2d076fa4460_0_8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48" name="Google Shape;148;g2d076fa4460_0_8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9" name="Google Shape;149;g2d076fa4460_0_8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50" name="Google Shape;150;g2d076fa4460_0_8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51" name="Google Shape;151;g2d076fa4460_0_8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2" name="Google Shape;152;g2d076fa4460_0_8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3" name="Google Shape;153;g2d076fa4460_0_8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87"/>
        <p:cNvGrpSpPr/>
        <p:nvPr/>
      </p:nvGrpSpPr>
      <p:grpSpPr>
        <a:xfrm>
          <a:off x="0" y="0"/>
          <a:ext cx="0" cy="0"/>
          <a:chOff x="0" y="0"/>
          <a:chExt cx="0" cy="0"/>
        </a:xfrm>
      </p:grpSpPr>
      <p:sp>
        <p:nvSpPr>
          <p:cNvPr id="188" name="Google Shape;188;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89" name="Google Shape;189;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End of Session</a:t>
            </a:r>
            <a:endParaRPr sz="3200" b="0" i="0" u="none" strike="noStrike" cap="none">
              <a:solidFill>
                <a:srgbClr val="92278F"/>
              </a:solidFill>
              <a:latin typeface="Poppins Medium"/>
              <a:ea typeface="Poppins Medium"/>
              <a:cs typeface="Poppins Medium"/>
              <a:sym typeface="Poppins Medium"/>
            </a:endParaRPr>
          </a:p>
        </p:txBody>
      </p:sp>
      <p:cxnSp>
        <p:nvCxnSpPr>
          <p:cNvPr id="190" name="Google Shape;190;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91" name="Google Shape;191;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 name="Google Shape;192;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94" name="Google Shape;194;g26b641b03cd_0_260"/>
          <p:cNvGrpSpPr/>
          <p:nvPr/>
        </p:nvGrpSpPr>
        <p:grpSpPr>
          <a:xfrm>
            <a:off x="8199150" y="5983875"/>
            <a:ext cx="586800" cy="571500"/>
            <a:chOff x="7894350" y="6212475"/>
            <a:chExt cx="586800" cy="571500"/>
          </a:xfrm>
        </p:grpSpPr>
        <p:sp>
          <p:nvSpPr>
            <p:cNvPr id="195" name="Google Shape;195;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6b641b03cd_0_26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7" name="Google Shape;197;g26b641b03cd_0_26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98" name="Google Shape;198;g26b641b03cd_0_260"/>
          <p:cNvGrpSpPr/>
          <p:nvPr/>
        </p:nvGrpSpPr>
        <p:grpSpPr>
          <a:xfrm>
            <a:off x="-36800" y="-52000"/>
            <a:ext cx="9236100" cy="543600"/>
            <a:chOff x="-36800" y="-52000"/>
            <a:chExt cx="9236100" cy="543600"/>
          </a:xfrm>
        </p:grpSpPr>
        <p:sp>
          <p:nvSpPr>
            <p:cNvPr id="199" name="Google Shape;199;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0" name="Google Shape;200;g26b641b03cd_0_260"/>
            <p:cNvGrpSpPr/>
            <p:nvPr/>
          </p:nvGrpSpPr>
          <p:grpSpPr>
            <a:xfrm>
              <a:off x="4570840" y="88100"/>
              <a:ext cx="1337400" cy="403500"/>
              <a:chOff x="565600" y="88250"/>
              <a:chExt cx="1337400" cy="403500"/>
            </a:xfrm>
          </p:grpSpPr>
          <p:sp>
            <p:nvSpPr>
              <p:cNvPr id="201" name="Google Shape;201;g26b641b03cd_0_260"/>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02" name="Google Shape;202;g26b641b03cd_0_260"/>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203" name="Google Shape;203;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204" name="Google Shape;204;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205" name="Google Shape;205;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206" name="Google Shape;206;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7" name="Google Shape;207;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208" name="Google Shape;208;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9" name="Google Shape;209;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210" name="Google Shape;210;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211" name="Google Shape;211;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14"/>
        <p:cNvGrpSpPr/>
        <p:nvPr/>
      </p:nvGrpSpPr>
      <p:grpSpPr>
        <a:xfrm>
          <a:off x="0" y="0"/>
          <a:ext cx="0" cy="0"/>
          <a:chOff x="0" y="0"/>
          <a:chExt cx="0" cy="0"/>
        </a:xfrm>
      </p:grpSpPr>
      <p:sp>
        <p:nvSpPr>
          <p:cNvPr id="215" name="Google Shape;215;g2c235dd0dad_1_8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17" name="Google Shape;217;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8" name="Google Shape;218;g2c235dd0dad_1_8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9" name="Google Shape;219;g2c235dd0dad_1_8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0" name="Google Shape;220;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1" name="Google Shape;221;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22" name="Google Shape;222;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3" name="Google Shape;223;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4" name="Google Shape;224;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5" name="Google Shape;225;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6" name="Google Shape;226;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7" name="Google Shape;227;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sp>
        <p:nvSpPr>
          <p:cNvPr id="228" name="Google Shape;228;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29" name="Google Shape;229;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0" name="Google Shape;230;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1" name="Google Shape;231;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2" name="Google Shape;232;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3" name="Google Shape;233;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4" name="Google Shape;234;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5" name="Google Shape;235;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6" name="Google Shape;236;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7" name="Google Shape;237;g2c235dd0dad_1_87"/>
          <p:cNvGrpSpPr/>
          <p:nvPr/>
        </p:nvGrpSpPr>
        <p:grpSpPr>
          <a:xfrm>
            <a:off x="662575" y="6212475"/>
            <a:ext cx="586800" cy="571500"/>
            <a:chOff x="662575" y="6212475"/>
            <a:chExt cx="586800" cy="571500"/>
          </a:xfrm>
        </p:grpSpPr>
        <p:sp>
          <p:nvSpPr>
            <p:cNvPr id="238" name="Google Shape;238;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9" name="Google Shape;239;g2c235dd0dad_1_8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2c235dd0dad_1_8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1" name="Google Shape;241;g2c235dd0dad_1_87"/>
          <p:cNvGrpSpPr/>
          <p:nvPr/>
        </p:nvGrpSpPr>
        <p:grpSpPr>
          <a:xfrm>
            <a:off x="7894350" y="6212475"/>
            <a:ext cx="586800" cy="571500"/>
            <a:chOff x="7894350" y="6212475"/>
            <a:chExt cx="586800" cy="571500"/>
          </a:xfrm>
        </p:grpSpPr>
        <p:sp>
          <p:nvSpPr>
            <p:cNvPr id="242" name="Google Shape;242;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3" name="Google Shape;243;g2c235dd0dad_1_8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2c235dd0dad_1_8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45"/>
        <p:cNvGrpSpPr/>
        <p:nvPr/>
      </p:nvGrpSpPr>
      <p:grpSpPr>
        <a:xfrm>
          <a:off x="0" y="0"/>
          <a:ext cx="0" cy="0"/>
          <a:chOff x="0" y="0"/>
          <a:chExt cx="0" cy="0"/>
        </a:xfrm>
      </p:grpSpPr>
      <p:sp>
        <p:nvSpPr>
          <p:cNvPr id="246" name="Google Shape;246;g1f3daf8a844_0_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7" name="Google Shape;247;g1f3daf8a844_0_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8" name="Google Shape;248;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9" name="Google Shape;249;g1f3daf8a844_0_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1" name="Google Shape;251;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2" name="Google Shape;252;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53" name="Google Shape;253;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54" name="Google Shape;254;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5" name="Google Shape;255;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6" name="Google Shape;256;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57" name="Google Shape;257;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cxnSp>
        <p:nvCxnSpPr>
          <p:cNvPr id="258" name="Google Shape;258;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9" name="Google Shape;259;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60" name="Google Shape;260;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61" name="Google Shape;261;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2" name="Google Shape;262;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3" name="Google Shape;263;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64" name="Google Shape;264;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65" name="Google Shape;265;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66" name="Google Shape;266;g1f3daf8a844_0_32"/>
          <p:cNvGrpSpPr/>
          <p:nvPr/>
        </p:nvGrpSpPr>
        <p:grpSpPr>
          <a:xfrm>
            <a:off x="662575" y="6212475"/>
            <a:ext cx="586800" cy="571500"/>
            <a:chOff x="662575" y="6212475"/>
            <a:chExt cx="586800" cy="571500"/>
          </a:xfrm>
        </p:grpSpPr>
        <p:sp>
          <p:nvSpPr>
            <p:cNvPr id="267" name="Google Shape;267;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8" name="Google Shape;268;g1f3daf8a844_0_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1f3daf8a844_0_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0" name="Google Shape;270;g1f3daf8a844_0_32"/>
          <p:cNvGrpSpPr/>
          <p:nvPr/>
        </p:nvGrpSpPr>
        <p:grpSpPr>
          <a:xfrm>
            <a:off x="7894350" y="6212475"/>
            <a:ext cx="586800" cy="571500"/>
            <a:chOff x="7894350" y="6212475"/>
            <a:chExt cx="586800" cy="571500"/>
          </a:xfrm>
        </p:grpSpPr>
        <p:sp>
          <p:nvSpPr>
            <p:cNvPr id="271" name="Google Shape;271;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2" name="Google Shape;272;g1f3daf8a844_0_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1f3daf8a844_0_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74"/>
        <p:cNvGrpSpPr/>
        <p:nvPr/>
      </p:nvGrpSpPr>
      <p:grpSpPr>
        <a:xfrm>
          <a:off x="0" y="0"/>
          <a:ext cx="0" cy="0"/>
          <a:chOff x="0" y="0"/>
          <a:chExt cx="0" cy="0"/>
        </a:xfrm>
      </p:grpSpPr>
      <p:sp>
        <p:nvSpPr>
          <p:cNvPr id="275" name="Google Shape;275;g2c157a2fb06_0_5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6" name="Google Shape;276;g2c157a2fb06_0_5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77" name="Google Shape;277;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8" name="Google Shape;278;g2c157a2fb06_0_5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9" name="Google Shape;279;g2c157a2fb06_0_5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0" name="Google Shape;280;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1" name="Google Shape;281;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82" name="Google Shape;282;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83" name="Google Shape;283;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Quickwrite</a:t>
            </a:r>
            <a:endParaRPr sz="3000" b="0" i="0" u="none" strike="noStrike" cap="none">
              <a:solidFill>
                <a:srgbClr val="92278F"/>
              </a:solidFill>
              <a:latin typeface="Poppins Medium"/>
              <a:ea typeface="Poppins Medium"/>
              <a:cs typeface="Poppins Medium"/>
              <a:sym typeface="Poppins Medium"/>
            </a:endParaRPr>
          </a:p>
        </p:txBody>
      </p:sp>
      <p:sp>
        <p:nvSpPr>
          <p:cNvPr id="284" name="Google Shape;284;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5" name="Google Shape;285;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6" name="Google Shape;286;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7" name="Google Shape;287;g2c157a2fb06_0_5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8" name="Google Shape;288;g2c157a2fb06_0_5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9" name="Google Shape;289;g2c157a2fb06_0_53"/>
          <p:cNvSpPr txBox="1">
            <a:spLocks noGrp="1"/>
          </p:cNvSpPr>
          <p:nvPr>
            <p:ph type="subTitle" idx="6"/>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90" name="Google Shape;290;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1" name="Google Shape;291;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2" name="Google Shape;292;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3" name="Google Shape;293;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4" name="Google Shape;294;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95" name="Google Shape;295;g2c157a2fb06_0_53"/>
          <p:cNvGrpSpPr/>
          <p:nvPr/>
        </p:nvGrpSpPr>
        <p:grpSpPr>
          <a:xfrm>
            <a:off x="1403031" y="6958923"/>
            <a:ext cx="6774848" cy="1291477"/>
            <a:chOff x="717231" y="7263723"/>
            <a:chExt cx="6774848" cy="1291477"/>
          </a:xfrm>
        </p:grpSpPr>
        <p:sp>
          <p:nvSpPr>
            <p:cNvPr id="296" name="Google Shape;296;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97" name="Google Shape;297;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98" name="Google Shape;298;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99" name="Google Shape;299;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300" name="Google Shape;300;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301" name="Google Shape;301;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302" name="Google Shape;302;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303" name="Google Shape;303;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304" name="Google Shape;304;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5" name="Google Shape;305;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6" name="Google Shape;306;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07" name="Google Shape;307;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08" name="Google Shape;308;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309" name="Google Shape;309;g2c157a2fb06_0_53"/>
          <p:cNvGrpSpPr/>
          <p:nvPr/>
        </p:nvGrpSpPr>
        <p:grpSpPr>
          <a:xfrm>
            <a:off x="662575" y="6212475"/>
            <a:ext cx="586800" cy="571500"/>
            <a:chOff x="662575" y="6212475"/>
            <a:chExt cx="586800" cy="571500"/>
          </a:xfrm>
        </p:grpSpPr>
        <p:sp>
          <p:nvSpPr>
            <p:cNvPr id="310" name="Google Shape;310;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1" name="Google Shape;311;g2c157a2fb06_0_5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5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3" name="Google Shape;313;g2c157a2fb06_0_53"/>
          <p:cNvGrpSpPr/>
          <p:nvPr/>
        </p:nvGrpSpPr>
        <p:grpSpPr>
          <a:xfrm>
            <a:off x="7894350" y="6212475"/>
            <a:ext cx="586800" cy="571500"/>
            <a:chOff x="7894350" y="6212475"/>
            <a:chExt cx="586800" cy="571500"/>
          </a:xfrm>
        </p:grpSpPr>
        <p:sp>
          <p:nvSpPr>
            <p:cNvPr id="314" name="Google Shape;314;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5" name="Google Shape;315;g2c157a2fb06_0_5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6" name="Google Shape;316;g2c157a2fb06_0_5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7" name="Google Shape;317;g2c157a2fb06_0_53"/>
          <p:cNvSpPr txBox="1">
            <a:spLocks noGrp="1"/>
          </p:cNvSpPr>
          <p:nvPr>
            <p:ph type="subTitle" idx="7"/>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18"/>
        <p:cNvGrpSpPr/>
        <p:nvPr/>
      </p:nvGrpSpPr>
      <p:grpSpPr>
        <a:xfrm>
          <a:off x="0" y="0"/>
          <a:ext cx="0" cy="0"/>
          <a:chOff x="0" y="0"/>
          <a:chExt cx="0" cy="0"/>
        </a:xfrm>
      </p:grpSpPr>
      <p:sp>
        <p:nvSpPr>
          <p:cNvPr id="319" name="Google Shape;319;g2c157a2fb06_0_15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15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1" name="Google Shape;321;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15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15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5" name="Google Shape;325;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pic>
        <p:nvPicPr>
          <p:cNvPr id="326" name="Google Shape;32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27" name="Google Shape;327;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28" name="Google Shape;328;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9" name="Google Shape;329;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0" name="Google Shape;330;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31" name="Google Shape;331;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Full Circle</a:t>
            </a:r>
            <a:endParaRPr sz="3000" b="0" i="0" u="none" strike="noStrike" cap="none">
              <a:solidFill>
                <a:srgbClr val="92278F"/>
              </a:solidFill>
              <a:latin typeface="Poppins Medium"/>
              <a:ea typeface="Poppins Medium"/>
              <a:cs typeface="Poppins Medium"/>
              <a:sym typeface="Poppins Medium"/>
            </a:endParaRPr>
          </a:p>
        </p:txBody>
      </p:sp>
      <p:sp>
        <p:nvSpPr>
          <p:cNvPr id="332" name="Google Shape;332;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3" name="Google Shape;333;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6" name="Google Shape;336;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37" name="Google Shape;337;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38" name="Google Shape;338;g2c157a2fb06_0_158"/>
          <p:cNvGrpSpPr/>
          <p:nvPr/>
        </p:nvGrpSpPr>
        <p:grpSpPr>
          <a:xfrm>
            <a:off x="662575" y="6212475"/>
            <a:ext cx="586800" cy="571500"/>
            <a:chOff x="662575" y="6212475"/>
            <a:chExt cx="586800" cy="571500"/>
          </a:xfrm>
        </p:grpSpPr>
        <p:sp>
          <p:nvSpPr>
            <p:cNvPr id="339" name="Google Shape;339;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0" name="Google Shape;340;g2c157a2fb06_0_15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1" name="Google Shape;341;g2c157a2fb06_0_15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2" name="Google Shape;342;g2c157a2fb06_0_158"/>
          <p:cNvGrpSpPr/>
          <p:nvPr/>
        </p:nvGrpSpPr>
        <p:grpSpPr>
          <a:xfrm>
            <a:off x="7894350" y="6212475"/>
            <a:ext cx="586800" cy="571500"/>
            <a:chOff x="7894350" y="6212475"/>
            <a:chExt cx="586800" cy="571500"/>
          </a:xfrm>
        </p:grpSpPr>
        <p:sp>
          <p:nvSpPr>
            <p:cNvPr id="343" name="Google Shape;343;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15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15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46"/>
        <p:cNvGrpSpPr/>
        <p:nvPr/>
      </p:nvGrpSpPr>
      <p:grpSpPr>
        <a:xfrm>
          <a:off x="0" y="0"/>
          <a:ext cx="0" cy="0"/>
          <a:chOff x="0" y="0"/>
          <a:chExt cx="0" cy="0"/>
        </a:xfrm>
      </p:grpSpPr>
      <p:sp>
        <p:nvSpPr>
          <p:cNvPr id="347" name="Google Shape;347;g2c157a2fb06_0_26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9" name="Google Shape;349;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0" name="Google Shape;350;g2c157a2fb06_0_26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26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3" name="Google Shape;353;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354" name="Google Shape;354;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55" name="Google Shape;355;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56" name="Google Shape;356;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57" name="Google Shape;35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58" name="Google Shape;35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Picture Match</a:t>
            </a:r>
            <a:endParaRPr sz="3000" b="0" i="0" u="none" strike="noStrike" cap="none">
              <a:solidFill>
                <a:srgbClr val="92278F"/>
              </a:solidFill>
              <a:latin typeface="Poppins Medium"/>
              <a:ea typeface="Poppins Medium"/>
              <a:cs typeface="Poppins Medium"/>
              <a:sym typeface="Poppins Medium"/>
            </a:endParaRPr>
          </a:p>
        </p:txBody>
      </p:sp>
      <p:sp>
        <p:nvSpPr>
          <p:cNvPr id="359" name="Google Shape;359;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0" name="Google Shape;360;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1" name="Google Shape;361;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2" name="Google Shape;362;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3" name="Google Shape;363;g2c157a2fb06_0_263"/>
          <p:cNvSpPr>
            <a:spLocks noGrp="1"/>
          </p:cNvSpPr>
          <p:nvPr>
            <p:ph type="pic" idx="8"/>
          </p:nvPr>
        </p:nvSpPr>
        <p:spPr>
          <a:xfrm>
            <a:off x="5086375" y="4412425"/>
            <a:ext cx="2668800" cy="1291500"/>
          </a:xfrm>
          <a:prstGeom prst="rect">
            <a:avLst/>
          </a:prstGeom>
          <a:noFill/>
          <a:ln>
            <a:noFill/>
          </a:ln>
        </p:spPr>
      </p:sp>
      <p:sp>
        <p:nvSpPr>
          <p:cNvPr id="364" name="Google Shape;364;g2c157a2fb06_0_263"/>
          <p:cNvSpPr>
            <a:spLocks noGrp="1"/>
          </p:cNvSpPr>
          <p:nvPr>
            <p:ph type="pic" idx="9"/>
          </p:nvPr>
        </p:nvSpPr>
        <p:spPr>
          <a:xfrm>
            <a:off x="5086375" y="797675"/>
            <a:ext cx="2668800" cy="1291500"/>
          </a:xfrm>
          <a:prstGeom prst="rect">
            <a:avLst/>
          </a:prstGeom>
          <a:noFill/>
          <a:ln>
            <a:noFill/>
          </a:ln>
        </p:spPr>
      </p:sp>
      <p:sp>
        <p:nvSpPr>
          <p:cNvPr id="365" name="Google Shape;365;g2c157a2fb06_0_263"/>
          <p:cNvSpPr>
            <a:spLocks noGrp="1"/>
          </p:cNvSpPr>
          <p:nvPr>
            <p:ph type="pic" idx="13"/>
          </p:nvPr>
        </p:nvSpPr>
        <p:spPr>
          <a:xfrm>
            <a:off x="5086375" y="2002592"/>
            <a:ext cx="2668800" cy="1291500"/>
          </a:xfrm>
          <a:prstGeom prst="rect">
            <a:avLst/>
          </a:prstGeom>
          <a:noFill/>
          <a:ln>
            <a:noFill/>
          </a:ln>
        </p:spPr>
      </p:sp>
      <p:sp>
        <p:nvSpPr>
          <p:cNvPr id="366" name="Google Shape;366;g2c157a2fb06_0_263"/>
          <p:cNvSpPr>
            <a:spLocks noGrp="1"/>
          </p:cNvSpPr>
          <p:nvPr>
            <p:ph type="pic" idx="14"/>
          </p:nvPr>
        </p:nvSpPr>
        <p:spPr>
          <a:xfrm>
            <a:off x="5086375" y="3207508"/>
            <a:ext cx="2668800" cy="1291500"/>
          </a:xfrm>
          <a:prstGeom prst="rect">
            <a:avLst/>
          </a:prstGeom>
          <a:noFill/>
          <a:ln>
            <a:noFill/>
          </a:ln>
        </p:spPr>
      </p:sp>
      <p:sp>
        <p:nvSpPr>
          <p:cNvPr id="367" name="Google Shape;367;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8" name="Google Shape;368;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9" name="Google Shape;369;g2c157a2fb06_0_263"/>
          <p:cNvGrpSpPr/>
          <p:nvPr/>
        </p:nvGrpSpPr>
        <p:grpSpPr>
          <a:xfrm>
            <a:off x="662575" y="6212475"/>
            <a:ext cx="586800" cy="571500"/>
            <a:chOff x="662575" y="6212475"/>
            <a:chExt cx="586800" cy="571500"/>
          </a:xfrm>
        </p:grpSpPr>
        <p:sp>
          <p:nvSpPr>
            <p:cNvPr id="370" name="Google Shape;370;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26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26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3" name="Google Shape;373;g2c157a2fb06_0_263"/>
          <p:cNvGrpSpPr/>
          <p:nvPr/>
        </p:nvGrpSpPr>
        <p:grpSpPr>
          <a:xfrm>
            <a:off x="7894350" y="6212475"/>
            <a:ext cx="586800" cy="571500"/>
            <a:chOff x="7894350" y="6212475"/>
            <a:chExt cx="586800" cy="571500"/>
          </a:xfrm>
        </p:grpSpPr>
        <p:sp>
          <p:nvSpPr>
            <p:cNvPr id="374" name="Google Shape;374;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26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6" name="Google Shape;376;g2c157a2fb06_0_26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77"/>
        <p:cNvGrpSpPr/>
        <p:nvPr/>
      </p:nvGrpSpPr>
      <p:grpSpPr>
        <a:xfrm>
          <a:off x="0" y="0"/>
          <a:ext cx="0" cy="0"/>
          <a:chOff x="0" y="0"/>
          <a:chExt cx="0" cy="0"/>
        </a:xfrm>
      </p:grpSpPr>
      <p:sp>
        <p:nvSpPr>
          <p:cNvPr id="378" name="Google Shape;378;g2c157a2fb06_0_46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46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80" name="Google Shape;380;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1" name="Google Shape;381;g2c157a2fb06_0_46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4" name="Google Shape;384;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5" name="Google Shape;38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6" name="Google Shape;38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87" name="Google Shape;38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88" name="Google Shape;388;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9" name="Google Shape;389;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0" name="Google Shape;390;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1" name="Google Shape;391;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Caption</a:t>
            </a:r>
            <a:endParaRPr sz="3000" b="0" i="0" u="none" strike="noStrike" cap="none">
              <a:solidFill>
                <a:srgbClr val="92278F"/>
              </a:solidFill>
              <a:latin typeface="Poppins Medium"/>
              <a:ea typeface="Poppins Medium"/>
              <a:cs typeface="Poppins Medium"/>
              <a:sym typeface="Poppins Medium"/>
            </a:endParaRPr>
          </a:p>
        </p:txBody>
      </p:sp>
      <p:sp>
        <p:nvSpPr>
          <p:cNvPr id="393" name="Google Shape;393;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5" name="Google Shape;395;g2c157a2fb06_0_467"/>
          <p:cNvGrpSpPr/>
          <p:nvPr/>
        </p:nvGrpSpPr>
        <p:grpSpPr>
          <a:xfrm>
            <a:off x="662575" y="6212475"/>
            <a:ext cx="586800" cy="571500"/>
            <a:chOff x="662575" y="6212475"/>
            <a:chExt cx="586800" cy="571500"/>
          </a:xfrm>
        </p:grpSpPr>
        <p:sp>
          <p:nvSpPr>
            <p:cNvPr id="396" name="Google Shape;396;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46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46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9" name="Google Shape;399;g2c157a2fb06_0_467"/>
          <p:cNvGrpSpPr/>
          <p:nvPr/>
        </p:nvGrpSpPr>
        <p:grpSpPr>
          <a:xfrm>
            <a:off x="7894350" y="6212475"/>
            <a:ext cx="586800" cy="571500"/>
            <a:chOff x="7894350" y="6212475"/>
            <a:chExt cx="586800" cy="571500"/>
          </a:xfrm>
        </p:grpSpPr>
        <p:sp>
          <p:nvSpPr>
            <p:cNvPr id="400" name="Google Shape;400;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46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2c157a2fb06_0_46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03"/>
        <p:cNvGrpSpPr/>
        <p:nvPr/>
      </p:nvGrpSpPr>
      <p:grpSpPr>
        <a:xfrm>
          <a:off x="0" y="0"/>
          <a:ext cx="0" cy="0"/>
          <a:chOff x="0" y="0"/>
          <a:chExt cx="0" cy="0"/>
        </a:xfrm>
      </p:grpSpPr>
      <p:sp>
        <p:nvSpPr>
          <p:cNvPr id="404" name="Google Shape;404;g2c157a2fb06_0_629"/>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629"/>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6" name="Google Shape;406;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7" name="Google Shape;407;g2c157a2fb06_0_629"/>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629"/>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0" name="Google Shape;410;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411" name="Google Shape;41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2" name="Google Shape;41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13" name="Google Shape;413;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4" name="Google Shape;414;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5" name="Google Shape;415;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7" name="Google Shape;417;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Caption</a:t>
            </a:r>
            <a:endParaRPr sz="3000" b="0" i="0" u="none" strike="noStrike" cap="none">
              <a:solidFill>
                <a:srgbClr val="92278F"/>
              </a:solidFill>
              <a:latin typeface="Poppins Medium"/>
              <a:ea typeface="Poppins Medium"/>
              <a:cs typeface="Poppins Medium"/>
              <a:sym typeface="Poppins Medium"/>
            </a:endParaRPr>
          </a:p>
        </p:txBody>
      </p:sp>
      <p:sp>
        <p:nvSpPr>
          <p:cNvPr id="418" name="Google Shape;418;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9" name="Google Shape;419;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0" name="Google Shape;420;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1" name="Google Shape;421;g2c157a2fb06_0_629"/>
          <p:cNvGrpSpPr/>
          <p:nvPr/>
        </p:nvGrpSpPr>
        <p:grpSpPr>
          <a:xfrm>
            <a:off x="662575" y="6212475"/>
            <a:ext cx="586800" cy="571500"/>
            <a:chOff x="662575" y="6212475"/>
            <a:chExt cx="586800" cy="571500"/>
          </a:xfrm>
        </p:grpSpPr>
        <p:sp>
          <p:nvSpPr>
            <p:cNvPr id="422" name="Google Shape;422;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629">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629">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5" name="Google Shape;425;g2c157a2fb06_0_629"/>
          <p:cNvGrpSpPr/>
          <p:nvPr/>
        </p:nvGrpSpPr>
        <p:grpSpPr>
          <a:xfrm>
            <a:off x="7894350" y="6212475"/>
            <a:ext cx="586800" cy="571500"/>
            <a:chOff x="7894350" y="6212475"/>
            <a:chExt cx="586800" cy="571500"/>
          </a:xfrm>
        </p:grpSpPr>
        <p:sp>
          <p:nvSpPr>
            <p:cNvPr id="426" name="Google Shape;426;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629">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629">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29"/>
        <p:cNvGrpSpPr/>
        <p:nvPr/>
      </p:nvGrpSpPr>
      <p:grpSpPr>
        <a:xfrm>
          <a:off x="0" y="0"/>
          <a:ext cx="0" cy="0"/>
          <a:chOff x="0" y="0"/>
          <a:chExt cx="0" cy="0"/>
        </a:xfrm>
      </p:grpSpPr>
      <p:sp>
        <p:nvSpPr>
          <p:cNvPr id="430" name="Google Shape;430;g2c157a2fb06_0_79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79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2" name="Google Shape;432;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3" name="Google Shape;433;g2c157a2fb06_0_79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79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6" name="Google Shape;436;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437" name="Google Shape;43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8" name="Google Shape;43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9" name="Google Shape;43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0" name="Google Shape;44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41" name="Google Shape;441;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2" name="Google Shape;442;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3" name="Google Shape;443;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4" name="Google Shape;444;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45" name="Google Shape;445;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Sentence</a:t>
            </a:r>
            <a:endParaRPr sz="3000" b="0" i="0" u="none" strike="noStrike" cap="none">
              <a:solidFill>
                <a:srgbClr val="92278F"/>
              </a:solidFill>
              <a:latin typeface="Poppins Medium"/>
              <a:ea typeface="Poppins Medium"/>
              <a:cs typeface="Poppins Medium"/>
              <a:sym typeface="Poppins Medium"/>
            </a:endParaRPr>
          </a:p>
        </p:txBody>
      </p:sp>
      <p:sp>
        <p:nvSpPr>
          <p:cNvPr id="446" name="Google Shape;446;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7" name="Google Shape;447;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8" name="Google Shape;448;g2c157a2fb06_0_798"/>
          <p:cNvGrpSpPr/>
          <p:nvPr/>
        </p:nvGrpSpPr>
        <p:grpSpPr>
          <a:xfrm>
            <a:off x="662575" y="6212475"/>
            <a:ext cx="586800" cy="571500"/>
            <a:chOff x="662575" y="6212475"/>
            <a:chExt cx="586800" cy="571500"/>
          </a:xfrm>
        </p:grpSpPr>
        <p:sp>
          <p:nvSpPr>
            <p:cNvPr id="449" name="Google Shape;449;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9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79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2" name="Google Shape;452;g2c157a2fb06_0_798"/>
          <p:cNvGrpSpPr/>
          <p:nvPr/>
        </p:nvGrpSpPr>
        <p:grpSpPr>
          <a:xfrm>
            <a:off x="7894350" y="6212475"/>
            <a:ext cx="586800" cy="571500"/>
            <a:chOff x="7894350" y="6212475"/>
            <a:chExt cx="586800" cy="571500"/>
          </a:xfrm>
        </p:grpSpPr>
        <p:sp>
          <p:nvSpPr>
            <p:cNvPr id="453" name="Google Shape;453;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9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79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56"/>
        <p:cNvGrpSpPr/>
        <p:nvPr/>
      </p:nvGrpSpPr>
      <p:grpSpPr>
        <a:xfrm>
          <a:off x="0" y="0"/>
          <a:ext cx="0" cy="0"/>
          <a:chOff x="0" y="0"/>
          <a:chExt cx="0" cy="0"/>
        </a:xfrm>
      </p:grpSpPr>
      <p:sp>
        <p:nvSpPr>
          <p:cNvPr id="457" name="Google Shape;457;g2c157a2fb06_0_82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82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9" name="Google Shape;459;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0" name="Google Shape;460;g2c157a2fb06_0_82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3" name="Google Shape;463;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cxnSp>
        <p:nvCxnSpPr>
          <p:cNvPr id="465" name="Google Shape;465;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66" name="Google Shape;466;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67" name="Google Shape;467;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68" name="Google Shape;468;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69" name="Google Shape;469;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70" name="Google Shape;470;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71" name="Google Shape;471;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2" name="Google Shape;472;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3" name="Google Shape;473;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Sentence</a:t>
            </a:r>
            <a:endParaRPr sz="3000" b="0" i="0" u="none" strike="noStrike" cap="none">
              <a:solidFill>
                <a:srgbClr val="92278F"/>
              </a:solidFill>
              <a:latin typeface="Poppins Medium"/>
              <a:ea typeface="Poppins Medium"/>
              <a:cs typeface="Poppins Medium"/>
              <a:sym typeface="Poppins Medium"/>
            </a:endParaRPr>
          </a:p>
        </p:txBody>
      </p:sp>
      <p:sp>
        <p:nvSpPr>
          <p:cNvPr id="474" name="Google Shape;474;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75" name="Google Shape;475;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76" name="Google Shape;476;g2c157a2fb06_0_825"/>
          <p:cNvGrpSpPr/>
          <p:nvPr/>
        </p:nvGrpSpPr>
        <p:grpSpPr>
          <a:xfrm>
            <a:off x="662575" y="6212475"/>
            <a:ext cx="586800" cy="571500"/>
            <a:chOff x="662575" y="6212475"/>
            <a:chExt cx="586800" cy="571500"/>
          </a:xfrm>
        </p:grpSpPr>
        <p:sp>
          <p:nvSpPr>
            <p:cNvPr id="477" name="Google Shape;477;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82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82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80" name="Google Shape;480;g2c157a2fb06_0_825"/>
          <p:cNvGrpSpPr/>
          <p:nvPr/>
        </p:nvGrpSpPr>
        <p:grpSpPr>
          <a:xfrm>
            <a:off x="7894350" y="6212475"/>
            <a:ext cx="586800" cy="571500"/>
            <a:chOff x="7894350" y="6212475"/>
            <a:chExt cx="586800" cy="571500"/>
          </a:xfrm>
        </p:grpSpPr>
        <p:sp>
          <p:nvSpPr>
            <p:cNvPr id="481" name="Google Shape;481;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82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3" name="Google Shape;483;g2c157a2fb06_0_82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84"/>
        <p:cNvGrpSpPr/>
        <p:nvPr/>
      </p:nvGrpSpPr>
      <p:grpSpPr>
        <a:xfrm>
          <a:off x="0" y="0"/>
          <a:ext cx="0" cy="0"/>
          <a:chOff x="0" y="0"/>
          <a:chExt cx="0" cy="0"/>
        </a:xfrm>
      </p:grpSpPr>
      <p:sp>
        <p:nvSpPr>
          <p:cNvPr id="485" name="Google Shape;485;g2c157a2fb06_0_70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6" name="Google Shape;486;g2c157a2fb06_0_70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87" name="Google Shape;487;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88" name="Google Shape;488;g2c157a2fb06_0_70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1" name="Google Shape;491;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492" name="Google Shape;492;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5" name="Google Shape;495;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96" name="Google Shape;496;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7" name="Google Shape;497;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8" name="Google Shape;498;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Hands Up, Pair Up</a:t>
            </a:r>
            <a:endParaRPr sz="3000" b="0" i="0" u="none" strike="noStrike" cap="none">
              <a:solidFill>
                <a:srgbClr val="92278F"/>
              </a:solidFill>
              <a:latin typeface="Poppins Medium"/>
              <a:ea typeface="Poppins Medium"/>
              <a:cs typeface="Poppins Medium"/>
              <a:sym typeface="Poppins Medium"/>
            </a:endParaRPr>
          </a:p>
        </p:txBody>
      </p:sp>
      <p:sp>
        <p:nvSpPr>
          <p:cNvPr id="499" name="Google Shape;499;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00" name="Google Shape;500;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1" name="Google Shape;501;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2" name="Google Shape;502;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3" name="Google Shape;503;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5" name="Google Shape;505;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7" name="Google Shape;507;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8" name="Google Shape;508;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9" name="Google Shape;509;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1" name="Google Shape;511;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3" name="Google Shape;513;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4" name="Google Shape;514;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15" name="Google Shape;515;g2c157a2fb06_0_700"/>
          <p:cNvGrpSpPr/>
          <p:nvPr/>
        </p:nvGrpSpPr>
        <p:grpSpPr>
          <a:xfrm>
            <a:off x="662575" y="6212475"/>
            <a:ext cx="586800" cy="571500"/>
            <a:chOff x="662575" y="6212475"/>
            <a:chExt cx="586800" cy="571500"/>
          </a:xfrm>
        </p:grpSpPr>
        <p:sp>
          <p:nvSpPr>
            <p:cNvPr id="516" name="Google Shape;516;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70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8" name="Google Shape;518;g2c157a2fb06_0_70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9" name="Google Shape;519;g2c157a2fb06_0_700"/>
          <p:cNvGrpSpPr/>
          <p:nvPr/>
        </p:nvGrpSpPr>
        <p:grpSpPr>
          <a:xfrm>
            <a:off x="7894350" y="6212475"/>
            <a:ext cx="586800" cy="571500"/>
            <a:chOff x="7894350" y="6212475"/>
            <a:chExt cx="586800" cy="571500"/>
          </a:xfrm>
        </p:grpSpPr>
        <p:sp>
          <p:nvSpPr>
            <p:cNvPr id="520" name="Google Shape;520;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1" name="Google Shape;521;g2c157a2fb06_0_70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2" name="Google Shape;522;g2c157a2fb06_0_70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23"/>
        <p:cNvGrpSpPr/>
        <p:nvPr/>
      </p:nvGrpSpPr>
      <p:grpSpPr>
        <a:xfrm>
          <a:off x="0" y="0"/>
          <a:ext cx="0" cy="0"/>
          <a:chOff x="0" y="0"/>
          <a:chExt cx="0" cy="0"/>
        </a:xfrm>
      </p:grpSpPr>
      <p:sp>
        <p:nvSpPr>
          <p:cNvPr id="524" name="Google Shape;524;g2c157a2fb06_0_9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5" name="Google Shape;525;g2c157a2fb06_0_9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26" name="Google Shape;526;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27" name="Google Shape;527;g2c157a2fb06_0_9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0" name="Google Shape;530;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531" name="Google Shape;531;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2" name="Google Shape;532;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33" name="Google Shape;533;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Bingo</a:t>
            </a:r>
            <a:endParaRPr sz="3000" b="0" i="0" u="none" strike="noStrike" cap="none">
              <a:solidFill>
                <a:srgbClr val="92278F"/>
              </a:solidFill>
              <a:latin typeface="Poppins Medium"/>
              <a:ea typeface="Poppins Medium"/>
              <a:cs typeface="Poppins Medium"/>
              <a:sym typeface="Poppins Medium"/>
            </a:endParaRPr>
          </a:p>
        </p:txBody>
      </p:sp>
      <p:cxnSp>
        <p:nvCxnSpPr>
          <p:cNvPr id="534" name="Google Shape;534;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5" name="Google Shape;535;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536" name="Google Shape;536;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cxnSp>
        <p:nvCxnSpPr>
          <p:cNvPr id="537" name="Google Shape;537;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8" name="Google Shape;538;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9" name="Google Shape;539;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40" name="Google Shape;540;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41" name="Google Shape;541;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42" name="Google Shape;542;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43" name="Google Shape;543;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44" name="Google Shape;544;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45" name="Google Shape;545;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6" name="Google Shape;546;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7" name="Google Shape;547;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8" name="Google Shape;548;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9" name="Google Shape;549;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0" name="Google Shape;550;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1" name="Google Shape;551;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2" name="Google Shape;552;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3" name="Google Shape;553;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54" name="Google Shape;554;g2c157a2fb06_0_932"/>
          <p:cNvGrpSpPr/>
          <p:nvPr/>
        </p:nvGrpSpPr>
        <p:grpSpPr>
          <a:xfrm>
            <a:off x="662575" y="6212475"/>
            <a:ext cx="586800" cy="571500"/>
            <a:chOff x="662575" y="6212475"/>
            <a:chExt cx="586800" cy="571500"/>
          </a:xfrm>
        </p:grpSpPr>
        <p:sp>
          <p:nvSpPr>
            <p:cNvPr id="555" name="Google Shape;555;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6" name="Google Shape;556;g2c157a2fb06_0_9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7" name="Google Shape;557;g2c157a2fb06_0_9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8" name="Google Shape;558;g2c157a2fb06_0_932"/>
          <p:cNvGrpSpPr/>
          <p:nvPr/>
        </p:nvGrpSpPr>
        <p:grpSpPr>
          <a:xfrm>
            <a:off x="7894350" y="6212475"/>
            <a:ext cx="586800" cy="571500"/>
            <a:chOff x="7894350" y="6212475"/>
            <a:chExt cx="586800" cy="571500"/>
          </a:xfrm>
        </p:grpSpPr>
        <p:sp>
          <p:nvSpPr>
            <p:cNvPr id="559" name="Google Shape;559;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0" name="Google Shape;560;g2c157a2fb06_0_9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1" name="Google Shape;561;g2c157a2fb06_0_9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62"/>
        <p:cNvGrpSpPr/>
        <p:nvPr/>
      </p:nvGrpSpPr>
      <p:grpSpPr>
        <a:xfrm>
          <a:off x="0" y="0"/>
          <a:ext cx="0" cy="0"/>
          <a:chOff x="0" y="0"/>
          <a:chExt cx="0" cy="0"/>
        </a:xfrm>
      </p:grpSpPr>
      <p:sp>
        <p:nvSpPr>
          <p:cNvPr id="563" name="Google Shape;563;g2c157a2fb06_0_104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65" name="Google Shape;565;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6" name="Google Shape;566;g2c157a2fb06_0_104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7" name="Google Shape;567;g2c157a2fb06_0_104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9" name="Google Shape;569;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570" name="Google Shape;570;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71" name="Google Shape;571;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72" name="Google Shape;572;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3" name="Google Shape;573;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4" name="Google Shape;574;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5" name="Google Shape;575;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6" name="Google Shape;576;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7" name="Google Shape;577;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8" name="Google Shape;578;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0" name="Google Shape;580;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1" name="Google Shape;581;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2" name="Google Shape;582;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3" name="Google Shape;583;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4" name="Google Shape;584;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85" name="Google Shape;585;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Lucky Dip</a:t>
            </a:r>
            <a:endParaRPr sz="3000" b="0" i="0" u="none" strike="noStrike" cap="none">
              <a:solidFill>
                <a:srgbClr val="92278F"/>
              </a:solidFill>
              <a:latin typeface="Poppins Medium"/>
              <a:ea typeface="Poppins Medium"/>
              <a:cs typeface="Poppins Medium"/>
              <a:sym typeface="Poppins Medium"/>
            </a:endParaRPr>
          </a:p>
        </p:txBody>
      </p:sp>
      <p:sp>
        <p:nvSpPr>
          <p:cNvPr id="586" name="Google Shape;586;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7" name="Google Shape;587;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88" name="Google Shape;588;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89" name="Google Shape;589;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90" name="Google Shape;590;g2c157a2fb06_0_1045"/>
          <p:cNvGrpSpPr/>
          <p:nvPr/>
        </p:nvGrpSpPr>
        <p:grpSpPr>
          <a:xfrm>
            <a:off x="662575" y="6212475"/>
            <a:ext cx="586800" cy="571500"/>
            <a:chOff x="662575" y="6212475"/>
            <a:chExt cx="586800" cy="571500"/>
          </a:xfrm>
        </p:grpSpPr>
        <p:sp>
          <p:nvSpPr>
            <p:cNvPr id="591" name="Google Shape;591;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04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3" name="Google Shape;593;g2c157a2fb06_0_104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4" name="Google Shape;594;g2c157a2fb06_0_1045"/>
          <p:cNvGrpSpPr/>
          <p:nvPr/>
        </p:nvGrpSpPr>
        <p:grpSpPr>
          <a:xfrm>
            <a:off x="7894350" y="6212475"/>
            <a:ext cx="586800" cy="571500"/>
            <a:chOff x="7894350" y="6212475"/>
            <a:chExt cx="586800" cy="571500"/>
          </a:xfrm>
        </p:grpSpPr>
        <p:sp>
          <p:nvSpPr>
            <p:cNvPr id="595" name="Google Shape;595;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04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7" name="Google Shape;597;g2c157a2fb06_0_104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98"/>
        <p:cNvGrpSpPr/>
        <p:nvPr/>
      </p:nvGrpSpPr>
      <p:grpSpPr>
        <a:xfrm>
          <a:off x="0" y="0"/>
          <a:ext cx="0" cy="0"/>
          <a:chOff x="0" y="0"/>
          <a:chExt cx="0" cy="0"/>
        </a:xfrm>
      </p:grpSpPr>
      <p:sp>
        <p:nvSpPr>
          <p:cNvPr id="599" name="Google Shape;599;g2c157a2fb06_0_111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01" name="Google Shape;601;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2" name="Google Shape;602;g2c157a2fb06_0_111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5" name="Google Shape;605;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606" name="Google Shape;606;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7" name="Google Shape;607;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8" name="Google Shape;608;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9" name="Google Shape;609;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10" name="Google Shape;610;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Countdown</a:t>
            </a:r>
            <a:endParaRPr sz="3000" b="0" i="0" u="none" strike="noStrike" cap="none">
              <a:solidFill>
                <a:srgbClr val="92278F"/>
              </a:solidFill>
              <a:latin typeface="Poppins Medium"/>
              <a:ea typeface="Poppins Medium"/>
              <a:cs typeface="Poppins Medium"/>
              <a:sym typeface="Poppins Medium"/>
            </a:endParaRPr>
          </a:p>
        </p:txBody>
      </p:sp>
      <p:sp>
        <p:nvSpPr>
          <p:cNvPr id="611" name="Google Shape;611;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2" name="Google Shape;612;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3" name="Google Shape;613;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4" name="Google Shape;614;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15" name="Google Shape;615;g2c157a2fb06_0_1110"/>
          <p:cNvGrpSpPr/>
          <p:nvPr/>
        </p:nvGrpSpPr>
        <p:grpSpPr>
          <a:xfrm>
            <a:off x="5806200" y="1807463"/>
            <a:ext cx="756300" cy="146700"/>
            <a:chOff x="5806200" y="1807463"/>
            <a:chExt cx="756300" cy="146700"/>
          </a:xfrm>
        </p:grpSpPr>
        <p:sp>
          <p:nvSpPr>
            <p:cNvPr id="616" name="Google Shape;616;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7" name="Google Shape;617;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19" name="Google Shape;619;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20" name="Google Shape;620;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21" name="Google Shape;621;g2c157a2fb06_0_1110"/>
          <p:cNvGrpSpPr/>
          <p:nvPr/>
        </p:nvGrpSpPr>
        <p:grpSpPr>
          <a:xfrm>
            <a:off x="5806200" y="2842438"/>
            <a:ext cx="756300" cy="146700"/>
            <a:chOff x="5806200" y="1807463"/>
            <a:chExt cx="756300" cy="146700"/>
          </a:xfrm>
        </p:grpSpPr>
        <p:sp>
          <p:nvSpPr>
            <p:cNvPr id="622" name="Google Shape;622;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4" name="Google Shape;624;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5" name="Google Shape;625;g2c157a2fb06_0_1110"/>
          <p:cNvGrpSpPr/>
          <p:nvPr/>
        </p:nvGrpSpPr>
        <p:grpSpPr>
          <a:xfrm>
            <a:off x="5806200" y="3877413"/>
            <a:ext cx="756300" cy="146700"/>
            <a:chOff x="5806200" y="1807463"/>
            <a:chExt cx="756300" cy="146700"/>
          </a:xfrm>
        </p:grpSpPr>
        <p:sp>
          <p:nvSpPr>
            <p:cNvPr id="626" name="Google Shape;626;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7" name="Google Shape;627;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8" name="Google Shape;628;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9" name="Google Shape;629;g2c157a2fb06_0_1110"/>
          <p:cNvGrpSpPr/>
          <p:nvPr/>
        </p:nvGrpSpPr>
        <p:grpSpPr>
          <a:xfrm>
            <a:off x="662575" y="6212475"/>
            <a:ext cx="586800" cy="571500"/>
            <a:chOff x="662575" y="6212475"/>
            <a:chExt cx="586800" cy="571500"/>
          </a:xfrm>
        </p:grpSpPr>
        <p:sp>
          <p:nvSpPr>
            <p:cNvPr id="630" name="Google Shape;630;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1" name="Google Shape;631;g2c157a2fb06_0_111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2" name="Google Shape;632;g2c157a2fb06_0_111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33" name="Google Shape;633;g2c157a2fb06_0_1110"/>
          <p:cNvGrpSpPr/>
          <p:nvPr/>
        </p:nvGrpSpPr>
        <p:grpSpPr>
          <a:xfrm>
            <a:off x="7894350" y="6212475"/>
            <a:ext cx="586800" cy="571500"/>
            <a:chOff x="7894350" y="6212475"/>
            <a:chExt cx="586800" cy="571500"/>
          </a:xfrm>
        </p:grpSpPr>
        <p:sp>
          <p:nvSpPr>
            <p:cNvPr id="634" name="Google Shape;634;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g2c157a2fb06_0_111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g2c157a2fb06_0_111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37"/>
        <p:cNvGrpSpPr/>
        <p:nvPr/>
      </p:nvGrpSpPr>
      <p:grpSpPr>
        <a:xfrm>
          <a:off x="0" y="0"/>
          <a:ext cx="0" cy="0"/>
          <a:chOff x="0" y="0"/>
          <a:chExt cx="0" cy="0"/>
        </a:xfrm>
      </p:grpSpPr>
      <p:sp>
        <p:nvSpPr>
          <p:cNvPr id="638" name="Google Shape;638;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9" name="Google Shape;639;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1" name="Google Shape;641;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42" name="Google Shape;642;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45" name="Google Shape;645;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46" name="Google Shape;646;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47" name="Google Shape;647;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48" name="Google Shape;648;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49" name="Google Shape;649;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50" name="Google Shape;650;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51" name="Google Shape;651;p30"/>
          <p:cNvGrpSpPr/>
          <p:nvPr/>
        </p:nvGrpSpPr>
        <p:grpSpPr>
          <a:xfrm>
            <a:off x="6022940" y="5341706"/>
            <a:ext cx="594501" cy="305904"/>
            <a:chOff x="5672081" y="1914352"/>
            <a:chExt cx="792668" cy="305904"/>
          </a:xfrm>
        </p:grpSpPr>
        <p:sp>
          <p:nvSpPr>
            <p:cNvPr id="652" name="Google Shape;652;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54" name="Google Shape;654;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55" name="Google Shape;655;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1" name="Google Shape;661;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2" name="Google Shape;662;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64" name="Google Shape;664;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5" name="Google Shape;665;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6" name="Google Shape;666;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7" name="Google Shape;667;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8" name="Google Shape;668;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9" name="Google Shape;669;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0" name="Google Shape;670;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1" name="Google Shape;671;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72" name="Google Shape;672;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73" name="Google Shape;673;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74" name="Google Shape;674;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75" name="Google Shape;675;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76" name="Google Shape;676;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77" name="Google Shape;677;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78" name="Google Shape;678;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9" name="Google Shape;679;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0" name="Google Shape;680;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81" name="Google Shape;681;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82" name="Google Shape;682;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83"/>
        <p:cNvGrpSpPr/>
        <p:nvPr/>
      </p:nvGrpSpPr>
      <p:grpSpPr>
        <a:xfrm>
          <a:off x="0" y="0"/>
          <a:ext cx="0" cy="0"/>
          <a:chOff x="0" y="0"/>
          <a:chExt cx="0" cy="0"/>
        </a:xfrm>
      </p:grpSpPr>
      <p:sp>
        <p:nvSpPr>
          <p:cNvPr id="684" name="Google Shape;684;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85" name="Google Shape;685;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86" name="Google Shape;686;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87"/>
        <p:cNvGrpSpPr/>
        <p:nvPr/>
      </p:nvGrpSpPr>
      <p:grpSpPr>
        <a:xfrm>
          <a:off x="0" y="0"/>
          <a:ext cx="0" cy="0"/>
          <a:chOff x="0" y="0"/>
          <a:chExt cx="0" cy="0"/>
        </a:xfrm>
      </p:grpSpPr>
      <p:sp>
        <p:nvSpPr>
          <p:cNvPr id="688" name="Google Shape;688;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89" name="Google Shape;689;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90" name="Google Shape;690;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slide" Target="slide18.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slide" Target="slide17.xml"/><Relationship Id="rId5" Type="http://schemas.openxmlformats.org/officeDocument/2006/relationships/image" Target="../media/image9.png"/><Relationship Id="rId10" Type="http://schemas.openxmlformats.org/officeDocument/2006/relationships/slide" Target="slide15.xml"/><Relationship Id="rId4" Type="http://schemas.openxmlformats.org/officeDocument/2006/relationships/image" Target="../media/image8.png"/><Relationship Id="rId9" Type="http://schemas.openxmlformats.org/officeDocument/2006/relationships/slide" Target="slide12.xml"/></Relationships>
</file>

<file path=ppt/slides/_rels/slide3.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image" Target="../media/image12.png"/><Relationship Id="rId21" Type="http://schemas.openxmlformats.org/officeDocument/2006/relationships/image" Target="../media/image30.png"/><Relationship Id="rId7" Type="http://schemas.openxmlformats.org/officeDocument/2006/relationships/image" Target="../media/image16.png"/><Relationship Id="rId12" Type="http://schemas.openxmlformats.org/officeDocument/2006/relationships/image" Target="../media/image21.png"/><Relationship Id="rId17" Type="http://schemas.openxmlformats.org/officeDocument/2006/relationships/image" Target="../media/image26.png"/><Relationship Id="rId25" Type="http://schemas.openxmlformats.org/officeDocument/2006/relationships/image" Target="../media/image34.png"/><Relationship Id="rId2" Type="http://schemas.openxmlformats.org/officeDocument/2006/relationships/notesSlide" Target="../notesSlides/notesSlide3.xml"/><Relationship Id="rId16" Type="http://schemas.openxmlformats.org/officeDocument/2006/relationships/image" Target="../media/image25.png"/><Relationship Id="rId20" Type="http://schemas.openxmlformats.org/officeDocument/2006/relationships/image" Target="../media/image29.png"/><Relationship Id="rId1" Type="http://schemas.openxmlformats.org/officeDocument/2006/relationships/slideLayout" Target="../slideLayouts/slideLayout3.xml"/><Relationship Id="rId6" Type="http://schemas.openxmlformats.org/officeDocument/2006/relationships/image" Target="../media/image15.png"/><Relationship Id="rId11" Type="http://schemas.openxmlformats.org/officeDocument/2006/relationships/image" Target="../media/image20.png"/><Relationship Id="rId24" Type="http://schemas.openxmlformats.org/officeDocument/2006/relationships/image" Target="../media/image33.png"/><Relationship Id="rId5" Type="http://schemas.openxmlformats.org/officeDocument/2006/relationships/image" Target="../media/image14.png"/><Relationship Id="rId15" Type="http://schemas.openxmlformats.org/officeDocument/2006/relationships/image" Target="../media/image24.png"/><Relationship Id="rId23" Type="http://schemas.openxmlformats.org/officeDocument/2006/relationships/image" Target="../media/image32.png"/><Relationship Id="rId10" Type="http://schemas.openxmlformats.org/officeDocument/2006/relationships/image" Target="../media/image19.png"/><Relationship Id="rId19" Type="http://schemas.openxmlformats.org/officeDocument/2006/relationships/image" Target="../media/image28.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 Id="rId22" Type="http://schemas.openxmlformats.org/officeDocument/2006/relationships/image" Target="../media/image31.png"/></Relationships>
</file>

<file path=ppt/slides/_rels/slide4.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png"/><Relationship Id="rId18" Type="http://schemas.openxmlformats.org/officeDocument/2006/relationships/image" Target="../media/image50.png"/><Relationship Id="rId26" Type="http://schemas.openxmlformats.org/officeDocument/2006/relationships/image" Target="../media/image58.png"/><Relationship Id="rId3" Type="http://schemas.openxmlformats.org/officeDocument/2006/relationships/image" Target="../media/image35.png"/><Relationship Id="rId21" Type="http://schemas.openxmlformats.org/officeDocument/2006/relationships/image" Target="../media/image53.png"/><Relationship Id="rId7" Type="http://schemas.openxmlformats.org/officeDocument/2006/relationships/image" Target="../media/image39.png"/><Relationship Id="rId12" Type="http://schemas.openxmlformats.org/officeDocument/2006/relationships/image" Target="../media/image44.png"/><Relationship Id="rId17" Type="http://schemas.openxmlformats.org/officeDocument/2006/relationships/image" Target="../media/image49.png"/><Relationship Id="rId25" Type="http://schemas.openxmlformats.org/officeDocument/2006/relationships/image" Target="../media/image57.png"/><Relationship Id="rId2" Type="http://schemas.openxmlformats.org/officeDocument/2006/relationships/notesSlide" Target="../notesSlides/notesSlide4.xml"/><Relationship Id="rId16" Type="http://schemas.openxmlformats.org/officeDocument/2006/relationships/image" Target="../media/image48.png"/><Relationship Id="rId20" Type="http://schemas.openxmlformats.org/officeDocument/2006/relationships/image" Target="../media/image52.png"/><Relationship Id="rId29" Type="http://schemas.openxmlformats.org/officeDocument/2006/relationships/image" Target="../media/image61.png"/><Relationship Id="rId1" Type="http://schemas.openxmlformats.org/officeDocument/2006/relationships/slideLayout" Target="../slideLayouts/slideLayout3.xml"/><Relationship Id="rId6" Type="http://schemas.openxmlformats.org/officeDocument/2006/relationships/image" Target="../media/image38.png"/><Relationship Id="rId11" Type="http://schemas.openxmlformats.org/officeDocument/2006/relationships/image" Target="../media/image43.png"/><Relationship Id="rId24" Type="http://schemas.openxmlformats.org/officeDocument/2006/relationships/image" Target="../media/image56.png"/><Relationship Id="rId5" Type="http://schemas.openxmlformats.org/officeDocument/2006/relationships/image" Target="../media/image37.png"/><Relationship Id="rId15" Type="http://schemas.openxmlformats.org/officeDocument/2006/relationships/image" Target="../media/image47.png"/><Relationship Id="rId23" Type="http://schemas.openxmlformats.org/officeDocument/2006/relationships/image" Target="../media/image55.png"/><Relationship Id="rId28" Type="http://schemas.openxmlformats.org/officeDocument/2006/relationships/image" Target="../media/image60.png"/><Relationship Id="rId10" Type="http://schemas.openxmlformats.org/officeDocument/2006/relationships/image" Target="../media/image42.png"/><Relationship Id="rId19" Type="http://schemas.openxmlformats.org/officeDocument/2006/relationships/image" Target="../media/image51.png"/><Relationship Id="rId31" Type="http://schemas.openxmlformats.org/officeDocument/2006/relationships/image" Target="../media/image63.png"/><Relationship Id="rId4" Type="http://schemas.openxmlformats.org/officeDocument/2006/relationships/image" Target="../media/image36.png"/><Relationship Id="rId9" Type="http://schemas.openxmlformats.org/officeDocument/2006/relationships/image" Target="../media/image41.png"/><Relationship Id="rId14" Type="http://schemas.openxmlformats.org/officeDocument/2006/relationships/image" Target="../media/image46.png"/><Relationship Id="rId22" Type="http://schemas.openxmlformats.org/officeDocument/2006/relationships/image" Target="../media/image54.png"/><Relationship Id="rId27" Type="http://schemas.openxmlformats.org/officeDocument/2006/relationships/image" Target="../media/image59.png"/><Relationship Id="rId30" Type="http://schemas.openxmlformats.org/officeDocument/2006/relationships/image" Target="../media/image62.png"/></Relationships>
</file>

<file path=ppt/slides/_rels/slide5.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1.png"/><Relationship Id="rId18" Type="http://schemas.openxmlformats.org/officeDocument/2006/relationships/image" Target="../media/image76.png"/><Relationship Id="rId3" Type="http://schemas.openxmlformats.org/officeDocument/2006/relationships/image" Target="../media/image5.png"/><Relationship Id="rId21" Type="http://schemas.openxmlformats.org/officeDocument/2006/relationships/image" Target="../media/image79.png"/><Relationship Id="rId7" Type="http://schemas.openxmlformats.org/officeDocument/2006/relationships/image" Target="../media/image65.png"/><Relationship Id="rId12" Type="http://schemas.openxmlformats.org/officeDocument/2006/relationships/image" Target="../media/image70.png"/><Relationship Id="rId17" Type="http://schemas.openxmlformats.org/officeDocument/2006/relationships/image" Target="../media/image75.png"/><Relationship Id="rId2" Type="http://schemas.openxmlformats.org/officeDocument/2006/relationships/notesSlide" Target="../notesSlides/notesSlide5.xml"/><Relationship Id="rId16" Type="http://schemas.openxmlformats.org/officeDocument/2006/relationships/image" Target="../media/image74.png"/><Relationship Id="rId20" Type="http://schemas.openxmlformats.org/officeDocument/2006/relationships/image" Target="../media/image78.png"/><Relationship Id="rId1" Type="http://schemas.openxmlformats.org/officeDocument/2006/relationships/slideLayout" Target="../slideLayouts/slideLayout3.xml"/><Relationship Id="rId6" Type="http://schemas.openxmlformats.org/officeDocument/2006/relationships/image" Target="../media/image64.png"/><Relationship Id="rId11" Type="http://schemas.openxmlformats.org/officeDocument/2006/relationships/image" Target="../media/image69.png"/><Relationship Id="rId5" Type="http://schemas.openxmlformats.org/officeDocument/2006/relationships/image" Target="../media/image7.png"/><Relationship Id="rId15" Type="http://schemas.openxmlformats.org/officeDocument/2006/relationships/image" Target="../media/image73.png"/><Relationship Id="rId10" Type="http://schemas.openxmlformats.org/officeDocument/2006/relationships/image" Target="../media/image68.png"/><Relationship Id="rId19" Type="http://schemas.openxmlformats.org/officeDocument/2006/relationships/image" Target="../media/image77.png"/><Relationship Id="rId4" Type="http://schemas.openxmlformats.org/officeDocument/2006/relationships/image" Target="../media/image6.png"/><Relationship Id="rId9" Type="http://schemas.openxmlformats.org/officeDocument/2006/relationships/image" Target="../media/image67.png"/><Relationship Id="rId14" Type="http://schemas.openxmlformats.org/officeDocument/2006/relationships/image" Target="../media/image72.png"/></Relationships>
</file>

<file path=ppt/slides/_rels/slide6.xml.rels><?xml version="1.0" encoding="UTF-8" standalone="yes"?>
<Relationships xmlns="http://schemas.openxmlformats.org/package/2006/relationships"><Relationship Id="rId8" Type="http://schemas.openxmlformats.org/officeDocument/2006/relationships/image" Target="../media/image85.png"/><Relationship Id="rId13" Type="http://schemas.openxmlformats.org/officeDocument/2006/relationships/image" Target="../media/image90.png"/><Relationship Id="rId3" Type="http://schemas.openxmlformats.org/officeDocument/2006/relationships/image" Target="../media/image80.png"/><Relationship Id="rId7" Type="http://schemas.openxmlformats.org/officeDocument/2006/relationships/image" Target="../media/image84.png"/><Relationship Id="rId12" Type="http://schemas.openxmlformats.org/officeDocument/2006/relationships/image" Target="../media/image89.png"/><Relationship Id="rId2" Type="http://schemas.openxmlformats.org/officeDocument/2006/relationships/notesSlide" Target="../notesSlides/notesSlide6.xml"/><Relationship Id="rId16" Type="http://schemas.openxmlformats.org/officeDocument/2006/relationships/image" Target="../media/image93.png"/><Relationship Id="rId1" Type="http://schemas.openxmlformats.org/officeDocument/2006/relationships/slideLayout" Target="../slideLayouts/slideLayout3.xml"/><Relationship Id="rId6" Type="http://schemas.openxmlformats.org/officeDocument/2006/relationships/image" Target="../media/image83.png"/><Relationship Id="rId11" Type="http://schemas.openxmlformats.org/officeDocument/2006/relationships/image" Target="../media/image88.png"/><Relationship Id="rId5" Type="http://schemas.openxmlformats.org/officeDocument/2006/relationships/image" Target="../media/image82.png"/><Relationship Id="rId15" Type="http://schemas.openxmlformats.org/officeDocument/2006/relationships/image" Target="../media/image92.png"/><Relationship Id="rId10" Type="http://schemas.openxmlformats.org/officeDocument/2006/relationships/image" Target="../media/image87.png"/><Relationship Id="rId4" Type="http://schemas.openxmlformats.org/officeDocument/2006/relationships/image" Target="../media/image81.png"/><Relationship Id="rId9" Type="http://schemas.openxmlformats.org/officeDocument/2006/relationships/image" Target="../media/image86.png"/><Relationship Id="rId14" Type="http://schemas.openxmlformats.org/officeDocument/2006/relationships/image" Target="../media/image91.png"/></Relationships>
</file>

<file path=ppt/slides/_rels/slide7.xml.rels><?xml version="1.0" encoding="UTF-8" standalone="yes"?>
<Relationships xmlns="http://schemas.openxmlformats.org/package/2006/relationships"><Relationship Id="rId8" Type="http://schemas.openxmlformats.org/officeDocument/2006/relationships/image" Target="../media/image99.png"/><Relationship Id="rId13" Type="http://schemas.openxmlformats.org/officeDocument/2006/relationships/image" Target="../media/image104.png"/><Relationship Id="rId18" Type="http://schemas.openxmlformats.org/officeDocument/2006/relationships/image" Target="../media/image109.png"/><Relationship Id="rId26" Type="http://schemas.openxmlformats.org/officeDocument/2006/relationships/image" Target="../media/image117.png"/><Relationship Id="rId3" Type="http://schemas.openxmlformats.org/officeDocument/2006/relationships/image" Target="../media/image94.png"/><Relationship Id="rId21" Type="http://schemas.openxmlformats.org/officeDocument/2006/relationships/image" Target="../media/image112.png"/><Relationship Id="rId7" Type="http://schemas.openxmlformats.org/officeDocument/2006/relationships/image" Target="../media/image98.png"/><Relationship Id="rId12" Type="http://schemas.openxmlformats.org/officeDocument/2006/relationships/image" Target="../media/image103.png"/><Relationship Id="rId17" Type="http://schemas.openxmlformats.org/officeDocument/2006/relationships/image" Target="../media/image108.png"/><Relationship Id="rId25" Type="http://schemas.openxmlformats.org/officeDocument/2006/relationships/image" Target="../media/image116.png"/><Relationship Id="rId2" Type="http://schemas.openxmlformats.org/officeDocument/2006/relationships/notesSlide" Target="../notesSlides/notesSlide7.xml"/><Relationship Id="rId16" Type="http://schemas.openxmlformats.org/officeDocument/2006/relationships/image" Target="../media/image107.png"/><Relationship Id="rId20" Type="http://schemas.openxmlformats.org/officeDocument/2006/relationships/image" Target="../media/image111.png"/><Relationship Id="rId29" Type="http://schemas.openxmlformats.org/officeDocument/2006/relationships/image" Target="../media/image120.png"/><Relationship Id="rId1" Type="http://schemas.openxmlformats.org/officeDocument/2006/relationships/slideLayout" Target="../slideLayouts/slideLayout3.xml"/><Relationship Id="rId6" Type="http://schemas.openxmlformats.org/officeDocument/2006/relationships/image" Target="../media/image97.png"/><Relationship Id="rId11" Type="http://schemas.openxmlformats.org/officeDocument/2006/relationships/image" Target="../media/image102.png"/><Relationship Id="rId24" Type="http://schemas.openxmlformats.org/officeDocument/2006/relationships/image" Target="../media/image115.png"/><Relationship Id="rId5" Type="http://schemas.openxmlformats.org/officeDocument/2006/relationships/image" Target="../media/image96.png"/><Relationship Id="rId15" Type="http://schemas.openxmlformats.org/officeDocument/2006/relationships/image" Target="../media/image106.png"/><Relationship Id="rId23" Type="http://schemas.openxmlformats.org/officeDocument/2006/relationships/image" Target="../media/image114.png"/><Relationship Id="rId28" Type="http://schemas.openxmlformats.org/officeDocument/2006/relationships/image" Target="../media/image119.png"/><Relationship Id="rId10" Type="http://schemas.openxmlformats.org/officeDocument/2006/relationships/image" Target="../media/image101.png"/><Relationship Id="rId19" Type="http://schemas.openxmlformats.org/officeDocument/2006/relationships/image" Target="../media/image110.png"/><Relationship Id="rId4" Type="http://schemas.openxmlformats.org/officeDocument/2006/relationships/image" Target="../media/image95.png"/><Relationship Id="rId9" Type="http://schemas.openxmlformats.org/officeDocument/2006/relationships/image" Target="../media/image100.png"/><Relationship Id="rId14" Type="http://schemas.openxmlformats.org/officeDocument/2006/relationships/image" Target="../media/image105.png"/><Relationship Id="rId22" Type="http://schemas.openxmlformats.org/officeDocument/2006/relationships/image" Target="../media/image113.png"/><Relationship Id="rId27" Type="http://schemas.openxmlformats.org/officeDocument/2006/relationships/image" Target="../media/image118.png"/><Relationship Id="rId30" Type="http://schemas.openxmlformats.org/officeDocument/2006/relationships/image" Target="../media/image121.png"/></Relationships>
</file>

<file path=ppt/slides/_rels/slide8.xml.rels><?xml version="1.0" encoding="UTF-8" standalone="yes"?>
<Relationships xmlns="http://schemas.openxmlformats.org/package/2006/relationships"><Relationship Id="rId8" Type="http://schemas.openxmlformats.org/officeDocument/2006/relationships/image" Target="../media/image127.png"/><Relationship Id="rId13" Type="http://schemas.openxmlformats.org/officeDocument/2006/relationships/image" Target="../media/image132.png"/><Relationship Id="rId3" Type="http://schemas.openxmlformats.org/officeDocument/2006/relationships/image" Target="../media/image122.png"/><Relationship Id="rId7" Type="http://schemas.openxmlformats.org/officeDocument/2006/relationships/image" Target="../media/image126.png"/><Relationship Id="rId12" Type="http://schemas.openxmlformats.org/officeDocument/2006/relationships/image" Target="../media/image131.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25.png"/><Relationship Id="rId11" Type="http://schemas.openxmlformats.org/officeDocument/2006/relationships/image" Target="../media/image130.png"/><Relationship Id="rId5" Type="http://schemas.openxmlformats.org/officeDocument/2006/relationships/image" Target="../media/image124.png"/><Relationship Id="rId15" Type="http://schemas.openxmlformats.org/officeDocument/2006/relationships/image" Target="../media/image134.png"/><Relationship Id="rId10" Type="http://schemas.openxmlformats.org/officeDocument/2006/relationships/image" Target="../media/image129.png"/><Relationship Id="rId4" Type="http://schemas.openxmlformats.org/officeDocument/2006/relationships/image" Target="../media/image123.png"/><Relationship Id="rId9" Type="http://schemas.openxmlformats.org/officeDocument/2006/relationships/image" Target="../media/image128.png"/><Relationship Id="rId14" Type="http://schemas.openxmlformats.org/officeDocument/2006/relationships/image" Target="../media/image133.png"/></Relationships>
</file>

<file path=ppt/slides/_rels/slide9.xml.rels><?xml version="1.0" encoding="UTF-8" standalone="yes"?>
<Relationships xmlns="http://schemas.openxmlformats.org/package/2006/relationships"><Relationship Id="rId8" Type="http://schemas.openxmlformats.org/officeDocument/2006/relationships/image" Target="../media/image140.png"/><Relationship Id="rId13" Type="http://schemas.openxmlformats.org/officeDocument/2006/relationships/image" Target="../media/image145.png"/><Relationship Id="rId3" Type="http://schemas.openxmlformats.org/officeDocument/2006/relationships/image" Target="../media/image135.png"/><Relationship Id="rId7" Type="http://schemas.openxmlformats.org/officeDocument/2006/relationships/image" Target="../media/image139.png"/><Relationship Id="rId12" Type="http://schemas.openxmlformats.org/officeDocument/2006/relationships/image" Target="../media/image144.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38.png"/><Relationship Id="rId11" Type="http://schemas.openxmlformats.org/officeDocument/2006/relationships/image" Target="../media/image143.png"/><Relationship Id="rId5" Type="http://schemas.openxmlformats.org/officeDocument/2006/relationships/image" Target="../media/image137.png"/><Relationship Id="rId10" Type="http://schemas.openxmlformats.org/officeDocument/2006/relationships/image" Target="../media/image142.png"/><Relationship Id="rId4" Type="http://schemas.openxmlformats.org/officeDocument/2006/relationships/image" Target="../media/image136.png"/><Relationship Id="rId9" Type="http://schemas.openxmlformats.org/officeDocument/2006/relationships/image" Target="../media/image141.png"/><Relationship Id="rId14" Type="http://schemas.openxmlformats.org/officeDocument/2006/relationships/image" Target="../media/image146.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148.png"/><Relationship Id="rId4" Type="http://schemas.openxmlformats.org/officeDocument/2006/relationships/image" Target="../media/image147.png"/></Relationships>
</file>

<file path=ppt/slides/_rels/slide11.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image" Target="../media/image151.png"/><Relationship Id="rId4" Type="http://schemas.openxmlformats.org/officeDocument/2006/relationships/image" Target="../media/image150.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154.png"/><Relationship Id="rId4" Type="http://schemas.openxmlformats.org/officeDocument/2006/relationships/image" Target="../media/image153.png"/></Relationships>
</file>

<file path=ppt/slides/_rels/slide14.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openxmlformats.org/officeDocument/2006/relationships/image" Target="../media/image157.png"/><Relationship Id="rId4" Type="http://schemas.openxmlformats.org/officeDocument/2006/relationships/image" Target="../media/image156.png"/></Relationships>
</file>

<file path=ppt/slides/_rels/slide15.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15.xml"/><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image" Target="../media/image159.png"/></Relationships>
</file>

<file path=ppt/slides/_rels/slide16.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6.xml"/><Relationship Id="rId1" Type="http://schemas.openxmlformats.org/officeDocument/2006/relationships/slideLayout" Target="../slideLayouts/slideLayout4.xml"/><Relationship Id="rId5" Type="http://schemas.openxmlformats.org/officeDocument/2006/relationships/image" Target="../media/image162.png"/><Relationship Id="rId4" Type="http://schemas.openxmlformats.org/officeDocument/2006/relationships/image" Target="../media/image161.png"/></Relationships>
</file>

<file path=ppt/slides/_rels/slide17.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image" Target="../media/image164.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image" Target="../media/image167.png"/><Relationship Id="rId5" Type="http://schemas.openxmlformats.org/officeDocument/2006/relationships/image" Target="../media/image10.png"/><Relationship Id="rId4" Type="http://schemas.openxmlformats.org/officeDocument/2006/relationships/image" Target="../media/image166.png"/></Relationships>
</file>

<file path=ppt/slides/_rels/slide19.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image" Target="../media/image171.png"/><Relationship Id="rId5" Type="http://schemas.openxmlformats.org/officeDocument/2006/relationships/image" Target="../media/image170.png"/><Relationship Id="rId4" Type="http://schemas.openxmlformats.org/officeDocument/2006/relationships/image" Target="../media/image169.png"/></Relationships>
</file>

<file path=ppt/slides/_rels/slide20.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notesSlide" Target="../notesSlides/notesSlide20.xml"/><Relationship Id="rId1" Type="http://schemas.openxmlformats.org/officeDocument/2006/relationships/slideLayout" Target="../slideLayouts/slideLayout5.xml"/><Relationship Id="rId5" Type="http://schemas.openxmlformats.org/officeDocument/2006/relationships/image" Target="../media/image174.png"/><Relationship Id="rId4" Type="http://schemas.openxmlformats.org/officeDocument/2006/relationships/image" Target="../media/image17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94"/>
        <p:cNvGrpSpPr/>
        <p:nvPr/>
      </p:nvGrpSpPr>
      <p:grpSpPr>
        <a:xfrm>
          <a:off x="0" y="0"/>
          <a:ext cx="0" cy="0"/>
          <a:chOff x="0" y="0"/>
          <a:chExt cx="0" cy="0"/>
        </a:xfrm>
      </p:grpSpPr>
      <p:sp>
        <p:nvSpPr>
          <p:cNvPr id="695" name="Google Shape;695;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sz="3000"/>
              <a:t>Review a-e e-e i-e</a:t>
            </a:r>
            <a:endParaRPr sz="3000"/>
          </a:p>
        </p:txBody>
      </p:sp>
      <p:sp>
        <p:nvSpPr>
          <p:cNvPr id="696" name="Google Shape;696;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24</a:t>
            </a:r>
            <a:endParaRPr/>
          </a:p>
        </p:txBody>
      </p:sp>
      <p:graphicFrame>
        <p:nvGraphicFramePr>
          <p:cNvPr id="697" name="Google Shape;697;p1"/>
          <p:cNvGraphicFramePr/>
          <p:nvPr/>
        </p:nvGraphicFramePr>
        <p:xfrm>
          <a:off x="4844200" y="1891197"/>
          <a:ext cx="3785000" cy="1678950"/>
        </p:xfrm>
        <a:graphic>
          <a:graphicData uri="http://schemas.openxmlformats.org/drawingml/2006/table">
            <a:tbl>
              <a:tblPr firstRow="1" bandRow="1">
                <a:noFill/>
                <a:tableStyleId>{188E3B7B-526E-4946-8421-1F8F255E40E5}</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chemeClr val="dk1"/>
                        </a:buClr>
                        <a:buSzPts val="18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ou</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a:t>
                      </a:r>
                      <a:r>
                        <a:rPr lang="en-US" sz="1500" u="none" strike="noStrike" cap="none">
                          <a:solidFill>
                            <a:schemeClr val="dk1"/>
                          </a:solidFill>
                          <a:latin typeface="Poppins"/>
                          <a:ea typeface="Poppins"/>
                          <a:cs typeface="Poppins"/>
                          <a:sym typeface="Poppins"/>
                        </a:rPr>
                        <a:t>a</a:t>
                      </a:r>
                      <a:endParaRPr sz="17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ir</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ue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w</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wh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ph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ew</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u</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chemeClr val="lt1"/>
                          </a:solidFill>
                          <a:latin typeface="Poppins"/>
                          <a:ea typeface="Poppins"/>
                          <a:cs typeface="Poppins"/>
                          <a:sym typeface="Poppins"/>
                        </a:rPr>
                        <a:t>a</a:t>
                      </a:r>
                      <a:r>
                        <a:rPr lang="en-US" sz="1800" u="none" strike="noStrike" cap="none">
                          <a:solidFill>
                            <a:schemeClr val="lt1"/>
                          </a:solidFill>
                          <a:latin typeface="Jost"/>
                          <a:ea typeface="Jost"/>
                          <a:cs typeface="Jost"/>
                          <a:sym typeface="Jost"/>
                        </a:rPr>
                        <a:t>-e</a:t>
                      </a:r>
                      <a:endParaRPr sz="18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lt1"/>
                          </a:solidFill>
                          <a:latin typeface="Jost"/>
                          <a:ea typeface="Jost"/>
                          <a:cs typeface="Jost"/>
                          <a:sym typeface="Jost"/>
                        </a:rPr>
                        <a:t>e-e</a:t>
                      </a:r>
                      <a:endParaRPr sz="18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lt1"/>
                          </a:solidFill>
                          <a:latin typeface="Jost"/>
                          <a:ea typeface="Jost"/>
                          <a:cs typeface="Jost"/>
                          <a:sym typeface="Jost"/>
                        </a:rPr>
                        <a:t>i-e</a:t>
                      </a:r>
                      <a:endParaRPr sz="18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698" name="Google Shape;698;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99" name="Google Shape;699;p1"/>
          <p:cNvSpPr/>
          <p:nvPr/>
        </p:nvSpPr>
        <p:spPr>
          <a:xfrm>
            <a:off x="5177314" y="5109622"/>
            <a:ext cx="157800" cy="91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00" name="Google Shape;700;p1"/>
          <p:cNvSpPr/>
          <p:nvPr/>
        </p:nvSpPr>
        <p:spPr>
          <a:xfrm>
            <a:off x="5544307" y="5109622"/>
            <a:ext cx="157800" cy="91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01" name="Google Shape;701;p1"/>
          <p:cNvSpPr/>
          <p:nvPr/>
        </p:nvSpPr>
        <p:spPr>
          <a:xfrm>
            <a:off x="5177314" y="5109622"/>
            <a:ext cx="157800" cy="91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02" name="Google Shape;702;p1"/>
          <p:cNvSpPr/>
          <p:nvPr/>
        </p:nvSpPr>
        <p:spPr>
          <a:xfrm>
            <a:off x="5544307" y="5109622"/>
            <a:ext cx="157800" cy="91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703" name="Google Shape;703;p1"/>
          <p:cNvPicPr preferRelativeResize="0"/>
          <p:nvPr/>
        </p:nvPicPr>
        <p:blipFill rotWithShape="1">
          <a:blip r:embed="rId3">
            <a:alphaModFix/>
          </a:blip>
          <a:srcRect l="19" r="19"/>
          <a:stretch/>
        </p:blipFill>
        <p:spPr>
          <a:xfrm rot="484934">
            <a:off x="6998733" y="3975513"/>
            <a:ext cx="1208040" cy="1709828"/>
          </a:xfrm>
          <a:prstGeom prst="rect">
            <a:avLst/>
          </a:prstGeom>
          <a:noFill/>
          <a:ln>
            <a:noFill/>
          </a:ln>
          <a:effectLst>
            <a:outerShdw blurRad="71438" dist="38100" dir="5220000" algn="bl" rotWithShape="0">
              <a:srgbClr val="000000">
                <a:alpha val="20000"/>
              </a:srgbClr>
            </a:outerShdw>
          </a:effectLst>
        </p:spPr>
      </p:pic>
      <p:pic>
        <p:nvPicPr>
          <p:cNvPr id="704" name="Google Shape;704;p1"/>
          <p:cNvPicPr preferRelativeResize="0"/>
          <p:nvPr/>
        </p:nvPicPr>
        <p:blipFill rotWithShape="1">
          <a:blip r:embed="rId4">
            <a:alphaModFix/>
          </a:blip>
          <a:srcRect l="19" r="19"/>
          <a:stretch/>
        </p:blipFill>
        <p:spPr>
          <a:xfrm rot="-21913">
            <a:off x="6029499" y="3909068"/>
            <a:ext cx="1208040" cy="1709824"/>
          </a:xfrm>
          <a:prstGeom prst="rect">
            <a:avLst/>
          </a:prstGeom>
          <a:noFill/>
          <a:ln>
            <a:noFill/>
          </a:ln>
          <a:effectLst>
            <a:outerShdw blurRad="71438" dist="38100" dir="5220000" algn="bl" rotWithShape="0">
              <a:srgbClr val="000000">
                <a:alpha val="20000"/>
              </a:srgbClr>
            </a:outerShdw>
          </a:effectLst>
        </p:spPr>
      </p:pic>
      <p:pic>
        <p:nvPicPr>
          <p:cNvPr id="705" name="Google Shape;705;p1"/>
          <p:cNvPicPr preferRelativeResize="0"/>
          <p:nvPr/>
        </p:nvPicPr>
        <p:blipFill rotWithShape="1">
          <a:blip r:embed="rId5">
            <a:alphaModFix/>
          </a:blip>
          <a:srcRect l="79" r="69"/>
          <a:stretch/>
        </p:blipFill>
        <p:spPr>
          <a:xfrm rot="-489689">
            <a:off x="4981306" y="4030782"/>
            <a:ext cx="1208041" cy="1709828"/>
          </a:xfrm>
          <a:prstGeom prst="rect">
            <a:avLst/>
          </a:prstGeom>
          <a:noFill/>
          <a:ln>
            <a:noFill/>
          </a:ln>
          <a:effectLst>
            <a:outerShdw blurRad="71438" dist="38100" dir="5220000" algn="bl" rotWithShape="0">
              <a:srgbClr val="000000">
                <a:alpha val="2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10"/>
        <p:cNvGrpSpPr/>
        <p:nvPr/>
      </p:nvGrpSpPr>
      <p:grpSpPr>
        <a:xfrm>
          <a:off x="0" y="0"/>
          <a:ext cx="0" cy="0"/>
          <a:chOff x="0" y="0"/>
          <a:chExt cx="0" cy="0"/>
        </a:xfrm>
      </p:grpSpPr>
      <p:sp>
        <p:nvSpPr>
          <p:cNvPr id="711" name="Google Shape;711;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Review and practise </a:t>
            </a:r>
            <a:r>
              <a:rPr lang="en-US">
                <a:solidFill>
                  <a:srgbClr val="8DC63F"/>
                </a:solidFill>
              </a:rPr>
              <a:t>a-e e-e i-e</a:t>
            </a:r>
            <a:r>
              <a:rPr lang="en-US"/>
              <a:t>.</a:t>
            </a:r>
            <a:endParaRPr/>
          </a:p>
        </p:txBody>
      </p:sp>
      <p:sp>
        <p:nvSpPr>
          <p:cNvPr id="712" name="Google Shape;712;g2bee4f4af4b_0_204"/>
          <p:cNvSpPr txBox="1">
            <a:spLocks noGrp="1"/>
          </p:cNvSpPr>
          <p:nvPr>
            <p:ph type="body" idx="2"/>
          </p:nvPr>
        </p:nvSpPr>
        <p:spPr>
          <a:xfrm>
            <a:off x="3298550" y="1732250"/>
            <a:ext cx="5048400" cy="1547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Recall Phase 4 Common Exception Words </a:t>
            </a:r>
            <a:r>
              <a:rPr lang="en-US">
                <a:solidFill>
                  <a:srgbClr val="2356AF"/>
                </a:solidFill>
              </a:rPr>
              <a:t>said like out have some come was what so old do little one.</a:t>
            </a:r>
            <a:endParaRPr>
              <a:solidFill>
                <a:srgbClr val="2356AF"/>
              </a:solidFill>
            </a:endParaRPr>
          </a:p>
        </p:txBody>
      </p:sp>
      <p:sp>
        <p:nvSpPr>
          <p:cNvPr id="713" name="Google Shape;713;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714" name="Google Shape;714;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15" name="Google Shape;715;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716" name="Google Shape;716;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717" name="Google Shape;717;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18" name="Google Shape;718;g2bee4f4af4b_0_204"/>
          <p:cNvPicPr preferRelativeResize="0"/>
          <p:nvPr/>
        </p:nvPicPr>
        <p:blipFill rotWithShape="1">
          <a:blip r:embed="rId4">
            <a:alphaModFix/>
          </a:blip>
          <a:srcRect l="69" r="69"/>
          <a:stretch/>
        </p:blipFill>
        <p:spPr>
          <a:xfrm>
            <a:off x="3786506" y="4169988"/>
            <a:ext cx="813600" cy="977433"/>
          </a:xfrm>
          <a:prstGeom prst="rect">
            <a:avLst/>
          </a:prstGeom>
          <a:noFill/>
          <a:ln>
            <a:noFill/>
          </a:ln>
          <a:effectLst>
            <a:outerShdw blurRad="71438" dist="19050" dir="5220000" algn="bl" rotWithShape="0">
              <a:srgbClr val="D8D8D8"/>
            </a:outerShdw>
          </a:effectLst>
        </p:spPr>
      </p:pic>
      <p:sp>
        <p:nvSpPr>
          <p:cNvPr id="719" name="Google Shape;719;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JN691</a:t>
            </a:r>
            <a:endParaRPr sz="1000" b="0" i="0" u="none" strike="noStrike" cap="none" dirty="0">
              <a:solidFill>
                <a:srgbClr val="000000"/>
              </a:solidFill>
              <a:latin typeface="Poppins"/>
              <a:ea typeface="Poppins"/>
              <a:cs typeface="Poppins"/>
              <a:sym typeface="Poppins"/>
            </a:endParaRPr>
          </a:p>
        </p:txBody>
      </p:sp>
      <p:sp>
        <p:nvSpPr>
          <p:cNvPr id="720" name="Google Shape;720;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21" name="Google Shape;721;g2bee4f4af4b_0_204"/>
          <p:cNvPicPr preferRelativeResize="0"/>
          <p:nvPr/>
        </p:nvPicPr>
        <p:blipFill rotWithShape="1">
          <a:blip r:embed="rId5">
            <a:alphaModFix/>
          </a:blip>
          <a:srcRect/>
          <a:stretch/>
        </p:blipFill>
        <p:spPr>
          <a:xfrm>
            <a:off x="946800" y="4384154"/>
            <a:ext cx="1372151" cy="549100"/>
          </a:xfrm>
          <a:prstGeom prst="rect">
            <a:avLst/>
          </a:prstGeom>
          <a:noFill/>
          <a:ln>
            <a:noFill/>
          </a:ln>
          <a:effectLst>
            <a:outerShdw blurRad="71438" dist="19050" dir="5220000" algn="bl" rotWithShape="0">
              <a:srgbClr val="D8D8D8"/>
            </a:outerShdw>
          </a:effectLst>
        </p:spPr>
      </p:pic>
      <p:sp>
        <p:nvSpPr>
          <p:cNvPr id="722" name="Google Shape;722;g2bee4f4af4b_0_204"/>
          <p:cNvSpPr txBox="1"/>
          <p:nvPr/>
        </p:nvSpPr>
        <p:spPr>
          <a:xfrm>
            <a:off x="60702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JN688</a:t>
            </a:r>
            <a:endParaRPr sz="1000" b="0" i="0" u="none" strike="noStrike" cap="none" dirty="0">
              <a:solidFill>
                <a:srgbClr val="000000"/>
              </a:solidFill>
              <a:latin typeface="Poppins"/>
              <a:ea typeface="Poppins"/>
              <a:cs typeface="Poppins"/>
              <a:sym typeface="Poppins"/>
            </a:endParaRPr>
          </a:p>
        </p:txBody>
      </p:sp>
      <p:sp>
        <p:nvSpPr>
          <p:cNvPr id="723" name="Google Shape;723;g2bee4f4af4b_0_204"/>
          <p:cNvSpPr txBox="1"/>
          <p:nvPr/>
        </p:nvSpPr>
        <p:spPr>
          <a:xfrm>
            <a:off x="58629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24" name="Google Shape;724;g2bee4f4af4b_0_204"/>
          <p:cNvPicPr preferRelativeResize="0"/>
          <p:nvPr/>
        </p:nvPicPr>
        <p:blipFill rotWithShape="1">
          <a:blip r:embed="rId6">
            <a:alphaModFix/>
          </a:blip>
          <a:srcRect l="69" r="69"/>
          <a:stretch/>
        </p:blipFill>
        <p:spPr>
          <a:xfrm>
            <a:off x="6083646" y="4363493"/>
            <a:ext cx="786850" cy="590422"/>
          </a:xfrm>
          <a:prstGeom prst="rect">
            <a:avLst/>
          </a:prstGeom>
          <a:noFill/>
          <a:ln>
            <a:noFill/>
          </a:ln>
          <a:effectLst>
            <a:outerShdw blurRad="71438" dist="19050" dir="5220000" algn="bl" rotWithShape="0">
              <a:srgbClr val="D8D8D8"/>
            </a:outerShdw>
          </a:effectLst>
        </p:spPr>
      </p:pic>
      <p:sp>
        <p:nvSpPr>
          <p:cNvPr id="725" name="Google Shape;725;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726" name="Google Shape;726;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27" name="Google Shape;727;g2bee4f4af4b_0_204"/>
          <p:cNvPicPr preferRelativeResize="0"/>
          <p:nvPr/>
        </p:nvPicPr>
        <p:blipFill rotWithShape="1">
          <a:blip r:embed="rId7">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28" name="Google Shape;728;g2bee4f4af4b_0_204">
            <a:hlinkClick r:id="rId8" action="ppaction://hlinksldjump"/>
          </p:cNvPr>
          <p:cNvSpPr/>
          <p:nvPr/>
        </p:nvSpPr>
        <p:spPr>
          <a:xfrm>
            <a:off x="1011489" y="3895603"/>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9" name="Google Shape;729;g2bee4f4af4b_0_204">
            <a:hlinkClick r:id="rId9" action="ppaction://hlinksldjump"/>
          </p:cNvPr>
          <p:cNvSpPr/>
          <p:nvPr/>
        </p:nvSpPr>
        <p:spPr>
          <a:xfrm>
            <a:off x="2462522" y="3736676"/>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0" name="Google Shape;730;g2bee4f4af4b_0_204">
            <a:hlinkClick r:id="rId10" action="ppaction://hlinksldjump"/>
          </p:cNvPr>
          <p:cNvSpPr/>
          <p:nvPr/>
        </p:nvSpPr>
        <p:spPr>
          <a:xfrm>
            <a:off x="3624883" y="377970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1" name="Google Shape;731;g2bee4f4af4b_0_204">
            <a:hlinkClick r:id="rId11" action="ppaction://hlinksldjump"/>
          </p:cNvPr>
          <p:cNvSpPr/>
          <p:nvPr/>
        </p:nvSpPr>
        <p:spPr>
          <a:xfrm>
            <a:off x="4912127" y="3817424"/>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2" name="Google Shape;732;g2bee4f4af4b_0_204">
            <a:hlinkClick r:id="rId12" action="ppaction://hlinksldjump"/>
          </p:cNvPr>
          <p:cNvSpPr/>
          <p:nvPr/>
        </p:nvSpPr>
        <p:spPr>
          <a:xfrm>
            <a:off x="6024899" y="377970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37"/>
        <p:cNvGrpSpPr/>
        <p:nvPr/>
      </p:nvGrpSpPr>
      <p:grpSpPr>
        <a:xfrm>
          <a:off x="0" y="0"/>
          <a:ext cx="0" cy="0"/>
          <a:chOff x="0" y="0"/>
          <a:chExt cx="0" cy="0"/>
        </a:xfrm>
      </p:grpSpPr>
      <p:sp>
        <p:nvSpPr>
          <p:cNvPr id="738" name="Google Shape;738;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pic>
        <p:nvPicPr>
          <p:cNvPr id="739" name="Google Shape;739;g26b641b03cd_0_165"/>
          <p:cNvPicPr preferRelativeResize="0"/>
          <p:nvPr/>
        </p:nvPicPr>
        <p:blipFill rotWithShape="1">
          <a:blip r:embed="rId3">
            <a:alphaModFix/>
          </a:blip>
          <a:srcRect l="79" r="79"/>
          <a:stretch/>
        </p:blipFill>
        <p:spPr>
          <a:xfrm>
            <a:off x="930400" y="2053244"/>
            <a:ext cx="822525" cy="1164251"/>
          </a:xfrm>
          <a:prstGeom prst="rect">
            <a:avLst/>
          </a:prstGeom>
          <a:noFill/>
          <a:ln>
            <a:noFill/>
          </a:ln>
          <a:effectLst>
            <a:outerShdw blurRad="71438" dist="28575" dir="5400000" algn="bl" rotWithShape="0">
              <a:srgbClr val="000000">
                <a:alpha val="14509"/>
              </a:srgbClr>
            </a:outerShdw>
          </a:effectLst>
        </p:spPr>
      </p:pic>
      <p:pic>
        <p:nvPicPr>
          <p:cNvPr id="740" name="Google Shape;740;g26b641b03cd_0_165"/>
          <p:cNvPicPr preferRelativeResize="0"/>
          <p:nvPr/>
        </p:nvPicPr>
        <p:blipFill rotWithShape="1">
          <a:blip r:embed="rId4">
            <a:alphaModFix/>
          </a:blip>
          <a:srcRect l="19" r="28"/>
          <a:stretch/>
        </p:blipFill>
        <p:spPr>
          <a:xfrm>
            <a:off x="3699261" y="2053244"/>
            <a:ext cx="822525" cy="1164251"/>
          </a:xfrm>
          <a:prstGeom prst="rect">
            <a:avLst/>
          </a:prstGeom>
          <a:noFill/>
          <a:ln>
            <a:noFill/>
          </a:ln>
          <a:effectLst>
            <a:outerShdw blurRad="71438" dist="28575" dir="5400000" algn="bl" rotWithShape="0">
              <a:srgbClr val="000000">
                <a:alpha val="14509"/>
              </a:srgbClr>
            </a:outerShdw>
          </a:effectLst>
        </p:spPr>
      </p:pic>
      <p:pic>
        <p:nvPicPr>
          <p:cNvPr id="741" name="Google Shape;741;g26b641b03cd_0_165"/>
          <p:cNvPicPr preferRelativeResize="0"/>
          <p:nvPr/>
        </p:nvPicPr>
        <p:blipFill rotWithShape="1">
          <a:blip r:embed="rId5">
            <a:alphaModFix/>
          </a:blip>
          <a:srcRect l="19" r="28"/>
          <a:stretch/>
        </p:blipFill>
        <p:spPr>
          <a:xfrm>
            <a:off x="1853354" y="2053244"/>
            <a:ext cx="822525" cy="1164251"/>
          </a:xfrm>
          <a:prstGeom prst="rect">
            <a:avLst/>
          </a:prstGeom>
          <a:noFill/>
          <a:ln>
            <a:noFill/>
          </a:ln>
          <a:effectLst>
            <a:outerShdw blurRad="71438" dist="28575" dir="5400000" algn="bl" rotWithShape="0">
              <a:srgbClr val="000000">
                <a:alpha val="14509"/>
              </a:srgbClr>
            </a:outerShdw>
          </a:effectLst>
        </p:spPr>
      </p:pic>
      <p:pic>
        <p:nvPicPr>
          <p:cNvPr id="742" name="Google Shape;742;g26b641b03cd_0_165"/>
          <p:cNvPicPr preferRelativeResize="0"/>
          <p:nvPr/>
        </p:nvPicPr>
        <p:blipFill rotWithShape="1">
          <a:blip r:embed="rId6">
            <a:alphaModFix/>
          </a:blip>
          <a:srcRect l="19" r="28"/>
          <a:stretch/>
        </p:blipFill>
        <p:spPr>
          <a:xfrm>
            <a:off x="2776307" y="2053244"/>
            <a:ext cx="822525" cy="1164251"/>
          </a:xfrm>
          <a:prstGeom prst="rect">
            <a:avLst/>
          </a:prstGeom>
          <a:noFill/>
          <a:ln>
            <a:noFill/>
          </a:ln>
          <a:effectLst>
            <a:outerShdw blurRad="71438" dist="28575" dir="5400000" algn="bl" rotWithShape="0">
              <a:srgbClr val="000000">
                <a:alpha val="14509"/>
              </a:srgbClr>
            </a:outerShdw>
          </a:effectLst>
        </p:spPr>
      </p:pic>
      <p:pic>
        <p:nvPicPr>
          <p:cNvPr id="743" name="Google Shape;743;g26b641b03cd_0_165"/>
          <p:cNvPicPr preferRelativeResize="0"/>
          <p:nvPr/>
        </p:nvPicPr>
        <p:blipFill rotWithShape="1">
          <a:blip r:embed="rId7">
            <a:alphaModFix/>
          </a:blip>
          <a:srcRect l="79" r="79"/>
          <a:stretch/>
        </p:blipFill>
        <p:spPr>
          <a:xfrm>
            <a:off x="4622214" y="2053244"/>
            <a:ext cx="822525" cy="1164251"/>
          </a:xfrm>
          <a:prstGeom prst="rect">
            <a:avLst/>
          </a:prstGeom>
          <a:noFill/>
          <a:ln>
            <a:noFill/>
          </a:ln>
          <a:effectLst>
            <a:outerShdw blurRad="71438" dist="28575" dir="5400000" algn="bl" rotWithShape="0">
              <a:srgbClr val="000000">
                <a:alpha val="14509"/>
              </a:srgbClr>
            </a:outerShdw>
          </a:effectLst>
        </p:spPr>
      </p:pic>
      <p:pic>
        <p:nvPicPr>
          <p:cNvPr id="744" name="Google Shape;744;g26b641b03cd_0_165"/>
          <p:cNvPicPr preferRelativeResize="0"/>
          <p:nvPr/>
        </p:nvPicPr>
        <p:blipFill rotWithShape="1">
          <a:blip r:embed="rId8">
            <a:alphaModFix/>
          </a:blip>
          <a:srcRect l="79" r="79"/>
          <a:stretch/>
        </p:blipFill>
        <p:spPr>
          <a:xfrm>
            <a:off x="7391075" y="2053244"/>
            <a:ext cx="822525" cy="1164251"/>
          </a:xfrm>
          <a:prstGeom prst="rect">
            <a:avLst/>
          </a:prstGeom>
          <a:noFill/>
          <a:ln>
            <a:noFill/>
          </a:ln>
          <a:effectLst>
            <a:outerShdw blurRad="71438" dist="28575" dir="5400000" algn="bl" rotWithShape="0">
              <a:srgbClr val="000000">
                <a:alpha val="14509"/>
              </a:srgbClr>
            </a:outerShdw>
          </a:effectLst>
        </p:spPr>
      </p:pic>
      <p:pic>
        <p:nvPicPr>
          <p:cNvPr id="745" name="Google Shape;745;g26b641b03cd_0_165"/>
          <p:cNvPicPr preferRelativeResize="0"/>
          <p:nvPr/>
        </p:nvPicPr>
        <p:blipFill rotWithShape="1">
          <a:blip r:embed="rId9">
            <a:alphaModFix/>
          </a:blip>
          <a:srcRect l="79" r="79"/>
          <a:stretch/>
        </p:blipFill>
        <p:spPr>
          <a:xfrm>
            <a:off x="5545168" y="2053244"/>
            <a:ext cx="822525" cy="1164251"/>
          </a:xfrm>
          <a:prstGeom prst="rect">
            <a:avLst/>
          </a:prstGeom>
          <a:noFill/>
          <a:ln>
            <a:noFill/>
          </a:ln>
          <a:effectLst>
            <a:outerShdw blurRad="71438" dist="28575" dir="5400000" algn="bl" rotWithShape="0">
              <a:srgbClr val="000000">
                <a:alpha val="14509"/>
              </a:srgbClr>
            </a:outerShdw>
          </a:effectLst>
        </p:spPr>
      </p:pic>
      <p:pic>
        <p:nvPicPr>
          <p:cNvPr id="746" name="Google Shape;746;g26b641b03cd_0_165"/>
          <p:cNvPicPr preferRelativeResize="0"/>
          <p:nvPr/>
        </p:nvPicPr>
        <p:blipFill rotWithShape="1">
          <a:blip r:embed="rId10">
            <a:alphaModFix/>
          </a:blip>
          <a:srcRect l="19" r="28"/>
          <a:stretch/>
        </p:blipFill>
        <p:spPr>
          <a:xfrm>
            <a:off x="6468121" y="2053244"/>
            <a:ext cx="822525" cy="1164251"/>
          </a:xfrm>
          <a:prstGeom prst="rect">
            <a:avLst/>
          </a:prstGeom>
          <a:noFill/>
          <a:ln>
            <a:noFill/>
          </a:ln>
          <a:effectLst>
            <a:outerShdw blurRad="71438" dist="28575" dir="5400000" algn="bl" rotWithShape="0">
              <a:srgbClr val="000000">
                <a:alpha val="14509"/>
              </a:srgbClr>
            </a:outerShdw>
          </a:effectLst>
        </p:spPr>
      </p:pic>
      <p:pic>
        <p:nvPicPr>
          <p:cNvPr id="747" name="Google Shape;747;g26b641b03cd_0_165"/>
          <p:cNvPicPr preferRelativeResize="0"/>
          <p:nvPr/>
        </p:nvPicPr>
        <p:blipFill rotWithShape="1">
          <a:blip r:embed="rId11">
            <a:alphaModFix/>
          </a:blip>
          <a:srcRect l="79" r="79"/>
          <a:stretch/>
        </p:blipFill>
        <p:spPr>
          <a:xfrm>
            <a:off x="930400" y="3333544"/>
            <a:ext cx="822525" cy="1164251"/>
          </a:xfrm>
          <a:prstGeom prst="rect">
            <a:avLst/>
          </a:prstGeom>
          <a:noFill/>
          <a:ln>
            <a:noFill/>
          </a:ln>
          <a:effectLst>
            <a:outerShdw blurRad="71438" dist="28575" dir="5400000" algn="bl" rotWithShape="0">
              <a:srgbClr val="000000">
                <a:alpha val="14509"/>
              </a:srgbClr>
            </a:outerShdw>
          </a:effectLst>
        </p:spPr>
      </p:pic>
      <p:pic>
        <p:nvPicPr>
          <p:cNvPr id="748" name="Google Shape;748;g26b641b03cd_0_165"/>
          <p:cNvPicPr preferRelativeResize="0"/>
          <p:nvPr/>
        </p:nvPicPr>
        <p:blipFill rotWithShape="1">
          <a:blip r:embed="rId12">
            <a:alphaModFix/>
          </a:blip>
          <a:srcRect l="19" r="28"/>
          <a:stretch/>
        </p:blipFill>
        <p:spPr>
          <a:xfrm>
            <a:off x="3699261" y="3333544"/>
            <a:ext cx="822525" cy="1164251"/>
          </a:xfrm>
          <a:prstGeom prst="rect">
            <a:avLst/>
          </a:prstGeom>
          <a:noFill/>
          <a:ln>
            <a:noFill/>
          </a:ln>
          <a:effectLst>
            <a:outerShdw blurRad="71438" dist="28575" dir="5400000" algn="bl" rotWithShape="0">
              <a:srgbClr val="000000">
                <a:alpha val="14509"/>
              </a:srgbClr>
            </a:outerShdw>
          </a:effectLst>
        </p:spPr>
      </p:pic>
      <p:pic>
        <p:nvPicPr>
          <p:cNvPr id="749" name="Google Shape;749;g26b641b03cd_0_165"/>
          <p:cNvPicPr preferRelativeResize="0"/>
          <p:nvPr/>
        </p:nvPicPr>
        <p:blipFill rotWithShape="1">
          <a:blip r:embed="rId13">
            <a:alphaModFix/>
          </a:blip>
          <a:srcRect l="19" r="28"/>
          <a:stretch/>
        </p:blipFill>
        <p:spPr>
          <a:xfrm>
            <a:off x="1853354" y="3333544"/>
            <a:ext cx="822525" cy="1164251"/>
          </a:xfrm>
          <a:prstGeom prst="rect">
            <a:avLst/>
          </a:prstGeom>
          <a:noFill/>
          <a:ln>
            <a:noFill/>
          </a:ln>
          <a:effectLst>
            <a:outerShdw blurRad="71438" dist="28575" dir="5400000" algn="bl" rotWithShape="0">
              <a:srgbClr val="000000">
                <a:alpha val="14509"/>
              </a:srgbClr>
            </a:outerShdw>
          </a:effectLst>
        </p:spPr>
      </p:pic>
      <p:pic>
        <p:nvPicPr>
          <p:cNvPr id="750" name="Google Shape;750;g26b641b03cd_0_165"/>
          <p:cNvPicPr preferRelativeResize="0"/>
          <p:nvPr/>
        </p:nvPicPr>
        <p:blipFill rotWithShape="1">
          <a:blip r:embed="rId14">
            <a:alphaModFix/>
          </a:blip>
          <a:srcRect l="19" r="28"/>
          <a:stretch/>
        </p:blipFill>
        <p:spPr>
          <a:xfrm>
            <a:off x="2776307" y="3333544"/>
            <a:ext cx="822525" cy="1164251"/>
          </a:xfrm>
          <a:prstGeom prst="rect">
            <a:avLst/>
          </a:prstGeom>
          <a:noFill/>
          <a:ln>
            <a:noFill/>
          </a:ln>
          <a:effectLst>
            <a:outerShdw blurRad="71438" dist="28575" dir="5400000" algn="bl" rotWithShape="0">
              <a:srgbClr val="000000">
                <a:alpha val="14509"/>
              </a:srgbClr>
            </a:outerShdw>
          </a:effectLst>
        </p:spPr>
      </p:pic>
      <p:pic>
        <p:nvPicPr>
          <p:cNvPr id="751" name="Google Shape;751;g26b641b03cd_0_165"/>
          <p:cNvPicPr preferRelativeResize="0"/>
          <p:nvPr/>
        </p:nvPicPr>
        <p:blipFill rotWithShape="1">
          <a:blip r:embed="rId15">
            <a:alphaModFix/>
          </a:blip>
          <a:srcRect l="79" r="79"/>
          <a:stretch/>
        </p:blipFill>
        <p:spPr>
          <a:xfrm>
            <a:off x="4622214" y="3333544"/>
            <a:ext cx="822525" cy="1164251"/>
          </a:xfrm>
          <a:prstGeom prst="rect">
            <a:avLst/>
          </a:prstGeom>
          <a:noFill/>
          <a:ln>
            <a:noFill/>
          </a:ln>
          <a:effectLst>
            <a:outerShdw blurRad="71438" dist="28575" dir="5400000" algn="bl" rotWithShape="0">
              <a:srgbClr val="000000">
                <a:alpha val="14509"/>
              </a:srgbClr>
            </a:outerShdw>
          </a:effectLst>
        </p:spPr>
      </p:pic>
      <p:pic>
        <p:nvPicPr>
          <p:cNvPr id="752" name="Google Shape;752;g26b641b03cd_0_165"/>
          <p:cNvPicPr preferRelativeResize="0"/>
          <p:nvPr/>
        </p:nvPicPr>
        <p:blipFill rotWithShape="1">
          <a:blip r:embed="rId16">
            <a:alphaModFix/>
          </a:blip>
          <a:srcRect l="79" r="79"/>
          <a:stretch/>
        </p:blipFill>
        <p:spPr>
          <a:xfrm>
            <a:off x="7391075" y="3333544"/>
            <a:ext cx="822525" cy="1164251"/>
          </a:xfrm>
          <a:prstGeom prst="rect">
            <a:avLst/>
          </a:prstGeom>
          <a:noFill/>
          <a:ln>
            <a:noFill/>
          </a:ln>
          <a:effectLst>
            <a:outerShdw blurRad="71438" dist="28575" dir="5400000" algn="bl" rotWithShape="0">
              <a:srgbClr val="000000">
                <a:alpha val="14509"/>
              </a:srgbClr>
            </a:outerShdw>
          </a:effectLst>
        </p:spPr>
      </p:pic>
      <p:pic>
        <p:nvPicPr>
          <p:cNvPr id="753" name="Google Shape;753;g26b641b03cd_0_165"/>
          <p:cNvPicPr preferRelativeResize="0"/>
          <p:nvPr/>
        </p:nvPicPr>
        <p:blipFill rotWithShape="1">
          <a:blip r:embed="rId17">
            <a:alphaModFix/>
          </a:blip>
          <a:srcRect l="79" r="79"/>
          <a:stretch/>
        </p:blipFill>
        <p:spPr>
          <a:xfrm>
            <a:off x="5545168" y="3333544"/>
            <a:ext cx="822525" cy="1164251"/>
          </a:xfrm>
          <a:prstGeom prst="rect">
            <a:avLst/>
          </a:prstGeom>
          <a:noFill/>
          <a:ln>
            <a:noFill/>
          </a:ln>
          <a:effectLst>
            <a:outerShdw blurRad="71438" dist="28575" dir="5400000" algn="bl" rotWithShape="0">
              <a:srgbClr val="000000">
                <a:alpha val="14509"/>
              </a:srgbClr>
            </a:outerShdw>
          </a:effectLst>
        </p:spPr>
      </p:pic>
      <p:pic>
        <p:nvPicPr>
          <p:cNvPr id="754" name="Google Shape;754;g26b641b03cd_0_165"/>
          <p:cNvPicPr preferRelativeResize="0"/>
          <p:nvPr/>
        </p:nvPicPr>
        <p:blipFill rotWithShape="1">
          <a:blip r:embed="rId18">
            <a:alphaModFix/>
          </a:blip>
          <a:srcRect l="19" r="28"/>
          <a:stretch/>
        </p:blipFill>
        <p:spPr>
          <a:xfrm>
            <a:off x="6468121" y="3333544"/>
            <a:ext cx="822525" cy="1164251"/>
          </a:xfrm>
          <a:prstGeom prst="rect">
            <a:avLst/>
          </a:prstGeom>
          <a:noFill/>
          <a:ln>
            <a:noFill/>
          </a:ln>
          <a:effectLst>
            <a:outerShdw blurRad="71438" dist="28575" dir="5400000" algn="bl" rotWithShape="0">
              <a:srgbClr val="000000">
                <a:alpha val="14509"/>
              </a:srgbClr>
            </a:outerShdw>
          </a:effectLst>
        </p:spPr>
      </p:pic>
      <p:pic>
        <p:nvPicPr>
          <p:cNvPr id="755" name="Google Shape;755;g26b641b03cd_0_165"/>
          <p:cNvPicPr preferRelativeResize="0"/>
          <p:nvPr/>
        </p:nvPicPr>
        <p:blipFill rotWithShape="1">
          <a:blip r:embed="rId19">
            <a:alphaModFix/>
          </a:blip>
          <a:srcRect l="79" r="79"/>
          <a:stretch/>
        </p:blipFill>
        <p:spPr>
          <a:xfrm>
            <a:off x="930400" y="4613844"/>
            <a:ext cx="822525" cy="1164251"/>
          </a:xfrm>
          <a:prstGeom prst="rect">
            <a:avLst/>
          </a:prstGeom>
          <a:noFill/>
          <a:ln>
            <a:noFill/>
          </a:ln>
          <a:effectLst>
            <a:outerShdw blurRad="71438" dist="28575" dir="5400000" algn="bl" rotWithShape="0">
              <a:srgbClr val="000000">
                <a:alpha val="14509"/>
              </a:srgbClr>
            </a:outerShdw>
          </a:effectLst>
        </p:spPr>
      </p:pic>
      <p:pic>
        <p:nvPicPr>
          <p:cNvPr id="756" name="Google Shape;756;g26b641b03cd_0_165"/>
          <p:cNvPicPr preferRelativeResize="0"/>
          <p:nvPr/>
        </p:nvPicPr>
        <p:blipFill rotWithShape="1">
          <a:blip r:embed="rId20">
            <a:alphaModFix/>
          </a:blip>
          <a:srcRect l="19" r="28"/>
          <a:stretch/>
        </p:blipFill>
        <p:spPr>
          <a:xfrm>
            <a:off x="3699261" y="4613844"/>
            <a:ext cx="822525" cy="1164251"/>
          </a:xfrm>
          <a:prstGeom prst="rect">
            <a:avLst/>
          </a:prstGeom>
          <a:noFill/>
          <a:ln>
            <a:noFill/>
          </a:ln>
          <a:effectLst>
            <a:outerShdw blurRad="71438" dist="28575" dir="5400000" algn="bl" rotWithShape="0">
              <a:srgbClr val="000000">
                <a:alpha val="14509"/>
              </a:srgbClr>
            </a:outerShdw>
          </a:effectLst>
        </p:spPr>
      </p:pic>
      <p:pic>
        <p:nvPicPr>
          <p:cNvPr id="757" name="Google Shape;757;g26b641b03cd_0_165"/>
          <p:cNvPicPr preferRelativeResize="0"/>
          <p:nvPr/>
        </p:nvPicPr>
        <p:blipFill rotWithShape="1">
          <a:blip r:embed="rId21">
            <a:alphaModFix/>
          </a:blip>
          <a:srcRect l="19" r="28"/>
          <a:stretch/>
        </p:blipFill>
        <p:spPr>
          <a:xfrm>
            <a:off x="1853354" y="4613844"/>
            <a:ext cx="822525" cy="1164251"/>
          </a:xfrm>
          <a:prstGeom prst="rect">
            <a:avLst/>
          </a:prstGeom>
          <a:noFill/>
          <a:ln>
            <a:noFill/>
          </a:ln>
          <a:effectLst>
            <a:outerShdw blurRad="71438" dist="28575" dir="5400000" algn="bl" rotWithShape="0">
              <a:srgbClr val="000000">
                <a:alpha val="14509"/>
              </a:srgbClr>
            </a:outerShdw>
          </a:effectLst>
        </p:spPr>
      </p:pic>
      <p:pic>
        <p:nvPicPr>
          <p:cNvPr id="758" name="Google Shape;758;g26b641b03cd_0_165"/>
          <p:cNvPicPr preferRelativeResize="0"/>
          <p:nvPr/>
        </p:nvPicPr>
        <p:blipFill rotWithShape="1">
          <a:blip r:embed="rId22">
            <a:alphaModFix/>
          </a:blip>
          <a:srcRect l="19" r="28"/>
          <a:stretch/>
        </p:blipFill>
        <p:spPr>
          <a:xfrm>
            <a:off x="2776307" y="4613844"/>
            <a:ext cx="822525" cy="1164251"/>
          </a:xfrm>
          <a:prstGeom prst="rect">
            <a:avLst/>
          </a:prstGeom>
          <a:noFill/>
          <a:ln>
            <a:noFill/>
          </a:ln>
          <a:effectLst>
            <a:outerShdw blurRad="71438" dist="28575" dir="5400000" algn="bl" rotWithShape="0">
              <a:srgbClr val="000000">
                <a:alpha val="14509"/>
              </a:srgbClr>
            </a:outerShdw>
          </a:effectLst>
        </p:spPr>
      </p:pic>
      <p:pic>
        <p:nvPicPr>
          <p:cNvPr id="759" name="Google Shape;759;g26b641b03cd_0_165"/>
          <p:cNvPicPr preferRelativeResize="0"/>
          <p:nvPr/>
        </p:nvPicPr>
        <p:blipFill rotWithShape="1">
          <a:blip r:embed="rId23">
            <a:alphaModFix/>
          </a:blip>
          <a:srcRect l="79" r="79"/>
          <a:stretch/>
        </p:blipFill>
        <p:spPr>
          <a:xfrm>
            <a:off x="4622214" y="4613844"/>
            <a:ext cx="822525" cy="1164251"/>
          </a:xfrm>
          <a:prstGeom prst="rect">
            <a:avLst/>
          </a:prstGeom>
          <a:noFill/>
          <a:ln>
            <a:noFill/>
          </a:ln>
          <a:effectLst>
            <a:outerShdw blurRad="71438" dist="28575" dir="5400000" algn="bl" rotWithShape="0">
              <a:srgbClr val="000000">
                <a:alpha val="14509"/>
              </a:srgbClr>
            </a:outerShdw>
          </a:effectLst>
        </p:spPr>
      </p:pic>
      <p:pic>
        <p:nvPicPr>
          <p:cNvPr id="760" name="Google Shape;760;g26b641b03cd_0_165"/>
          <p:cNvPicPr preferRelativeResize="0"/>
          <p:nvPr/>
        </p:nvPicPr>
        <p:blipFill rotWithShape="1">
          <a:blip r:embed="rId24">
            <a:alphaModFix/>
          </a:blip>
          <a:srcRect l="79" r="79"/>
          <a:stretch/>
        </p:blipFill>
        <p:spPr>
          <a:xfrm>
            <a:off x="5545168" y="4613844"/>
            <a:ext cx="822525" cy="1164251"/>
          </a:xfrm>
          <a:prstGeom prst="rect">
            <a:avLst/>
          </a:prstGeom>
          <a:noFill/>
          <a:ln>
            <a:noFill/>
          </a:ln>
          <a:effectLst>
            <a:outerShdw blurRad="71438" dist="28575" dir="5400000" algn="bl" rotWithShape="0">
              <a:srgbClr val="000000">
                <a:alpha val="14509"/>
              </a:srgbClr>
            </a:outerShdw>
          </a:effectLst>
        </p:spPr>
      </p:pic>
      <p:pic>
        <p:nvPicPr>
          <p:cNvPr id="761" name="Google Shape;761;g26b641b03cd_0_165"/>
          <p:cNvPicPr preferRelativeResize="0"/>
          <p:nvPr/>
        </p:nvPicPr>
        <p:blipFill rotWithShape="1">
          <a:blip r:embed="rId25">
            <a:alphaModFix/>
          </a:blip>
          <a:srcRect l="19" r="28"/>
          <a:stretch/>
        </p:blipFill>
        <p:spPr>
          <a:xfrm>
            <a:off x="6468121" y="4613844"/>
            <a:ext cx="822525" cy="1164251"/>
          </a:xfrm>
          <a:prstGeom prst="rect">
            <a:avLst/>
          </a:prstGeom>
          <a:noFill/>
          <a:ln>
            <a:noFill/>
          </a:ln>
          <a:effectLst>
            <a:outerShdw blurRad="71438" dist="28575" dir="5400000" algn="bl" rotWithShape="0">
              <a:srgbClr val="000000">
                <a:alpha val="14509"/>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66"/>
        <p:cNvGrpSpPr/>
        <p:nvPr/>
      </p:nvGrpSpPr>
      <p:grpSpPr>
        <a:xfrm>
          <a:off x="0" y="0"/>
          <a:ext cx="0" cy="0"/>
          <a:chOff x="0" y="0"/>
          <a:chExt cx="0" cy="0"/>
        </a:xfrm>
      </p:grpSpPr>
      <p:sp>
        <p:nvSpPr>
          <p:cNvPr id="767" name="Google Shape;767;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68" name="Google Shape;768;g26b7edf6e71_0_26"/>
          <p:cNvGrpSpPr/>
          <p:nvPr/>
        </p:nvGrpSpPr>
        <p:grpSpPr>
          <a:xfrm>
            <a:off x="930400" y="2053250"/>
            <a:ext cx="7283201" cy="2971674"/>
            <a:chOff x="930400" y="2129450"/>
            <a:chExt cx="7283201" cy="2971674"/>
          </a:xfrm>
        </p:grpSpPr>
        <p:pic>
          <p:nvPicPr>
            <p:cNvPr id="769" name="Google Shape;769;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70" name="Google Shape;770;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71" name="Google Shape;771;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72" name="Google Shape;772;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73" name="Google Shape;773;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74" name="Google Shape;774;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75" name="Google Shape;775;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76" name="Google Shape;776;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77" name="Google Shape;777;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78" name="Google Shape;778;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79" name="Google Shape;779;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80" name="Google Shape;780;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81" name="Google Shape;781;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82" name="Google Shape;782;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83" name="Google Shape;783;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84" name="Google Shape;784;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85" name="Google Shape;785;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86" name="Google Shape;786;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87" name="Google Shape;787;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88" name="Google Shape;788;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89" name="Google Shape;789;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90" name="Google Shape;790;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91" name="Google Shape;791;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92" name="Google Shape;792;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3" name="Google Shape;793;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94" name="Google Shape;794;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95" name="Google Shape;795;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96" name="Google Shape;796;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97" name="Google Shape;797;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2"/>
        <p:cNvGrpSpPr/>
        <p:nvPr/>
      </p:nvGrpSpPr>
      <p:grpSpPr>
        <a:xfrm>
          <a:off x="0" y="0"/>
          <a:ext cx="0" cy="0"/>
          <a:chOff x="0" y="0"/>
          <a:chExt cx="0" cy="0"/>
        </a:xfrm>
      </p:grpSpPr>
      <p:sp>
        <p:nvSpPr>
          <p:cNvPr id="803" name="Google Shape;803;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804" name="Google Shape;804;g2c298da1f27_0_417"/>
          <p:cNvPicPr preferRelativeResize="0"/>
          <p:nvPr/>
        </p:nvPicPr>
        <p:blipFill rotWithShape="1">
          <a:blip r:embed="rId3">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1"/>
              </a:srgbClr>
            </a:outerShdw>
          </a:effectLst>
        </p:spPr>
      </p:pic>
      <p:pic>
        <p:nvPicPr>
          <p:cNvPr id="805" name="Google Shape;805;g2c298da1f27_0_417"/>
          <p:cNvPicPr preferRelativeResize="0"/>
          <p:nvPr/>
        </p:nvPicPr>
        <p:blipFill rotWithShape="1">
          <a:blip r:embed="rId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806" name="Google Shape;806;g2c298da1f27_0_417"/>
          <p:cNvPicPr preferRelativeResize="0"/>
          <p:nvPr/>
        </p:nvPicPr>
        <p:blipFill rotWithShape="1">
          <a:blip r:embed="rId5">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807" name="Google Shape;807;g2c298da1f27_0_417"/>
          <p:cNvPicPr preferRelativeResize="0"/>
          <p:nvPr/>
        </p:nvPicPr>
        <p:blipFill rotWithShape="1">
          <a:blip r:embed="rId6">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808" name="Google Shape;808;g2c298da1f27_0_417"/>
          <p:cNvPicPr preferRelativeResize="0"/>
          <p:nvPr/>
        </p:nvPicPr>
        <p:blipFill rotWithShape="1">
          <a:blip r:embed="rId7">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809" name="Google Shape;809;g2c298da1f27_0_417"/>
          <p:cNvPicPr preferRelativeResize="0"/>
          <p:nvPr/>
        </p:nvPicPr>
        <p:blipFill rotWithShape="1">
          <a:blip r:embed="rId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810" name="Google Shape;810;g2c298da1f27_0_417"/>
          <p:cNvPicPr preferRelativeResize="0"/>
          <p:nvPr/>
        </p:nvPicPr>
        <p:blipFill rotWithShape="1">
          <a:blip r:embed="rId9">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811" name="Google Shape;811;g2c298da1f27_0_417"/>
          <p:cNvPicPr preferRelativeResize="0"/>
          <p:nvPr/>
        </p:nvPicPr>
        <p:blipFill rotWithShape="1">
          <a:blip r:embed="rId10">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12" name="Google Shape;812;g2c298da1f27_0_417"/>
          <p:cNvPicPr preferRelativeResize="0"/>
          <p:nvPr/>
        </p:nvPicPr>
        <p:blipFill rotWithShape="1">
          <a:blip r:embed="rId11">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13" name="Google Shape;813;g2c298da1f27_0_417"/>
          <p:cNvPicPr preferRelativeResize="0"/>
          <p:nvPr/>
        </p:nvPicPr>
        <p:blipFill rotWithShape="1">
          <a:blip r:embed="rId12">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814" name="Google Shape;814;g2c298da1f27_0_417"/>
          <p:cNvPicPr preferRelativeResize="0"/>
          <p:nvPr/>
        </p:nvPicPr>
        <p:blipFill rotWithShape="1">
          <a:blip r:embed="rId13">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15" name="Google Shape;815;g2c298da1f27_0_417"/>
          <p:cNvPicPr preferRelativeResize="0"/>
          <p:nvPr/>
        </p:nvPicPr>
        <p:blipFill rotWithShape="1">
          <a:blip r:embed="rId14">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816" name="Google Shape;816;g2c298da1f27_0_417"/>
          <p:cNvPicPr preferRelativeResize="0"/>
          <p:nvPr/>
        </p:nvPicPr>
        <p:blipFill rotWithShape="1">
          <a:blip r:embed="rId15">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817" name="Google Shape;817;g2c298da1f27_0_417"/>
          <p:cNvPicPr preferRelativeResize="0"/>
          <p:nvPr/>
        </p:nvPicPr>
        <p:blipFill rotWithShape="1">
          <a:blip r:embed="rId16">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18" name="Google Shape;818;g2c298da1f27_0_417"/>
          <p:cNvPicPr preferRelativeResize="0"/>
          <p:nvPr/>
        </p:nvPicPr>
        <p:blipFill rotWithShape="1">
          <a:blip r:embed="rId17">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19" name="Google Shape;819;g2c298da1f27_0_417"/>
          <p:cNvPicPr preferRelativeResize="0"/>
          <p:nvPr/>
        </p:nvPicPr>
        <p:blipFill rotWithShape="1">
          <a:blip r:embed="rId18">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820" name="Google Shape;820;g2c298da1f27_0_417"/>
          <p:cNvPicPr preferRelativeResize="0"/>
          <p:nvPr/>
        </p:nvPicPr>
        <p:blipFill rotWithShape="1">
          <a:blip r:embed="rId19">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21" name="Google Shape;821;g2c298da1f27_0_417"/>
          <p:cNvPicPr preferRelativeResize="0"/>
          <p:nvPr/>
        </p:nvPicPr>
        <p:blipFill rotWithShape="1">
          <a:blip r:embed="rId20">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822" name="Google Shape;822;g2c298da1f27_0_417"/>
          <p:cNvPicPr preferRelativeResize="0"/>
          <p:nvPr/>
        </p:nvPicPr>
        <p:blipFill rotWithShape="1">
          <a:blip r:embed="rId21">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27"/>
        <p:cNvGrpSpPr/>
        <p:nvPr/>
      </p:nvGrpSpPr>
      <p:grpSpPr>
        <a:xfrm>
          <a:off x="0" y="0"/>
          <a:ext cx="0" cy="0"/>
          <a:chOff x="0" y="0"/>
          <a:chExt cx="0" cy="0"/>
        </a:xfrm>
      </p:grpSpPr>
      <p:sp>
        <p:nvSpPr>
          <p:cNvPr id="828" name="Google Shape;828;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29" name="Google Shape;829;g26b7edf6e71_0_109"/>
          <p:cNvGrpSpPr/>
          <p:nvPr/>
        </p:nvGrpSpPr>
        <p:grpSpPr>
          <a:xfrm>
            <a:off x="865957" y="2135925"/>
            <a:ext cx="7282807" cy="2686611"/>
            <a:chOff x="867357" y="2129450"/>
            <a:chExt cx="7282807" cy="2686611"/>
          </a:xfrm>
        </p:grpSpPr>
        <p:pic>
          <p:nvPicPr>
            <p:cNvPr id="830" name="Google Shape;830;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31" name="Google Shape;831;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32" name="Google Shape;832;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33" name="Google Shape;833;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34" name="Google Shape;834;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35" name="Google Shape;835;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36" name="Google Shape;836;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37" name="Google Shape;837;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38" name="Google Shape;838;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39" name="Google Shape;839;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40" name="Google Shape;840;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41" name="Google Shape;841;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42" name="Google Shape;842;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43" name="Google Shape;843;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48"/>
        <p:cNvGrpSpPr/>
        <p:nvPr/>
      </p:nvGrpSpPr>
      <p:grpSpPr>
        <a:xfrm>
          <a:off x="0" y="0"/>
          <a:ext cx="0" cy="0"/>
          <a:chOff x="0" y="0"/>
          <a:chExt cx="0" cy="0"/>
        </a:xfrm>
      </p:grpSpPr>
      <p:sp>
        <p:nvSpPr>
          <p:cNvPr id="849" name="Google Shape;849;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50" name="Google Shape;850;g2c298d33e0c_0_6"/>
          <p:cNvGrpSpPr/>
          <p:nvPr/>
        </p:nvGrpSpPr>
        <p:grpSpPr>
          <a:xfrm>
            <a:off x="866900" y="2079100"/>
            <a:ext cx="7281864" cy="2684601"/>
            <a:chOff x="868300" y="2129450"/>
            <a:chExt cx="7281864" cy="2684601"/>
          </a:xfrm>
        </p:grpSpPr>
        <p:pic>
          <p:nvPicPr>
            <p:cNvPr id="851" name="Google Shape;851;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55" name="Google Shape;855;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62" name="Google Shape;862;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63" name="Google Shape;863;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64" name="Google Shape;864;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5" name="Google Shape;865;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6" name="Google Shape;866;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7" name="Google Shape;867;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68" name="Google Shape;868;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69" name="Google Shape;869;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70" name="Google Shape;870;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71" name="Google Shape;871;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72" name="Google Shape;872;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73" name="Google Shape;873;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74" name="Google Shape;874;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75" name="Google Shape;875;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76" name="Google Shape;876;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77" name="Google Shape;877;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78" name="Google Shape;878;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83"/>
        <p:cNvGrpSpPr/>
        <p:nvPr/>
      </p:nvGrpSpPr>
      <p:grpSpPr>
        <a:xfrm>
          <a:off x="0" y="0"/>
          <a:ext cx="0" cy="0"/>
          <a:chOff x="0" y="0"/>
          <a:chExt cx="0" cy="0"/>
        </a:xfrm>
      </p:grpSpPr>
      <p:sp>
        <p:nvSpPr>
          <p:cNvPr id="884" name="Google Shape;884;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85" name="Google Shape;885;g2c298da1f27_0_455"/>
          <p:cNvGrpSpPr/>
          <p:nvPr/>
        </p:nvGrpSpPr>
        <p:grpSpPr>
          <a:xfrm>
            <a:off x="868300" y="2129450"/>
            <a:ext cx="7281864" cy="2684601"/>
            <a:chOff x="868300" y="2053250"/>
            <a:chExt cx="7281864" cy="2684601"/>
          </a:xfrm>
        </p:grpSpPr>
        <p:pic>
          <p:nvPicPr>
            <p:cNvPr id="886" name="Google Shape;886;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87" name="Google Shape;887;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88" name="Google Shape;888;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89" name="Google Shape;889;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90" name="Google Shape;890;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91" name="Google Shape;891;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92" name="Google Shape;892;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93" name="Google Shape;893;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94" name="Google Shape;894;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95" name="Google Shape;895;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96" name="Google Shape;896;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97" name="Google Shape;897;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98" name="Google Shape;898;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03"/>
        <p:cNvGrpSpPr/>
        <p:nvPr/>
      </p:nvGrpSpPr>
      <p:grpSpPr>
        <a:xfrm>
          <a:off x="0" y="0"/>
          <a:ext cx="0" cy="0"/>
          <a:chOff x="0" y="0"/>
          <a:chExt cx="0" cy="0"/>
        </a:xfrm>
      </p:grpSpPr>
      <p:sp>
        <p:nvSpPr>
          <p:cNvPr id="904" name="Google Shape;904;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a:t>
            </a:r>
            <a:r>
              <a:rPr lang="en-US"/>
              <a:t>.</a:t>
            </a:r>
            <a:endParaRPr/>
          </a:p>
        </p:txBody>
      </p:sp>
      <p:pic>
        <p:nvPicPr>
          <p:cNvPr id="905" name="Google Shape;905;g2c298da1f27_1_0"/>
          <p:cNvPicPr preferRelativeResize="0"/>
          <p:nvPr/>
        </p:nvPicPr>
        <p:blipFill rotWithShape="1">
          <a:blip r:embed="rId3">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906" name="Google Shape;906;g2c298da1f27_1_0"/>
          <p:cNvPicPr preferRelativeResize="0"/>
          <p:nvPr/>
        </p:nvPicPr>
        <p:blipFill rotWithShape="1">
          <a:blip r:embed="rId4">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907" name="Google Shape;907;g2c298da1f27_1_0"/>
          <p:cNvPicPr preferRelativeResize="0"/>
          <p:nvPr/>
        </p:nvPicPr>
        <p:blipFill rotWithShape="1">
          <a:blip r:embed="rId5">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908" name="Google Shape;908;g2c298da1f27_1_0"/>
          <p:cNvPicPr preferRelativeResize="0"/>
          <p:nvPr/>
        </p:nvPicPr>
        <p:blipFill rotWithShape="1">
          <a:blip r:embed="rId6">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909" name="Google Shape;909;g2c298da1f27_1_0"/>
          <p:cNvPicPr preferRelativeResize="0"/>
          <p:nvPr/>
        </p:nvPicPr>
        <p:blipFill rotWithShape="1">
          <a:blip r:embed="rId7">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910" name="Google Shape;910;g2c298da1f27_1_0"/>
          <p:cNvPicPr preferRelativeResize="0"/>
          <p:nvPr/>
        </p:nvPicPr>
        <p:blipFill rotWithShape="1">
          <a:blip r:embed="rId8">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911" name="Google Shape;911;g2c298da1f27_1_0"/>
          <p:cNvPicPr preferRelativeResize="0"/>
          <p:nvPr/>
        </p:nvPicPr>
        <p:blipFill rotWithShape="1">
          <a:blip r:embed="rId9">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912" name="Google Shape;912;g2c298da1f27_1_0"/>
          <p:cNvPicPr preferRelativeResize="0"/>
          <p:nvPr/>
        </p:nvPicPr>
        <p:blipFill rotWithShape="1">
          <a:blip r:embed="rId10">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13" name="Google Shape;913;g2c298da1f27_1_0"/>
          <p:cNvPicPr preferRelativeResize="0"/>
          <p:nvPr/>
        </p:nvPicPr>
        <p:blipFill rotWithShape="1">
          <a:blip r:embed="rId11">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14" name="Google Shape;914;g2c298da1f27_1_0"/>
          <p:cNvPicPr preferRelativeResize="0"/>
          <p:nvPr/>
        </p:nvPicPr>
        <p:blipFill rotWithShape="1">
          <a:blip r:embed="rId1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15" name="Google Shape;915;g2c298da1f27_1_0"/>
          <p:cNvPicPr preferRelativeResize="0"/>
          <p:nvPr/>
        </p:nvPicPr>
        <p:blipFill rotWithShape="1">
          <a:blip r:embed="rId1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16" name="Google Shape;916;g2c298da1f27_1_0"/>
          <p:cNvPicPr preferRelativeResize="0"/>
          <p:nvPr/>
        </p:nvPicPr>
        <p:blipFill rotWithShape="1">
          <a:blip r:embed="rId1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21"/>
        <p:cNvGrpSpPr/>
        <p:nvPr/>
      </p:nvGrpSpPr>
      <p:grpSpPr>
        <a:xfrm>
          <a:off x="0" y="0"/>
          <a:ext cx="0" cy="0"/>
          <a:chOff x="0" y="0"/>
          <a:chExt cx="0" cy="0"/>
        </a:xfrm>
      </p:grpSpPr>
      <p:sp>
        <p:nvSpPr>
          <p:cNvPr id="922" name="Google Shape;922;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923" name="Google Shape;923;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sp>
        <p:nvSpPr>
          <p:cNvPr id="924" name="Google Shape;924;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25" name="Google Shape;925;g2c186218c5a_0_17"/>
          <p:cNvPicPr preferRelativeResize="0"/>
          <p:nvPr/>
        </p:nvPicPr>
        <p:blipFill rotWithShape="1">
          <a:blip r:embed="rId3">
            <a:alphaModFix/>
          </a:blip>
          <a:srcRect t="39" b="39"/>
          <a:stretch/>
        </p:blipFill>
        <p:spPr>
          <a:xfrm>
            <a:off x="889350" y="1723975"/>
            <a:ext cx="3588138" cy="1434669"/>
          </a:xfrm>
          <a:prstGeom prst="rect">
            <a:avLst/>
          </a:prstGeom>
          <a:noFill/>
          <a:ln>
            <a:noFill/>
          </a:ln>
          <a:effectLst>
            <a:outerShdw blurRad="71438" dist="19050" dir="5400000" algn="bl" rotWithShape="0">
              <a:srgbClr val="000000">
                <a:alpha val="20000"/>
              </a:srgbClr>
            </a:outerShdw>
          </a:effectLst>
        </p:spPr>
      </p:pic>
      <p:pic>
        <p:nvPicPr>
          <p:cNvPr id="926" name="Google Shape;926;g2c186218c5a_0_17"/>
          <p:cNvPicPr preferRelativeResize="0"/>
          <p:nvPr/>
        </p:nvPicPr>
        <p:blipFill rotWithShape="1">
          <a:blip r:embed="rId4">
            <a:alphaModFix/>
          </a:blip>
          <a:srcRect t="149" b="139"/>
          <a:stretch/>
        </p:blipFill>
        <p:spPr>
          <a:xfrm>
            <a:off x="2777931" y="3440580"/>
            <a:ext cx="3588138" cy="1434669"/>
          </a:xfrm>
          <a:prstGeom prst="rect">
            <a:avLst/>
          </a:prstGeom>
          <a:noFill/>
          <a:ln>
            <a:noFill/>
          </a:ln>
          <a:effectLst>
            <a:outerShdw blurRad="71438" dist="19050" dir="5400000" algn="bl" rotWithShape="0">
              <a:srgbClr val="000000">
                <a:alpha val="20000"/>
              </a:srgbClr>
            </a:outerShdw>
          </a:effectLst>
        </p:spPr>
      </p:pic>
      <p:pic>
        <p:nvPicPr>
          <p:cNvPr id="927" name="Google Shape;927;g2c186218c5a_0_17"/>
          <p:cNvPicPr preferRelativeResize="0"/>
          <p:nvPr/>
        </p:nvPicPr>
        <p:blipFill rotWithShape="1">
          <a:blip r:embed="rId5">
            <a:alphaModFix/>
          </a:blip>
          <a:srcRect t="39" b="39"/>
          <a:stretch/>
        </p:blipFill>
        <p:spPr>
          <a:xfrm>
            <a:off x="4666512" y="1723975"/>
            <a:ext cx="3588138" cy="1434669"/>
          </a:xfrm>
          <a:prstGeom prst="rect">
            <a:avLst/>
          </a:prstGeom>
          <a:noFill/>
          <a:ln>
            <a:noFill/>
          </a:ln>
          <a:effectLst>
            <a:outerShdw blurRad="71438" dist="19050" dir="5400000" algn="bl" rotWithShape="0">
              <a:srgbClr val="000000">
                <a:alpha val="2000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32"/>
        <p:cNvGrpSpPr/>
        <p:nvPr/>
      </p:nvGrpSpPr>
      <p:grpSpPr>
        <a:xfrm>
          <a:off x="0" y="0"/>
          <a:ext cx="0" cy="0"/>
          <a:chOff x="0" y="0"/>
          <a:chExt cx="0" cy="0"/>
        </a:xfrm>
      </p:grpSpPr>
      <p:sp>
        <p:nvSpPr>
          <p:cNvPr id="933" name="Google Shape;933;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934" name="Google Shape;934;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sp>
        <p:nvSpPr>
          <p:cNvPr id="935" name="Google Shape;935;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36" name="Google Shape;936;g26b641b03cd_0_185"/>
          <p:cNvPicPr preferRelativeResize="0"/>
          <p:nvPr/>
        </p:nvPicPr>
        <p:blipFill rotWithShape="1">
          <a:blip r:embed="rId3">
            <a:alphaModFix/>
          </a:blip>
          <a:srcRect t="39" b="39"/>
          <a:stretch/>
        </p:blipFill>
        <p:spPr>
          <a:xfrm>
            <a:off x="889350" y="1723975"/>
            <a:ext cx="3588138" cy="1434669"/>
          </a:xfrm>
          <a:prstGeom prst="rect">
            <a:avLst/>
          </a:prstGeom>
          <a:noFill/>
          <a:ln>
            <a:noFill/>
          </a:ln>
          <a:effectLst>
            <a:outerShdw blurRad="71438" dist="19050" dir="5400000" algn="bl" rotWithShape="0">
              <a:srgbClr val="000000">
                <a:alpha val="20000"/>
              </a:srgbClr>
            </a:outerShdw>
          </a:effectLst>
        </p:spPr>
      </p:pic>
      <p:pic>
        <p:nvPicPr>
          <p:cNvPr id="937" name="Google Shape;937;g26b641b03cd_0_185"/>
          <p:cNvPicPr preferRelativeResize="0"/>
          <p:nvPr/>
        </p:nvPicPr>
        <p:blipFill rotWithShape="1">
          <a:blip r:embed="rId4">
            <a:alphaModFix/>
          </a:blip>
          <a:srcRect t="149" b="139"/>
          <a:stretch/>
        </p:blipFill>
        <p:spPr>
          <a:xfrm>
            <a:off x="2777931" y="3440580"/>
            <a:ext cx="3588138" cy="1434669"/>
          </a:xfrm>
          <a:prstGeom prst="rect">
            <a:avLst/>
          </a:prstGeom>
          <a:noFill/>
          <a:ln>
            <a:noFill/>
          </a:ln>
          <a:effectLst>
            <a:outerShdw blurRad="71438" dist="19050" dir="5400000" algn="bl" rotWithShape="0">
              <a:srgbClr val="000000">
                <a:alpha val="20000"/>
              </a:srgbClr>
            </a:outerShdw>
          </a:effectLst>
        </p:spPr>
      </p:pic>
      <p:pic>
        <p:nvPicPr>
          <p:cNvPr id="938" name="Google Shape;938;g26b641b03cd_0_185"/>
          <p:cNvPicPr preferRelativeResize="0"/>
          <p:nvPr/>
        </p:nvPicPr>
        <p:blipFill rotWithShape="1">
          <a:blip r:embed="rId5">
            <a:alphaModFix/>
          </a:blip>
          <a:srcRect t="39" b="39"/>
          <a:stretch/>
        </p:blipFill>
        <p:spPr>
          <a:xfrm>
            <a:off x="4666512" y="1723975"/>
            <a:ext cx="3588138" cy="1434669"/>
          </a:xfrm>
          <a:prstGeom prst="rect">
            <a:avLst/>
          </a:prstGeom>
          <a:noFill/>
          <a:ln>
            <a:noFill/>
          </a:ln>
          <a:effectLst>
            <a:outerShdw blurRad="71438" dist="19050" dir="5400000" algn="bl" rotWithShape="0">
              <a:srgbClr val="000000">
                <a:alpha val="20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43"/>
        <p:cNvGrpSpPr/>
        <p:nvPr/>
      </p:nvGrpSpPr>
      <p:grpSpPr>
        <a:xfrm>
          <a:off x="0" y="0"/>
          <a:ext cx="0" cy="0"/>
          <a:chOff x="0" y="0"/>
          <a:chExt cx="0" cy="0"/>
        </a:xfrm>
      </p:grpSpPr>
      <p:sp>
        <p:nvSpPr>
          <p:cNvPr id="944" name="Google Shape;944;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45" name="Google Shape;945;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sp>
        <p:nvSpPr>
          <p:cNvPr id="946" name="Google Shape;946;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47" name="Google Shape;947;g2c186218c5a_0_25"/>
          <p:cNvPicPr preferRelativeResize="0"/>
          <p:nvPr/>
        </p:nvPicPr>
        <p:blipFill rotWithShape="1">
          <a:blip r:embed="rId3">
            <a:alphaModFix/>
          </a:blip>
          <a:srcRect l="79" r="79"/>
          <a:stretch/>
        </p:blipFill>
        <p:spPr>
          <a:xfrm>
            <a:off x="1131725" y="1715675"/>
            <a:ext cx="2150327" cy="3043650"/>
          </a:xfrm>
          <a:prstGeom prst="rect">
            <a:avLst/>
          </a:prstGeom>
          <a:noFill/>
          <a:ln>
            <a:noFill/>
          </a:ln>
          <a:effectLst>
            <a:outerShdw blurRad="71438" dist="28575" dir="5400000" algn="bl" rotWithShape="0">
              <a:srgbClr val="000000">
                <a:alpha val="16078"/>
              </a:srgbClr>
            </a:outerShdw>
          </a:effectLst>
        </p:spPr>
      </p:pic>
      <p:pic>
        <p:nvPicPr>
          <p:cNvPr id="948" name="Google Shape;948;g2c186218c5a_0_25"/>
          <p:cNvPicPr preferRelativeResize="0"/>
          <p:nvPr/>
        </p:nvPicPr>
        <p:blipFill rotWithShape="1">
          <a:blip r:embed="rId4">
            <a:alphaModFix/>
          </a:blip>
          <a:srcRect l="19" r="29"/>
          <a:stretch/>
        </p:blipFill>
        <p:spPr>
          <a:xfrm>
            <a:off x="3496837" y="1715675"/>
            <a:ext cx="2150327" cy="3043649"/>
          </a:xfrm>
          <a:prstGeom prst="rect">
            <a:avLst/>
          </a:prstGeom>
          <a:noFill/>
          <a:ln>
            <a:noFill/>
          </a:ln>
          <a:effectLst>
            <a:outerShdw blurRad="71438" dist="28575" dir="5400000" algn="bl" rotWithShape="0">
              <a:srgbClr val="000000">
                <a:alpha val="16078"/>
              </a:srgbClr>
            </a:outerShdw>
          </a:effectLst>
        </p:spPr>
      </p:pic>
      <p:pic>
        <p:nvPicPr>
          <p:cNvPr id="949" name="Google Shape;949;g2c186218c5a_0_25"/>
          <p:cNvPicPr preferRelativeResize="0"/>
          <p:nvPr/>
        </p:nvPicPr>
        <p:blipFill rotWithShape="1">
          <a:blip r:embed="rId5">
            <a:alphaModFix/>
          </a:blip>
          <a:srcRect l="19" r="29"/>
          <a:stretch/>
        </p:blipFill>
        <p:spPr>
          <a:xfrm>
            <a:off x="5861948" y="1715675"/>
            <a:ext cx="2150327" cy="3043649"/>
          </a:xfrm>
          <a:prstGeom prst="rect">
            <a:avLst/>
          </a:prstGeom>
          <a:noFill/>
          <a:ln>
            <a:noFill/>
          </a:ln>
          <a:effectLst>
            <a:outerShdw blurRad="71438" dist="28575" dir="5400000" algn="bl" rotWithShape="0">
              <a:srgbClr val="000000">
                <a:alpha val="16078"/>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54"/>
        <p:cNvGrpSpPr/>
        <p:nvPr/>
      </p:nvGrpSpPr>
      <p:grpSpPr>
        <a:xfrm>
          <a:off x="0" y="0"/>
          <a:ext cx="0" cy="0"/>
          <a:chOff x="0" y="0"/>
          <a:chExt cx="0" cy="0"/>
        </a:xfrm>
      </p:grpSpPr>
      <p:sp>
        <p:nvSpPr>
          <p:cNvPr id="955" name="Google Shape;955;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56" name="Google Shape;956;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sp>
        <p:nvSpPr>
          <p:cNvPr id="957" name="Google Shape;957;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58" name="Google Shape;958;g26b641b03cd_0_192"/>
          <p:cNvPicPr preferRelativeResize="0"/>
          <p:nvPr/>
        </p:nvPicPr>
        <p:blipFill rotWithShape="1">
          <a:blip r:embed="rId3">
            <a:alphaModFix/>
          </a:blip>
          <a:srcRect l="79" r="79"/>
          <a:stretch/>
        </p:blipFill>
        <p:spPr>
          <a:xfrm>
            <a:off x="1132525" y="1716025"/>
            <a:ext cx="2149826" cy="3042951"/>
          </a:xfrm>
          <a:prstGeom prst="rect">
            <a:avLst/>
          </a:prstGeom>
          <a:noFill/>
          <a:ln>
            <a:noFill/>
          </a:ln>
          <a:effectLst>
            <a:outerShdw blurRad="71438" dist="28575" dir="5400000" algn="bl" rotWithShape="0">
              <a:srgbClr val="000000">
                <a:alpha val="15686"/>
              </a:srgbClr>
            </a:outerShdw>
          </a:effectLst>
        </p:spPr>
      </p:pic>
      <p:pic>
        <p:nvPicPr>
          <p:cNvPr id="959" name="Google Shape;959;g26b641b03cd_0_192"/>
          <p:cNvPicPr preferRelativeResize="0"/>
          <p:nvPr/>
        </p:nvPicPr>
        <p:blipFill rotWithShape="1">
          <a:blip r:embed="rId4">
            <a:alphaModFix/>
          </a:blip>
          <a:srcRect l="19" r="29"/>
          <a:stretch/>
        </p:blipFill>
        <p:spPr>
          <a:xfrm>
            <a:off x="3497087" y="1716025"/>
            <a:ext cx="2149826" cy="3042950"/>
          </a:xfrm>
          <a:prstGeom prst="rect">
            <a:avLst/>
          </a:prstGeom>
          <a:noFill/>
          <a:ln>
            <a:noFill/>
          </a:ln>
          <a:effectLst>
            <a:outerShdw blurRad="71438" dist="28575" dir="5400000" algn="bl" rotWithShape="0">
              <a:srgbClr val="000000">
                <a:alpha val="15686"/>
              </a:srgbClr>
            </a:outerShdw>
          </a:effectLst>
        </p:spPr>
      </p:pic>
      <p:pic>
        <p:nvPicPr>
          <p:cNvPr id="960" name="Google Shape;960;g26b641b03cd_0_192"/>
          <p:cNvPicPr preferRelativeResize="0"/>
          <p:nvPr/>
        </p:nvPicPr>
        <p:blipFill rotWithShape="1">
          <a:blip r:embed="rId5">
            <a:alphaModFix/>
          </a:blip>
          <a:srcRect l="19" r="29"/>
          <a:stretch/>
        </p:blipFill>
        <p:spPr>
          <a:xfrm>
            <a:off x="5861648" y="1716025"/>
            <a:ext cx="2149826" cy="3042950"/>
          </a:xfrm>
          <a:prstGeom prst="rect">
            <a:avLst/>
          </a:prstGeom>
          <a:noFill/>
          <a:ln>
            <a:noFill/>
          </a:ln>
          <a:effectLst>
            <a:outerShdw blurRad="71438" dist="28575" dir="5400000" algn="bl" rotWithShape="0">
              <a:srgbClr val="000000">
                <a:alpha val="15686"/>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65"/>
        <p:cNvGrpSpPr/>
        <p:nvPr/>
      </p:nvGrpSpPr>
      <p:grpSpPr>
        <a:xfrm>
          <a:off x="0" y="0"/>
          <a:ext cx="0" cy="0"/>
          <a:chOff x="0" y="0"/>
          <a:chExt cx="0" cy="0"/>
        </a:xfrm>
      </p:grpSpPr>
      <p:sp>
        <p:nvSpPr>
          <p:cNvPr id="966" name="Google Shape;966;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67" name="Google Shape;967;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968" name="Google Shape;968;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69" name="Google Shape;969;g26b641b03cd_0_204"/>
          <p:cNvPicPr preferRelativeResize="0"/>
          <p:nvPr/>
        </p:nvPicPr>
        <p:blipFill rotWithShape="1">
          <a:blip r:embed="rId3">
            <a:alphaModFix/>
          </a:blip>
          <a:srcRect l="69" r="69"/>
          <a:stretch/>
        </p:blipFill>
        <p:spPr>
          <a:xfrm>
            <a:off x="3450191" y="1889825"/>
            <a:ext cx="2243618" cy="2695350"/>
          </a:xfrm>
          <a:prstGeom prst="rect">
            <a:avLst/>
          </a:prstGeom>
          <a:noFill/>
          <a:ln>
            <a:noFill/>
          </a:ln>
          <a:effectLst>
            <a:outerShdw blurRad="114300" dist="19050" dir="5400000" algn="bl" rotWithShape="0">
              <a:srgbClr val="000000">
                <a:alpha val="20000"/>
              </a:srgbClr>
            </a:outerShdw>
          </a:effectLst>
        </p:spPr>
      </p:pic>
      <p:pic>
        <p:nvPicPr>
          <p:cNvPr id="970" name="Google Shape;970;g26b641b03cd_0_204"/>
          <p:cNvPicPr preferRelativeResize="0"/>
          <p:nvPr/>
        </p:nvPicPr>
        <p:blipFill rotWithShape="1">
          <a:blip r:embed="rId4">
            <a:alphaModFix/>
          </a:blip>
          <a:srcRect/>
          <a:stretch/>
        </p:blipFill>
        <p:spPr>
          <a:xfrm>
            <a:off x="5917907" y="1889825"/>
            <a:ext cx="2243618" cy="2695350"/>
          </a:xfrm>
          <a:prstGeom prst="rect">
            <a:avLst/>
          </a:prstGeom>
          <a:noFill/>
          <a:ln>
            <a:noFill/>
          </a:ln>
          <a:effectLst>
            <a:outerShdw blurRad="114300" dist="19050" dir="5400000" algn="bl" rotWithShape="0">
              <a:srgbClr val="000000">
                <a:alpha val="20000"/>
              </a:srgbClr>
            </a:outerShdw>
          </a:effectLst>
        </p:spPr>
      </p:pic>
      <p:pic>
        <p:nvPicPr>
          <p:cNvPr id="971" name="Google Shape;971;g26b641b03cd_0_204"/>
          <p:cNvPicPr preferRelativeResize="0"/>
          <p:nvPr/>
        </p:nvPicPr>
        <p:blipFill rotWithShape="1">
          <a:blip r:embed="rId5">
            <a:alphaModFix/>
          </a:blip>
          <a:srcRect l="69" r="69"/>
          <a:stretch/>
        </p:blipFill>
        <p:spPr>
          <a:xfrm>
            <a:off x="982475" y="1889825"/>
            <a:ext cx="2243618" cy="2695350"/>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76"/>
        <p:cNvGrpSpPr/>
        <p:nvPr/>
      </p:nvGrpSpPr>
      <p:grpSpPr>
        <a:xfrm>
          <a:off x="0" y="0"/>
          <a:ext cx="0" cy="0"/>
          <a:chOff x="0" y="0"/>
          <a:chExt cx="0" cy="0"/>
        </a:xfrm>
      </p:grpSpPr>
      <p:sp>
        <p:nvSpPr>
          <p:cNvPr id="977" name="Google Shape;977;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78" name="Google Shape;978;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979" name="Google Shape;979;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80" name="Google Shape;980;g2c186218c5a_0_48"/>
          <p:cNvPicPr preferRelativeResize="0"/>
          <p:nvPr/>
        </p:nvPicPr>
        <p:blipFill rotWithShape="1">
          <a:blip r:embed="rId3">
            <a:alphaModFix/>
          </a:blip>
          <a:srcRect l="69" r="69"/>
          <a:stretch/>
        </p:blipFill>
        <p:spPr>
          <a:xfrm>
            <a:off x="3450191" y="1889825"/>
            <a:ext cx="2243618" cy="2695350"/>
          </a:xfrm>
          <a:prstGeom prst="rect">
            <a:avLst/>
          </a:prstGeom>
          <a:noFill/>
          <a:ln>
            <a:noFill/>
          </a:ln>
          <a:effectLst>
            <a:outerShdw blurRad="114300" dist="19050" dir="5400000" algn="bl" rotWithShape="0">
              <a:srgbClr val="000000">
                <a:alpha val="20000"/>
              </a:srgbClr>
            </a:outerShdw>
          </a:effectLst>
        </p:spPr>
      </p:pic>
      <p:pic>
        <p:nvPicPr>
          <p:cNvPr id="981" name="Google Shape;981;g2c186218c5a_0_48"/>
          <p:cNvPicPr preferRelativeResize="0"/>
          <p:nvPr/>
        </p:nvPicPr>
        <p:blipFill rotWithShape="1">
          <a:blip r:embed="rId4">
            <a:alphaModFix/>
          </a:blip>
          <a:srcRect/>
          <a:stretch/>
        </p:blipFill>
        <p:spPr>
          <a:xfrm>
            <a:off x="5917907" y="1889825"/>
            <a:ext cx="2243618" cy="2695350"/>
          </a:xfrm>
          <a:prstGeom prst="rect">
            <a:avLst/>
          </a:prstGeom>
          <a:noFill/>
          <a:ln>
            <a:noFill/>
          </a:ln>
          <a:effectLst>
            <a:outerShdw blurRad="114300" dist="19050" dir="5400000" algn="bl" rotWithShape="0">
              <a:srgbClr val="000000">
                <a:alpha val="20000"/>
              </a:srgbClr>
            </a:outerShdw>
          </a:effectLst>
        </p:spPr>
      </p:pic>
      <p:pic>
        <p:nvPicPr>
          <p:cNvPr id="982" name="Google Shape;982;g2c186218c5a_0_48"/>
          <p:cNvPicPr preferRelativeResize="0"/>
          <p:nvPr/>
        </p:nvPicPr>
        <p:blipFill rotWithShape="1">
          <a:blip r:embed="rId5">
            <a:alphaModFix/>
          </a:blip>
          <a:srcRect l="69" r="69"/>
          <a:stretch/>
        </p:blipFill>
        <p:spPr>
          <a:xfrm>
            <a:off x="982475" y="1889825"/>
            <a:ext cx="2243618" cy="2695350"/>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87"/>
        <p:cNvGrpSpPr/>
        <p:nvPr/>
      </p:nvGrpSpPr>
      <p:grpSpPr>
        <a:xfrm>
          <a:off x="0" y="0"/>
          <a:ext cx="0" cy="0"/>
          <a:chOff x="0" y="0"/>
          <a:chExt cx="0" cy="0"/>
        </a:xfrm>
      </p:grpSpPr>
      <p:sp>
        <p:nvSpPr>
          <p:cNvPr id="988" name="Google Shape;988;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989" name="Google Shape;989;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990" name="Google Shape;990;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91" name="Google Shape;991;g26b641b03cd_0_213"/>
          <p:cNvPicPr preferRelativeResize="0"/>
          <p:nvPr/>
        </p:nvPicPr>
        <p:blipFill rotWithShape="1">
          <a:blip r:embed="rId3">
            <a:alphaModFix/>
          </a:blip>
          <a:srcRect l="228" r="228"/>
          <a:stretch/>
        </p:blipFill>
        <p:spPr>
          <a:xfrm>
            <a:off x="3502028" y="1684400"/>
            <a:ext cx="2139944" cy="2983500"/>
          </a:xfrm>
          <a:prstGeom prst="rect">
            <a:avLst/>
          </a:prstGeom>
          <a:noFill/>
          <a:ln>
            <a:noFill/>
          </a:ln>
          <a:effectLst>
            <a:outerShdw blurRad="85725" dist="19050" dir="5400000" algn="bl" rotWithShape="0">
              <a:srgbClr val="000000">
                <a:alpha val="20000"/>
              </a:srgbClr>
            </a:outerShdw>
          </a:effectLst>
        </p:spPr>
      </p:pic>
      <p:pic>
        <p:nvPicPr>
          <p:cNvPr id="992" name="Google Shape;992;g26b641b03cd_0_213"/>
          <p:cNvPicPr preferRelativeResize="0"/>
          <p:nvPr/>
        </p:nvPicPr>
        <p:blipFill rotWithShape="1">
          <a:blip r:embed="rId4">
            <a:alphaModFix/>
          </a:blip>
          <a:srcRect l="228" r="228"/>
          <a:stretch/>
        </p:blipFill>
        <p:spPr>
          <a:xfrm>
            <a:off x="1075675" y="1684400"/>
            <a:ext cx="2139944" cy="2983500"/>
          </a:xfrm>
          <a:prstGeom prst="rect">
            <a:avLst/>
          </a:prstGeom>
          <a:noFill/>
          <a:ln>
            <a:noFill/>
          </a:ln>
          <a:effectLst>
            <a:outerShdw blurRad="85725" dist="19050" dir="5400000" algn="bl" rotWithShape="0">
              <a:srgbClr val="000000">
                <a:alpha val="20000"/>
              </a:srgbClr>
            </a:outerShdw>
          </a:effectLst>
        </p:spPr>
      </p:pic>
      <p:pic>
        <p:nvPicPr>
          <p:cNvPr id="993" name="Google Shape;993;g26b641b03cd_0_213"/>
          <p:cNvPicPr preferRelativeResize="0"/>
          <p:nvPr/>
        </p:nvPicPr>
        <p:blipFill rotWithShape="1">
          <a:blip r:embed="rId5">
            <a:alphaModFix/>
          </a:blip>
          <a:srcRect l="228" r="228"/>
          <a:stretch/>
        </p:blipFill>
        <p:spPr>
          <a:xfrm>
            <a:off x="5928381" y="1684400"/>
            <a:ext cx="2139944" cy="2983500"/>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98"/>
        <p:cNvGrpSpPr/>
        <p:nvPr/>
      </p:nvGrpSpPr>
      <p:grpSpPr>
        <a:xfrm>
          <a:off x="0" y="0"/>
          <a:ext cx="0" cy="0"/>
          <a:chOff x="0" y="0"/>
          <a:chExt cx="0" cy="0"/>
        </a:xfrm>
      </p:grpSpPr>
      <p:sp>
        <p:nvSpPr>
          <p:cNvPr id="999" name="Google Shape;999;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00" name="Google Shape;1000;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1001" name="Google Shape;1001;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02" name="Google Shape;1002;g2c186218c5a_0_149"/>
          <p:cNvPicPr preferRelativeResize="0"/>
          <p:nvPr/>
        </p:nvPicPr>
        <p:blipFill rotWithShape="1">
          <a:blip r:embed="rId3">
            <a:alphaModFix/>
          </a:blip>
          <a:srcRect l="228" r="228"/>
          <a:stretch/>
        </p:blipFill>
        <p:spPr>
          <a:xfrm>
            <a:off x="3502258" y="1684725"/>
            <a:ext cx="2139484" cy="2982850"/>
          </a:xfrm>
          <a:prstGeom prst="rect">
            <a:avLst/>
          </a:prstGeom>
          <a:noFill/>
          <a:ln>
            <a:noFill/>
          </a:ln>
          <a:effectLst>
            <a:outerShdw blurRad="85725" dist="19050" dir="5400000" algn="bl" rotWithShape="0">
              <a:srgbClr val="000000">
                <a:alpha val="20000"/>
              </a:srgbClr>
            </a:outerShdw>
          </a:effectLst>
        </p:spPr>
      </p:pic>
      <p:pic>
        <p:nvPicPr>
          <p:cNvPr id="1003" name="Google Shape;1003;g2c186218c5a_0_149"/>
          <p:cNvPicPr preferRelativeResize="0"/>
          <p:nvPr/>
        </p:nvPicPr>
        <p:blipFill rotWithShape="1">
          <a:blip r:embed="rId4">
            <a:alphaModFix/>
          </a:blip>
          <a:srcRect l="228" r="228"/>
          <a:stretch/>
        </p:blipFill>
        <p:spPr>
          <a:xfrm>
            <a:off x="1076425" y="1684725"/>
            <a:ext cx="2139484" cy="2982850"/>
          </a:xfrm>
          <a:prstGeom prst="rect">
            <a:avLst/>
          </a:prstGeom>
          <a:noFill/>
          <a:ln>
            <a:noFill/>
          </a:ln>
          <a:effectLst>
            <a:outerShdw blurRad="85725" dist="19050" dir="5400000" algn="bl" rotWithShape="0">
              <a:srgbClr val="000000">
                <a:alpha val="20000"/>
              </a:srgbClr>
            </a:outerShdw>
          </a:effectLst>
        </p:spPr>
      </p:pic>
      <p:pic>
        <p:nvPicPr>
          <p:cNvPr id="1004" name="Google Shape;1004;g2c186218c5a_0_149"/>
          <p:cNvPicPr preferRelativeResize="0"/>
          <p:nvPr/>
        </p:nvPicPr>
        <p:blipFill rotWithShape="1">
          <a:blip r:embed="rId5">
            <a:alphaModFix/>
          </a:blip>
          <a:srcRect l="228" r="228"/>
          <a:stretch/>
        </p:blipFill>
        <p:spPr>
          <a:xfrm>
            <a:off x="5928090" y="1684725"/>
            <a:ext cx="2139484" cy="2982850"/>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09"/>
        <p:cNvGrpSpPr/>
        <p:nvPr/>
      </p:nvGrpSpPr>
      <p:grpSpPr>
        <a:xfrm>
          <a:off x="0" y="0"/>
          <a:ext cx="0" cy="0"/>
          <a:chOff x="0" y="0"/>
          <a:chExt cx="0" cy="0"/>
        </a:xfrm>
      </p:grpSpPr>
      <p:sp>
        <p:nvSpPr>
          <p:cNvPr id="1010" name="Google Shape;1010;g26b641b03cd_0_3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11" name="Google Shape;1011;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sp>
        <p:nvSpPr>
          <p:cNvPr id="1012" name="Google Shape;1012;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13" name="Google Shape;1013;g26b641b03cd_0_315"/>
          <p:cNvPicPr preferRelativeResize="0"/>
          <p:nvPr/>
        </p:nvPicPr>
        <p:blipFill rotWithShape="1">
          <a:blip r:embed="rId3">
            <a:alphaModFix/>
          </a:blip>
          <a:srcRect t="19" b="19"/>
          <a:stretch/>
        </p:blipFill>
        <p:spPr>
          <a:xfrm>
            <a:off x="1748000" y="3254085"/>
            <a:ext cx="2716112" cy="2038089"/>
          </a:xfrm>
          <a:prstGeom prst="rect">
            <a:avLst/>
          </a:prstGeom>
          <a:noFill/>
          <a:ln>
            <a:noFill/>
          </a:ln>
          <a:effectLst>
            <a:outerShdw blurRad="57150" dist="19050" dir="5400000" algn="bl" rotWithShape="0">
              <a:srgbClr val="000000">
                <a:alpha val="20000"/>
              </a:srgbClr>
            </a:outerShdw>
          </a:effectLst>
        </p:spPr>
      </p:pic>
      <p:pic>
        <p:nvPicPr>
          <p:cNvPr id="1014" name="Google Shape;1014;g26b641b03cd_0_315"/>
          <p:cNvPicPr preferRelativeResize="0"/>
          <p:nvPr/>
        </p:nvPicPr>
        <p:blipFill rotWithShape="1">
          <a:blip r:embed="rId4">
            <a:alphaModFix/>
          </a:blip>
          <a:srcRect l="69" r="69"/>
          <a:stretch/>
        </p:blipFill>
        <p:spPr>
          <a:xfrm>
            <a:off x="4679887" y="3254085"/>
            <a:ext cx="2716112" cy="2038091"/>
          </a:xfrm>
          <a:prstGeom prst="rect">
            <a:avLst/>
          </a:prstGeom>
          <a:noFill/>
          <a:ln>
            <a:noFill/>
          </a:ln>
          <a:effectLst>
            <a:outerShdw blurRad="57150" dist="19050" dir="5400000" algn="bl" rotWithShape="0">
              <a:srgbClr val="000000">
                <a:alpha val="20000"/>
              </a:srgbClr>
            </a:outerShdw>
          </a:effectLst>
        </p:spPr>
      </p:pic>
      <p:pic>
        <p:nvPicPr>
          <p:cNvPr id="1015" name="Google Shape;1015;g26b641b03cd_0_315"/>
          <p:cNvPicPr preferRelativeResize="0"/>
          <p:nvPr/>
        </p:nvPicPr>
        <p:blipFill rotWithShape="1">
          <a:blip r:embed="rId5">
            <a:alphaModFix/>
          </a:blip>
          <a:srcRect l="69" r="69"/>
          <a:stretch/>
        </p:blipFill>
        <p:spPr>
          <a:xfrm>
            <a:off x="1748000" y="1042475"/>
            <a:ext cx="2716112" cy="2038091"/>
          </a:xfrm>
          <a:prstGeom prst="rect">
            <a:avLst/>
          </a:prstGeom>
          <a:noFill/>
          <a:ln>
            <a:noFill/>
          </a:ln>
          <a:effectLst>
            <a:outerShdw blurRad="57150" dist="19050" dir="5400000" algn="bl" rotWithShape="0">
              <a:srgbClr val="000000">
                <a:alpha val="20000"/>
              </a:srgbClr>
            </a:outerShdw>
          </a:effectLst>
        </p:spPr>
      </p:pic>
      <p:pic>
        <p:nvPicPr>
          <p:cNvPr id="1016" name="Google Shape;1016;g26b641b03cd_0_315"/>
          <p:cNvPicPr preferRelativeResize="0"/>
          <p:nvPr/>
        </p:nvPicPr>
        <p:blipFill rotWithShape="1">
          <a:blip r:embed="rId6">
            <a:alphaModFix/>
          </a:blip>
          <a:srcRect t="19" b="19"/>
          <a:stretch/>
        </p:blipFill>
        <p:spPr>
          <a:xfrm>
            <a:off x="4679887" y="1042475"/>
            <a:ext cx="2716112" cy="2038089"/>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21"/>
        <p:cNvGrpSpPr/>
        <p:nvPr/>
      </p:nvGrpSpPr>
      <p:grpSpPr>
        <a:xfrm>
          <a:off x="0" y="0"/>
          <a:ext cx="0" cy="0"/>
          <a:chOff x="0" y="0"/>
          <a:chExt cx="0" cy="0"/>
        </a:xfrm>
      </p:grpSpPr>
      <p:sp>
        <p:nvSpPr>
          <p:cNvPr id="1022" name="Google Shape;1022;g26b641b03cd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23" name="Google Shape;1023;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sp>
        <p:nvSpPr>
          <p:cNvPr id="1024" name="Google Shape;1024;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25" name="Google Shape;1025;g26b641b03cd_1_0"/>
          <p:cNvPicPr preferRelativeResize="0"/>
          <p:nvPr/>
        </p:nvPicPr>
        <p:blipFill rotWithShape="1">
          <a:blip r:embed="rId3">
            <a:alphaModFix/>
          </a:blip>
          <a:srcRect t="19" b="19"/>
          <a:stretch/>
        </p:blipFill>
        <p:spPr>
          <a:xfrm>
            <a:off x="1748000" y="3248340"/>
            <a:ext cx="2716112" cy="2038109"/>
          </a:xfrm>
          <a:prstGeom prst="rect">
            <a:avLst/>
          </a:prstGeom>
          <a:noFill/>
          <a:ln>
            <a:noFill/>
          </a:ln>
          <a:effectLst>
            <a:outerShdw blurRad="57150" dist="19050" dir="5400000" algn="bl" rotWithShape="0">
              <a:srgbClr val="000000">
                <a:alpha val="20000"/>
              </a:srgbClr>
            </a:outerShdw>
          </a:effectLst>
        </p:spPr>
      </p:pic>
      <p:pic>
        <p:nvPicPr>
          <p:cNvPr id="1026" name="Google Shape;1026;g26b641b03cd_1_0"/>
          <p:cNvPicPr preferRelativeResize="0"/>
          <p:nvPr/>
        </p:nvPicPr>
        <p:blipFill rotWithShape="1">
          <a:blip r:embed="rId4">
            <a:alphaModFix/>
          </a:blip>
          <a:srcRect l="69" r="69"/>
          <a:stretch/>
        </p:blipFill>
        <p:spPr>
          <a:xfrm>
            <a:off x="4679887" y="3248340"/>
            <a:ext cx="2716112" cy="2038109"/>
          </a:xfrm>
          <a:prstGeom prst="rect">
            <a:avLst/>
          </a:prstGeom>
          <a:noFill/>
          <a:ln>
            <a:noFill/>
          </a:ln>
          <a:effectLst>
            <a:outerShdw blurRad="57150" dist="19050" dir="5400000" algn="bl" rotWithShape="0">
              <a:srgbClr val="000000">
                <a:alpha val="20000"/>
              </a:srgbClr>
            </a:outerShdw>
          </a:effectLst>
        </p:spPr>
      </p:pic>
      <p:pic>
        <p:nvPicPr>
          <p:cNvPr id="1027" name="Google Shape;1027;g26b641b03cd_1_0"/>
          <p:cNvPicPr preferRelativeResize="0"/>
          <p:nvPr/>
        </p:nvPicPr>
        <p:blipFill rotWithShape="1">
          <a:blip r:embed="rId5">
            <a:alphaModFix/>
          </a:blip>
          <a:srcRect/>
          <a:stretch/>
        </p:blipFill>
        <p:spPr>
          <a:xfrm>
            <a:off x="1748000" y="1048200"/>
            <a:ext cx="2716112" cy="2038109"/>
          </a:xfrm>
          <a:prstGeom prst="rect">
            <a:avLst/>
          </a:prstGeom>
          <a:noFill/>
          <a:ln>
            <a:noFill/>
          </a:ln>
          <a:effectLst>
            <a:outerShdw blurRad="57150" dist="19050" dir="5400000" algn="bl" rotWithShape="0">
              <a:srgbClr val="000000">
                <a:alpha val="20000"/>
              </a:srgbClr>
            </a:outerShdw>
          </a:effectLst>
        </p:spPr>
      </p:pic>
      <p:pic>
        <p:nvPicPr>
          <p:cNvPr id="1028" name="Google Shape;1028;g26b641b03cd_1_0"/>
          <p:cNvPicPr preferRelativeResize="0"/>
          <p:nvPr/>
        </p:nvPicPr>
        <p:blipFill rotWithShape="1">
          <a:blip r:embed="rId6">
            <a:alphaModFix/>
          </a:blip>
          <a:srcRect t="19" b="19"/>
          <a:stretch/>
        </p:blipFill>
        <p:spPr>
          <a:xfrm>
            <a:off x="4679887" y="1048200"/>
            <a:ext cx="2716112" cy="2038109"/>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33"/>
        <p:cNvGrpSpPr/>
        <p:nvPr/>
      </p:nvGrpSpPr>
      <p:grpSpPr>
        <a:xfrm>
          <a:off x="0" y="0"/>
          <a:ext cx="0" cy="0"/>
          <a:chOff x="0" y="0"/>
          <a:chExt cx="0" cy="0"/>
        </a:xfrm>
      </p:grpSpPr>
      <p:pic>
        <p:nvPicPr>
          <p:cNvPr id="1034" name="Google Shape;1034;g2dacd869598_0_80"/>
          <p:cNvPicPr preferRelativeResize="0"/>
          <p:nvPr/>
        </p:nvPicPr>
        <p:blipFill rotWithShape="1">
          <a:blip r:embed="rId3">
            <a:alphaModFix/>
          </a:blip>
          <a:srcRect l="573" r="572"/>
          <a:stretch/>
        </p:blipFill>
        <p:spPr>
          <a:xfrm>
            <a:off x="4392597" y="2697413"/>
            <a:ext cx="3906212" cy="2453951"/>
          </a:xfrm>
          <a:prstGeom prst="rect">
            <a:avLst/>
          </a:prstGeom>
          <a:noFill/>
          <a:ln>
            <a:noFill/>
          </a:ln>
        </p:spPr>
      </p:pic>
      <p:pic>
        <p:nvPicPr>
          <p:cNvPr id="1035" name="Google Shape;1035;g2dacd869598_0_80"/>
          <p:cNvPicPr preferRelativeResize="0"/>
          <p:nvPr/>
        </p:nvPicPr>
        <p:blipFill rotWithShape="1">
          <a:blip r:embed="rId4">
            <a:alphaModFix/>
          </a:blip>
          <a:srcRect/>
          <a:stretch/>
        </p:blipFill>
        <p:spPr>
          <a:xfrm>
            <a:off x="1149538" y="2727326"/>
            <a:ext cx="2837601" cy="1082425"/>
          </a:xfrm>
          <a:prstGeom prst="rect">
            <a:avLst/>
          </a:prstGeom>
          <a:noFill/>
          <a:ln>
            <a:noFill/>
          </a:ln>
        </p:spPr>
      </p:pic>
      <p:pic>
        <p:nvPicPr>
          <p:cNvPr id="1036" name="Google Shape;1036;g2dacd869598_0_80"/>
          <p:cNvPicPr preferRelativeResize="0"/>
          <p:nvPr/>
        </p:nvPicPr>
        <p:blipFill rotWithShape="1">
          <a:blip r:embed="rId5">
            <a:alphaModFix/>
          </a:blip>
          <a:srcRect/>
          <a:stretch/>
        </p:blipFill>
        <p:spPr>
          <a:xfrm>
            <a:off x="1229196" y="3914409"/>
            <a:ext cx="2765550" cy="1161593"/>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278</Words>
  <Application>Microsoft Office PowerPoint</Application>
  <PresentationFormat>On-screen Show (4:3)</PresentationFormat>
  <Paragraphs>90</Paragraphs>
  <Slides>20</Slides>
  <Notes>20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Calibri</vt:lpstr>
      <vt:lpstr>Poppins SemiBold</vt:lpstr>
      <vt:lpstr>Nunito Black</vt:lpstr>
      <vt:lpstr>Poppins</vt:lpstr>
      <vt:lpstr>Poppins Medium</vt:lpstr>
      <vt:lpstr>Arial</vt:lpstr>
      <vt:lpstr>Jost</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vt:lpstr>
      <vt:lpstr>Hear Phonemes</vt:lpstr>
      <vt:lpstr>Hear Phonemes</vt:lpstr>
      <vt:lpstr>Review Grapheme Caption</vt:lpstr>
      <vt:lpstr>Review Lowercase Formation</vt:lpstr>
      <vt:lpstr>Build a Decodable Word</vt:lpstr>
      <vt:lpstr>Build a Decodable Word</vt:lpstr>
      <vt:lpstr>Practise with Alien Words</vt:lpstr>
      <vt:lpstr>Practise with Alien Words</vt:lpstr>
      <vt:lpstr>Practise High Frequency Words</vt:lpstr>
      <vt:lpstr>Practise High Frequency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2026-05-20T06:44:55Z</dcterms:modified>
</cp:coreProperties>
</file>