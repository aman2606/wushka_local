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jL3+OLZaFmuqTPSPa8BESD8zHy6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265D57-3535-46AE-A1BE-73C24526F2AF}">
  <a:tblStyle styleId="{21265D57-3535-46AE-A1BE-73C24526F2A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4" name="Google Shape;70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5" name="Google Shape;70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4" name="Google Shape;73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0" name="Google Shape;77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1" name="Google Shape;77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dbec347f1_1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dbec347f1_1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dbec347f1_1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2cdbec347f1_1_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8" name="Google Shape;918;g2cdbec347f1_1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9" name="Google Shape;919;g2cdbec347f1_1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cdbec347f1_1_8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cdbec347f1_1_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cdbec347f1_1_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09253"/>
            <a:ext cx="4850100" cy="1597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5499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Digraph 'ir'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2 - Tuesday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7</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7.png"/><Relationship Id="rId7" Type="http://schemas.openxmlformats.org/officeDocument/2006/relationships/slide" Target="slide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9.xml"/><Relationship Id="rId4" Type="http://schemas.openxmlformats.org/officeDocument/2006/relationships/image" Target="../media/image8.png"/><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6.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18" Type="http://schemas.openxmlformats.org/officeDocument/2006/relationships/image" Target="../media/image81.png"/><Relationship Id="rId26" Type="http://schemas.openxmlformats.org/officeDocument/2006/relationships/image" Target="../media/image89.png"/><Relationship Id="rId3" Type="http://schemas.openxmlformats.org/officeDocument/2006/relationships/image" Target="../media/image66.png"/><Relationship Id="rId21" Type="http://schemas.openxmlformats.org/officeDocument/2006/relationships/image" Target="../media/image84.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0.png"/><Relationship Id="rId25" Type="http://schemas.openxmlformats.org/officeDocument/2006/relationships/image" Target="../media/image88.png"/><Relationship Id="rId2" Type="http://schemas.openxmlformats.org/officeDocument/2006/relationships/notesSlide" Target="../notesSlides/notesSlide6.xml"/><Relationship Id="rId16" Type="http://schemas.openxmlformats.org/officeDocument/2006/relationships/image" Target="../media/image79.png"/><Relationship Id="rId20" Type="http://schemas.openxmlformats.org/officeDocument/2006/relationships/image" Target="../media/image83.png"/><Relationship Id="rId29" Type="http://schemas.openxmlformats.org/officeDocument/2006/relationships/image" Target="../media/image92.png"/><Relationship Id="rId1" Type="http://schemas.openxmlformats.org/officeDocument/2006/relationships/slideLayout" Target="../slideLayouts/slideLayout3.xml"/><Relationship Id="rId6" Type="http://schemas.openxmlformats.org/officeDocument/2006/relationships/image" Target="../media/image69.png"/><Relationship Id="rId11" Type="http://schemas.openxmlformats.org/officeDocument/2006/relationships/image" Target="../media/image74.png"/><Relationship Id="rId24" Type="http://schemas.openxmlformats.org/officeDocument/2006/relationships/image" Target="../media/image87.png"/><Relationship Id="rId5" Type="http://schemas.openxmlformats.org/officeDocument/2006/relationships/image" Target="../media/image68.png"/><Relationship Id="rId15" Type="http://schemas.openxmlformats.org/officeDocument/2006/relationships/image" Target="../media/image78.png"/><Relationship Id="rId23" Type="http://schemas.openxmlformats.org/officeDocument/2006/relationships/image" Target="../media/image86.png"/><Relationship Id="rId28" Type="http://schemas.openxmlformats.org/officeDocument/2006/relationships/image" Target="../media/image91.png"/><Relationship Id="rId10" Type="http://schemas.openxmlformats.org/officeDocument/2006/relationships/image" Target="../media/image73.png"/><Relationship Id="rId19" Type="http://schemas.openxmlformats.org/officeDocument/2006/relationships/image" Target="../media/image82.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 Id="rId22" Type="http://schemas.openxmlformats.org/officeDocument/2006/relationships/image" Target="../media/image85.png"/><Relationship Id="rId27" Type="http://schemas.openxmlformats.org/officeDocument/2006/relationships/image" Target="../media/image90.png"/><Relationship Id="rId30" Type="http://schemas.openxmlformats.org/officeDocument/2006/relationships/image" Target="../media/image9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Digraph 'ir'</a:t>
            </a:r>
            <a:endParaRPr/>
          </a:p>
        </p:txBody>
      </p:sp>
      <p:sp>
        <p:nvSpPr>
          <p:cNvPr id="668" name="Google Shape;668;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7</a:t>
            </a:r>
            <a:endParaRPr/>
          </a:p>
        </p:txBody>
      </p:sp>
      <p:sp>
        <p:nvSpPr>
          <p:cNvPr id="671" name="Google Shape;671;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72" name="Google Shape;672;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73" name="Google Shape;673;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74" name="Google Shape;674;p1"/>
          <p:cNvPicPr preferRelativeResize="0"/>
          <p:nvPr/>
        </p:nvPicPr>
        <p:blipFill rotWithShape="1">
          <a:blip r:embed="rId3">
            <a:alphaModFix/>
          </a:blip>
          <a:srcRect t="59" b="59"/>
          <a:stretch/>
        </p:blipFill>
        <p:spPr>
          <a:xfrm rot="214138">
            <a:off x="3963991" y="4487036"/>
            <a:ext cx="2493519" cy="997851"/>
          </a:xfrm>
          <a:prstGeom prst="rect">
            <a:avLst/>
          </a:prstGeom>
          <a:noFill/>
          <a:ln>
            <a:noFill/>
          </a:ln>
          <a:effectLst>
            <a:outerShdw blurRad="71438" dist="38100" dir="5220000" algn="bl" rotWithShape="0">
              <a:srgbClr val="000000">
                <a:alpha val="21176"/>
              </a:srgbClr>
            </a:outerShdw>
          </a:effectLst>
        </p:spPr>
      </p:pic>
      <p:pic>
        <p:nvPicPr>
          <p:cNvPr id="675" name="Google Shape;675;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6" name="Google Shape;676;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77" name="Google Shape;677;p1"/>
          <p:cNvGraphicFramePr/>
          <p:nvPr/>
        </p:nvGraphicFramePr>
        <p:xfrm>
          <a:off x="4844200" y="1891197"/>
          <a:ext cx="3785000" cy="1678950"/>
        </p:xfrm>
        <a:graphic>
          <a:graphicData uri="http://schemas.openxmlformats.org/drawingml/2006/table">
            <a:tbl>
              <a:tblPr firstRow="1" bandRow="1">
                <a:noFill/>
                <a:tableStyleId>{21265D57-3535-46AE-A1BE-73C24526F2AF}</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endParaRPr sz="17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ir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ir</a:t>
            </a:r>
            <a:r>
              <a:rPr lang="en-US"/>
              <a:t>.</a:t>
            </a:r>
            <a:endParaRPr/>
          </a:p>
        </p:txBody>
      </p:sp>
      <p:sp>
        <p:nvSpPr>
          <p:cNvPr id="684" name="Google Shape;684;g2bee4f4af4b_0_204"/>
          <p:cNvSpPr txBox="1">
            <a:spLocks noGrp="1"/>
          </p:cNvSpPr>
          <p:nvPr>
            <p:ph type="body" idx="2"/>
          </p:nvPr>
        </p:nvSpPr>
        <p:spPr>
          <a:xfrm>
            <a:off x="3298550" y="1709253"/>
            <a:ext cx="4850100" cy="1597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r>
              <a:rPr lang="en-US"/>
              <a:t>.</a:t>
            </a:r>
            <a:endParaRPr/>
          </a:p>
        </p:txBody>
      </p:sp>
      <p:sp>
        <p:nvSpPr>
          <p:cNvPr id="685" name="Google Shape;685;g2bee4f4af4b_0_204"/>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86" name="Google Shape;686;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692" name="Google Shape;692;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93" name="Google Shape;693;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94" name="Google Shape;694;g2bee4f4af4b_0_204"/>
          <p:cNvPicPr preferRelativeResize="0"/>
          <p:nvPr/>
        </p:nvPicPr>
        <p:blipFill rotWithShape="1">
          <a:blip r:embed="rId5">
            <a:alphaModFix/>
          </a:blip>
          <a:srcRect t="59" b="69"/>
          <a:stretch/>
        </p:blipFill>
        <p:spPr>
          <a:xfrm>
            <a:off x="946800" y="4384154"/>
            <a:ext cx="1372150" cy="549101"/>
          </a:xfrm>
          <a:prstGeom prst="rect">
            <a:avLst/>
          </a:prstGeom>
          <a:noFill/>
          <a:ln>
            <a:noFill/>
          </a:ln>
          <a:effectLst>
            <a:outerShdw blurRad="71438" dist="19050" dir="5220000" algn="bl" rotWithShape="0">
              <a:srgbClr val="D8D8D8"/>
            </a:outerShdw>
          </a:effectLst>
        </p:spPr>
      </p:pic>
      <p:sp>
        <p:nvSpPr>
          <p:cNvPr id="695" name="Google Shape;695;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6" name="Google Shape;696;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7" name="Google Shape;697;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8" name="Google Shape;698;g2bee4f4af4b_0_204">
            <a:hlinkClick r:id="rId7" action="ppaction://hlinksldjump"/>
          </p:cNvPr>
          <p:cNvSpPr/>
          <p:nvPr/>
        </p:nvSpPr>
        <p:spPr>
          <a:xfrm>
            <a:off x="953264" y="3914021"/>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g2bee4f4af4b_0_204">
            <a:hlinkClick r:id="rId8" action="ppaction://hlinksldjump"/>
          </p:cNvPr>
          <p:cNvSpPr/>
          <p:nvPr/>
        </p:nvSpPr>
        <p:spPr>
          <a:xfrm>
            <a:off x="2477038" y="377602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g2bee4f4af4b_0_204">
            <a:hlinkClick r:id="rId9" action="ppaction://hlinksldjump"/>
          </p:cNvPr>
          <p:cNvSpPr/>
          <p:nvPr/>
        </p:nvSpPr>
        <p:spPr>
          <a:xfrm>
            <a:off x="3617888" y="377602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1" name="Google Shape;701;g2bee4f4af4b_0_204">
            <a:hlinkClick r:id="rId10" action="ppaction://hlinksldjump"/>
          </p:cNvPr>
          <p:cNvSpPr/>
          <p:nvPr/>
        </p:nvSpPr>
        <p:spPr>
          <a:xfrm>
            <a:off x="4936825" y="37576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8" name="Google Shape;708;g26b641b03cd_0_165"/>
          <p:cNvGrpSpPr/>
          <p:nvPr/>
        </p:nvGrpSpPr>
        <p:grpSpPr>
          <a:xfrm>
            <a:off x="930400" y="2053244"/>
            <a:ext cx="7283200" cy="3724851"/>
            <a:chOff x="930400" y="2129444"/>
            <a:chExt cx="7283200" cy="3724851"/>
          </a:xfrm>
        </p:grpSpPr>
        <p:pic>
          <p:nvPicPr>
            <p:cNvPr id="709" name="Google Shape;70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8" name="Google Shape;738;g26b7edf6e71_0_26"/>
          <p:cNvGrpSpPr/>
          <p:nvPr/>
        </p:nvGrpSpPr>
        <p:grpSpPr>
          <a:xfrm>
            <a:off x="930400" y="2053250"/>
            <a:ext cx="7283201" cy="2971674"/>
            <a:chOff x="930400" y="2129450"/>
            <a:chExt cx="7283201" cy="2971674"/>
          </a:xfrm>
        </p:grpSpPr>
        <p:pic>
          <p:nvPicPr>
            <p:cNvPr id="739" name="Google Shape;73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9" name="Google Shape;74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4" name="Google Shape;774;g2c298da1f27_0_417"/>
          <p:cNvPicPr preferRelativeResize="0"/>
          <p:nvPr/>
        </p:nvPicPr>
        <p:blipFill rotWithShape="1">
          <a:blip r:embed="rId3">
            <a:alphaModFix/>
          </a:blip>
          <a:srcRect l="79" r="79"/>
          <a:stretch/>
        </p:blipFill>
        <p:spPr>
          <a:xfrm>
            <a:off x="930400" y="2053250"/>
            <a:ext cx="1315210" cy="1861588"/>
          </a:xfrm>
          <a:prstGeom prst="rect">
            <a:avLst/>
          </a:prstGeom>
          <a:noFill/>
          <a:ln>
            <a:noFill/>
          </a:ln>
          <a:effectLst>
            <a:outerShdw blurRad="71438" dist="28575" dir="5400000" algn="bl" rotWithShape="0">
              <a:srgbClr val="000000">
                <a:alpha val="15294"/>
              </a:srgbClr>
            </a:outerShdw>
          </a:effectLst>
        </p:spPr>
      </p:pic>
      <p:pic>
        <p:nvPicPr>
          <p:cNvPr id="775" name="Google Shape;775;g2c298da1f27_0_417"/>
          <p:cNvPicPr preferRelativeResize="0"/>
          <p:nvPr/>
        </p:nvPicPr>
        <p:blipFill rotWithShape="1">
          <a:blip r:embed="rId4">
            <a:alphaModFix/>
          </a:blip>
          <a:srcRect l="19" r="29"/>
          <a:stretch/>
        </p:blipFill>
        <p:spPr>
          <a:xfrm>
            <a:off x="5357775" y="2053250"/>
            <a:ext cx="1315210" cy="1861589"/>
          </a:xfrm>
          <a:prstGeom prst="rect">
            <a:avLst/>
          </a:prstGeom>
          <a:noFill/>
          <a:ln>
            <a:noFill/>
          </a:ln>
          <a:effectLst>
            <a:outerShdw blurRad="71438" dist="28575" dir="5400000" algn="bl" rotWithShape="0">
              <a:srgbClr val="000000">
                <a:alpha val="15294"/>
              </a:srgbClr>
            </a:outerShdw>
          </a:effectLst>
        </p:spPr>
      </p:pic>
      <p:pic>
        <p:nvPicPr>
          <p:cNvPr id="776" name="Google Shape;776;g2c298da1f27_0_417"/>
          <p:cNvPicPr preferRelativeResize="0"/>
          <p:nvPr/>
        </p:nvPicPr>
        <p:blipFill rotWithShape="1">
          <a:blip r:embed="rId5">
            <a:alphaModFix/>
          </a:blip>
          <a:srcRect l="19" r="29"/>
          <a:stretch/>
        </p:blipFill>
        <p:spPr>
          <a:xfrm>
            <a:off x="2406191" y="2053250"/>
            <a:ext cx="1315210" cy="1861589"/>
          </a:xfrm>
          <a:prstGeom prst="rect">
            <a:avLst/>
          </a:prstGeom>
          <a:noFill/>
          <a:ln>
            <a:noFill/>
          </a:ln>
          <a:effectLst>
            <a:outerShdw blurRad="71438" dist="28575" dir="5400000" algn="bl" rotWithShape="0">
              <a:srgbClr val="000000">
                <a:alpha val="15294"/>
              </a:srgbClr>
            </a:outerShdw>
          </a:effectLst>
        </p:spPr>
      </p:pic>
      <p:pic>
        <p:nvPicPr>
          <p:cNvPr id="777" name="Google Shape;777;g2c298da1f27_0_417"/>
          <p:cNvPicPr preferRelativeResize="0"/>
          <p:nvPr/>
        </p:nvPicPr>
        <p:blipFill rotWithShape="1">
          <a:blip r:embed="rId6">
            <a:alphaModFix/>
          </a:blip>
          <a:srcRect l="19" r="29"/>
          <a:stretch/>
        </p:blipFill>
        <p:spPr>
          <a:xfrm>
            <a:off x="3881984" y="2053250"/>
            <a:ext cx="1315210" cy="1861589"/>
          </a:xfrm>
          <a:prstGeom prst="rect">
            <a:avLst/>
          </a:prstGeom>
          <a:noFill/>
          <a:ln>
            <a:noFill/>
          </a:ln>
          <a:effectLst>
            <a:outerShdw blurRad="71438" dist="28575" dir="5400000" algn="bl" rotWithShape="0">
              <a:srgbClr val="000000">
                <a:alpha val="15294"/>
              </a:srgbClr>
            </a:outerShdw>
          </a:effectLst>
        </p:spPr>
      </p:pic>
      <p:pic>
        <p:nvPicPr>
          <p:cNvPr id="778" name="Google Shape;778;g2c298da1f27_0_417"/>
          <p:cNvPicPr preferRelativeResize="0"/>
          <p:nvPr/>
        </p:nvPicPr>
        <p:blipFill rotWithShape="1">
          <a:blip r:embed="rId7">
            <a:alphaModFix/>
          </a:blip>
          <a:srcRect l="79" r="79"/>
          <a:stretch/>
        </p:blipFill>
        <p:spPr>
          <a:xfrm>
            <a:off x="6833566" y="2053250"/>
            <a:ext cx="1315210" cy="1861588"/>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SzPts val="2400"/>
              <a:buNone/>
            </a:pPr>
            <a:r>
              <a:rPr lang="en-US">
                <a:solidFill>
                  <a:schemeClr val="dk1"/>
                </a:solidFill>
              </a:rPr>
              <a:t>Review Phase 3 Common Exception Words </a:t>
            </a:r>
            <a:r>
              <a:rPr lang="en-US">
                <a:solidFill>
                  <a:srgbClr val="2356AF"/>
                </a:solidFill>
              </a:rPr>
              <a:t>push they me we be he she my by looked you are there here were all sure</a:t>
            </a:r>
            <a:r>
              <a:rPr lang="en-US">
                <a:solidFill>
                  <a:schemeClr val="dk1"/>
                </a:solidFill>
              </a:rPr>
              <a:t>.</a:t>
            </a:r>
            <a:endParaRPr/>
          </a:p>
        </p:txBody>
      </p:sp>
      <p:grpSp>
        <p:nvGrpSpPr>
          <p:cNvPr id="785" name="Google Shape;785;g2c298d33e0c_0_6"/>
          <p:cNvGrpSpPr/>
          <p:nvPr/>
        </p:nvGrpSpPr>
        <p:grpSpPr>
          <a:xfrm>
            <a:off x="866900" y="2079100"/>
            <a:ext cx="7281864" cy="2684601"/>
            <a:chOff x="868300" y="2129450"/>
            <a:chExt cx="7281864" cy="2684601"/>
          </a:xfrm>
        </p:grpSpPr>
        <p:pic>
          <p:nvPicPr>
            <p:cNvPr id="786" name="Google Shape;78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787" name="Google Shape;78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788" name="Google Shape;78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789" name="Google Shape;78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790" name="Google Shape;79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791" name="Google Shape;79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2" name="Google Shape;79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3" name="Google Shape;79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4" name="Google Shape;79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795" name="Google Shape;79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796" name="Google Shape;79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7" name="Google Shape;79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8" name="Google Shape;79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799" name="Google Shape;79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0" name="Google Shape;80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1" name="Google Shape;80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02" name="Google Shape;80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3" name="Google Shape;80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4" name="Google Shape;80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5" name="Google Shape;80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06" name="Google Shape;80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07" name="Google Shape;80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8" name="Google Shape;80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9" name="Google Shape;80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1" name="Google Shape;81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3" name="Google Shape;81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20" name="Google Shape;82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21" name="Google Shape;821;g2c186218c5a_0_17"/>
          <p:cNvPicPr preferRelativeResize="0"/>
          <p:nvPr/>
        </p:nvPicPr>
        <p:blipFill rotWithShape="1">
          <a:blip r:embed="rId3">
            <a:alphaModFix/>
          </a:blip>
          <a:srcRect t="109" b="99"/>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22" name="Google Shape;82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29" name="Google Shape;82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30" name="Google Shape;830;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31" name="Google Shape;83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38" name="Google Shape;83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39" name="Google Shape;839;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840" name="Google Shape;84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47" name="Google Shape;84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48" name="Google Shape;848;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849" name="Google Shape;84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56" name="Google Shape;85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57" name="Google Shape;85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4" name="Google Shape;864;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5" name="Google Shape;865;g2c4fb7f6616_1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6" name="Google Shape;866;g2c4fb7f6616_1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7" name="Google Shape;867;g2c4fb7f6616_1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8" name="Google Shape;868;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9" name="Google Shape;869;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0" name="Google Shape;870;g2c4fb7f6616_1_0"/>
          <p:cNvGrpSpPr/>
          <p:nvPr/>
        </p:nvGrpSpPr>
        <p:grpSpPr>
          <a:xfrm>
            <a:off x="304250" y="6984600"/>
            <a:ext cx="8330829" cy="808600"/>
            <a:chOff x="-152950" y="7365600"/>
            <a:chExt cx="8330829" cy="808600"/>
          </a:xfrm>
        </p:grpSpPr>
        <p:sp>
          <p:nvSpPr>
            <p:cNvPr id="871" name="Google Shape;871;g2c4fb7f6616_1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2" name="Google Shape;872;g2c4fb7f6616_1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3" name="Google Shape;873;g2c4fb7f6616_1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4" name="Google Shape;874;g2c4fb7f6616_1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5" name="Google Shape;875;g2c4fb7f6616_1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6" name="Google Shape;876;g2c4fb7f6616_1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7" name="Google Shape;877;g2c4fb7f6616_1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8" name="Google Shape;878;g2c4fb7f6616_1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9" name="Google Shape;879;g2c4fb7f6616_1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0" name="Google Shape;880;g2c4fb7f6616_1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1" name="Google Shape;881;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2" name="Google Shape;882;g2c4fb7f6616_1_0"/>
          <p:cNvSpPr/>
          <p:nvPr/>
        </p:nvSpPr>
        <p:spPr>
          <a:xfrm>
            <a:off x="374349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3" name="Google Shape;883;g2c4fb7f6616_1_0"/>
          <p:cNvSpPr txBox="1"/>
          <p:nvPr/>
        </p:nvSpPr>
        <p:spPr>
          <a:xfrm>
            <a:off x="3461177" y="1308025"/>
            <a:ext cx="954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84" name="Google Shape;884;g2c4fb7f6616_1_0"/>
          <p:cNvSpPr txBox="1"/>
          <p:nvPr/>
        </p:nvSpPr>
        <p:spPr>
          <a:xfrm>
            <a:off x="4291123" y="1308025"/>
            <a:ext cx="1391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993FA2"/>
                </a:solidFill>
                <a:latin typeface="Jost"/>
                <a:ea typeface="Jost"/>
                <a:cs typeface="Jost"/>
                <a:sym typeface="Jost"/>
              </a:rPr>
              <a:t>ir</a:t>
            </a:r>
            <a:endParaRPr sz="15000" b="0" i="0" u="none" strike="noStrike" cap="none">
              <a:solidFill>
                <a:srgbClr val="993FA2"/>
              </a:solidFill>
              <a:latin typeface="Jost"/>
              <a:ea typeface="Jost"/>
              <a:cs typeface="Jost"/>
              <a:sym typeface="Jost"/>
            </a:endParaRPr>
          </a:p>
        </p:txBody>
      </p:sp>
      <p:sp>
        <p:nvSpPr>
          <p:cNvPr id="885" name="Google Shape;885;g2c4fb7f6616_1_0"/>
          <p:cNvSpPr/>
          <p:nvPr/>
        </p:nvSpPr>
        <p:spPr>
          <a:xfrm>
            <a:off x="4460687" y="4056375"/>
            <a:ext cx="9546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dbec347f1_1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2" name="Google Shape;892;g2cdbec347f1_1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3" name="Google Shape;893;g2cdbec347f1_1_8"/>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4" name="Google Shape;894;g2cdbec347f1_1_8"/>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5" name="Google Shape;895;g2cdbec347f1_1_8"/>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6" name="Google Shape;896;g2cdbec347f1_1_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7" name="Google Shape;897;g2cdbec347f1_1_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8" name="Google Shape;898;g2cdbec347f1_1_8"/>
          <p:cNvGrpSpPr/>
          <p:nvPr/>
        </p:nvGrpSpPr>
        <p:grpSpPr>
          <a:xfrm>
            <a:off x="304250" y="6984600"/>
            <a:ext cx="8330829" cy="808600"/>
            <a:chOff x="-152950" y="7365600"/>
            <a:chExt cx="8330829" cy="808600"/>
          </a:xfrm>
        </p:grpSpPr>
        <p:sp>
          <p:nvSpPr>
            <p:cNvPr id="899" name="Google Shape;899;g2cdbec347f1_1_8"/>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0" name="Google Shape;900;g2cdbec347f1_1_8"/>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1" name="Google Shape;901;g2cdbec347f1_1_8"/>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2" name="Google Shape;902;g2cdbec347f1_1_8"/>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3" name="Google Shape;903;g2cdbec347f1_1_8"/>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4" name="Google Shape;904;g2cdbec347f1_1_8"/>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5" name="Google Shape;905;g2cdbec347f1_1_8"/>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6" name="Google Shape;906;g2cdbec347f1_1_8"/>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7" name="Google Shape;907;g2cdbec347f1_1_8"/>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8" name="Google Shape;908;g2cdbec347f1_1_8"/>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9" name="Google Shape;909;g2cdbec347f1_1_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0" name="Google Shape;910;g2cdbec347f1_1_8"/>
          <p:cNvSpPr/>
          <p:nvPr/>
        </p:nvSpPr>
        <p:spPr>
          <a:xfrm>
            <a:off x="334779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1" name="Google Shape;911;g2cdbec347f1_1_8"/>
          <p:cNvSpPr txBox="1"/>
          <p:nvPr/>
        </p:nvSpPr>
        <p:spPr>
          <a:xfrm>
            <a:off x="2862754" y="1308025"/>
            <a:ext cx="954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12" name="Google Shape;912;g2cdbec347f1_1_8"/>
          <p:cNvSpPr txBox="1"/>
          <p:nvPr/>
        </p:nvSpPr>
        <p:spPr>
          <a:xfrm>
            <a:off x="3949963" y="1308025"/>
            <a:ext cx="1391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993FA2"/>
                </a:solidFill>
                <a:latin typeface="Jost"/>
                <a:ea typeface="Jost"/>
                <a:cs typeface="Jost"/>
                <a:sym typeface="Jost"/>
              </a:rPr>
              <a:t>ir</a:t>
            </a:r>
            <a:endParaRPr sz="15000" b="0" i="0" u="none" strike="noStrike" cap="none">
              <a:solidFill>
                <a:srgbClr val="993FA2"/>
              </a:solidFill>
              <a:latin typeface="Jost"/>
              <a:ea typeface="Jost"/>
              <a:cs typeface="Jost"/>
              <a:sym typeface="Jost"/>
            </a:endParaRPr>
          </a:p>
        </p:txBody>
      </p:sp>
      <p:sp>
        <p:nvSpPr>
          <p:cNvPr id="913" name="Google Shape;913;g2cdbec347f1_1_8"/>
          <p:cNvSpPr/>
          <p:nvPr/>
        </p:nvSpPr>
        <p:spPr>
          <a:xfrm>
            <a:off x="4119526" y="4056375"/>
            <a:ext cx="9546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dbec347f1_1_8"/>
          <p:cNvSpPr/>
          <p:nvPr/>
        </p:nvSpPr>
        <p:spPr>
          <a:xfrm>
            <a:off x="560337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cdbec347f1_1_8"/>
          <p:cNvSpPr txBox="1"/>
          <p:nvPr/>
        </p:nvSpPr>
        <p:spPr>
          <a:xfrm>
            <a:off x="5188228" y="1308025"/>
            <a:ext cx="954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g2cdbec347f1_1_3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2" name="Google Shape;922;g2cdbec347f1_1_3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3" name="Google Shape;923;g2cdbec347f1_1_37"/>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cdbec347f1_1_37"/>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dbec347f1_1_37"/>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dbec347f1_1_3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7" name="Google Shape;927;g2cdbec347f1_1_3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8" name="Google Shape;928;g2cdbec347f1_1_37"/>
          <p:cNvGrpSpPr/>
          <p:nvPr/>
        </p:nvGrpSpPr>
        <p:grpSpPr>
          <a:xfrm>
            <a:off x="304250" y="6984600"/>
            <a:ext cx="8330829" cy="808600"/>
            <a:chOff x="-152950" y="7365600"/>
            <a:chExt cx="8330829" cy="808600"/>
          </a:xfrm>
        </p:grpSpPr>
        <p:sp>
          <p:nvSpPr>
            <p:cNvPr id="929" name="Google Shape;929;g2cdbec347f1_1_37"/>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0" name="Google Shape;930;g2cdbec347f1_1_37"/>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1" name="Google Shape;931;g2cdbec347f1_1_37"/>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2" name="Google Shape;932;g2cdbec347f1_1_37"/>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3" name="Google Shape;933;g2cdbec347f1_1_37"/>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4" name="Google Shape;934;g2cdbec347f1_1_37"/>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5" name="Google Shape;935;g2cdbec347f1_1_37"/>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6" name="Google Shape;936;g2cdbec347f1_1_37"/>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37" name="Google Shape;937;g2cdbec347f1_1_37"/>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cdbec347f1_1_37"/>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9" name="Google Shape;939;g2cdbec347f1_1_3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0" name="Google Shape;940;g2cdbec347f1_1_37"/>
          <p:cNvSpPr/>
          <p:nvPr/>
        </p:nvSpPr>
        <p:spPr>
          <a:xfrm>
            <a:off x="333871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1" name="Google Shape;941;g2cdbec347f1_1_37"/>
          <p:cNvSpPr txBox="1"/>
          <p:nvPr/>
        </p:nvSpPr>
        <p:spPr>
          <a:xfrm>
            <a:off x="2904000" y="1308025"/>
            <a:ext cx="954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42" name="Google Shape;942;g2cdbec347f1_1_37"/>
          <p:cNvSpPr txBox="1"/>
          <p:nvPr/>
        </p:nvSpPr>
        <p:spPr>
          <a:xfrm>
            <a:off x="3991209" y="1308025"/>
            <a:ext cx="1391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993FA2"/>
                </a:solidFill>
                <a:latin typeface="Jost"/>
                <a:ea typeface="Jost"/>
                <a:cs typeface="Jost"/>
                <a:sym typeface="Jost"/>
              </a:rPr>
              <a:t>ir</a:t>
            </a:r>
            <a:endParaRPr sz="15000" b="0" i="0" u="none" strike="noStrike" cap="none">
              <a:solidFill>
                <a:srgbClr val="993FA2"/>
              </a:solidFill>
              <a:latin typeface="Jost"/>
              <a:ea typeface="Jost"/>
              <a:cs typeface="Jost"/>
              <a:sym typeface="Jost"/>
            </a:endParaRPr>
          </a:p>
        </p:txBody>
      </p:sp>
      <p:sp>
        <p:nvSpPr>
          <p:cNvPr id="943" name="Google Shape;943;g2cdbec347f1_1_37"/>
          <p:cNvSpPr/>
          <p:nvPr/>
        </p:nvSpPr>
        <p:spPr>
          <a:xfrm>
            <a:off x="4160772" y="4056375"/>
            <a:ext cx="9546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cdbec347f1_1_37"/>
          <p:cNvSpPr/>
          <p:nvPr/>
        </p:nvSpPr>
        <p:spPr>
          <a:xfrm>
            <a:off x="549151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5" name="Google Shape;945;g2cdbec347f1_1_37"/>
          <p:cNvSpPr txBox="1"/>
          <p:nvPr/>
        </p:nvSpPr>
        <p:spPr>
          <a:xfrm>
            <a:off x="5209200" y="1308025"/>
            <a:ext cx="954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52" name="Google Shape;952;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53" name="Google Shape;953;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0" name="Google Shape;960;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1" name="Google Shape;961;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62" name="Google Shape;962;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9" name="Google Shape;969;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70" name="Google Shape;970;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71" name="Google Shape;97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8" name="Google Shape;97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9" name="Google Shape;979;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0" name="Google Shape;98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87" name="Google Shape;987;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8" name="Google Shape;988;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9" name="Google Shape;98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96" name="Google Shape;996;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97" name="Google Shape;997;g1f3daf8a844_0_64"/>
          <p:cNvGrpSpPr/>
          <p:nvPr/>
        </p:nvGrpSpPr>
        <p:grpSpPr>
          <a:xfrm>
            <a:off x="3024000" y="209875"/>
            <a:ext cx="3096000" cy="454800"/>
            <a:chOff x="3024000" y="209875"/>
            <a:chExt cx="3096000" cy="454800"/>
          </a:xfrm>
        </p:grpSpPr>
        <p:sp>
          <p:nvSpPr>
            <p:cNvPr id="998" name="Google Shape;99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00" name="Google Shape;100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01" name="Google Shape;1001;g1f3daf8a844_0_6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2" name="Google Shape;1002;g1f3daf8a844_0_6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3" name="Google Shape;1003;g1f3daf8a844_0_6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4" name="Google Shape;1004;g1f3daf8a844_0_6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5" name="Google Shape;1005;g1f3daf8a844_0_64"/>
          <p:cNvSpPr txBox="1"/>
          <p:nvPr/>
        </p:nvSpPr>
        <p:spPr>
          <a:xfrm>
            <a:off x="2333924"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06" name="Google Shape;1006;g1f3daf8a844_0_64"/>
          <p:cNvSpPr txBox="1"/>
          <p:nvPr/>
        </p:nvSpPr>
        <p:spPr>
          <a:xfrm>
            <a:off x="5792478"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07" name="Google Shape;1007;g1f3daf8a844_0_64"/>
          <p:cNvSpPr txBox="1"/>
          <p:nvPr/>
        </p:nvSpPr>
        <p:spPr>
          <a:xfrm>
            <a:off x="1181072"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08" name="Google Shape;1008;g1f3daf8a844_0_64"/>
          <p:cNvSpPr txBox="1"/>
          <p:nvPr/>
        </p:nvSpPr>
        <p:spPr>
          <a:xfrm>
            <a:off x="3486775"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9" name="Google Shape;1009;g1f3daf8a844_0_64"/>
          <p:cNvSpPr txBox="1"/>
          <p:nvPr/>
        </p:nvSpPr>
        <p:spPr>
          <a:xfrm>
            <a:off x="4639627"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10" name="Google Shape;1010;g1f3daf8a844_0_64"/>
          <p:cNvSpPr txBox="1"/>
          <p:nvPr/>
        </p:nvSpPr>
        <p:spPr>
          <a:xfrm>
            <a:off x="6945328"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11" name="Google Shape;1011;g1f3daf8a844_0_64"/>
          <p:cNvSpPr txBox="1"/>
          <p:nvPr/>
        </p:nvSpPr>
        <p:spPr>
          <a:xfrm>
            <a:off x="2910321" y="21646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12" name="Google Shape;1012;g1f3daf8a844_0_64"/>
          <p:cNvSpPr txBox="1"/>
          <p:nvPr/>
        </p:nvSpPr>
        <p:spPr>
          <a:xfrm>
            <a:off x="6368876" y="21646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sp>
        <p:nvSpPr>
          <p:cNvPr id="1013" name="Google Shape;1013;g1f3daf8a844_0_64"/>
          <p:cNvSpPr txBox="1"/>
          <p:nvPr/>
        </p:nvSpPr>
        <p:spPr>
          <a:xfrm>
            <a:off x="1757470" y="21646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14" name="Google Shape;1014;g1f3daf8a844_0_64"/>
          <p:cNvSpPr txBox="1"/>
          <p:nvPr/>
        </p:nvSpPr>
        <p:spPr>
          <a:xfrm>
            <a:off x="4063173" y="21646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th</a:t>
            </a:r>
            <a:endParaRPr sz="5500" b="0" i="0" u="none" strike="noStrike" cap="none">
              <a:solidFill>
                <a:srgbClr val="FFD403"/>
              </a:solidFill>
              <a:latin typeface="Jost"/>
              <a:ea typeface="Jost"/>
              <a:cs typeface="Jost"/>
              <a:sym typeface="Jost"/>
            </a:endParaRPr>
          </a:p>
        </p:txBody>
      </p:sp>
      <p:sp>
        <p:nvSpPr>
          <p:cNvPr id="1015" name="Google Shape;1015;g1f3daf8a844_0_64"/>
          <p:cNvSpPr txBox="1"/>
          <p:nvPr/>
        </p:nvSpPr>
        <p:spPr>
          <a:xfrm>
            <a:off x="5216024" y="21646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cxnSp>
        <p:nvCxnSpPr>
          <p:cNvPr id="1016" name="Google Shape;1016;g1f3daf8a844_0_6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cdbec347f1_1_8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3" name="Google Shape;1023;g2cdbec347f1_1_8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24" name="Google Shape;1024;g2cdbec347f1_1_84"/>
          <p:cNvGrpSpPr/>
          <p:nvPr/>
        </p:nvGrpSpPr>
        <p:grpSpPr>
          <a:xfrm>
            <a:off x="3024000" y="209875"/>
            <a:ext cx="3096000" cy="454800"/>
            <a:chOff x="3024000" y="209875"/>
            <a:chExt cx="3096000" cy="454800"/>
          </a:xfrm>
        </p:grpSpPr>
        <p:sp>
          <p:nvSpPr>
            <p:cNvPr id="1025" name="Google Shape;1025;g2cdbec347f1_1_8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6" name="Google Shape;1026;g2cdbec347f1_1_8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7" name="Google Shape;1027;g2cdbec347f1_1_8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28" name="Google Shape;1028;g2cdbec347f1_1_84"/>
          <p:cNvSpPr txBox="1">
            <a:spLocks noGrp="1"/>
          </p:cNvSpPr>
          <p:nvPr>
            <p:ph type="subTitle" idx="4294967295"/>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sir girl bird dirt skirt shirt birth first third</a:t>
            </a:r>
            <a:endParaRPr sz="1800" b="0" i="0" u="none" strike="noStrike" cap="none">
              <a:solidFill>
                <a:srgbClr val="B7B7B7"/>
              </a:solidFill>
              <a:latin typeface="Jost"/>
              <a:ea typeface="Jost"/>
              <a:cs typeface="Jost"/>
              <a:sym typeface="Jost"/>
            </a:endParaRPr>
          </a:p>
        </p:txBody>
      </p:sp>
      <p:cxnSp>
        <p:nvCxnSpPr>
          <p:cNvPr id="1029" name="Google Shape;1029;g2cdbec347f1_1_84"/>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30" name="Google Shape;1030;g2cdbec347f1_1_8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1" name="Google Shape;1031;g2cdbec347f1_1_8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2" name="Google Shape;1032;g2cdbec347f1_1_8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3" name="Google Shape;1033;g2cdbec347f1_1_8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4" name="Google Shape;1034;g2cdbec347f1_1_84"/>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5" name="Google Shape;1035;g2cdbec347f1_1_84"/>
          <p:cNvSpPr txBox="1"/>
          <p:nvPr/>
        </p:nvSpPr>
        <p:spPr>
          <a:xfrm>
            <a:off x="2333924"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36" name="Google Shape;1036;g2cdbec347f1_1_84"/>
          <p:cNvSpPr txBox="1"/>
          <p:nvPr/>
        </p:nvSpPr>
        <p:spPr>
          <a:xfrm>
            <a:off x="5792479"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37" name="Google Shape;1037;g2cdbec347f1_1_84"/>
          <p:cNvSpPr txBox="1"/>
          <p:nvPr/>
        </p:nvSpPr>
        <p:spPr>
          <a:xfrm>
            <a:off x="1181072"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38" name="Google Shape;1038;g2cdbec347f1_1_84"/>
          <p:cNvSpPr txBox="1"/>
          <p:nvPr/>
        </p:nvSpPr>
        <p:spPr>
          <a:xfrm>
            <a:off x="3486775"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39" name="Google Shape;1039;g2cdbec347f1_1_84"/>
          <p:cNvSpPr txBox="1"/>
          <p:nvPr/>
        </p:nvSpPr>
        <p:spPr>
          <a:xfrm>
            <a:off x="4639627"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40" name="Google Shape;1040;g2cdbec347f1_1_84"/>
          <p:cNvSpPr txBox="1"/>
          <p:nvPr/>
        </p:nvSpPr>
        <p:spPr>
          <a:xfrm>
            <a:off x="6945327" y="9583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41" name="Google Shape;1041;g2cdbec347f1_1_84"/>
          <p:cNvSpPr txBox="1"/>
          <p:nvPr/>
        </p:nvSpPr>
        <p:spPr>
          <a:xfrm>
            <a:off x="2910321" y="21646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42" name="Google Shape;1042;g2cdbec347f1_1_84"/>
          <p:cNvSpPr txBox="1"/>
          <p:nvPr/>
        </p:nvSpPr>
        <p:spPr>
          <a:xfrm>
            <a:off x="6368876" y="21646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sp>
        <p:nvSpPr>
          <p:cNvPr id="1043" name="Google Shape;1043;g2cdbec347f1_1_84"/>
          <p:cNvSpPr txBox="1"/>
          <p:nvPr/>
        </p:nvSpPr>
        <p:spPr>
          <a:xfrm>
            <a:off x="1757470" y="21646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44" name="Google Shape;1044;g2cdbec347f1_1_84"/>
          <p:cNvSpPr txBox="1"/>
          <p:nvPr/>
        </p:nvSpPr>
        <p:spPr>
          <a:xfrm>
            <a:off x="4063173" y="21646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th</a:t>
            </a:r>
            <a:endParaRPr sz="5500" b="0" i="0" u="none" strike="noStrike" cap="none">
              <a:solidFill>
                <a:srgbClr val="FFD403"/>
              </a:solidFill>
              <a:latin typeface="Jost"/>
              <a:ea typeface="Jost"/>
              <a:cs typeface="Jost"/>
              <a:sym typeface="Jost"/>
            </a:endParaRPr>
          </a:p>
        </p:txBody>
      </p:sp>
      <p:sp>
        <p:nvSpPr>
          <p:cNvPr id="1045" name="Google Shape;1045;g2cdbec347f1_1_84"/>
          <p:cNvSpPr txBox="1"/>
          <p:nvPr/>
        </p:nvSpPr>
        <p:spPr>
          <a:xfrm>
            <a:off x="5216024" y="21646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340</Words>
  <Application>Microsoft Office PowerPoint</Application>
  <PresentationFormat>On-screen Show (4:3)</PresentationFormat>
  <Paragraphs>152</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Calibri</vt:lpstr>
      <vt:lpstr>Poppins SemiBold</vt:lpstr>
      <vt:lpstr>Poppins Medium</vt:lpstr>
      <vt:lpstr>Jost</vt:lpstr>
      <vt:lpstr>Poppins</vt:lpstr>
      <vt:lpstr>Arial</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3 Common Exception Words push they me we be he she my by looked you are there here were all sure.</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2026-05-20T04:36:53Z</dcterms:modified>
</cp:coreProperties>
</file>