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Jost" panose="020B0604020202020204" charset="0"/>
      <p:regular r:id="rId24"/>
      <p:bold r:id="rId25"/>
      <p:italic r:id="rId26"/>
      <p:boldItalic r:id="rId27"/>
    </p:embeddedFont>
    <p:embeddedFont>
      <p:font typeface="Nunito Black" pitchFamily="2" charset="0"/>
      <p:bold r:id="rId28"/>
      <p:boldItalic r:id="rId29"/>
    </p:embeddedFont>
    <p:embeddedFont>
      <p:font typeface="Poppins" panose="00000500000000000000" pitchFamily="2" charset="0"/>
      <p:regular r:id="rId30"/>
      <p:bold r:id="rId31"/>
      <p:italic r:id="rId32"/>
      <p:boldItalic r:id="rId33"/>
    </p:embeddedFont>
    <p:embeddedFont>
      <p:font typeface="Poppins Medium" panose="00000600000000000000" pitchFamily="2"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i8ELfLM+wKFqQJD6LuZrYuvhSuX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BDAD253-65EC-4D52-A8F3-F549C723E2B3}">
  <a:tblStyle styleId="{DBDAD253-65EC-4D52-A8F3-F549C723E2B3}"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7" name="Google Shape;657;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8" name="Google Shape;658;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4" name="Google Shape;66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1" name="Google Shape;731;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0" name="Google Shape;830;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2ce66866dac_0_11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2" name="Google Shape;852;g2ce66866dac_0_11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3" name="Google Shape;853;g2ce66866dac_0_11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ce66866dac_0_11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2ce66866dac_0_1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2ce66866dac_0_1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7396a18c08_0_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7396a18c08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7396a18c08_0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7396a18c08_0_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27396a18c08_0_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27396a18c08_0_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5" name="Google Shape;89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6" name="Google Shape;89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2" name="Google Shape;902;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3" name="Google Shape;903;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g2ee871d60e6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6" name="Google Shape;936;g2ee871d60e6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7" name="Google Shape;937;g2ee871d60e6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g274c2d64de4_0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4" name="Google Shape;974;g274c2d64de4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5" name="Google Shape;975;g274c2d64de4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g2ee871d60e6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6" name="Google Shape;1006;g2ee871d60e6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7" name="Google Shape;1007;g2ee871d60e6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p:cNvGrpSpPr/>
        <p:nvPr/>
      </p:nvGrpSpPr>
      <p:grpSpPr>
        <a:xfrm>
          <a:off x="0" y="0"/>
          <a:ext cx="0" cy="0"/>
          <a:chOff x="0" y="0"/>
          <a:chExt cx="0" cy="0"/>
        </a:xfrm>
      </p:grpSpPr>
      <p:sp>
        <p:nvSpPr>
          <p:cNvPr id="1041" name="Google Shape;1041;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2" name="Google Shape;1042;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3" name="Google Shape;1043;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g2dadbbe58d1_1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9" name="Google Shape;1049;g2dadbbe58d1_1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0" name="Google Shape;1050;g2dadbbe58d1_1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8"/>
        <p:cNvGrpSpPr/>
        <p:nvPr/>
      </p:nvGrpSpPr>
      <p:grpSpPr>
        <a:xfrm>
          <a:off x="0" y="0"/>
          <a:ext cx="0" cy="0"/>
          <a:chOff x="0" y="0"/>
          <a:chExt cx="0" cy="0"/>
        </a:xfrm>
      </p:grpSpPr>
      <p:sp>
        <p:nvSpPr>
          <p:cNvPr id="1079" name="Google Shape;1079;g274c2d64de4_0_13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0" name="Google Shape;1080;g274c2d64de4_0_1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1" name="Google Shape;1081;g274c2d64de4_0_1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1" name="Google Shape;1111;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2" name="Google Shape;1112;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7"/>
        <p:cNvGrpSpPr/>
        <p:nvPr/>
      </p:nvGrpSpPr>
      <p:grpSpPr>
        <a:xfrm>
          <a:off x="0" y="0"/>
          <a:ext cx="0" cy="0"/>
          <a:chOff x="0" y="0"/>
          <a:chExt cx="0" cy="0"/>
        </a:xfrm>
      </p:grpSpPr>
      <p:sp>
        <p:nvSpPr>
          <p:cNvPr id="1158" name="Google Shape;1158;g27396a18c08_0_8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9" name="Google Shape;1159;g27396a18c08_0_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0" name="Google Shape;1160;g27396a18c08_0_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5" y="1600125"/>
            <a:ext cx="50169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b="0" i="0" u="none" strike="noStrike" cap="none">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393250"/>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1673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6" name="Google Shape;56;p15"/>
          <p:cNvSpPr txBox="1"/>
          <p:nvPr/>
        </p:nvSpPr>
        <p:spPr>
          <a:xfrm>
            <a:off x="856314" y="2358003"/>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7" name="Google Shape;57;p15"/>
          <p:cNvCxnSpPr/>
          <p:nvPr/>
        </p:nvCxnSpPr>
        <p:spPr>
          <a:xfrm>
            <a:off x="865586" y="35504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8539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7240990" y="88100"/>
              <a:ext cx="1337400" cy="403500"/>
              <a:chOff x="3235750" y="88250"/>
              <a:chExt cx="1337400" cy="403500"/>
            </a:xfrm>
          </p:grpSpPr>
          <p:sp>
            <p:nvSpPr>
              <p:cNvPr id="62" name="Google Shape;62;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69" name="Google Shape;69;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5" name="Google Shape;75;p15"/>
          <p:cNvSpPr txBox="1"/>
          <p:nvPr/>
        </p:nvSpPr>
        <p:spPr>
          <a:xfrm>
            <a:off x="3742925" y="3485575"/>
            <a:ext cx="4405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a person, place or thing.</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Agent Noun </a:t>
            </a:r>
            <a:r>
              <a:rPr lang="en-US" sz="1600" b="0" i="0" u="none" strike="noStrike" cap="none">
                <a:solidFill>
                  <a:srgbClr val="000000"/>
                </a:solidFill>
                <a:latin typeface="Poppins"/>
                <a:ea typeface="Poppins"/>
                <a:cs typeface="Poppins"/>
                <a:sym typeface="Poppins"/>
              </a:rPr>
              <a:t>– a noun denoting someone or something that performs the action of a verb.</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Verb </a:t>
            </a:r>
            <a:r>
              <a:rPr lang="en-US" sz="1600" b="0" i="0" u="none" strike="noStrike" cap="none">
                <a:solidFill>
                  <a:srgbClr val="000000"/>
                </a:solidFill>
                <a:latin typeface="Poppins"/>
                <a:ea typeface="Poppins"/>
                <a:cs typeface="Poppins"/>
                <a:sym typeface="Poppins"/>
              </a:rPr>
              <a:t>– a word used to describe an action.</a:t>
            </a:r>
            <a:endParaRPr sz="1600" b="0" i="0" u="none" strike="noStrike" cap="none">
              <a:solidFill>
                <a:srgbClr val="000000"/>
              </a:solidFill>
              <a:latin typeface="Poppins SemiBold"/>
              <a:ea typeface="Poppins SemiBold"/>
              <a:cs typeface="Poppins SemiBold"/>
              <a:sym typeface="Poppins SemiBo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4"/>
        <p:cNvGrpSpPr/>
        <p:nvPr/>
      </p:nvGrpSpPr>
      <p:grpSpPr>
        <a:xfrm>
          <a:off x="0" y="0"/>
          <a:ext cx="0" cy="0"/>
          <a:chOff x="0" y="0"/>
          <a:chExt cx="0" cy="0"/>
        </a:xfrm>
      </p:grpSpPr>
      <p:sp>
        <p:nvSpPr>
          <p:cNvPr id="105" name="Google Shape;105;g26b641b03cd_0_3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7" name="Google Shape;10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g26b641b03cd_0_3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flipH="1">
            <a:off x="-938345" y="25482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-er suffix (double consonant)</a:t>
            </a:r>
            <a:endParaRPr sz="1800" b="0" i="0" u="none" strike="noStrike" cap="none">
              <a:solidFill>
                <a:srgbClr val="FFFFFF"/>
              </a:solidFill>
              <a:latin typeface="Poppins SemiBold"/>
              <a:ea typeface="Poppins SemiBold"/>
              <a:cs typeface="Poppins SemiBold"/>
              <a:sym typeface="Poppins SemiBold"/>
            </a:endParaRPr>
          </a:p>
        </p:txBody>
      </p:sp>
      <p:sp>
        <p:nvSpPr>
          <p:cNvPr id="112" name="Google Shape;112;g26b641b03cd_0_33"/>
          <p:cNvSpPr txBox="1"/>
          <p:nvPr/>
        </p:nvSpPr>
        <p:spPr>
          <a:xfrm rot="-5400000">
            <a:off x="-1852558" y="61138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Week 4 - Tuesday</a:t>
            </a:r>
            <a:endParaRPr sz="1800" b="0" i="0" u="none" strike="noStrike" cap="none">
              <a:solidFill>
                <a:srgbClr val="E82625"/>
              </a:solidFill>
              <a:latin typeface="Poppins Medium"/>
              <a:ea typeface="Poppins Medium"/>
              <a:cs typeface="Poppins Medium"/>
              <a:sym typeface="Poppins Medium"/>
            </a:endParaRPr>
          </a:p>
        </p:txBody>
      </p:sp>
      <p:sp>
        <p:nvSpPr>
          <p:cNvPr id="113" name="Google Shape;11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Lesson 17</a:t>
            </a:r>
            <a:endParaRPr sz="1800" b="0" i="0" u="none" strike="noStrike" cap="none">
              <a:solidFill>
                <a:srgbClr val="E82625"/>
              </a:solidFill>
              <a:latin typeface="Poppins Medium"/>
              <a:ea typeface="Poppins Medium"/>
              <a:cs typeface="Poppins Medium"/>
              <a:sym typeface="Poppins Medium"/>
            </a:endParaRPr>
          </a:p>
        </p:txBody>
      </p:sp>
      <p:sp>
        <p:nvSpPr>
          <p:cNvPr id="114" name="Google Shape;114;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
        <p:nvSpPr>
          <p:cNvPr id="115" name="Google Shape;11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6" name="Google Shape;11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7" name="Google Shape;11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E82625"/>
              </a:buClr>
              <a:buSzPts val="3200"/>
              <a:buFont typeface="Poppins Medium"/>
              <a:buNone/>
              <a:defRPr sz="3200">
                <a:solidFill>
                  <a:srgbClr val="E82625"/>
                </a:solidFill>
                <a:latin typeface="Poppins Medium"/>
                <a:ea typeface="Poppins Medium"/>
                <a:cs typeface="Poppins Medium"/>
                <a:sym typeface="Poppins Medium"/>
              </a:defRPr>
            </a:lvl1pPr>
            <a:lvl2pPr lvl="1" algn="ctr">
              <a:lnSpc>
                <a:spcPct val="100000"/>
              </a:lnSpc>
              <a:spcBef>
                <a:spcPts val="0"/>
              </a:spcBef>
              <a:spcAft>
                <a:spcPts val="0"/>
              </a:spcAft>
              <a:buClr>
                <a:srgbClr val="E82625"/>
              </a:buClr>
              <a:buSzPts val="3600"/>
              <a:buNone/>
              <a:defRPr sz="3600">
                <a:solidFill>
                  <a:srgbClr val="E82625"/>
                </a:solidFill>
              </a:defRPr>
            </a:lvl2pPr>
            <a:lvl3pPr lvl="2" algn="ctr">
              <a:lnSpc>
                <a:spcPct val="100000"/>
              </a:lnSpc>
              <a:spcBef>
                <a:spcPts val="0"/>
              </a:spcBef>
              <a:spcAft>
                <a:spcPts val="0"/>
              </a:spcAft>
              <a:buClr>
                <a:srgbClr val="E82625"/>
              </a:buClr>
              <a:buSzPts val="3600"/>
              <a:buNone/>
              <a:defRPr sz="3600">
                <a:solidFill>
                  <a:srgbClr val="E82625"/>
                </a:solidFill>
              </a:defRPr>
            </a:lvl3pPr>
            <a:lvl4pPr lvl="3" algn="ctr">
              <a:lnSpc>
                <a:spcPct val="100000"/>
              </a:lnSpc>
              <a:spcBef>
                <a:spcPts val="0"/>
              </a:spcBef>
              <a:spcAft>
                <a:spcPts val="0"/>
              </a:spcAft>
              <a:buClr>
                <a:srgbClr val="E82625"/>
              </a:buClr>
              <a:buSzPts val="3600"/>
              <a:buNone/>
              <a:defRPr sz="3600">
                <a:solidFill>
                  <a:srgbClr val="E82625"/>
                </a:solidFill>
              </a:defRPr>
            </a:lvl4pPr>
            <a:lvl5pPr lvl="4" algn="ctr">
              <a:lnSpc>
                <a:spcPct val="100000"/>
              </a:lnSpc>
              <a:spcBef>
                <a:spcPts val="0"/>
              </a:spcBef>
              <a:spcAft>
                <a:spcPts val="0"/>
              </a:spcAft>
              <a:buClr>
                <a:srgbClr val="E82625"/>
              </a:buClr>
              <a:buSzPts val="3600"/>
              <a:buNone/>
              <a:defRPr sz="3600">
                <a:solidFill>
                  <a:srgbClr val="E82625"/>
                </a:solidFill>
              </a:defRPr>
            </a:lvl5pPr>
            <a:lvl6pPr lvl="5" algn="ctr">
              <a:lnSpc>
                <a:spcPct val="100000"/>
              </a:lnSpc>
              <a:spcBef>
                <a:spcPts val="0"/>
              </a:spcBef>
              <a:spcAft>
                <a:spcPts val="0"/>
              </a:spcAft>
              <a:buClr>
                <a:srgbClr val="E82625"/>
              </a:buClr>
              <a:buSzPts val="3600"/>
              <a:buNone/>
              <a:defRPr sz="3600">
                <a:solidFill>
                  <a:srgbClr val="E82625"/>
                </a:solidFill>
              </a:defRPr>
            </a:lvl6pPr>
            <a:lvl7pPr lvl="6" algn="ctr">
              <a:lnSpc>
                <a:spcPct val="100000"/>
              </a:lnSpc>
              <a:spcBef>
                <a:spcPts val="0"/>
              </a:spcBef>
              <a:spcAft>
                <a:spcPts val="0"/>
              </a:spcAft>
              <a:buClr>
                <a:srgbClr val="E82625"/>
              </a:buClr>
              <a:buSzPts val="3600"/>
              <a:buNone/>
              <a:defRPr sz="3600">
                <a:solidFill>
                  <a:srgbClr val="E82625"/>
                </a:solidFill>
              </a:defRPr>
            </a:lvl7pPr>
            <a:lvl8pPr lvl="7" algn="ctr">
              <a:lnSpc>
                <a:spcPct val="100000"/>
              </a:lnSpc>
              <a:spcBef>
                <a:spcPts val="0"/>
              </a:spcBef>
              <a:spcAft>
                <a:spcPts val="0"/>
              </a:spcAft>
              <a:buClr>
                <a:srgbClr val="E82625"/>
              </a:buClr>
              <a:buSzPts val="3600"/>
              <a:buNone/>
              <a:defRPr sz="3600">
                <a:solidFill>
                  <a:srgbClr val="E82625"/>
                </a:solidFill>
              </a:defRPr>
            </a:lvl8pPr>
            <a:lvl9pPr lvl="8" algn="ctr">
              <a:lnSpc>
                <a:spcPct val="100000"/>
              </a:lnSpc>
              <a:spcBef>
                <a:spcPts val="0"/>
              </a:spcBef>
              <a:spcAft>
                <a:spcPts val="0"/>
              </a:spcAft>
              <a:buClr>
                <a:srgbClr val="E82625"/>
              </a:buClr>
              <a:buSzPts val="3600"/>
              <a:buNone/>
              <a:defRPr sz="3600">
                <a:solidFill>
                  <a:srgbClr val="E82625"/>
                </a:solidFill>
              </a:defRPr>
            </a:lvl9pPr>
          </a:lstStyle>
          <a:p>
            <a:endParaRPr/>
          </a:p>
        </p:txBody>
      </p:sp>
      <p:sp>
        <p:nvSpPr>
          <p:cNvPr id="118" name="Google Shape;11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9" name="Google Shape;119;g26b641b03cd_0_33"/>
          <p:cNvGrpSpPr/>
          <p:nvPr/>
        </p:nvGrpSpPr>
        <p:grpSpPr>
          <a:xfrm>
            <a:off x="662575" y="6212475"/>
            <a:ext cx="586800" cy="571500"/>
            <a:chOff x="662575" y="6212475"/>
            <a:chExt cx="586800" cy="571500"/>
          </a:xfrm>
        </p:grpSpPr>
        <p:sp>
          <p:nvSpPr>
            <p:cNvPr id="120" name="Google Shape;120;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3" name="Google Shape;123;g26b641b03cd_0_33"/>
          <p:cNvGrpSpPr/>
          <p:nvPr/>
        </p:nvGrpSpPr>
        <p:grpSpPr>
          <a:xfrm>
            <a:off x="7894350" y="6212475"/>
            <a:ext cx="586800" cy="571500"/>
            <a:chOff x="7894350" y="6212475"/>
            <a:chExt cx="586800" cy="571500"/>
          </a:xfrm>
        </p:grpSpPr>
        <p:sp>
          <p:nvSpPr>
            <p:cNvPr id="124" name="Google Shape;124;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6b641b03cd_0_3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7240990" y="88100"/>
              <a:ext cx="1337400" cy="403500"/>
              <a:chOff x="3235750" y="88250"/>
              <a:chExt cx="1337400" cy="403500"/>
            </a:xfrm>
          </p:grpSpPr>
          <p:sp>
            <p:nvSpPr>
              <p:cNvPr id="174" name="Google Shape;174;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81" name="Google Shape;18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3" name="Google Shape;18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9" name="Google Shape;209;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0" name="Google Shape;21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1" name="Google Shape;211;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4" name="Google Shape;214;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15" name="Google Shape;215;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16" name="Google Shape;216;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17" name="Google Shape;217;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29" name="Google Shape;229;g1f3daf8a844_0_32"/>
          <p:cNvGrpSpPr/>
          <p:nvPr/>
        </p:nvGrpSpPr>
        <p:grpSpPr>
          <a:xfrm>
            <a:off x="662575" y="6212475"/>
            <a:ext cx="586800" cy="571500"/>
            <a:chOff x="662575" y="6212475"/>
            <a:chExt cx="586800" cy="571500"/>
          </a:xfrm>
        </p:grpSpPr>
        <p:sp>
          <p:nvSpPr>
            <p:cNvPr id="230" name="Google Shape;23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1f3daf8a844_0_32"/>
          <p:cNvGrpSpPr/>
          <p:nvPr/>
        </p:nvGrpSpPr>
        <p:grpSpPr>
          <a:xfrm>
            <a:off x="7894350" y="6212475"/>
            <a:ext cx="586800" cy="571500"/>
            <a:chOff x="7894350" y="6212475"/>
            <a:chExt cx="586800" cy="571500"/>
          </a:xfrm>
        </p:grpSpPr>
        <p:sp>
          <p:nvSpPr>
            <p:cNvPr id="234" name="Google Shape;23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9" name="Google Shape;23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0" name="Google Shape;240;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3" name="Google Shape;243;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44" name="Google Shape;244;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45" name="Google Shape;245;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46" name="Google Shape;246;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57" name="Google Shape;257;g2c157a2fb06_0_53"/>
          <p:cNvGrpSpPr/>
          <p:nvPr/>
        </p:nvGrpSpPr>
        <p:grpSpPr>
          <a:xfrm>
            <a:off x="662575" y="6212475"/>
            <a:ext cx="586800" cy="571500"/>
            <a:chOff x="662575" y="6212475"/>
            <a:chExt cx="586800" cy="571500"/>
          </a:xfrm>
        </p:grpSpPr>
        <p:sp>
          <p:nvSpPr>
            <p:cNvPr id="258" name="Google Shape;25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1" name="Google Shape;261;g2c157a2fb06_0_53"/>
          <p:cNvGrpSpPr/>
          <p:nvPr/>
        </p:nvGrpSpPr>
        <p:grpSpPr>
          <a:xfrm>
            <a:off x="7894350" y="6212475"/>
            <a:ext cx="586800" cy="571500"/>
            <a:chOff x="7894350" y="6212475"/>
            <a:chExt cx="586800" cy="571500"/>
          </a:xfrm>
        </p:grpSpPr>
        <p:sp>
          <p:nvSpPr>
            <p:cNvPr id="262" name="Google Shape;26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5" name="Google Shape;265;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7" name="Google Shape;26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8" name="Google Shape;268;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1" name="Google Shape;271;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73" name="Google Shape;273;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74" name="Google Shape;274;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285" name="Google Shape;285;g2c157a2fb06_0_158"/>
          <p:cNvGrpSpPr/>
          <p:nvPr/>
        </p:nvGrpSpPr>
        <p:grpSpPr>
          <a:xfrm>
            <a:off x="662575" y="6212475"/>
            <a:ext cx="586800" cy="571500"/>
            <a:chOff x="662575" y="6212475"/>
            <a:chExt cx="586800" cy="571500"/>
          </a:xfrm>
        </p:grpSpPr>
        <p:sp>
          <p:nvSpPr>
            <p:cNvPr id="286" name="Google Shape;28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9" name="Google Shape;289;g2c157a2fb06_0_158"/>
          <p:cNvGrpSpPr/>
          <p:nvPr/>
        </p:nvGrpSpPr>
        <p:grpSpPr>
          <a:xfrm>
            <a:off x="7894350" y="6212475"/>
            <a:ext cx="586800" cy="571500"/>
            <a:chOff x="7894350" y="6212475"/>
            <a:chExt cx="586800" cy="571500"/>
          </a:xfrm>
        </p:grpSpPr>
        <p:sp>
          <p:nvSpPr>
            <p:cNvPr id="290" name="Google Shape;29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3" name="Google Shape;293;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5" name="Google Shape;295;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6" name="Google Shape;296;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9" name="Google Shape;299;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0" name="Google Shape;300;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1" name="Google Shape;301;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2" name="Google Shape;302;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16" name="Google Shape;316;g2c157a2fb06_0_263"/>
          <p:cNvGrpSpPr/>
          <p:nvPr/>
        </p:nvGrpSpPr>
        <p:grpSpPr>
          <a:xfrm>
            <a:off x="662575" y="6212475"/>
            <a:ext cx="586800" cy="571500"/>
            <a:chOff x="662575" y="6212475"/>
            <a:chExt cx="586800" cy="571500"/>
          </a:xfrm>
        </p:grpSpPr>
        <p:sp>
          <p:nvSpPr>
            <p:cNvPr id="317" name="Google Shape;31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263"/>
          <p:cNvGrpSpPr/>
          <p:nvPr/>
        </p:nvGrpSpPr>
        <p:grpSpPr>
          <a:xfrm>
            <a:off x="7894350" y="6212475"/>
            <a:ext cx="586800" cy="571500"/>
            <a:chOff x="7894350" y="6212475"/>
            <a:chExt cx="586800" cy="571500"/>
          </a:xfrm>
        </p:grpSpPr>
        <p:sp>
          <p:nvSpPr>
            <p:cNvPr id="321" name="Google Shape;32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4" name="Google Shape;324;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6" name="Google Shape;32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7" name="Google Shape;327;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0" name="Google Shape;330;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1" name="Google Shape;331;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2" name="Google Shape;332;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3" name="Google Shape;333;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467"/>
          <p:cNvGrpSpPr/>
          <p:nvPr/>
        </p:nvGrpSpPr>
        <p:grpSpPr>
          <a:xfrm>
            <a:off x="662575" y="6212475"/>
            <a:ext cx="586800" cy="571500"/>
            <a:chOff x="662575" y="6212475"/>
            <a:chExt cx="586800" cy="571500"/>
          </a:xfrm>
        </p:grpSpPr>
        <p:sp>
          <p:nvSpPr>
            <p:cNvPr id="343" name="Google Shape;34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467"/>
          <p:cNvGrpSpPr/>
          <p:nvPr/>
        </p:nvGrpSpPr>
        <p:grpSpPr>
          <a:xfrm>
            <a:off x="7894350" y="6212475"/>
            <a:ext cx="586800" cy="571500"/>
            <a:chOff x="7894350" y="6212475"/>
            <a:chExt cx="586800" cy="571500"/>
          </a:xfrm>
        </p:grpSpPr>
        <p:sp>
          <p:nvSpPr>
            <p:cNvPr id="347" name="Google Shape;34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0" name="Google Shape;350;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7" name="Google Shape;357;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58" name="Google Shape;358;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59" name="Google Shape;359;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629"/>
          <p:cNvGrpSpPr/>
          <p:nvPr/>
        </p:nvGrpSpPr>
        <p:grpSpPr>
          <a:xfrm>
            <a:off x="662575" y="6212475"/>
            <a:ext cx="586800" cy="571500"/>
            <a:chOff x="662575" y="6212475"/>
            <a:chExt cx="586800" cy="571500"/>
          </a:xfrm>
        </p:grpSpPr>
        <p:sp>
          <p:nvSpPr>
            <p:cNvPr id="369" name="Google Shape;36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629"/>
          <p:cNvGrpSpPr/>
          <p:nvPr/>
        </p:nvGrpSpPr>
        <p:grpSpPr>
          <a:xfrm>
            <a:off x="7894350" y="6212475"/>
            <a:ext cx="586800" cy="571500"/>
            <a:chOff x="7894350" y="6212475"/>
            <a:chExt cx="586800" cy="571500"/>
          </a:xfrm>
        </p:grpSpPr>
        <p:sp>
          <p:nvSpPr>
            <p:cNvPr id="373" name="Google Shape;37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6" name="Google Shape;376;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83" name="Google Shape;383;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84" name="Google Shape;384;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85" name="Google Shape;385;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5" name="Google Shape;395;g2c157a2fb06_0_798"/>
          <p:cNvGrpSpPr/>
          <p:nvPr/>
        </p:nvGrpSpPr>
        <p:grpSpPr>
          <a:xfrm>
            <a:off x="662575" y="6212475"/>
            <a:ext cx="586800" cy="571500"/>
            <a:chOff x="662575" y="6212475"/>
            <a:chExt cx="586800" cy="571500"/>
          </a:xfrm>
        </p:grpSpPr>
        <p:sp>
          <p:nvSpPr>
            <p:cNvPr id="396" name="Google Shape;39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9" name="Google Shape;399;g2c157a2fb06_0_798"/>
          <p:cNvGrpSpPr/>
          <p:nvPr/>
        </p:nvGrpSpPr>
        <p:grpSpPr>
          <a:xfrm>
            <a:off x="7894350" y="6212475"/>
            <a:ext cx="586800" cy="571500"/>
            <a:chOff x="7894350" y="6212475"/>
            <a:chExt cx="586800" cy="571500"/>
          </a:xfrm>
        </p:grpSpPr>
        <p:sp>
          <p:nvSpPr>
            <p:cNvPr id="400" name="Google Shape;40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3" name="Google Shape;403;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0" name="Google Shape;410;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1" name="Google Shape;411;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12" name="Google Shape;412;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2" name="Google Shape;422;g2c157a2fb06_0_825"/>
          <p:cNvGrpSpPr/>
          <p:nvPr/>
        </p:nvGrpSpPr>
        <p:grpSpPr>
          <a:xfrm>
            <a:off x="662575" y="6212475"/>
            <a:ext cx="586800" cy="571500"/>
            <a:chOff x="662575" y="6212475"/>
            <a:chExt cx="586800" cy="571500"/>
          </a:xfrm>
        </p:grpSpPr>
        <p:sp>
          <p:nvSpPr>
            <p:cNvPr id="423" name="Google Shape;42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6" name="Google Shape;426;g2c157a2fb06_0_825"/>
          <p:cNvGrpSpPr/>
          <p:nvPr/>
        </p:nvGrpSpPr>
        <p:grpSpPr>
          <a:xfrm>
            <a:off x="7894350" y="6212475"/>
            <a:ext cx="586800" cy="571500"/>
            <a:chOff x="7894350" y="6212475"/>
            <a:chExt cx="586800" cy="571500"/>
          </a:xfrm>
        </p:grpSpPr>
        <p:sp>
          <p:nvSpPr>
            <p:cNvPr id="427" name="Google Shape;42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0" name="Google Shape;430;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7" name="Google Shape;437;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38" name="Google Shape;438;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39" name="Google Shape;439;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61" name="Google Shape;461;g2c157a2fb06_0_700"/>
          <p:cNvGrpSpPr/>
          <p:nvPr/>
        </p:nvGrpSpPr>
        <p:grpSpPr>
          <a:xfrm>
            <a:off x="662575" y="6212475"/>
            <a:ext cx="586800" cy="571500"/>
            <a:chOff x="662575" y="6212475"/>
            <a:chExt cx="586800" cy="571500"/>
          </a:xfrm>
        </p:grpSpPr>
        <p:sp>
          <p:nvSpPr>
            <p:cNvPr id="462" name="Google Shape;46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5" name="Google Shape;465;g2c157a2fb06_0_700"/>
          <p:cNvGrpSpPr/>
          <p:nvPr/>
        </p:nvGrpSpPr>
        <p:grpSpPr>
          <a:xfrm>
            <a:off x="7894350" y="6212475"/>
            <a:ext cx="586800" cy="571500"/>
            <a:chOff x="7894350" y="6212475"/>
            <a:chExt cx="586800" cy="571500"/>
          </a:xfrm>
        </p:grpSpPr>
        <p:sp>
          <p:nvSpPr>
            <p:cNvPr id="466" name="Google Shape;46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9" name="Google Shape;469;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71" name="Google Shape;471;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2" name="Google Shape;472;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6" name="Google Shape;476;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7" name="Google Shape;477;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8" name="Google Shape;478;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00" name="Google Shape;500;g2c157a2fb06_0_932"/>
          <p:cNvGrpSpPr/>
          <p:nvPr/>
        </p:nvGrpSpPr>
        <p:grpSpPr>
          <a:xfrm>
            <a:off x="662575" y="6212475"/>
            <a:ext cx="586800" cy="571500"/>
            <a:chOff x="662575" y="6212475"/>
            <a:chExt cx="586800" cy="571500"/>
          </a:xfrm>
        </p:grpSpPr>
        <p:sp>
          <p:nvSpPr>
            <p:cNvPr id="501" name="Google Shape;50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4" name="Google Shape;504;g2c157a2fb06_0_932"/>
          <p:cNvGrpSpPr/>
          <p:nvPr/>
        </p:nvGrpSpPr>
        <p:grpSpPr>
          <a:xfrm>
            <a:off x="7894350" y="6212475"/>
            <a:ext cx="586800" cy="571500"/>
            <a:chOff x="7894350" y="6212475"/>
            <a:chExt cx="586800" cy="571500"/>
          </a:xfrm>
        </p:grpSpPr>
        <p:sp>
          <p:nvSpPr>
            <p:cNvPr id="505" name="Google Shape;50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8" name="Google Shape;508;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5" name="Google Shape;515;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6" name="Google Shape;516;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7" name="Google Shape;517;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36" name="Google Shape;536;g2c157a2fb06_0_1045"/>
          <p:cNvGrpSpPr/>
          <p:nvPr/>
        </p:nvGrpSpPr>
        <p:grpSpPr>
          <a:xfrm>
            <a:off x="662575" y="6212475"/>
            <a:ext cx="586800" cy="571500"/>
            <a:chOff x="662575" y="6212475"/>
            <a:chExt cx="586800" cy="571500"/>
          </a:xfrm>
        </p:grpSpPr>
        <p:sp>
          <p:nvSpPr>
            <p:cNvPr id="537" name="Google Shape;53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0" name="Google Shape;540;g2c157a2fb06_0_1045"/>
          <p:cNvGrpSpPr/>
          <p:nvPr/>
        </p:nvGrpSpPr>
        <p:grpSpPr>
          <a:xfrm>
            <a:off x="7894350" y="6212475"/>
            <a:ext cx="586800" cy="571500"/>
            <a:chOff x="7894350" y="6212475"/>
            <a:chExt cx="586800" cy="571500"/>
          </a:xfrm>
        </p:grpSpPr>
        <p:sp>
          <p:nvSpPr>
            <p:cNvPr id="541" name="Google Shape;54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4" name="Google Shape;544;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6" name="Google Shape;546;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7" name="Google Shape;547;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0" name="Google Shape;550;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1" name="Google Shape;551;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2" name="Google Shape;552;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3" name="Google Shape;553;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5" name="Google Shape;575;g2c157a2fb06_0_1110"/>
          <p:cNvGrpSpPr/>
          <p:nvPr/>
        </p:nvGrpSpPr>
        <p:grpSpPr>
          <a:xfrm>
            <a:off x="662575" y="6212475"/>
            <a:ext cx="586800" cy="571500"/>
            <a:chOff x="662575" y="6212475"/>
            <a:chExt cx="586800" cy="571500"/>
          </a:xfrm>
        </p:grpSpPr>
        <p:sp>
          <p:nvSpPr>
            <p:cNvPr id="576" name="Google Shape;57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9" name="Google Shape;579;g2c157a2fb06_0_1110"/>
          <p:cNvGrpSpPr/>
          <p:nvPr/>
        </p:nvGrpSpPr>
        <p:grpSpPr>
          <a:xfrm>
            <a:off x="7894350" y="6212475"/>
            <a:ext cx="586800" cy="571500"/>
            <a:chOff x="7894350" y="6212475"/>
            <a:chExt cx="586800" cy="571500"/>
          </a:xfrm>
        </p:grpSpPr>
        <p:sp>
          <p:nvSpPr>
            <p:cNvPr id="580" name="Google Shape;58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3" name="Google Shape;583;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4" name="Google Shape;584;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5" name="Google Shape;58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6" name="Google Shape;586;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9" name="Google Shape;589;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90" name="Google Shape;590;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91" name="Google Shape;591;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-er suffix </a:t>
            </a:r>
            <a:br>
              <a:rPr lang="en-US"/>
            </a:br>
            <a:r>
              <a:rPr lang="en-US"/>
              <a:t>(double consonant)</a:t>
            </a:r>
            <a:endParaRPr sz="3000"/>
          </a:p>
        </p:txBody>
      </p:sp>
      <p:sp>
        <p:nvSpPr>
          <p:cNvPr id="652" name="Google Shape;652;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653" name="Google Shape;653;p1"/>
          <p:cNvGraphicFramePr/>
          <p:nvPr/>
        </p:nvGraphicFramePr>
        <p:xfrm>
          <a:off x="4844200" y="1891197"/>
          <a:ext cx="3785000" cy="1678950"/>
        </p:xfrm>
        <a:graphic>
          <a:graphicData uri="http://schemas.openxmlformats.org/drawingml/2006/table">
            <a:tbl>
              <a:tblPr firstRow="1" bandRow="1">
                <a:noFill/>
                <a:tableStyleId>{DBDAD253-65EC-4D52-A8F3-F549C723E2B3}</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-s and -es</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-ing</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-ed</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lt1"/>
                          </a:solidFill>
                          <a:latin typeface="Jost"/>
                          <a:ea typeface="Jost"/>
                          <a:cs typeface="Jost"/>
                          <a:sym typeface="Jost"/>
                        </a:rPr>
                        <a:t>-er</a:t>
                      </a:r>
                      <a:endParaRPr sz="20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-est</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54" name="Google Shape;654;p1"/>
          <p:cNvSpPr txBox="1"/>
          <p:nvPr/>
        </p:nvSpPr>
        <p:spPr>
          <a:xfrm>
            <a:off x="884092" y="36779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17</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suffix </a:t>
            </a:r>
            <a:r>
              <a:rPr lang="en-US">
                <a:solidFill>
                  <a:srgbClr val="2356AF"/>
                </a:solidFill>
              </a:rPr>
              <a:t>-er.</a:t>
            </a:r>
            <a:endParaRPr>
              <a:solidFill>
                <a:srgbClr val="2356AF"/>
              </a:solidFill>
            </a:endParaRPr>
          </a:p>
        </p:txBody>
      </p:sp>
      <p:sp>
        <p:nvSpPr>
          <p:cNvPr id="661" name="Google Shape;661;g2bee4f4af4b_0_204"/>
          <p:cNvSpPr txBox="1">
            <a:spLocks noGrp="1"/>
          </p:cNvSpPr>
          <p:nvPr>
            <p:ph type="body" idx="2"/>
          </p:nvPr>
        </p:nvSpPr>
        <p:spPr>
          <a:xfrm>
            <a:off x="3649025" y="2393250"/>
            <a:ext cx="51375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Recall Phase 5 Common Exception Words </a:t>
            </a:r>
            <a:r>
              <a:rPr lang="en-US">
                <a:solidFill>
                  <a:srgbClr val="2356AF"/>
                </a:solidFill>
              </a:rPr>
              <a:t>today house mouse hour because Mr Mrs Ms where should could would move use want.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68" name="Google Shape;668;g26b641b03cd_0_165"/>
          <p:cNvGrpSpPr/>
          <p:nvPr/>
        </p:nvGrpSpPr>
        <p:grpSpPr>
          <a:xfrm>
            <a:off x="930400" y="2053244"/>
            <a:ext cx="7283200" cy="3724851"/>
            <a:chOff x="930400" y="2129444"/>
            <a:chExt cx="7283200" cy="3724851"/>
          </a:xfrm>
        </p:grpSpPr>
        <p:pic>
          <p:nvPicPr>
            <p:cNvPr id="669" name="Google Shape;669;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0" name="Google Shape;670;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1" name="Google Shape;671;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2" name="Google Shape;672;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73" name="Google Shape;673;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4" name="Google Shape;674;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75" name="Google Shape;675;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76" name="Google Shape;676;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7" name="Google Shape;677;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78" name="Google Shape;678;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698" name="Google Shape;698;g26b7edf6e71_0_26"/>
          <p:cNvGrpSpPr/>
          <p:nvPr/>
        </p:nvGrpSpPr>
        <p:grpSpPr>
          <a:xfrm>
            <a:off x="930400" y="2053250"/>
            <a:ext cx="7283201" cy="2971674"/>
            <a:chOff x="930400" y="2129450"/>
            <a:chExt cx="7283201" cy="2971674"/>
          </a:xfrm>
        </p:grpSpPr>
        <p:pic>
          <p:nvPicPr>
            <p:cNvPr id="699" name="Google Shape;699;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0" name="Google Shape;700;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1" name="Google Shape;701;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02" name="Google Shape;702;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3" name="Google Shape;703;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4" name="Google Shape;704;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5" name="Google Shape;705;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6" name="Google Shape;706;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7" name="Google Shape;707;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8" name="Google Shape;708;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09" name="Google Shape;709;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0" name="Google Shape;710;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6" name="Google Shape;716;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18" name="Google Shape;718;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19" name="Google Shape;719;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0" name="Google Shape;720;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1" name="Google Shape;721;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22" name="Google Shape;722;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3" name="Google Shape;723;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24" name="Google Shape;724;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4" name="Google Shape;734;g2c298da1f27_0_417"/>
          <p:cNvGrpSpPr/>
          <p:nvPr/>
        </p:nvGrpSpPr>
        <p:grpSpPr>
          <a:xfrm>
            <a:off x="930400" y="2053250"/>
            <a:ext cx="7283201" cy="2971674"/>
            <a:chOff x="930400" y="2053250"/>
            <a:chExt cx="7283201" cy="2971674"/>
          </a:xfrm>
        </p:grpSpPr>
        <p:pic>
          <p:nvPicPr>
            <p:cNvPr id="735" name="Google Shape;735;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36" name="Google Shape;736;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0" name="Google Shape;740;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1" name="Google Shape;741;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42" name="Google Shape;742;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43" name="Google Shape;743;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4" name="Google Shape;744;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5" name="Google Shape;745;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46" name="Google Shape;746;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7" name="Google Shape;747;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48" name="Google Shape;748;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59" name="Google Shape;759;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2" name="Google Shape;782;g2cdbdd49f8e_0_0"/>
          <p:cNvGrpSpPr/>
          <p:nvPr/>
        </p:nvGrpSpPr>
        <p:grpSpPr>
          <a:xfrm>
            <a:off x="855905" y="2053250"/>
            <a:ext cx="7272577" cy="3316697"/>
            <a:chOff x="855905" y="2053250"/>
            <a:chExt cx="7272577" cy="3316697"/>
          </a:xfrm>
        </p:grpSpPr>
        <p:pic>
          <p:nvPicPr>
            <p:cNvPr id="783" name="Google Shape;783;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84" name="Google Shape;784;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785" name="Google Shape;785;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786" name="Google Shape;786;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787" name="Google Shape;787;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788" name="Google Shape;788;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789" name="Google Shape;789;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790" name="Google Shape;790;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791" name="Google Shape;791;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792" name="Google Shape;792;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794" name="Google Shape;794;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795" name="Google Shape;795;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796" name="Google Shape;796;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18" name="Google Shape;818;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34" name="Google Shape;834;g2c298da1f27_1_0"/>
          <p:cNvGrpSpPr/>
          <p:nvPr/>
        </p:nvGrpSpPr>
        <p:grpSpPr>
          <a:xfrm>
            <a:off x="931068" y="2129450"/>
            <a:ext cx="7281864" cy="2688001"/>
            <a:chOff x="868300" y="2129450"/>
            <a:chExt cx="7281864" cy="2688001"/>
          </a:xfrm>
        </p:grpSpPr>
        <p:pic>
          <p:nvPicPr>
            <p:cNvPr id="835" name="Google Shape;835;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36" name="Google Shape;836;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37" name="Google Shape;837;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38" name="Google Shape;838;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42" name="Google Shape;842;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43" name="Google Shape;843;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44" name="Google Shape;844;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45" name="Google Shape;845;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48" name="Google Shape;848;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849" name="Google Shape;849;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g2ce66866dac_0_11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Teach Suffix Rule</a:t>
            </a:r>
            <a:endParaRPr/>
          </a:p>
        </p:txBody>
      </p:sp>
      <p:sp>
        <p:nvSpPr>
          <p:cNvPr id="856" name="Google Shape;856;g2ce66866dac_0_1153"/>
          <p:cNvSpPr txBox="1"/>
          <p:nvPr/>
        </p:nvSpPr>
        <p:spPr>
          <a:xfrm>
            <a:off x="1229050" y="1398975"/>
            <a:ext cx="6685800" cy="3542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chemeClr val="dk1"/>
              </a:buClr>
              <a:buSzPts val="1100"/>
              <a:buFont typeface="Arial"/>
              <a:buNone/>
            </a:pPr>
            <a:r>
              <a:rPr lang="en-US" sz="2800" b="0" i="0" u="none" strike="noStrike" cap="none">
                <a:solidFill>
                  <a:schemeClr val="dk1"/>
                </a:solidFill>
                <a:latin typeface="Poppins"/>
                <a:ea typeface="Poppins"/>
                <a:cs typeface="Poppins"/>
                <a:sym typeface="Poppins"/>
              </a:rPr>
              <a:t>When suffix </a:t>
            </a:r>
            <a:r>
              <a:rPr lang="en-US" sz="2800" b="0" i="0" u="none" strike="noStrike" cap="none">
                <a:solidFill>
                  <a:srgbClr val="2356AF"/>
                </a:solidFill>
                <a:latin typeface="Poppins"/>
                <a:ea typeface="Poppins"/>
                <a:cs typeface="Poppins"/>
                <a:sym typeface="Poppins"/>
              </a:rPr>
              <a:t>-er</a:t>
            </a:r>
            <a:r>
              <a:rPr lang="en-US" sz="2800" b="0" i="0" u="none" strike="noStrike" cap="none">
                <a:solidFill>
                  <a:schemeClr val="dk1"/>
                </a:solidFill>
                <a:latin typeface="Poppins"/>
                <a:ea typeface="Poppins"/>
                <a:cs typeface="Poppins"/>
                <a:sym typeface="Poppins"/>
              </a:rPr>
              <a:t> is added to the end of a noun, the noun changes to an agent noun. </a:t>
            </a:r>
            <a:endParaRPr sz="2800" b="0" i="0" u="none" strike="noStrike" cap="none">
              <a:solidFill>
                <a:schemeClr val="dk1"/>
              </a:solidFill>
              <a:latin typeface="Poppins"/>
              <a:ea typeface="Poppins"/>
              <a:cs typeface="Poppins"/>
              <a:sym typeface="Poppins"/>
            </a:endParaRPr>
          </a:p>
          <a:p>
            <a:pPr marL="0" marR="0" lvl="0" indent="0" algn="ctr" rtl="0">
              <a:lnSpc>
                <a:spcPct val="115000"/>
              </a:lnSpc>
              <a:spcBef>
                <a:spcPts val="0"/>
              </a:spcBef>
              <a:spcAft>
                <a:spcPts val="0"/>
              </a:spcAft>
              <a:buClr>
                <a:schemeClr val="dk1"/>
              </a:buClr>
              <a:buSzPts val="1100"/>
              <a:buFont typeface="Arial"/>
              <a:buNone/>
            </a:pPr>
            <a:endParaRPr sz="2800" b="0" i="0" u="none" strike="noStrike" cap="none">
              <a:solidFill>
                <a:schemeClr val="dk1"/>
              </a:solidFill>
              <a:latin typeface="Poppins SemiBold"/>
              <a:ea typeface="Poppins SemiBold"/>
              <a:cs typeface="Poppins SemiBold"/>
              <a:sym typeface="Poppins SemiBold"/>
            </a:endParaRPr>
          </a:p>
          <a:p>
            <a:pPr marL="0" marR="0" lvl="0" indent="0" algn="ctr" rtl="0">
              <a:lnSpc>
                <a:spcPct val="115000"/>
              </a:lnSpc>
              <a:spcBef>
                <a:spcPts val="0"/>
              </a:spcBef>
              <a:spcAft>
                <a:spcPts val="0"/>
              </a:spcAft>
              <a:buClr>
                <a:schemeClr val="dk1"/>
              </a:buClr>
              <a:buSzPts val="1100"/>
              <a:buFont typeface="Arial"/>
              <a:buNone/>
            </a:pPr>
            <a:r>
              <a:rPr lang="en-US" sz="2800" b="0" i="0" u="none" strike="noStrike" cap="none">
                <a:solidFill>
                  <a:schemeClr val="dk1"/>
                </a:solidFill>
                <a:latin typeface="Poppins SemiBold"/>
                <a:ea typeface="Poppins SemiBold"/>
                <a:cs typeface="Poppins SemiBold"/>
                <a:sym typeface="Poppins SemiBold"/>
              </a:rPr>
              <a:t>Spelling Rule:</a:t>
            </a:r>
            <a:r>
              <a:rPr lang="en-US" sz="2800" b="0" i="0" u="none" strike="noStrike" cap="none">
                <a:solidFill>
                  <a:schemeClr val="dk1"/>
                </a:solidFill>
                <a:latin typeface="Poppins"/>
                <a:ea typeface="Poppins"/>
                <a:cs typeface="Poppins"/>
                <a:sym typeface="Poppins"/>
              </a:rPr>
              <a:t> When the root word ends in a short vowel followed by a consonant, the consonant is doubled and </a:t>
            </a:r>
            <a:r>
              <a:rPr lang="en-US" sz="2800" b="0" i="0" u="none" strike="noStrike" cap="none">
                <a:solidFill>
                  <a:srgbClr val="2356AF"/>
                </a:solidFill>
                <a:latin typeface="Poppins"/>
                <a:ea typeface="Poppins"/>
                <a:cs typeface="Poppins"/>
                <a:sym typeface="Poppins"/>
              </a:rPr>
              <a:t>-er</a:t>
            </a:r>
            <a:r>
              <a:rPr lang="en-US" sz="2800" b="0" i="0" u="none" strike="noStrike" cap="none">
                <a:solidFill>
                  <a:schemeClr val="dk1"/>
                </a:solidFill>
                <a:latin typeface="Poppins"/>
                <a:ea typeface="Poppins"/>
                <a:cs typeface="Poppins"/>
                <a:sym typeface="Poppins"/>
              </a:rPr>
              <a:t> is added.</a:t>
            </a:r>
            <a:endParaRPr sz="2800" b="0" i="0" u="none" strike="noStrike" cap="none">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2ce66866dac_0_115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3" name="Google Shape;863;g2ce66866dac_0_115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2200" b="0" i="0" u="none" strike="noStrike" cap="none">
                <a:solidFill>
                  <a:schemeClr val="dk1"/>
                </a:solidFill>
                <a:latin typeface="Poppins"/>
                <a:ea typeface="Poppins"/>
                <a:cs typeface="Poppins"/>
                <a:sym typeface="Poppins"/>
              </a:rPr>
              <a:t>double consonant and add suffix </a:t>
            </a:r>
            <a:r>
              <a:rPr lang="en-US" sz="2200" b="0" i="0" u="none" strike="noStrike" cap="none">
                <a:solidFill>
                  <a:srgbClr val="2356AF"/>
                </a:solidFill>
                <a:latin typeface="Poppins"/>
                <a:ea typeface="Poppins"/>
                <a:cs typeface="Poppins"/>
                <a:sym typeface="Poppins"/>
              </a:rPr>
              <a:t>-er</a:t>
            </a:r>
            <a:endParaRPr sz="2200" b="0" i="0" u="none" strike="noStrike" cap="none">
              <a:solidFill>
                <a:srgbClr val="2356AF"/>
              </a:solidFill>
              <a:latin typeface="Poppins"/>
              <a:ea typeface="Poppins"/>
              <a:cs typeface="Poppins"/>
              <a:sym typeface="Poppins"/>
            </a:endParaRPr>
          </a:p>
        </p:txBody>
      </p:sp>
      <p:sp>
        <p:nvSpPr>
          <p:cNvPr id="864" name="Google Shape;864;g2ce66866dac_0_11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65" name="Google Shape;865;g2ce66866dac_0_115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66" name="Google Shape;866;g2ce66866dac_0_1159"/>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swim</a:t>
            </a:r>
            <a:endParaRPr sz="8000" b="0" i="0" u="none" strike="noStrike" cap="none">
              <a:solidFill>
                <a:srgbClr val="000000"/>
              </a:solidFill>
              <a:latin typeface="Jost"/>
              <a:ea typeface="Jost"/>
              <a:cs typeface="Jost"/>
              <a:sym typeface="Jost"/>
            </a:endParaRPr>
          </a:p>
        </p:txBody>
      </p:sp>
      <p:sp>
        <p:nvSpPr>
          <p:cNvPr id="867" name="Google Shape;867;g2ce66866dac_0_1159"/>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swimm</a:t>
            </a:r>
            <a:r>
              <a:rPr lang="en-US" sz="8000" b="0" i="0" u="none" strike="noStrike" cap="none">
                <a:solidFill>
                  <a:srgbClr val="2356AF"/>
                </a:solidFill>
                <a:latin typeface="Jost"/>
                <a:ea typeface="Jost"/>
                <a:cs typeface="Jost"/>
                <a:sym typeface="Jost"/>
              </a:rPr>
              <a:t>er</a:t>
            </a:r>
            <a:endParaRPr sz="8000" b="0" i="0" u="none" strike="noStrike" cap="none">
              <a:solidFill>
                <a:srgbClr val="2356AF"/>
              </a:solidFill>
              <a:latin typeface="Jost"/>
              <a:ea typeface="Jost"/>
              <a:cs typeface="Jost"/>
              <a:sym typeface="Jost"/>
            </a:endParaRPr>
          </a:p>
        </p:txBody>
      </p:sp>
      <p:cxnSp>
        <p:nvCxnSpPr>
          <p:cNvPr id="868" name="Google Shape;868;g2ce66866dac_0_115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7396a18c08_0_7"/>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5" name="Google Shape;875;g27396a18c08_0_7"/>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2200" b="0" i="0" u="none" strike="noStrike" cap="none">
                <a:solidFill>
                  <a:schemeClr val="dk1"/>
                </a:solidFill>
                <a:latin typeface="Poppins"/>
                <a:ea typeface="Poppins"/>
                <a:cs typeface="Poppins"/>
                <a:sym typeface="Poppins"/>
              </a:rPr>
              <a:t>double consonant and add suffix </a:t>
            </a:r>
            <a:r>
              <a:rPr lang="en-US" sz="2200" b="0" i="0" u="none" strike="noStrike" cap="none">
                <a:solidFill>
                  <a:srgbClr val="2356AF"/>
                </a:solidFill>
                <a:latin typeface="Poppins"/>
                <a:ea typeface="Poppins"/>
                <a:cs typeface="Poppins"/>
                <a:sym typeface="Poppins"/>
              </a:rPr>
              <a:t>-er</a:t>
            </a:r>
            <a:endParaRPr sz="2200" b="0" i="0" u="none" strike="noStrike" cap="none">
              <a:solidFill>
                <a:srgbClr val="2356AF"/>
              </a:solidFill>
              <a:latin typeface="Poppins"/>
              <a:ea typeface="Poppins"/>
              <a:cs typeface="Poppins"/>
              <a:sym typeface="Poppins"/>
            </a:endParaRPr>
          </a:p>
        </p:txBody>
      </p:sp>
      <p:sp>
        <p:nvSpPr>
          <p:cNvPr id="876" name="Google Shape;876;g27396a18c08_0_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77" name="Google Shape;877;g27396a18c08_0_7"/>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78" name="Google Shape;878;g27396a18c08_0_7"/>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run</a:t>
            </a:r>
            <a:endParaRPr sz="8000" b="0" i="0" u="none" strike="noStrike" cap="none">
              <a:solidFill>
                <a:srgbClr val="000000"/>
              </a:solidFill>
              <a:latin typeface="Jost"/>
              <a:ea typeface="Jost"/>
              <a:cs typeface="Jost"/>
              <a:sym typeface="Jost"/>
            </a:endParaRPr>
          </a:p>
        </p:txBody>
      </p:sp>
      <p:sp>
        <p:nvSpPr>
          <p:cNvPr id="879" name="Google Shape;879;g27396a18c08_0_7"/>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runn</a:t>
            </a:r>
            <a:r>
              <a:rPr lang="en-US" sz="8000" b="0" i="0" u="none" strike="noStrike" cap="none">
                <a:solidFill>
                  <a:srgbClr val="2356AF"/>
                </a:solidFill>
                <a:latin typeface="Jost"/>
                <a:ea typeface="Jost"/>
                <a:cs typeface="Jost"/>
                <a:sym typeface="Jost"/>
              </a:rPr>
              <a:t>er</a:t>
            </a:r>
            <a:endParaRPr sz="8000" b="0" i="0" u="none" strike="noStrike" cap="none">
              <a:solidFill>
                <a:srgbClr val="2356AF"/>
              </a:solidFill>
              <a:latin typeface="Jost"/>
              <a:ea typeface="Jost"/>
              <a:cs typeface="Jost"/>
              <a:sym typeface="Jost"/>
            </a:endParaRPr>
          </a:p>
        </p:txBody>
      </p:sp>
      <p:cxnSp>
        <p:nvCxnSpPr>
          <p:cNvPr id="880" name="Google Shape;880;g27396a18c08_0_7"/>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27396a18c08_0_1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7" name="Google Shape;887;g27396a18c08_0_1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2200" b="0" i="0" u="none" strike="noStrike" cap="none">
                <a:solidFill>
                  <a:schemeClr val="dk1"/>
                </a:solidFill>
                <a:latin typeface="Poppins"/>
                <a:ea typeface="Poppins"/>
                <a:cs typeface="Poppins"/>
                <a:sym typeface="Poppins"/>
              </a:rPr>
              <a:t>double consonant and add suffix </a:t>
            </a:r>
            <a:r>
              <a:rPr lang="en-US" sz="2200" b="0" i="0" u="none" strike="noStrike" cap="none">
                <a:solidFill>
                  <a:srgbClr val="2356AF"/>
                </a:solidFill>
                <a:latin typeface="Poppins"/>
                <a:ea typeface="Poppins"/>
                <a:cs typeface="Poppins"/>
                <a:sym typeface="Poppins"/>
              </a:rPr>
              <a:t>-er</a:t>
            </a:r>
            <a:endParaRPr sz="2200" b="0" i="0" u="none" strike="noStrike" cap="none">
              <a:solidFill>
                <a:srgbClr val="2356AF"/>
              </a:solidFill>
              <a:latin typeface="Poppins"/>
              <a:ea typeface="Poppins"/>
              <a:cs typeface="Poppins"/>
              <a:sym typeface="Poppins"/>
            </a:endParaRPr>
          </a:p>
        </p:txBody>
      </p:sp>
      <p:sp>
        <p:nvSpPr>
          <p:cNvPr id="888" name="Google Shape;888;g27396a18c08_0_1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89" name="Google Shape;889;g27396a18c08_0_1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90" name="Google Shape;890;g27396a18c08_0_19"/>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skip</a:t>
            </a:r>
            <a:endParaRPr sz="8000" b="0" i="0" u="none" strike="noStrike" cap="none">
              <a:solidFill>
                <a:srgbClr val="000000"/>
              </a:solidFill>
              <a:latin typeface="Jost"/>
              <a:ea typeface="Jost"/>
              <a:cs typeface="Jost"/>
              <a:sym typeface="Jost"/>
            </a:endParaRPr>
          </a:p>
        </p:txBody>
      </p:sp>
      <p:sp>
        <p:nvSpPr>
          <p:cNvPr id="891" name="Google Shape;891;g27396a18c08_0_19"/>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skipp</a:t>
            </a:r>
            <a:r>
              <a:rPr lang="en-US" sz="8000" b="0" i="0" u="none" strike="noStrike" cap="none">
                <a:solidFill>
                  <a:srgbClr val="2356AF"/>
                </a:solidFill>
                <a:latin typeface="Jost"/>
                <a:ea typeface="Jost"/>
                <a:cs typeface="Jost"/>
                <a:sym typeface="Jost"/>
              </a:rPr>
              <a:t>er</a:t>
            </a:r>
            <a:endParaRPr sz="8000" b="0" i="0" u="none" strike="noStrike" cap="none">
              <a:solidFill>
                <a:srgbClr val="2356AF"/>
              </a:solidFill>
              <a:latin typeface="Jost"/>
              <a:ea typeface="Jost"/>
              <a:cs typeface="Jost"/>
              <a:sym typeface="Jost"/>
            </a:endParaRPr>
          </a:p>
        </p:txBody>
      </p:sp>
      <p:cxnSp>
        <p:nvCxnSpPr>
          <p:cNvPr id="892" name="Google Shape;892;g27396a18c08_0_1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99" name="Google Shape;899;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6" name="Google Shape;906;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7" name="Google Shape;907;g2c4fb7f6616_1_0"/>
          <p:cNvSpPr/>
          <p:nvPr/>
        </p:nvSpPr>
        <p:spPr>
          <a:xfrm>
            <a:off x="298911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8" name="Google Shape;908;g2c4fb7f6616_1_0"/>
          <p:cNvSpPr/>
          <p:nvPr/>
        </p:nvSpPr>
        <p:spPr>
          <a:xfrm>
            <a:off x="4620213"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9" name="Google Shape;909;g2c4fb7f6616_1_0"/>
          <p:cNvSpPr/>
          <p:nvPr/>
        </p:nvSpPr>
        <p:spPr>
          <a:xfrm>
            <a:off x="548039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10" name="Google Shape;910;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1" name="Google Shape;911;g2c4fb7f6616_1_0"/>
          <p:cNvSpPr txBox="1">
            <a:spLocks noGrp="1"/>
          </p:cNvSpPr>
          <p:nvPr>
            <p:ph type="subTitle" idx="4294967295"/>
          </p:nvPr>
        </p:nvSpPr>
        <p:spPr>
          <a:xfrm>
            <a:off x="2826667" y="1308025"/>
            <a:ext cx="5934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s</a:t>
            </a:r>
            <a:endParaRPr sz="12000" b="0" i="0" u="none" strike="noStrike" cap="none">
              <a:solidFill>
                <a:srgbClr val="2356AF"/>
              </a:solidFill>
              <a:latin typeface="Jost"/>
              <a:ea typeface="Jost"/>
              <a:cs typeface="Jost"/>
              <a:sym typeface="Jost"/>
            </a:endParaRPr>
          </a:p>
        </p:txBody>
      </p:sp>
      <p:sp>
        <p:nvSpPr>
          <p:cNvPr id="912" name="Google Shape;912;g2c4fb7f6616_1_0"/>
          <p:cNvSpPr txBox="1">
            <a:spLocks noGrp="1"/>
          </p:cNvSpPr>
          <p:nvPr>
            <p:ph type="subTitle" idx="4294967295"/>
          </p:nvPr>
        </p:nvSpPr>
        <p:spPr>
          <a:xfrm>
            <a:off x="4305363"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i</a:t>
            </a:r>
            <a:endParaRPr sz="12000" b="0" i="0" u="none" strike="noStrike" cap="none">
              <a:solidFill>
                <a:srgbClr val="ED1C24"/>
              </a:solidFill>
              <a:latin typeface="Jost"/>
              <a:ea typeface="Jost"/>
              <a:cs typeface="Jost"/>
              <a:sym typeface="Jost"/>
            </a:endParaRPr>
          </a:p>
        </p:txBody>
      </p:sp>
      <p:sp>
        <p:nvSpPr>
          <p:cNvPr id="913" name="Google Shape;913;g2c4fb7f6616_1_0"/>
          <p:cNvSpPr txBox="1">
            <a:spLocks noGrp="1"/>
          </p:cNvSpPr>
          <p:nvPr>
            <p:ph type="subTitle" idx="4294967295"/>
          </p:nvPr>
        </p:nvSpPr>
        <p:spPr>
          <a:xfrm>
            <a:off x="5002733" y="1308025"/>
            <a:ext cx="13146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m</a:t>
            </a:r>
            <a:endParaRPr sz="12000" b="0" i="0" u="none" strike="noStrike" cap="none">
              <a:solidFill>
                <a:srgbClr val="2356AF"/>
              </a:solidFill>
              <a:latin typeface="Jost"/>
              <a:ea typeface="Jost"/>
              <a:cs typeface="Jost"/>
              <a:sym typeface="Jost"/>
            </a:endParaRPr>
          </a:p>
        </p:txBody>
      </p:sp>
      <p:sp>
        <p:nvSpPr>
          <p:cNvPr id="914" name="Google Shape;914;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5" name="Google Shape;915;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6" name="Google Shape;916;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7" name="Google Shape;917;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8" name="Google Shape;918;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9" name="Google Shape;919;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0" name="Google Shape;920;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1" name="Google Shape;921;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22" name="Google Shape;922;g2c4fb7f6616_1_0"/>
          <p:cNvGrpSpPr/>
          <p:nvPr/>
        </p:nvGrpSpPr>
        <p:grpSpPr>
          <a:xfrm>
            <a:off x="-550" y="6984600"/>
            <a:ext cx="8596479" cy="808600"/>
            <a:chOff x="-550" y="6984600"/>
            <a:chExt cx="8596479" cy="808600"/>
          </a:xfrm>
        </p:grpSpPr>
        <p:sp>
          <p:nvSpPr>
            <p:cNvPr id="923" name="Google Shape;923;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4" name="Google Shape;924;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5" name="Google Shape;925;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6" name="Google Shape;926;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7" name="Google Shape;927;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8" name="Google Shape;928;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9" name="Google Shape;929;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0" name="Google Shape;930;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1" name="Google Shape;931;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32" name="Google Shape;932;g2c4fb7f6616_1_0"/>
          <p:cNvSpPr txBox="1">
            <a:spLocks noGrp="1"/>
          </p:cNvSpPr>
          <p:nvPr>
            <p:ph type="subTitle" idx="4294967295"/>
          </p:nvPr>
        </p:nvSpPr>
        <p:spPr>
          <a:xfrm>
            <a:off x="3438442" y="1304425"/>
            <a:ext cx="11046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w</a:t>
            </a:r>
            <a:endParaRPr sz="12000" b="0" i="0" u="none" strike="noStrike" cap="none">
              <a:solidFill>
                <a:srgbClr val="2356AF"/>
              </a:solidFill>
              <a:latin typeface="Jost"/>
              <a:ea typeface="Jost"/>
              <a:cs typeface="Jost"/>
              <a:sym typeface="Jost"/>
            </a:endParaRPr>
          </a:p>
        </p:txBody>
      </p:sp>
      <p:sp>
        <p:nvSpPr>
          <p:cNvPr id="933" name="Google Shape;933;g2c4fb7f6616_1_0"/>
          <p:cNvSpPr/>
          <p:nvPr/>
        </p:nvSpPr>
        <p:spPr>
          <a:xfrm>
            <a:off x="377784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g2ee871d60e6_0_1"/>
          <p:cNvSpPr/>
          <p:nvPr/>
        </p:nvSpPr>
        <p:spPr>
          <a:xfrm>
            <a:off x="4035776" y="4011900"/>
            <a:ext cx="20580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0" name="Google Shape;940;g2ee871d60e6_0_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1" name="Google Shape;941;g2ee871d60e6_0_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42" name="Google Shape;942;g2ee871d60e6_0_1"/>
          <p:cNvSpPr/>
          <p:nvPr/>
        </p:nvSpPr>
        <p:spPr>
          <a:xfrm>
            <a:off x="178835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3" name="Google Shape;943;g2ee871d60e6_0_1"/>
          <p:cNvSpPr/>
          <p:nvPr/>
        </p:nvSpPr>
        <p:spPr>
          <a:xfrm>
            <a:off x="3419451"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44" name="Google Shape;944;g2ee871d60e6_0_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5" name="Google Shape;945;g2ee871d60e6_0_1"/>
          <p:cNvSpPr txBox="1">
            <a:spLocks noGrp="1"/>
          </p:cNvSpPr>
          <p:nvPr>
            <p:ph type="subTitle" idx="4294967295"/>
          </p:nvPr>
        </p:nvSpPr>
        <p:spPr>
          <a:xfrm>
            <a:off x="1625905" y="1308025"/>
            <a:ext cx="5934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s</a:t>
            </a:r>
            <a:endParaRPr sz="12000" b="0" i="0" u="none" strike="noStrike" cap="none">
              <a:solidFill>
                <a:srgbClr val="2356AF"/>
              </a:solidFill>
              <a:latin typeface="Jost"/>
              <a:ea typeface="Jost"/>
              <a:cs typeface="Jost"/>
              <a:sym typeface="Jost"/>
            </a:endParaRPr>
          </a:p>
        </p:txBody>
      </p:sp>
      <p:sp>
        <p:nvSpPr>
          <p:cNvPr id="946" name="Google Shape;946;g2ee871d60e6_0_1"/>
          <p:cNvSpPr txBox="1">
            <a:spLocks noGrp="1"/>
          </p:cNvSpPr>
          <p:nvPr>
            <p:ph type="subTitle" idx="4294967295"/>
          </p:nvPr>
        </p:nvSpPr>
        <p:spPr>
          <a:xfrm>
            <a:off x="3104601"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i</a:t>
            </a:r>
            <a:endParaRPr sz="12000" b="0" i="0" u="none" strike="noStrike" cap="none">
              <a:solidFill>
                <a:srgbClr val="ED1C24"/>
              </a:solidFill>
              <a:latin typeface="Jost"/>
              <a:ea typeface="Jost"/>
              <a:cs typeface="Jost"/>
              <a:sym typeface="Jost"/>
            </a:endParaRPr>
          </a:p>
        </p:txBody>
      </p:sp>
      <p:sp>
        <p:nvSpPr>
          <p:cNvPr id="947" name="Google Shape;947;g2ee871d60e6_0_1"/>
          <p:cNvSpPr txBox="1">
            <a:spLocks noGrp="1"/>
          </p:cNvSpPr>
          <p:nvPr>
            <p:ph type="subTitle" idx="4294967295"/>
          </p:nvPr>
        </p:nvSpPr>
        <p:spPr>
          <a:xfrm>
            <a:off x="3801971" y="1308025"/>
            <a:ext cx="13146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3"/>
                </a:solidFill>
                <a:latin typeface="Jost"/>
                <a:ea typeface="Jost"/>
                <a:cs typeface="Jost"/>
                <a:sym typeface="Jost"/>
              </a:rPr>
              <a:t>m</a:t>
            </a:r>
            <a:endParaRPr sz="12000" b="0" i="0" u="none" strike="noStrike" cap="none">
              <a:solidFill>
                <a:srgbClr val="FFD403"/>
              </a:solidFill>
              <a:latin typeface="Jost"/>
              <a:ea typeface="Jost"/>
              <a:cs typeface="Jost"/>
              <a:sym typeface="Jost"/>
            </a:endParaRPr>
          </a:p>
        </p:txBody>
      </p:sp>
      <p:sp>
        <p:nvSpPr>
          <p:cNvPr id="948" name="Google Shape;948;g2ee871d60e6_0_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9" name="Google Shape;949;g2ee871d60e6_0_1"/>
          <p:cNvSpPr txBox="1">
            <a:spLocks noGrp="1"/>
          </p:cNvSpPr>
          <p:nvPr>
            <p:ph type="subTitle" idx="4294967295"/>
          </p:nvPr>
        </p:nvSpPr>
        <p:spPr>
          <a:xfrm>
            <a:off x="4954692" y="1308025"/>
            <a:ext cx="13146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3"/>
                </a:solidFill>
                <a:latin typeface="Jost"/>
                <a:ea typeface="Jost"/>
                <a:cs typeface="Jost"/>
                <a:sym typeface="Jost"/>
              </a:rPr>
              <a:t>m</a:t>
            </a:r>
            <a:endParaRPr sz="12000" b="0" i="0" u="none" strike="noStrike" cap="none">
              <a:solidFill>
                <a:srgbClr val="FFD403"/>
              </a:solidFill>
              <a:latin typeface="Jost"/>
              <a:ea typeface="Jost"/>
              <a:cs typeface="Jost"/>
              <a:sym typeface="Jost"/>
            </a:endParaRPr>
          </a:p>
        </p:txBody>
      </p:sp>
      <p:sp>
        <p:nvSpPr>
          <p:cNvPr id="950" name="Google Shape;950;g2ee871d60e6_0_1"/>
          <p:cNvSpPr txBox="1">
            <a:spLocks noGrp="1"/>
          </p:cNvSpPr>
          <p:nvPr>
            <p:ph type="subTitle" idx="4294967295"/>
          </p:nvPr>
        </p:nvSpPr>
        <p:spPr>
          <a:xfrm>
            <a:off x="6160168" y="1308025"/>
            <a:ext cx="13578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993FA2"/>
                </a:solidFill>
                <a:latin typeface="Jost"/>
                <a:ea typeface="Jost"/>
                <a:cs typeface="Jost"/>
                <a:sym typeface="Jost"/>
              </a:rPr>
              <a:t>er</a:t>
            </a:r>
            <a:endParaRPr sz="12000" b="0" i="0" u="none" strike="noStrike" cap="none">
              <a:solidFill>
                <a:srgbClr val="993FA2"/>
              </a:solidFill>
              <a:latin typeface="Jost"/>
              <a:ea typeface="Jost"/>
              <a:cs typeface="Jost"/>
              <a:sym typeface="Jost"/>
            </a:endParaRPr>
          </a:p>
        </p:txBody>
      </p:sp>
      <p:sp>
        <p:nvSpPr>
          <p:cNvPr id="951" name="Google Shape;951;g2ee871d60e6_0_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2" name="Google Shape;952;g2ee871d60e6_0_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3" name="Google Shape;953;g2ee871d60e6_0_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4" name="Google Shape;954;g2ee871d60e6_0_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5" name="Google Shape;955;g2ee871d60e6_0_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6" name="Google Shape;956;g2ee871d60e6_0_1"/>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7" name="Google Shape;957;g2ee871d60e6_0_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58" name="Google Shape;958;g2ee871d60e6_0_1"/>
          <p:cNvGrpSpPr/>
          <p:nvPr/>
        </p:nvGrpSpPr>
        <p:grpSpPr>
          <a:xfrm>
            <a:off x="-550" y="6984600"/>
            <a:ext cx="8596479" cy="808600"/>
            <a:chOff x="-550" y="6984600"/>
            <a:chExt cx="8596479" cy="808600"/>
          </a:xfrm>
        </p:grpSpPr>
        <p:sp>
          <p:nvSpPr>
            <p:cNvPr id="959" name="Google Shape;959;g2ee871d60e6_0_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0" name="Google Shape;960;g2ee871d60e6_0_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1" name="Google Shape;961;g2ee871d60e6_0_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2" name="Google Shape;962;g2ee871d60e6_0_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3" name="Google Shape;963;g2ee871d60e6_0_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4" name="Google Shape;964;g2ee871d60e6_0_1"/>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5" name="Google Shape;965;g2ee871d60e6_0_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6" name="Google Shape;966;g2ee871d60e6_0_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7" name="Google Shape;967;g2ee871d60e6_0_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68" name="Google Shape;968;g2ee871d60e6_0_1"/>
          <p:cNvSpPr/>
          <p:nvPr/>
        </p:nvSpPr>
        <p:spPr>
          <a:xfrm>
            <a:off x="6246395" y="4011900"/>
            <a:ext cx="1271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9" name="Google Shape;969;g2ee871d60e6_0_1"/>
          <p:cNvSpPr txBox="1">
            <a:spLocks noGrp="1"/>
          </p:cNvSpPr>
          <p:nvPr>
            <p:ph type="subTitle" idx="4294967295"/>
          </p:nvPr>
        </p:nvSpPr>
        <p:spPr>
          <a:xfrm>
            <a:off x="2237680" y="1304425"/>
            <a:ext cx="11046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w</a:t>
            </a:r>
            <a:endParaRPr sz="12000" b="0" i="0" u="none" strike="noStrike" cap="none">
              <a:solidFill>
                <a:srgbClr val="2356AF"/>
              </a:solidFill>
              <a:latin typeface="Jost"/>
              <a:ea typeface="Jost"/>
              <a:cs typeface="Jost"/>
              <a:sym typeface="Jost"/>
            </a:endParaRPr>
          </a:p>
        </p:txBody>
      </p:sp>
      <p:sp>
        <p:nvSpPr>
          <p:cNvPr id="970" name="Google Shape;970;g2ee871d60e6_0_1"/>
          <p:cNvSpPr/>
          <p:nvPr/>
        </p:nvSpPr>
        <p:spPr>
          <a:xfrm>
            <a:off x="257708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1" name="Google Shape;971;g2ee871d60e6_0_1"/>
          <p:cNvSpPr/>
          <p:nvPr/>
        </p:nvSpPr>
        <p:spPr>
          <a:xfrm>
            <a:off x="5008094"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77" name="Google Shape;977;g274c2d64de4_0_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78" name="Google Shape;978;g274c2d64de4_0_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79" name="Google Shape;979;g274c2d64de4_0_2"/>
          <p:cNvSpPr/>
          <p:nvPr/>
        </p:nvSpPr>
        <p:spPr>
          <a:xfrm>
            <a:off x="429405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0" name="Google Shape;980;g274c2d64de4_0_2"/>
          <p:cNvSpPr/>
          <p:nvPr/>
        </p:nvSpPr>
        <p:spPr>
          <a:xfrm>
            <a:off x="509184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1" name="Google Shape;981;g274c2d64de4_0_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2" name="Google Shape;982;g274c2d64de4_0_2"/>
          <p:cNvSpPr txBox="1">
            <a:spLocks noGrp="1"/>
          </p:cNvSpPr>
          <p:nvPr>
            <p:ph type="subTitle" idx="4294967295"/>
          </p:nvPr>
        </p:nvSpPr>
        <p:spPr>
          <a:xfrm>
            <a:off x="397920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u</a:t>
            </a:r>
            <a:endParaRPr sz="12000" b="0" i="0" u="none" strike="noStrike" cap="none">
              <a:solidFill>
                <a:srgbClr val="ED1C24"/>
              </a:solidFill>
              <a:latin typeface="Jost"/>
              <a:ea typeface="Jost"/>
              <a:cs typeface="Jost"/>
              <a:sym typeface="Jost"/>
            </a:endParaRPr>
          </a:p>
        </p:txBody>
      </p:sp>
      <p:sp>
        <p:nvSpPr>
          <p:cNvPr id="983" name="Google Shape;983;g274c2d64de4_0_2"/>
          <p:cNvSpPr txBox="1">
            <a:spLocks noGrp="1"/>
          </p:cNvSpPr>
          <p:nvPr>
            <p:ph type="subTitle" idx="4294967295"/>
          </p:nvPr>
        </p:nvSpPr>
        <p:spPr>
          <a:xfrm>
            <a:off x="4614184" y="1308025"/>
            <a:ext cx="13146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n</a:t>
            </a:r>
            <a:endParaRPr sz="12000" b="0" i="0" u="none" strike="noStrike" cap="none">
              <a:solidFill>
                <a:srgbClr val="2356AF"/>
              </a:solidFill>
              <a:latin typeface="Jost"/>
              <a:ea typeface="Jost"/>
              <a:cs typeface="Jost"/>
              <a:sym typeface="Jost"/>
            </a:endParaRPr>
          </a:p>
        </p:txBody>
      </p:sp>
      <p:sp>
        <p:nvSpPr>
          <p:cNvPr id="984" name="Google Shape;984;g274c2d64de4_0_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5" name="Google Shape;985;g274c2d64de4_0_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6" name="Google Shape;986;g274c2d64de4_0_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7" name="Google Shape;987;g274c2d64de4_0_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8" name="Google Shape;988;g274c2d64de4_0_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9" name="Google Shape;989;g274c2d64de4_0_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0" name="Google Shape;990;g274c2d64de4_0_2"/>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1" name="Google Shape;991;g274c2d64de4_0_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92" name="Google Shape;992;g274c2d64de4_0_2"/>
          <p:cNvGrpSpPr/>
          <p:nvPr/>
        </p:nvGrpSpPr>
        <p:grpSpPr>
          <a:xfrm>
            <a:off x="-550" y="6984600"/>
            <a:ext cx="8596479" cy="808600"/>
            <a:chOff x="-550" y="6984600"/>
            <a:chExt cx="8596479" cy="808600"/>
          </a:xfrm>
        </p:grpSpPr>
        <p:sp>
          <p:nvSpPr>
            <p:cNvPr id="993" name="Google Shape;993;g274c2d64de4_0_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4" name="Google Shape;994;g274c2d64de4_0_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5" name="Google Shape;995;g274c2d64de4_0_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6" name="Google Shape;996;g274c2d64de4_0_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7" name="Google Shape;997;g274c2d64de4_0_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98" name="Google Shape;998;g274c2d64de4_0_2"/>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9" name="Google Shape;999;g274c2d64de4_0_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0" name="Google Shape;1000;g274c2d64de4_0_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1" name="Google Shape;1001;g274c2d64de4_0_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02" name="Google Shape;1002;g274c2d64de4_0_2"/>
          <p:cNvSpPr txBox="1">
            <a:spLocks noGrp="1"/>
          </p:cNvSpPr>
          <p:nvPr>
            <p:ph type="subTitle" idx="4294967295"/>
          </p:nvPr>
        </p:nvSpPr>
        <p:spPr>
          <a:xfrm>
            <a:off x="3215216" y="1304425"/>
            <a:ext cx="11046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r</a:t>
            </a:r>
            <a:endParaRPr sz="12000" b="0" i="0" u="none" strike="noStrike" cap="none">
              <a:solidFill>
                <a:srgbClr val="2356AF"/>
              </a:solidFill>
              <a:latin typeface="Jost"/>
              <a:ea typeface="Jost"/>
              <a:cs typeface="Jost"/>
              <a:sym typeface="Jost"/>
            </a:endParaRPr>
          </a:p>
        </p:txBody>
      </p:sp>
      <p:sp>
        <p:nvSpPr>
          <p:cNvPr id="1003" name="Google Shape;1003;g274c2d64de4_0_2"/>
          <p:cNvSpPr/>
          <p:nvPr/>
        </p:nvSpPr>
        <p:spPr>
          <a:xfrm>
            <a:off x="355461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sp>
        <p:nvSpPr>
          <p:cNvPr id="1009" name="Google Shape;1009;g2ee871d60e6_0_40"/>
          <p:cNvSpPr/>
          <p:nvPr/>
        </p:nvSpPr>
        <p:spPr>
          <a:xfrm>
            <a:off x="4047025" y="4011900"/>
            <a:ext cx="14025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0" name="Google Shape;1010;g2ee871d60e6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11" name="Google Shape;1011;g2ee871d60e6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12" name="Google Shape;1012;g2ee871d60e6_0_40"/>
          <p:cNvSpPr/>
          <p:nvPr/>
        </p:nvSpPr>
        <p:spPr>
          <a:xfrm>
            <a:off x="3342164"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13" name="Google Shape;1013;g2ee871d60e6_0_4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14" name="Google Shape;1014;g2ee871d60e6_0_40"/>
          <p:cNvSpPr txBox="1">
            <a:spLocks noGrp="1"/>
          </p:cNvSpPr>
          <p:nvPr>
            <p:ph type="subTitle" idx="4294967295"/>
          </p:nvPr>
        </p:nvSpPr>
        <p:spPr>
          <a:xfrm>
            <a:off x="3027314"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u</a:t>
            </a:r>
            <a:endParaRPr sz="12000" b="0" i="0" u="none" strike="noStrike" cap="none">
              <a:solidFill>
                <a:srgbClr val="ED1C24"/>
              </a:solidFill>
              <a:latin typeface="Jost"/>
              <a:ea typeface="Jost"/>
              <a:cs typeface="Jost"/>
              <a:sym typeface="Jost"/>
            </a:endParaRPr>
          </a:p>
        </p:txBody>
      </p:sp>
      <p:sp>
        <p:nvSpPr>
          <p:cNvPr id="1015" name="Google Shape;1015;g2ee871d60e6_0_40"/>
          <p:cNvSpPr txBox="1">
            <a:spLocks noGrp="1"/>
          </p:cNvSpPr>
          <p:nvPr>
            <p:ph type="subTitle" idx="4294967295"/>
          </p:nvPr>
        </p:nvSpPr>
        <p:spPr>
          <a:xfrm>
            <a:off x="3662297" y="1308025"/>
            <a:ext cx="13146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3"/>
                </a:solidFill>
                <a:latin typeface="Jost"/>
                <a:ea typeface="Jost"/>
                <a:cs typeface="Jost"/>
                <a:sym typeface="Jost"/>
              </a:rPr>
              <a:t>n</a:t>
            </a:r>
            <a:endParaRPr sz="12000" b="0" i="0" u="none" strike="noStrike" cap="none">
              <a:solidFill>
                <a:srgbClr val="FFD403"/>
              </a:solidFill>
              <a:latin typeface="Jost"/>
              <a:ea typeface="Jost"/>
              <a:cs typeface="Jost"/>
              <a:sym typeface="Jost"/>
            </a:endParaRPr>
          </a:p>
        </p:txBody>
      </p:sp>
      <p:sp>
        <p:nvSpPr>
          <p:cNvPr id="1016" name="Google Shape;1016;g2ee871d60e6_0_40"/>
          <p:cNvSpPr txBox="1">
            <a:spLocks noGrp="1"/>
          </p:cNvSpPr>
          <p:nvPr>
            <p:ph type="subTitle" idx="4294967295"/>
          </p:nvPr>
        </p:nvSpPr>
        <p:spPr>
          <a:xfrm>
            <a:off x="4469668" y="1308025"/>
            <a:ext cx="13146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3"/>
                </a:solidFill>
                <a:latin typeface="Jost"/>
                <a:ea typeface="Jost"/>
                <a:cs typeface="Jost"/>
                <a:sym typeface="Jost"/>
              </a:rPr>
              <a:t>n</a:t>
            </a:r>
            <a:endParaRPr sz="12000" b="0" i="0" u="none" strike="noStrike" cap="none">
              <a:solidFill>
                <a:srgbClr val="FFD403"/>
              </a:solidFill>
              <a:latin typeface="Jost"/>
              <a:ea typeface="Jost"/>
              <a:cs typeface="Jost"/>
              <a:sym typeface="Jost"/>
            </a:endParaRPr>
          </a:p>
        </p:txBody>
      </p:sp>
      <p:sp>
        <p:nvSpPr>
          <p:cNvPr id="1017" name="Google Shape;1017;g2ee871d60e6_0_40"/>
          <p:cNvSpPr txBox="1">
            <a:spLocks noGrp="1"/>
          </p:cNvSpPr>
          <p:nvPr>
            <p:ph type="subTitle" idx="4294967295"/>
          </p:nvPr>
        </p:nvSpPr>
        <p:spPr>
          <a:xfrm>
            <a:off x="5522744" y="1308025"/>
            <a:ext cx="13578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993FA2"/>
                </a:solidFill>
                <a:latin typeface="Jost"/>
                <a:ea typeface="Jost"/>
                <a:cs typeface="Jost"/>
                <a:sym typeface="Jost"/>
              </a:rPr>
              <a:t>er</a:t>
            </a:r>
            <a:endParaRPr sz="12000" b="0" i="0" u="none" strike="noStrike" cap="none">
              <a:solidFill>
                <a:srgbClr val="993FA2"/>
              </a:solidFill>
              <a:latin typeface="Jost"/>
              <a:ea typeface="Jost"/>
              <a:cs typeface="Jost"/>
              <a:sym typeface="Jost"/>
            </a:endParaRPr>
          </a:p>
        </p:txBody>
      </p:sp>
      <p:sp>
        <p:nvSpPr>
          <p:cNvPr id="1018" name="Google Shape;1018;g2ee871d60e6_0_4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9" name="Google Shape;1019;g2ee871d60e6_0_4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0" name="Google Shape;1020;g2ee871d60e6_0_4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1" name="Google Shape;1021;g2ee871d60e6_0_4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2" name="Google Shape;1022;g2ee871d60e6_0_4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3" name="Google Shape;1023;g2ee871d60e6_0_4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4" name="Google Shape;1024;g2ee871d60e6_0_4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5" name="Google Shape;1025;g2ee871d60e6_0_4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26" name="Google Shape;1026;g2ee871d60e6_0_40"/>
          <p:cNvGrpSpPr/>
          <p:nvPr/>
        </p:nvGrpSpPr>
        <p:grpSpPr>
          <a:xfrm>
            <a:off x="-550" y="6984600"/>
            <a:ext cx="8596479" cy="808600"/>
            <a:chOff x="-550" y="6984600"/>
            <a:chExt cx="8596479" cy="808600"/>
          </a:xfrm>
        </p:grpSpPr>
        <p:sp>
          <p:nvSpPr>
            <p:cNvPr id="1027" name="Google Shape;1027;g2ee871d60e6_0_4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28" name="Google Shape;1028;g2ee871d60e6_0_4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29" name="Google Shape;1029;g2ee871d60e6_0_4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30" name="Google Shape;1030;g2ee871d60e6_0_4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31" name="Google Shape;1031;g2ee871d60e6_0_4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32" name="Google Shape;1032;g2ee871d60e6_0_4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33" name="Google Shape;1033;g2ee871d60e6_0_4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34" name="Google Shape;1034;g2ee871d60e6_0_4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35" name="Google Shape;1035;g2ee871d60e6_0_4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36" name="Google Shape;1036;g2ee871d60e6_0_40"/>
          <p:cNvSpPr/>
          <p:nvPr/>
        </p:nvSpPr>
        <p:spPr>
          <a:xfrm>
            <a:off x="5608970" y="4011900"/>
            <a:ext cx="1271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7" name="Google Shape;1037;g2ee871d60e6_0_40"/>
          <p:cNvSpPr txBox="1">
            <a:spLocks noGrp="1"/>
          </p:cNvSpPr>
          <p:nvPr>
            <p:ph type="subTitle" idx="4294967295"/>
          </p:nvPr>
        </p:nvSpPr>
        <p:spPr>
          <a:xfrm>
            <a:off x="2263330" y="1304425"/>
            <a:ext cx="11046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r</a:t>
            </a:r>
            <a:endParaRPr sz="12000" b="0" i="0" u="none" strike="noStrike" cap="none">
              <a:solidFill>
                <a:srgbClr val="2356AF"/>
              </a:solidFill>
              <a:latin typeface="Jost"/>
              <a:ea typeface="Jost"/>
              <a:cs typeface="Jost"/>
              <a:sym typeface="Jost"/>
            </a:endParaRPr>
          </a:p>
        </p:txBody>
      </p:sp>
      <p:sp>
        <p:nvSpPr>
          <p:cNvPr id="1038" name="Google Shape;1038;g2ee871d60e6_0_40"/>
          <p:cNvSpPr/>
          <p:nvPr/>
        </p:nvSpPr>
        <p:spPr>
          <a:xfrm>
            <a:off x="260273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9" name="Google Shape;1039;g2ee871d60e6_0_40"/>
          <p:cNvSpPr/>
          <p:nvPr/>
        </p:nvSpPr>
        <p:spPr>
          <a:xfrm>
            <a:off x="4637357"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4"/>
        <p:cNvGrpSpPr/>
        <p:nvPr/>
      </p:nvGrpSpPr>
      <p:grpSpPr>
        <a:xfrm>
          <a:off x="0" y="0"/>
          <a:ext cx="0" cy="0"/>
          <a:chOff x="0" y="0"/>
          <a:chExt cx="0" cy="0"/>
        </a:xfrm>
      </p:grpSpPr>
      <p:sp>
        <p:nvSpPr>
          <p:cNvPr id="1045" name="Google Shape;1045;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46" name="Google Shape;1046;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1"/>
        <p:cNvGrpSpPr/>
        <p:nvPr/>
      </p:nvGrpSpPr>
      <p:grpSpPr>
        <a:xfrm>
          <a:off x="0" y="0"/>
          <a:ext cx="0" cy="0"/>
          <a:chOff x="0" y="0"/>
          <a:chExt cx="0" cy="0"/>
        </a:xfrm>
      </p:grpSpPr>
      <p:sp>
        <p:nvSpPr>
          <p:cNvPr id="1052" name="Google Shape;1052;g2dadbbe58d1_1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pic>
        <p:nvPicPr>
          <p:cNvPr id="1053" name="Google Shape;1053;g2dadbbe58d1_1_3"/>
          <p:cNvPicPr preferRelativeResize="0"/>
          <p:nvPr/>
        </p:nvPicPr>
        <p:blipFill rotWithShape="1">
          <a:blip r:embed="rId3">
            <a:alphaModFix/>
          </a:blip>
          <a:srcRect l="36297" r="36295"/>
          <a:stretch/>
        </p:blipFill>
        <p:spPr>
          <a:xfrm>
            <a:off x="3074950" y="439624"/>
            <a:ext cx="2547075" cy="2939750"/>
          </a:xfrm>
          <a:prstGeom prst="rect">
            <a:avLst/>
          </a:prstGeom>
          <a:noFill/>
          <a:ln>
            <a:noFill/>
          </a:ln>
        </p:spPr>
      </p:pic>
      <p:cxnSp>
        <p:nvCxnSpPr>
          <p:cNvPr id="1054" name="Google Shape;1054;g2dadbbe58d1_1_3"/>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55" name="Google Shape;1055;g2dadbbe58d1_1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grpSp>
        <p:nvGrpSpPr>
          <p:cNvPr id="1056" name="Google Shape;1056;g2dadbbe58d1_1_3"/>
          <p:cNvGrpSpPr/>
          <p:nvPr/>
        </p:nvGrpSpPr>
        <p:grpSpPr>
          <a:xfrm>
            <a:off x="1838135" y="3614075"/>
            <a:ext cx="5467770" cy="1851900"/>
            <a:chOff x="1838135" y="3614075"/>
            <a:chExt cx="5467770" cy="1851900"/>
          </a:xfrm>
        </p:grpSpPr>
        <p:sp>
          <p:nvSpPr>
            <p:cNvPr id="1057" name="Google Shape;1057;g2dadbbe58d1_1_3"/>
            <p:cNvSpPr/>
            <p:nvPr/>
          </p:nvSpPr>
          <p:spPr>
            <a:xfrm flipH="1">
              <a:off x="1838135" y="3629300"/>
              <a:ext cx="54651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58" name="Google Shape;1058;g2dadbbe58d1_1_3"/>
            <p:cNvCxnSpPr/>
            <p:nvPr/>
          </p:nvCxnSpPr>
          <p:spPr>
            <a:xfrm rot="10800000">
              <a:off x="2725658"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59" name="Google Shape;1059;g2dadbbe58d1_1_3"/>
            <p:cNvCxnSpPr/>
            <p:nvPr/>
          </p:nvCxnSpPr>
          <p:spPr>
            <a:xfrm rot="10800000">
              <a:off x="3471007"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060" name="Google Shape;1060;g2dadbbe58d1_1_3"/>
            <p:cNvGrpSpPr/>
            <p:nvPr/>
          </p:nvGrpSpPr>
          <p:grpSpPr>
            <a:xfrm flipH="1">
              <a:off x="4896689" y="3629300"/>
              <a:ext cx="2409216" cy="1828800"/>
              <a:chOff x="1354201" y="3631675"/>
              <a:chExt cx="2324824" cy="1828800"/>
            </a:xfrm>
          </p:grpSpPr>
          <p:sp>
            <p:nvSpPr>
              <p:cNvPr id="1061" name="Google Shape;1061;g2dadbbe58d1_1_3"/>
              <p:cNvSpPr/>
              <p:nvPr/>
            </p:nvSpPr>
            <p:spPr>
              <a:xfrm rot="-5400000">
                <a:off x="1529401" y="3456475"/>
                <a:ext cx="1828800" cy="21792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62" name="Google Shape;1062;g2dadbbe58d1_1_3"/>
              <p:cNvGrpSpPr/>
              <p:nvPr/>
            </p:nvGrpSpPr>
            <p:grpSpPr>
              <a:xfrm>
                <a:off x="3415325" y="4484375"/>
                <a:ext cx="263700" cy="263700"/>
                <a:chOff x="3415325" y="4484375"/>
                <a:chExt cx="263700" cy="263700"/>
              </a:xfrm>
            </p:grpSpPr>
            <p:sp>
              <p:nvSpPr>
                <p:cNvPr id="1063" name="Google Shape;1063;g2dadbbe58d1_1_3"/>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64" name="Google Shape;1064;g2dadbbe58d1_1_3"/>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grpSp>
          <p:nvGrpSpPr>
            <p:cNvPr id="1065" name="Google Shape;1065;g2dadbbe58d1_1_3"/>
            <p:cNvGrpSpPr/>
            <p:nvPr/>
          </p:nvGrpSpPr>
          <p:grpSpPr>
            <a:xfrm flipH="1">
              <a:off x="1838768" y="4063875"/>
              <a:ext cx="5464774" cy="1170725"/>
              <a:chOff x="1181250" y="4063875"/>
              <a:chExt cx="6781800" cy="1170725"/>
            </a:xfrm>
          </p:grpSpPr>
          <p:cxnSp>
            <p:nvCxnSpPr>
              <p:cNvPr id="1066" name="Google Shape;1066;g2dadbbe58d1_1_3"/>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7" name="Google Shape;1067;g2dadbbe58d1_1_3"/>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8" name="Google Shape;1068;g2dadbbe58d1_1_3"/>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69" name="Google Shape;1069;g2dadbbe58d1_1_3"/>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070" name="Google Shape;1070;g2dadbbe58d1_1_3"/>
            <p:cNvCxnSpPr/>
            <p:nvPr/>
          </p:nvCxnSpPr>
          <p:spPr>
            <a:xfrm rot="10800000">
              <a:off x="4031010"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71" name="Google Shape;1071;g2dadbbe58d1_1_3"/>
            <p:cNvCxnSpPr/>
            <p:nvPr/>
          </p:nvCxnSpPr>
          <p:spPr>
            <a:xfrm rot="10800000">
              <a:off x="6077907"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072" name="Google Shape;1072;g2dadbbe58d1_1_3"/>
          <p:cNvSpPr txBox="1"/>
          <p:nvPr/>
        </p:nvSpPr>
        <p:spPr>
          <a:xfrm>
            <a:off x="4077933" y="4064350"/>
            <a:ext cx="768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p</a:t>
            </a:r>
            <a:endParaRPr sz="8500" b="0" i="0" u="none" strike="noStrike" cap="none">
              <a:solidFill>
                <a:srgbClr val="2356AF"/>
              </a:solidFill>
              <a:latin typeface="Jost"/>
              <a:ea typeface="Jost"/>
              <a:cs typeface="Jost"/>
              <a:sym typeface="Jost"/>
            </a:endParaRPr>
          </a:p>
        </p:txBody>
      </p:sp>
      <p:sp>
        <p:nvSpPr>
          <p:cNvPr id="1073" name="Google Shape;1073;g2dadbbe58d1_1_3"/>
          <p:cNvSpPr txBox="1"/>
          <p:nvPr/>
        </p:nvSpPr>
        <p:spPr>
          <a:xfrm>
            <a:off x="1838095" y="4064350"/>
            <a:ext cx="88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s</a:t>
            </a:r>
            <a:endParaRPr sz="8500" b="0" i="0" u="none" strike="noStrike" cap="none">
              <a:solidFill>
                <a:srgbClr val="2356AF"/>
              </a:solidFill>
              <a:latin typeface="Jost"/>
              <a:ea typeface="Jost"/>
              <a:cs typeface="Jost"/>
              <a:sym typeface="Jost"/>
            </a:endParaRPr>
          </a:p>
        </p:txBody>
      </p:sp>
      <p:sp>
        <p:nvSpPr>
          <p:cNvPr id="1074" name="Google Shape;1074;g2dadbbe58d1_1_3"/>
          <p:cNvSpPr txBox="1"/>
          <p:nvPr/>
        </p:nvSpPr>
        <p:spPr>
          <a:xfrm>
            <a:off x="2606140" y="4064350"/>
            <a:ext cx="88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k</a:t>
            </a:r>
            <a:endParaRPr sz="8500" b="0" i="0" u="none" strike="noStrike" cap="none">
              <a:solidFill>
                <a:srgbClr val="2356AF"/>
              </a:solidFill>
              <a:latin typeface="Jost"/>
              <a:ea typeface="Jost"/>
              <a:cs typeface="Jost"/>
              <a:sym typeface="Jost"/>
            </a:endParaRPr>
          </a:p>
        </p:txBody>
      </p:sp>
      <p:sp>
        <p:nvSpPr>
          <p:cNvPr id="1075" name="Google Shape;1075;g2dadbbe58d1_1_3"/>
          <p:cNvSpPr txBox="1"/>
          <p:nvPr/>
        </p:nvSpPr>
        <p:spPr>
          <a:xfrm>
            <a:off x="3471371" y="4064350"/>
            <a:ext cx="577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i</a:t>
            </a:r>
            <a:endParaRPr sz="8500" b="0" i="0" u="none" strike="noStrike" cap="none">
              <a:solidFill>
                <a:srgbClr val="ED1C24"/>
              </a:solidFill>
              <a:latin typeface="Jost"/>
              <a:ea typeface="Jost"/>
              <a:cs typeface="Jost"/>
              <a:sym typeface="Jost"/>
            </a:endParaRPr>
          </a:p>
        </p:txBody>
      </p:sp>
      <p:sp>
        <p:nvSpPr>
          <p:cNvPr id="1076" name="Google Shape;1076;g2dadbbe58d1_1_3"/>
          <p:cNvSpPr txBox="1"/>
          <p:nvPr/>
        </p:nvSpPr>
        <p:spPr>
          <a:xfrm>
            <a:off x="5195842" y="4064350"/>
            <a:ext cx="768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FFD403"/>
              </a:solidFill>
              <a:latin typeface="Jost"/>
              <a:ea typeface="Jost"/>
              <a:cs typeface="Jost"/>
              <a:sym typeface="Jost"/>
            </a:endParaRPr>
          </a:p>
        </p:txBody>
      </p:sp>
      <p:sp>
        <p:nvSpPr>
          <p:cNvPr id="1077" name="Google Shape;1077;g2dadbbe58d1_1_3"/>
          <p:cNvSpPr txBox="1"/>
          <p:nvPr/>
        </p:nvSpPr>
        <p:spPr>
          <a:xfrm>
            <a:off x="6061144" y="4064350"/>
            <a:ext cx="1254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993FA2"/>
              </a:solidFill>
              <a:latin typeface="Jost"/>
              <a:ea typeface="Jost"/>
              <a:cs typeface="Jost"/>
              <a:sym typeface="Jo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g274c2d64de4_0_13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pic>
        <p:nvPicPr>
          <p:cNvPr id="1084" name="Google Shape;1084;g274c2d64de4_0_136"/>
          <p:cNvPicPr preferRelativeResize="0"/>
          <p:nvPr/>
        </p:nvPicPr>
        <p:blipFill rotWithShape="1">
          <a:blip r:embed="rId3">
            <a:alphaModFix/>
          </a:blip>
          <a:srcRect l="36297" r="36295"/>
          <a:stretch/>
        </p:blipFill>
        <p:spPr>
          <a:xfrm>
            <a:off x="3074950" y="439624"/>
            <a:ext cx="2547075" cy="2939750"/>
          </a:xfrm>
          <a:prstGeom prst="rect">
            <a:avLst/>
          </a:prstGeom>
          <a:noFill/>
          <a:ln>
            <a:noFill/>
          </a:ln>
        </p:spPr>
      </p:pic>
      <p:cxnSp>
        <p:nvCxnSpPr>
          <p:cNvPr id="1085" name="Google Shape;1085;g274c2d64de4_0_136"/>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86" name="Google Shape;1086;g274c2d64de4_0_13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grpSp>
        <p:nvGrpSpPr>
          <p:cNvPr id="1087" name="Google Shape;1087;g274c2d64de4_0_136"/>
          <p:cNvGrpSpPr/>
          <p:nvPr/>
        </p:nvGrpSpPr>
        <p:grpSpPr>
          <a:xfrm>
            <a:off x="1838135" y="3614075"/>
            <a:ext cx="5467770" cy="1851900"/>
            <a:chOff x="1838135" y="3614075"/>
            <a:chExt cx="5467770" cy="1851900"/>
          </a:xfrm>
        </p:grpSpPr>
        <p:sp>
          <p:nvSpPr>
            <p:cNvPr id="1088" name="Google Shape;1088;g274c2d64de4_0_136"/>
            <p:cNvSpPr/>
            <p:nvPr/>
          </p:nvSpPr>
          <p:spPr>
            <a:xfrm flipH="1">
              <a:off x="1838135" y="3629300"/>
              <a:ext cx="54651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89" name="Google Shape;1089;g274c2d64de4_0_136"/>
            <p:cNvCxnSpPr/>
            <p:nvPr/>
          </p:nvCxnSpPr>
          <p:spPr>
            <a:xfrm rot="10800000">
              <a:off x="2725658"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90" name="Google Shape;1090;g274c2d64de4_0_136"/>
            <p:cNvCxnSpPr/>
            <p:nvPr/>
          </p:nvCxnSpPr>
          <p:spPr>
            <a:xfrm rot="10800000">
              <a:off x="3471007"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091" name="Google Shape;1091;g274c2d64de4_0_136"/>
            <p:cNvGrpSpPr/>
            <p:nvPr/>
          </p:nvGrpSpPr>
          <p:grpSpPr>
            <a:xfrm flipH="1">
              <a:off x="4896689" y="3629300"/>
              <a:ext cx="2409216" cy="1828800"/>
              <a:chOff x="1354201" y="3631675"/>
              <a:chExt cx="2324824" cy="1828800"/>
            </a:xfrm>
          </p:grpSpPr>
          <p:sp>
            <p:nvSpPr>
              <p:cNvPr id="1092" name="Google Shape;1092;g274c2d64de4_0_136"/>
              <p:cNvSpPr/>
              <p:nvPr/>
            </p:nvSpPr>
            <p:spPr>
              <a:xfrm rot="-5400000">
                <a:off x="1529401" y="3456475"/>
                <a:ext cx="1828800" cy="21792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93" name="Google Shape;1093;g274c2d64de4_0_136"/>
              <p:cNvGrpSpPr/>
              <p:nvPr/>
            </p:nvGrpSpPr>
            <p:grpSpPr>
              <a:xfrm>
                <a:off x="3415325" y="4484375"/>
                <a:ext cx="263700" cy="263700"/>
                <a:chOff x="3415325" y="4484375"/>
                <a:chExt cx="263700" cy="263700"/>
              </a:xfrm>
            </p:grpSpPr>
            <p:sp>
              <p:nvSpPr>
                <p:cNvPr id="1094" name="Google Shape;1094;g274c2d64de4_0_136"/>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95" name="Google Shape;1095;g274c2d64de4_0_136"/>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grpSp>
          <p:nvGrpSpPr>
            <p:cNvPr id="1096" name="Google Shape;1096;g274c2d64de4_0_136"/>
            <p:cNvGrpSpPr/>
            <p:nvPr/>
          </p:nvGrpSpPr>
          <p:grpSpPr>
            <a:xfrm flipH="1">
              <a:off x="1838768" y="4063875"/>
              <a:ext cx="5464774" cy="1170725"/>
              <a:chOff x="1181250" y="4063875"/>
              <a:chExt cx="6781800" cy="1170725"/>
            </a:xfrm>
          </p:grpSpPr>
          <p:cxnSp>
            <p:nvCxnSpPr>
              <p:cNvPr id="1097" name="Google Shape;1097;g274c2d64de4_0_136"/>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8" name="Google Shape;1098;g274c2d64de4_0_136"/>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9" name="Google Shape;1099;g274c2d64de4_0_136"/>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00" name="Google Shape;1100;g274c2d64de4_0_136"/>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101" name="Google Shape;1101;g274c2d64de4_0_136"/>
            <p:cNvCxnSpPr/>
            <p:nvPr/>
          </p:nvCxnSpPr>
          <p:spPr>
            <a:xfrm rot="10800000">
              <a:off x="4031010"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02" name="Google Shape;1102;g274c2d64de4_0_136"/>
            <p:cNvCxnSpPr/>
            <p:nvPr/>
          </p:nvCxnSpPr>
          <p:spPr>
            <a:xfrm rot="10800000">
              <a:off x="6077907"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103" name="Google Shape;1103;g274c2d64de4_0_136"/>
          <p:cNvSpPr txBox="1"/>
          <p:nvPr/>
        </p:nvSpPr>
        <p:spPr>
          <a:xfrm>
            <a:off x="4077933" y="4064350"/>
            <a:ext cx="768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3"/>
                </a:solidFill>
                <a:latin typeface="Jost"/>
                <a:ea typeface="Jost"/>
                <a:cs typeface="Jost"/>
                <a:sym typeface="Jost"/>
              </a:rPr>
              <a:t>p</a:t>
            </a:r>
            <a:endParaRPr sz="8500" b="0" i="0" u="none" strike="noStrike" cap="none">
              <a:solidFill>
                <a:srgbClr val="FFD403"/>
              </a:solidFill>
              <a:latin typeface="Jost"/>
              <a:ea typeface="Jost"/>
              <a:cs typeface="Jost"/>
              <a:sym typeface="Jost"/>
            </a:endParaRPr>
          </a:p>
        </p:txBody>
      </p:sp>
      <p:sp>
        <p:nvSpPr>
          <p:cNvPr id="1104" name="Google Shape;1104;g274c2d64de4_0_136"/>
          <p:cNvSpPr txBox="1"/>
          <p:nvPr/>
        </p:nvSpPr>
        <p:spPr>
          <a:xfrm>
            <a:off x="1838095" y="4064350"/>
            <a:ext cx="88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s</a:t>
            </a:r>
            <a:endParaRPr sz="8500" b="0" i="0" u="none" strike="noStrike" cap="none">
              <a:solidFill>
                <a:srgbClr val="2356AF"/>
              </a:solidFill>
              <a:latin typeface="Jost"/>
              <a:ea typeface="Jost"/>
              <a:cs typeface="Jost"/>
              <a:sym typeface="Jost"/>
            </a:endParaRPr>
          </a:p>
        </p:txBody>
      </p:sp>
      <p:sp>
        <p:nvSpPr>
          <p:cNvPr id="1105" name="Google Shape;1105;g274c2d64de4_0_136"/>
          <p:cNvSpPr txBox="1"/>
          <p:nvPr/>
        </p:nvSpPr>
        <p:spPr>
          <a:xfrm>
            <a:off x="2606140" y="4064350"/>
            <a:ext cx="88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k</a:t>
            </a:r>
            <a:endParaRPr sz="8500" b="0" i="0" u="none" strike="noStrike" cap="none">
              <a:solidFill>
                <a:srgbClr val="2356AF"/>
              </a:solidFill>
              <a:latin typeface="Jost"/>
              <a:ea typeface="Jost"/>
              <a:cs typeface="Jost"/>
              <a:sym typeface="Jost"/>
            </a:endParaRPr>
          </a:p>
        </p:txBody>
      </p:sp>
      <p:sp>
        <p:nvSpPr>
          <p:cNvPr id="1106" name="Google Shape;1106;g274c2d64de4_0_136"/>
          <p:cNvSpPr txBox="1"/>
          <p:nvPr/>
        </p:nvSpPr>
        <p:spPr>
          <a:xfrm>
            <a:off x="3471371" y="4064350"/>
            <a:ext cx="577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i</a:t>
            </a:r>
            <a:endParaRPr sz="8500" b="0" i="0" u="none" strike="noStrike" cap="none">
              <a:solidFill>
                <a:srgbClr val="ED1C24"/>
              </a:solidFill>
              <a:latin typeface="Jost"/>
              <a:ea typeface="Jost"/>
              <a:cs typeface="Jost"/>
              <a:sym typeface="Jost"/>
            </a:endParaRPr>
          </a:p>
        </p:txBody>
      </p:sp>
      <p:sp>
        <p:nvSpPr>
          <p:cNvPr id="1107" name="Google Shape;1107;g274c2d64de4_0_136"/>
          <p:cNvSpPr txBox="1"/>
          <p:nvPr/>
        </p:nvSpPr>
        <p:spPr>
          <a:xfrm>
            <a:off x="5195842" y="4064350"/>
            <a:ext cx="768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3"/>
                </a:solidFill>
                <a:latin typeface="Jost"/>
                <a:ea typeface="Jost"/>
                <a:cs typeface="Jost"/>
                <a:sym typeface="Jost"/>
              </a:rPr>
              <a:t>p</a:t>
            </a:r>
            <a:endParaRPr sz="8500" b="0" i="0" u="none" strike="noStrike" cap="none">
              <a:solidFill>
                <a:srgbClr val="FFD403"/>
              </a:solidFill>
              <a:latin typeface="Jost"/>
              <a:ea typeface="Jost"/>
              <a:cs typeface="Jost"/>
              <a:sym typeface="Jost"/>
            </a:endParaRPr>
          </a:p>
        </p:txBody>
      </p:sp>
      <p:sp>
        <p:nvSpPr>
          <p:cNvPr id="1108" name="Google Shape;1108;g274c2d64de4_0_136"/>
          <p:cNvSpPr txBox="1"/>
          <p:nvPr/>
        </p:nvSpPr>
        <p:spPr>
          <a:xfrm>
            <a:off x="6061144" y="4064350"/>
            <a:ext cx="1254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993FA2"/>
                </a:solidFill>
                <a:latin typeface="Jost"/>
                <a:ea typeface="Jost"/>
                <a:cs typeface="Jost"/>
                <a:sym typeface="Jost"/>
              </a:rPr>
              <a:t>er</a:t>
            </a:r>
            <a:endParaRPr sz="8500" b="0" i="0" u="none" strike="noStrike" cap="none">
              <a:solidFill>
                <a:srgbClr val="993FA2"/>
              </a:solidFill>
              <a:latin typeface="Jost"/>
              <a:ea typeface="Jost"/>
              <a:cs typeface="Jost"/>
              <a:sym typeface="Jo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sp>
        <p:nvSpPr>
          <p:cNvPr id="1114" name="Google Shape;1114;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15" name="Google Shape;1115;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16" name="Google Shape;1116;g1f3daf8a844_0_64"/>
          <p:cNvGrpSpPr/>
          <p:nvPr/>
        </p:nvGrpSpPr>
        <p:grpSpPr>
          <a:xfrm>
            <a:off x="3024000" y="209875"/>
            <a:ext cx="3096000" cy="454800"/>
            <a:chOff x="3024000" y="209875"/>
            <a:chExt cx="3096000" cy="454800"/>
          </a:xfrm>
        </p:grpSpPr>
        <p:sp>
          <p:nvSpPr>
            <p:cNvPr id="1117" name="Google Shape;1117;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8" name="Google Shape;1118;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9" name="Google Shape;1119;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20" name="Google Shape;1120;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1" name="Google Shape;1121;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2" name="Google Shape;1122;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23" name="Google Shape;1123;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24" name="Google Shape;1124;g1f3daf8a844_0_64"/>
          <p:cNvSpPr txBox="1"/>
          <p:nvPr/>
        </p:nvSpPr>
        <p:spPr>
          <a:xfrm>
            <a:off x="2333951" y="6552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25" name="Google Shape;1125;g1f3daf8a844_0_64"/>
          <p:cNvSpPr txBox="1"/>
          <p:nvPr/>
        </p:nvSpPr>
        <p:spPr>
          <a:xfrm>
            <a:off x="5792506" y="6552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26" name="Google Shape;1126;g1f3daf8a844_0_64"/>
          <p:cNvSpPr txBox="1"/>
          <p:nvPr/>
        </p:nvSpPr>
        <p:spPr>
          <a:xfrm>
            <a:off x="1181100" y="6552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27" name="Google Shape;1127;g1f3daf8a844_0_64"/>
          <p:cNvSpPr txBox="1"/>
          <p:nvPr/>
        </p:nvSpPr>
        <p:spPr>
          <a:xfrm>
            <a:off x="4639654" y="6552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28" name="Google Shape;1128;g1f3daf8a844_0_64"/>
          <p:cNvSpPr txBox="1"/>
          <p:nvPr/>
        </p:nvSpPr>
        <p:spPr>
          <a:xfrm>
            <a:off x="6945355" y="6552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29" name="Google Shape;1129;g1f3daf8a844_0_64"/>
          <p:cNvSpPr txBox="1"/>
          <p:nvPr/>
        </p:nvSpPr>
        <p:spPr>
          <a:xfrm>
            <a:off x="2333951" y="1626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30" name="Google Shape;1130;g1f3daf8a844_0_64"/>
          <p:cNvSpPr txBox="1"/>
          <p:nvPr/>
        </p:nvSpPr>
        <p:spPr>
          <a:xfrm>
            <a:off x="5792506" y="1626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FFD403"/>
              </a:solidFill>
              <a:latin typeface="Jost"/>
              <a:ea typeface="Jost"/>
              <a:cs typeface="Jost"/>
              <a:sym typeface="Jost"/>
            </a:endParaRPr>
          </a:p>
        </p:txBody>
      </p:sp>
      <p:sp>
        <p:nvSpPr>
          <p:cNvPr id="1131" name="Google Shape;1131;g1f3daf8a844_0_64"/>
          <p:cNvSpPr txBox="1"/>
          <p:nvPr/>
        </p:nvSpPr>
        <p:spPr>
          <a:xfrm>
            <a:off x="1181100" y="1626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132" name="Google Shape;1132;g1f3daf8a844_0_64"/>
          <p:cNvSpPr txBox="1"/>
          <p:nvPr/>
        </p:nvSpPr>
        <p:spPr>
          <a:xfrm>
            <a:off x="3486803" y="1626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33" name="Google Shape;1133;g1f3daf8a844_0_64"/>
          <p:cNvSpPr txBox="1"/>
          <p:nvPr/>
        </p:nvSpPr>
        <p:spPr>
          <a:xfrm>
            <a:off x="4639654" y="1626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34" name="Google Shape;1134;g1f3daf8a844_0_64"/>
          <p:cNvSpPr txBox="1"/>
          <p:nvPr/>
        </p:nvSpPr>
        <p:spPr>
          <a:xfrm>
            <a:off x="3486803" y="6552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35" name="Google Shape;1135;g1f3daf8a844_0_64"/>
          <p:cNvSpPr txBox="1"/>
          <p:nvPr/>
        </p:nvSpPr>
        <p:spPr>
          <a:xfrm>
            <a:off x="6945355" y="1626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36" name="Google Shape;1136;g1f3daf8a844_0_6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37" name="Google Shape;1137;g1f3daf8a844_0_6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38" name="Google Shape;1138;g1f3daf8a844_0_6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39" name="Google Shape;1139;g1f3daf8a844_0_6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40" name="Google Shape;1140;g1f3daf8a844_0_6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41" name="Google Shape;1141;g1f3daf8a844_0_6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2" name="Google Shape;1142;g1f3daf8a844_0_64"/>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3" name="Google Shape;1143;g1f3daf8a844_0_6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44" name="Google Shape;1144;g1f3daf8a844_0_64"/>
          <p:cNvGrpSpPr/>
          <p:nvPr/>
        </p:nvGrpSpPr>
        <p:grpSpPr>
          <a:xfrm>
            <a:off x="-550" y="6984600"/>
            <a:ext cx="8596479" cy="808600"/>
            <a:chOff x="-550" y="6984600"/>
            <a:chExt cx="8596479" cy="808600"/>
          </a:xfrm>
        </p:grpSpPr>
        <p:sp>
          <p:nvSpPr>
            <p:cNvPr id="1145" name="Google Shape;1145;g1f3daf8a844_0_6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146" name="Google Shape;1146;g1f3daf8a844_0_6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147" name="Google Shape;1147;g1f3daf8a844_0_6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148" name="Google Shape;1148;g1f3daf8a844_0_6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149" name="Google Shape;1149;g1f3daf8a844_0_6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150" name="Google Shape;1150;g1f3daf8a844_0_64"/>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151" name="Google Shape;1151;g1f3daf8a844_0_6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152" name="Google Shape;1152;g1f3daf8a844_0_6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153" name="Google Shape;1153;g1f3daf8a844_0_6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154" name="Google Shape;1154;g1f3daf8a844_0_64"/>
          <p:cNvSpPr txBox="1"/>
          <p:nvPr/>
        </p:nvSpPr>
        <p:spPr>
          <a:xfrm>
            <a:off x="3486805" y="2426288"/>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55" name="Google Shape;1155;g1f3daf8a844_0_64"/>
          <p:cNvSpPr txBox="1"/>
          <p:nvPr/>
        </p:nvSpPr>
        <p:spPr>
          <a:xfrm>
            <a:off x="4648205" y="242829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cxnSp>
        <p:nvCxnSpPr>
          <p:cNvPr id="1156" name="Google Shape;1156;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61"/>
        <p:cNvGrpSpPr/>
        <p:nvPr/>
      </p:nvGrpSpPr>
      <p:grpSpPr>
        <a:xfrm>
          <a:off x="0" y="0"/>
          <a:ext cx="0" cy="0"/>
          <a:chOff x="0" y="0"/>
          <a:chExt cx="0" cy="0"/>
        </a:xfrm>
      </p:grpSpPr>
      <p:sp>
        <p:nvSpPr>
          <p:cNvPr id="1162" name="Google Shape;1162;g27396a18c08_0_8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63" name="Google Shape;1163;g27396a18c08_0_8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64" name="Google Shape;1164;g27396a18c08_0_81"/>
          <p:cNvGrpSpPr/>
          <p:nvPr/>
        </p:nvGrpSpPr>
        <p:grpSpPr>
          <a:xfrm>
            <a:off x="3024000" y="209875"/>
            <a:ext cx="3096000" cy="454800"/>
            <a:chOff x="3024000" y="209875"/>
            <a:chExt cx="3096000" cy="454800"/>
          </a:xfrm>
        </p:grpSpPr>
        <p:sp>
          <p:nvSpPr>
            <p:cNvPr id="1165" name="Google Shape;1165;g27396a18c08_0_81"/>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6" name="Google Shape;1166;g27396a18c08_0_81"/>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67" name="Google Shape;1167;g27396a18c08_0_81"/>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68" name="Google Shape;1168;g27396a18c08_0_81"/>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runner swimmer skipper</a:t>
            </a:r>
            <a:endParaRPr sz="1800" b="0" i="0" u="none" strike="noStrike" cap="none">
              <a:solidFill>
                <a:srgbClr val="B7B7B7"/>
              </a:solidFill>
              <a:latin typeface="Jost"/>
              <a:ea typeface="Jost"/>
              <a:cs typeface="Jost"/>
              <a:sym typeface="Jost"/>
            </a:endParaRPr>
          </a:p>
        </p:txBody>
      </p:sp>
      <p:cxnSp>
        <p:nvCxnSpPr>
          <p:cNvPr id="1169" name="Google Shape;1169;g27396a18c08_0_81"/>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70" name="Google Shape;1170;g27396a18c08_0_81"/>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71" name="Google Shape;1171;g27396a18c08_0_81"/>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72" name="Google Shape;1172;g27396a18c08_0_81"/>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73" name="Google Shape;1173;g27396a18c08_0_81"/>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74" name="Google Shape;1174;g27396a18c08_0_81"/>
          <p:cNvSpPr txBox="1"/>
          <p:nvPr/>
        </p:nvSpPr>
        <p:spPr>
          <a:xfrm>
            <a:off x="2333951" y="6552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75" name="Google Shape;1175;g27396a18c08_0_81"/>
          <p:cNvSpPr txBox="1"/>
          <p:nvPr/>
        </p:nvSpPr>
        <p:spPr>
          <a:xfrm>
            <a:off x="1181100" y="6552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76" name="Google Shape;1176;g27396a18c08_0_81"/>
          <p:cNvSpPr txBox="1"/>
          <p:nvPr/>
        </p:nvSpPr>
        <p:spPr>
          <a:xfrm>
            <a:off x="4639654" y="6552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cxnSp>
        <p:nvCxnSpPr>
          <p:cNvPr id="1177" name="Google Shape;1177;g27396a18c08_0_81"/>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78" name="Google Shape;1178;g27396a18c08_0_81"/>
          <p:cNvSpPr txBox="1"/>
          <p:nvPr/>
        </p:nvSpPr>
        <p:spPr>
          <a:xfrm>
            <a:off x="6945355" y="6552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79" name="Google Shape;1179;g27396a18c08_0_81"/>
          <p:cNvSpPr txBox="1"/>
          <p:nvPr/>
        </p:nvSpPr>
        <p:spPr>
          <a:xfrm>
            <a:off x="2333951" y="1626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80" name="Google Shape;1180;g27396a18c08_0_81"/>
          <p:cNvSpPr txBox="1"/>
          <p:nvPr/>
        </p:nvSpPr>
        <p:spPr>
          <a:xfrm>
            <a:off x="5792506" y="1626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FFD403"/>
              </a:solidFill>
              <a:latin typeface="Jost"/>
              <a:ea typeface="Jost"/>
              <a:cs typeface="Jost"/>
              <a:sym typeface="Jost"/>
            </a:endParaRPr>
          </a:p>
        </p:txBody>
      </p:sp>
      <p:sp>
        <p:nvSpPr>
          <p:cNvPr id="1181" name="Google Shape;1181;g27396a18c08_0_81"/>
          <p:cNvSpPr txBox="1"/>
          <p:nvPr/>
        </p:nvSpPr>
        <p:spPr>
          <a:xfrm>
            <a:off x="1181100" y="1626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182" name="Google Shape;1182;g27396a18c08_0_81"/>
          <p:cNvSpPr txBox="1"/>
          <p:nvPr/>
        </p:nvSpPr>
        <p:spPr>
          <a:xfrm>
            <a:off x="3486803" y="1626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83" name="Google Shape;1183;g27396a18c08_0_81"/>
          <p:cNvSpPr txBox="1"/>
          <p:nvPr/>
        </p:nvSpPr>
        <p:spPr>
          <a:xfrm>
            <a:off x="4639654" y="1626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84" name="Google Shape;1184;g27396a18c08_0_81"/>
          <p:cNvSpPr txBox="1"/>
          <p:nvPr/>
        </p:nvSpPr>
        <p:spPr>
          <a:xfrm>
            <a:off x="3486803" y="6552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85" name="Google Shape;1185;g27396a18c08_0_81"/>
          <p:cNvSpPr txBox="1"/>
          <p:nvPr/>
        </p:nvSpPr>
        <p:spPr>
          <a:xfrm>
            <a:off x="6945355" y="1626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86" name="Google Shape;1186;g27396a18c08_0_8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87" name="Google Shape;1187;g27396a18c08_0_8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88" name="Google Shape;1188;g27396a18c08_0_8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89" name="Google Shape;1189;g27396a18c08_0_8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90" name="Google Shape;1190;g27396a18c08_0_8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91" name="Google Shape;1191;g27396a18c08_0_8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2" name="Google Shape;1192;g27396a18c08_0_81"/>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3" name="Google Shape;1193;g27396a18c08_0_8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94" name="Google Shape;1194;g27396a18c08_0_81"/>
          <p:cNvGrpSpPr/>
          <p:nvPr/>
        </p:nvGrpSpPr>
        <p:grpSpPr>
          <a:xfrm>
            <a:off x="-550" y="6984600"/>
            <a:ext cx="8596479" cy="808600"/>
            <a:chOff x="-550" y="6984600"/>
            <a:chExt cx="8596479" cy="808600"/>
          </a:xfrm>
        </p:grpSpPr>
        <p:sp>
          <p:nvSpPr>
            <p:cNvPr id="1195" name="Google Shape;1195;g27396a18c08_0_8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196" name="Google Shape;1196;g27396a18c08_0_8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197" name="Google Shape;1197;g27396a18c08_0_8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198" name="Google Shape;1198;g27396a18c08_0_8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199" name="Google Shape;1199;g27396a18c08_0_8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200" name="Google Shape;1200;g27396a18c08_0_81"/>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201" name="Google Shape;1201;g27396a18c08_0_8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202" name="Google Shape;1202;g27396a18c08_0_8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203" name="Google Shape;1203;g27396a18c08_0_8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204" name="Google Shape;1204;g27396a18c08_0_81"/>
          <p:cNvSpPr txBox="1"/>
          <p:nvPr/>
        </p:nvSpPr>
        <p:spPr>
          <a:xfrm>
            <a:off x="3486805" y="2426288"/>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205" name="Google Shape;1205;g27396a18c08_0_81"/>
          <p:cNvSpPr txBox="1"/>
          <p:nvPr/>
        </p:nvSpPr>
        <p:spPr>
          <a:xfrm>
            <a:off x="4648205" y="242829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206" name="Google Shape;1206;g27396a18c08_0_81"/>
          <p:cNvSpPr txBox="1"/>
          <p:nvPr/>
        </p:nvSpPr>
        <p:spPr>
          <a:xfrm>
            <a:off x="5792506" y="6552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466</Words>
  <Application>Microsoft Office PowerPoint</Application>
  <PresentationFormat>On-screen Show (4:3)</PresentationFormat>
  <Paragraphs>183</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Poppins Medium</vt:lpstr>
      <vt:lpstr>Calibri</vt:lpstr>
      <vt:lpstr>Poppins</vt:lpstr>
      <vt:lpstr>Jost</vt:lpstr>
      <vt:lpstr>Nunito Black</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5 Common Exception Words today house mouse hour because Mr Mrs Ms where should could would move use want.</vt:lpstr>
      <vt:lpstr>Teach Suffix Rule</vt:lpstr>
      <vt:lpstr>Demonstrate Using Examples</vt:lpstr>
      <vt:lpstr>Demonstrate Using Examples</vt:lpstr>
      <vt:lpstr>Demonstrate Using Examples</vt:lpstr>
      <vt:lpstr>Explain Decoding</vt:lpstr>
      <vt:lpstr>Model Blending Phonemes</vt:lpstr>
      <vt:lpstr>Model Blending Phonemes</vt:lpstr>
      <vt:lpstr>Model Blending Phonemes</vt:lpstr>
      <vt:lpstr>Model Blending Phonemes</vt:lpstr>
      <vt:lpstr>Explain Encoding</vt:lpstr>
      <vt:lpstr>Practise Adding Affixes</vt:lpstr>
      <vt:lpstr>Practise Adding Affixes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2026-06-03T00:53:06Z</dcterms:modified>
</cp:coreProperties>
</file>