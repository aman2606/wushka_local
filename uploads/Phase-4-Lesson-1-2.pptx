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9144000" cy="6858000" type="screen4x3"/>
  <p:notesSz cx="6858000" cy="9144000"/>
  <p:embeddedFontLst>
    <p:embeddedFont>
      <p:font typeface="Jost" panose="020B0604020202020204" charset="0"/>
      <p:regular r:id="rId28"/>
      <p:bold r:id="rId29"/>
      <p:italic r:id="rId30"/>
      <p:boldItalic r:id="rId31"/>
    </p:embeddedFont>
    <p:embeddedFont>
      <p:font typeface="Nunito Black" pitchFamily="2" charset="0"/>
      <p:bold r:id="rId32"/>
      <p:boldItalic r:id="rId33"/>
    </p:embeddedFont>
    <p:embeddedFont>
      <p:font typeface="Poppins" panose="00000500000000000000" pitchFamily="2" charset="0"/>
      <p:regular r:id="rId34"/>
      <p:bold r:id="rId35"/>
      <p:italic r:id="rId36"/>
      <p:boldItalic r:id="rId37"/>
    </p:embeddedFont>
    <p:embeddedFont>
      <p:font typeface="Poppins Medium" panose="00000600000000000000" pitchFamily="2" charset="0"/>
      <p:regular r:id="rId38"/>
      <p:bold r:id="rId39"/>
      <p:italic r:id="rId40"/>
      <p:boldItalic r:id="rId41"/>
    </p:embeddedFont>
    <p:embeddedFont>
      <p:font typeface="Poppins SemiBold" panose="00000700000000000000" pitchFamily="2"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ioMA8ALggoJwzvv8cAmr5Q7mN9B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F23ADE-5EBD-4DB3-9B9A-EF21AF889E11}">
  <a:tblStyle styleId="{21F23ADE-5EBD-4DB3-9B9A-EF21AF889E1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300" y="-178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56"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14.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5" name="Google Shape;76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3"/>
        <p:cNvGrpSpPr/>
        <p:nvPr/>
      </p:nvGrpSpPr>
      <p:grpSpPr>
        <a:xfrm>
          <a:off x="0" y="0"/>
          <a:ext cx="0" cy="0"/>
          <a:chOff x="0" y="0"/>
          <a:chExt cx="0" cy="0"/>
        </a:xfrm>
      </p:grpSpPr>
      <p:sp>
        <p:nvSpPr>
          <p:cNvPr id="834" name="Google Shape;83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5" name="Google Shape;83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6" name="Google Shape;83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1" name="Google Shape;871;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6" name="Google Shape;926;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7" name="Google Shape;927;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4" name="Google Shape;934;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5" name="Google Shape;935;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3" name="Google Shape;943;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4" name="Google Shape;944;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0" name="Google Shape;960;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1" name="Google Shape;961;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2cfe8e6e5a5_0_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3" name="Google Shape;993;g2cfe8e6e5a5_0_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4" name="Google Shape;994;g2cfe8e6e5a5_0_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6" name="Google Shape;1026;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7" name="Google Shape;1027;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3" name="Google Shape;1043;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4" name="Google Shape;1044;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0"/>
        <p:cNvGrpSpPr/>
        <p:nvPr/>
      </p:nvGrpSpPr>
      <p:grpSpPr>
        <a:xfrm>
          <a:off x="0" y="0"/>
          <a:ext cx="0" cy="0"/>
          <a:chOff x="0" y="0"/>
          <a:chExt cx="0" cy="0"/>
        </a:xfrm>
      </p:grpSpPr>
      <p:sp>
        <p:nvSpPr>
          <p:cNvPr id="1051" name="Google Shape;1051;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2" name="Google Shape;1052;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3" name="Google Shape;1053;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1" name="Google Shape;1061;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2" name="Google Shape;1062;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8"/>
        <p:cNvGrpSpPr/>
        <p:nvPr/>
      </p:nvGrpSpPr>
      <p:grpSpPr>
        <a:xfrm>
          <a:off x="0" y="0"/>
          <a:ext cx="0" cy="0"/>
          <a:chOff x="0" y="0"/>
          <a:chExt cx="0" cy="0"/>
        </a:xfrm>
      </p:grpSpPr>
      <p:sp>
        <p:nvSpPr>
          <p:cNvPr id="1069" name="Google Shape;1069;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0" name="Google Shape;1070;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7"/>
        <p:cNvGrpSpPr/>
        <p:nvPr/>
      </p:nvGrpSpPr>
      <p:grpSpPr>
        <a:xfrm>
          <a:off x="0" y="0"/>
          <a:ext cx="0" cy="0"/>
          <a:chOff x="0" y="0"/>
          <a:chExt cx="0" cy="0"/>
        </a:xfrm>
      </p:grpSpPr>
      <p:sp>
        <p:nvSpPr>
          <p:cNvPr id="1078" name="Google Shape;1078;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9" name="Google Shape;1079;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0" name="Google Shape;1080;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6"/>
        <p:cNvGrpSpPr/>
        <p:nvPr/>
      </p:nvGrpSpPr>
      <p:grpSpPr>
        <a:xfrm>
          <a:off x="0" y="0"/>
          <a:ext cx="0" cy="0"/>
          <a:chOff x="0" y="0"/>
          <a:chExt cx="0" cy="0"/>
        </a:xfrm>
      </p:grpSpPr>
      <p:sp>
        <p:nvSpPr>
          <p:cNvPr id="1087" name="Google Shape;1087;g2cfe8e6e5a5_0_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8" name="Google Shape;1088;g2cfe8e6e5a5_0_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9" name="Google Shape;1089;g2cfe8e6e5a5_0_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5"/>
        <p:cNvGrpSpPr/>
        <p:nvPr/>
      </p:nvGrpSpPr>
      <p:grpSpPr>
        <a:xfrm>
          <a:off x="0" y="0"/>
          <a:ext cx="0" cy="0"/>
          <a:chOff x="0" y="0"/>
          <a:chExt cx="0" cy="0"/>
        </a:xfrm>
      </p:grpSpPr>
      <p:sp>
        <p:nvSpPr>
          <p:cNvPr id="1096" name="Google Shape;1096;g2cfe8e6e5a5_0_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7" name="Google Shape;1097;g2cfe8e6e5a5_0_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8" name="Google Shape;1098;g2cfe8e6e5a5_0_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26b641b03cd_0_3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6" name="Google Shape;1106;g26b641b03cd_0_3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7" name="Google Shape;1107;g26b641b03cd_0_3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3"/>
        <p:cNvGrpSpPr/>
        <p:nvPr/>
      </p:nvGrpSpPr>
      <p:grpSpPr>
        <a:xfrm>
          <a:off x="0" y="0"/>
          <a:ext cx="0" cy="0"/>
          <a:chOff x="0" y="0"/>
          <a:chExt cx="0" cy="0"/>
        </a:xfrm>
      </p:grpSpPr>
      <p:sp>
        <p:nvSpPr>
          <p:cNvPr id="1114" name="Google Shape;1114;g26b641b03cd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5" name="Google Shape;1115;g26b641b03cd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6" name="Google Shape;1116;g26b641b03cd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4" name="Google Shape;1124;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5" name="Google Shape;1125;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0"/>
        <p:cNvGrpSpPr/>
        <p:nvPr/>
      </p:nvGrpSpPr>
      <p:grpSpPr>
        <a:xfrm>
          <a:off x="0" y="0"/>
          <a:ext cx="0" cy="0"/>
          <a:chOff x="0" y="0"/>
          <a:chExt cx="0" cy="0"/>
        </a:xfrm>
      </p:grpSpPr>
      <p:sp>
        <p:nvSpPr>
          <p:cNvPr id="1161" name="Google Shape;1161;g2cfe8e6e5a5_0_17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2" name="Google Shape;1162;g2cfe8e6e5a5_0_17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3" name="Google Shape;1163;g2cfe8e6e5a5_0_17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9" name="Google Shape;19;p14"/>
          <p:cNvGrpSpPr/>
          <p:nvPr/>
        </p:nvGrpSpPr>
        <p:grpSpPr>
          <a:xfrm>
            <a:off x="-36800" y="-52000"/>
            <a:ext cx="9236100" cy="543600"/>
            <a:chOff x="-36800" y="-52000"/>
            <a:chExt cx="9236100" cy="543600"/>
          </a:xfrm>
        </p:grpSpPr>
        <p:sp>
          <p:nvSpPr>
            <p:cNvPr id="20" name="Google Shape;20;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 name="Google Shape;21;p14"/>
            <p:cNvSpPr/>
            <p:nvPr/>
          </p:nvSpPr>
          <p:spPr>
            <a:xfrm>
              <a:off x="563725" y="57800"/>
              <a:ext cx="1144800" cy="324000"/>
            </a:xfrm>
            <a:prstGeom prst="roundRect">
              <a:avLst>
                <a:gd name="adj" fmla="val 50000"/>
              </a:avLst>
            </a:prstGeom>
            <a:solidFill>
              <a:srgbClr val="F7941D"/>
            </a:solidFill>
            <a:ln>
              <a:noFill/>
            </a:ln>
            <a:effectLst>
              <a:outerShdw blurRad="57150" dist="19050" dir="5400000" algn="b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22;p14"/>
            <p:cNvSpPr/>
            <p:nvPr/>
          </p:nvSpPr>
          <p:spPr>
            <a:xfrm>
              <a:off x="1976049" y="57800"/>
              <a:ext cx="1144800" cy="324000"/>
            </a:xfrm>
            <a:prstGeom prst="roundRect">
              <a:avLst>
                <a:gd name="adj" fmla="val 50000"/>
              </a:avLst>
            </a:prstGeom>
            <a:solidFill>
              <a:schemeClr val="lt1"/>
            </a:solidFill>
            <a:ln w="19050" cap="flat" cmpd="sng">
              <a:solidFill>
                <a:srgbClr val="2F286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3" name="Google Shape;23;p14"/>
            <p:cNvSpPr/>
            <p:nvPr/>
          </p:nvSpPr>
          <p:spPr>
            <a:xfrm>
              <a:off x="3388374" y="57800"/>
              <a:ext cx="1144800" cy="324000"/>
            </a:xfrm>
            <a:prstGeom prst="roundRect">
              <a:avLst>
                <a:gd name="adj" fmla="val 50000"/>
              </a:avLst>
            </a:prstGeom>
            <a:solidFill>
              <a:schemeClr val="lt1"/>
            </a:solidFill>
            <a:ln w="19050" cap="flat" cmpd="sng">
              <a:solidFill>
                <a:srgbClr val="8DC6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4" name="Google Shape;24;p14"/>
            <p:cNvSpPr/>
            <p:nvPr/>
          </p:nvSpPr>
          <p:spPr>
            <a:xfrm>
              <a:off x="4800698" y="57800"/>
              <a:ext cx="1144800" cy="324000"/>
            </a:xfrm>
            <a:prstGeom prst="roundRect">
              <a:avLst>
                <a:gd name="adj" fmla="val 50000"/>
              </a:avLst>
            </a:prstGeom>
            <a:solidFill>
              <a:schemeClr val="lt1"/>
            </a:solidFill>
            <a:ln w="19050" cap="flat" cmpd="sng">
              <a:solidFill>
                <a:srgbClr val="9227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25;p14"/>
            <p:cNvSpPr/>
            <p:nvPr/>
          </p:nvSpPr>
          <p:spPr>
            <a:xfrm>
              <a:off x="7625347" y="57800"/>
              <a:ext cx="1144800" cy="324000"/>
            </a:xfrm>
            <a:prstGeom prst="roundRect">
              <a:avLst>
                <a:gd name="adj" fmla="val 50000"/>
              </a:avLst>
            </a:prstGeom>
            <a:solidFill>
              <a:schemeClr val="lt1"/>
            </a:solidFill>
            <a:ln w="19050" cap="flat" cmpd="sng">
              <a:solidFill>
                <a:srgbClr val="E11E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 name="Google Shape;26;p14"/>
            <p:cNvSpPr/>
            <p:nvPr/>
          </p:nvSpPr>
          <p:spPr>
            <a:xfrm>
              <a:off x="6213023" y="57800"/>
              <a:ext cx="1144800" cy="324000"/>
            </a:xfrm>
            <a:prstGeom prst="roundRect">
              <a:avLst>
                <a:gd name="adj" fmla="val 50000"/>
              </a:avLst>
            </a:prstGeom>
            <a:solidFill>
              <a:schemeClr val="lt1"/>
            </a:solidFill>
            <a:ln w="19050" cap="flat" cmpd="sng">
              <a:solidFill>
                <a:srgbClr val="CB3D8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 name="Google Shape;27;p14"/>
            <p:cNvSpPr txBox="1"/>
            <p:nvPr/>
          </p:nvSpPr>
          <p:spPr>
            <a:xfrm>
              <a:off x="661700" y="12050"/>
              <a:ext cx="974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FFFFFF"/>
                  </a:solidFill>
                  <a:latin typeface="Poppins"/>
                  <a:ea typeface="Poppins"/>
                  <a:cs typeface="Poppins"/>
                  <a:sym typeface="Poppins"/>
                </a:rPr>
                <a:t>Phase 2</a:t>
              </a:r>
              <a:endParaRPr sz="1500" b="0" i="0" u="none" strike="noStrike" cap="none">
                <a:solidFill>
                  <a:srgbClr val="FFFFFF"/>
                </a:solidFill>
                <a:latin typeface="Poppins"/>
                <a:ea typeface="Poppins"/>
                <a:cs typeface="Poppins"/>
                <a:sym typeface="Poppins"/>
              </a:endParaRPr>
            </a:p>
          </p:txBody>
        </p:sp>
        <p:sp>
          <p:nvSpPr>
            <p:cNvPr id="28" name="Google Shape;28;p14"/>
            <p:cNvSpPr txBox="1"/>
            <p:nvPr/>
          </p:nvSpPr>
          <p:spPr>
            <a:xfrm>
              <a:off x="2025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F286F"/>
                  </a:solidFill>
                  <a:latin typeface="Poppins"/>
                  <a:ea typeface="Poppins"/>
                  <a:cs typeface="Poppins"/>
                  <a:sym typeface="Poppins"/>
                </a:rPr>
                <a:t>Phase 3</a:t>
              </a:r>
              <a:endParaRPr sz="1300" b="0" i="0" u="none" strike="noStrike" cap="none">
                <a:solidFill>
                  <a:srgbClr val="2F286F"/>
                </a:solidFill>
                <a:latin typeface="Poppins"/>
                <a:ea typeface="Poppins"/>
                <a:cs typeface="Poppins"/>
                <a:sym typeface="Poppins"/>
              </a:endParaRPr>
            </a:p>
          </p:txBody>
        </p:sp>
        <p:sp>
          <p:nvSpPr>
            <p:cNvPr id="29" name="Google Shape;29;p14"/>
            <p:cNvSpPr txBox="1"/>
            <p:nvPr/>
          </p:nvSpPr>
          <p:spPr>
            <a:xfrm>
              <a:off x="347371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8DC63F"/>
                  </a:solidFill>
                  <a:latin typeface="Poppins"/>
                  <a:ea typeface="Poppins"/>
                  <a:cs typeface="Poppins"/>
                  <a:sym typeface="Poppins"/>
                </a:rPr>
                <a:t>Phase 4</a:t>
              </a:r>
              <a:endParaRPr sz="1300" b="0" i="0" u="none" strike="noStrike" cap="none">
                <a:solidFill>
                  <a:srgbClr val="8DC63F"/>
                </a:solidFill>
                <a:latin typeface="Poppins"/>
                <a:ea typeface="Poppins"/>
                <a:cs typeface="Poppins"/>
                <a:sym typeface="Poppins"/>
              </a:endParaRPr>
            </a:p>
          </p:txBody>
        </p:sp>
        <p:sp>
          <p:nvSpPr>
            <p:cNvPr id="30" name="Google Shape;30;p14"/>
            <p:cNvSpPr txBox="1"/>
            <p:nvPr/>
          </p:nvSpPr>
          <p:spPr>
            <a:xfrm>
              <a:off x="4886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2278F"/>
                  </a:solidFill>
                  <a:latin typeface="Poppins"/>
                  <a:ea typeface="Poppins"/>
                  <a:cs typeface="Poppins"/>
                  <a:sym typeface="Poppins"/>
                </a:rPr>
                <a:t>Phase 5</a:t>
              </a:r>
              <a:endParaRPr sz="1300" b="0" i="0" u="none" strike="noStrike" cap="none">
                <a:solidFill>
                  <a:srgbClr val="92278F"/>
                </a:solidFill>
                <a:latin typeface="Poppins"/>
                <a:ea typeface="Poppins"/>
                <a:cs typeface="Poppins"/>
                <a:sym typeface="Poppins"/>
              </a:endParaRPr>
            </a:p>
          </p:txBody>
        </p:sp>
        <p:sp>
          <p:nvSpPr>
            <p:cNvPr id="31" name="Google Shape;31;p14"/>
            <p:cNvSpPr txBox="1"/>
            <p:nvPr/>
          </p:nvSpPr>
          <p:spPr>
            <a:xfrm>
              <a:off x="629836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CB3D85"/>
                  </a:solidFill>
                  <a:latin typeface="Poppins"/>
                  <a:ea typeface="Poppins"/>
                  <a:cs typeface="Poppins"/>
                  <a:sym typeface="Poppins"/>
                </a:rPr>
                <a:t>Phase 5.5</a:t>
              </a:r>
              <a:endParaRPr sz="1300" b="0" i="0" u="none" strike="noStrike" cap="none">
                <a:solidFill>
                  <a:srgbClr val="CB3D85"/>
                </a:solidFill>
                <a:latin typeface="Poppins"/>
                <a:ea typeface="Poppins"/>
                <a:cs typeface="Poppins"/>
                <a:sym typeface="Poppins"/>
              </a:endParaRPr>
            </a:p>
          </p:txBody>
        </p:sp>
        <p:sp>
          <p:nvSpPr>
            <p:cNvPr id="32" name="Google Shape;32;p14"/>
            <p:cNvSpPr txBox="1"/>
            <p:nvPr/>
          </p:nvSpPr>
          <p:spPr>
            <a:xfrm>
              <a:off x="771068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ED1C24"/>
                  </a:solidFill>
                  <a:latin typeface="Poppins"/>
                  <a:ea typeface="Poppins"/>
                  <a:cs typeface="Poppins"/>
                  <a:sym typeface="Poppins"/>
                </a:rPr>
                <a:t>Phase 6</a:t>
              </a:r>
              <a:endParaRPr sz="1300" b="0" i="0" u="none" strike="noStrike" cap="none">
                <a:solidFill>
                  <a:srgbClr val="ED1C24"/>
                </a:solidFill>
                <a:latin typeface="Poppins"/>
                <a:ea typeface="Poppins"/>
                <a:cs typeface="Poppins"/>
                <a:sym typeface="Poppins"/>
              </a:endParaRPr>
            </a:p>
          </p:txBody>
        </p:sp>
      </p:grpSp>
      <p:sp>
        <p:nvSpPr>
          <p:cNvPr id="33" name="Google Shape;33;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4" name="Google Shape;34;p14"/>
          <p:cNvGrpSpPr/>
          <p:nvPr/>
        </p:nvGrpSpPr>
        <p:grpSpPr>
          <a:xfrm>
            <a:off x="3235760" y="88250"/>
            <a:ext cx="1337400" cy="403500"/>
            <a:chOff x="565600" y="88250"/>
            <a:chExt cx="1337400" cy="403500"/>
          </a:xfrm>
        </p:grpSpPr>
        <p:sp>
          <p:nvSpPr>
            <p:cNvPr id="35" name="Google Shape;35;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6" name="Google Shape;36;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7" name="Google Shape;37;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9" name="Google Shape;39;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 name="Google Shape;41;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42" name="Google Shape;42;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 name="Google Shape;43;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44" name="Google Shape;44;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 name="Google Shape;45;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7" name="Google Shape;4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8" name="Google Shape;4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9" name="Google Shape;4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50" name="Google Shape;50;p14"/>
          <p:cNvGrpSpPr/>
          <p:nvPr/>
        </p:nvGrpSpPr>
        <p:grpSpPr>
          <a:xfrm>
            <a:off x="8199150" y="5983875"/>
            <a:ext cx="586800" cy="571500"/>
            <a:chOff x="7894350" y="6212475"/>
            <a:chExt cx="586800" cy="571500"/>
          </a:xfrm>
        </p:grpSpPr>
        <p:sp>
          <p:nvSpPr>
            <p:cNvPr id="51" name="Google Shape;51;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54"/>
        <p:cNvGrpSpPr/>
        <p:nvPr/>
      </p:nvGrpSpPr>
      <p:grpSpPr>
        <a:xfrm>
          <a:off x="0" y="0"/>
          <a:ext cx="0" cy="0"/>
          <a:chOff x="0" y="0"/>
          <a:chExt cx="0" cy="0"/>
        </a:xfrm>
      </p:grpSpPr>
      <p:sp>
        <p:nvSpPr>
          <p:cNvPr id="55" name="Google Shape;55;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56" name="Google Shape;56;p15"/>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57" name="Google Shape;57;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58" name="Google Shape;58;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59" name="Google Shape;59;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60" name="Google Shape;60;p15"/>
          <p:cNvSpPr txBox="1"/>
          <p:nvPr/>
        </p:nvSpPr>
        <p:spPr>
          <a:xfrm>
            <a:off x="856314" y="22768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61" name="Google Shape;61;p15"/>
          <p:cNvCxnSpPr/>
          <p:nvPr/>
        </p:nvCxnSpPr>
        <p:spPr>
          <a:xfrm>
            <a:off x="865586" y="33069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62" name="Google Shape;62;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63" name="Google Shape;63;p15"/>
          <p:cNvCxnSpPr/>
          <p:nvPr/>
        </p:nvCxnSpPr>
        <p:spPr>
          <a:xfrm>
            <a:off x="865586" y="19378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4" name="Google Shape;64;p15"/>
          <p:cNvGrpSpPr/>
          <p:nvPr/>
        </p:nvGrpSpPr>
        <p:grpSpPr>
          <a:xfrm>
            <a:off x="357775" y="5983875"/>
            <a:ext cx="586800" cy="571500"/>
            <a:chOff x="662575" y="6212475"/>
            <a:chExt cx="586800" cy="571500"/>
          </a:xfrm>
        </p:grpSpPr>
        <p:sp>
          <p:nvSpPr>
            <p:cNvPr id="65" name="Google Shape;65;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 name="Google Shape;66;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8" name="Google Shape;68;p15"/>
          <p:cNvGrpSpPr/>
          <p:nvPr/>
        </p:nvGrpSpPr>
        <p:grpSpPr>
          <a:xfrm>
            <a:off x="8199150" y="5983875"/>
            <a:ext cx="586800" cy="571500"/>
            <a:chOff x="7894350" y="6212475"/>
            <a:chExt cx="586800" cy="571500"/>
          </a:xfrm>
        </p:grpSpPr>
        <p:sp>
          <p:nvSpPr>
            <p:cNvPr id="69" name="Google Shape;69;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72" name="Google Shape;72;p15"/>
          <p:cNvGrpSpPr/>
          <p:nvPr/>
        </p:nvGrpSpPr>
        <p:grpSpPr>
          <a:xfrm>
            <a:off x="-36800" y="-52000"/>
            <a:ext cx="9236100" cy="543600"/>
            <a:chOff x="-36800" y="-52000"/>
            <a:chExt cx="9236100" cy="543600"/>
          </a:xfrm>
        </p:grpSpPr>
        <p:sp>
          <p:nvSpPr>
            <p:cNvPr id="73" name="Google Shape;73;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4" name="Google Shape;74;p15"/>
            <p:cNvSpPr/>
            <p:nvPr/>
          </p:nvSpPr>
          <p:spPr>
            <a:xfrm>
              <a:off x="563725" y="57800"/>
              <a:ext cx="1144800" cy="324000"/>
            </a:xfrm>
            <a:prstGeom prst="roundRect">
              <a:avLst>
                <a:gd name="adj" fmla="val 50000"/>
              </a:avLst>
            </a:prstGeom>
            <a:solidFill>
              <a:srgbClr val="F7941D"/>
            </a:solidFill>
            <a:ln>
              <a:noFill/>
            </a:ln>
            <a:effectLst>
              <a:outerShdw blurRad="57150" dist="19050" dir="5400000" algn="b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5" name="Google Shape;75;p15"/>
            <p:cNvSpPr/>
            <p:nvPr/>
          </p:nvSpPr>
          <p:spPr>
            <a:xfrm>
              <a:off x="1976049" y="57800"/>
              <a:ext cx="1144800" cy="324000"/>
            </a:xfrm>
            <a:prstGeom prst="roundRect">
              <a:avLst>
                <a:gd name="adj" fmla="val 50000"/>
              </a:avLst>
            </a:prstGeom>
            <a:solidFill>
              <a:schemeClr val="lt1"/>
            </a:solidFill>
            <a:ln w="19050" cap="flat" cmpd="sng">
              <a:solidFill>
                <a:srgbClr val="2F286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 name="Google Shape;76;p15"/>
            <p:cNvSpPr/>
            <p:nvPr/>
          </p:nvSpPr>
          <p:spPr>
            <a:xfrm>
              <a:off x="3388374" y="57800"/>
              <a:ext cx="1144800" cy="324000"/>
            </a:xfrm>
            <a:prstGeom prst="roundRect">
              <a:avLst>
                <a:gd name="adj" fmla="val 50000"/>
              </a:avLst>
            </a:prstGeom>
            <a:solidFill>
              <a:schemeClr val="lt1"/>
            </a:solidFill>
            <a:ln w="19050" cap="flat" cmpd="sng">
              <a:solidFill>
                <a:srgbClr val="8DC6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 name="Google Shape;77;p15"/>
            <p:cNvSpPr/>
            <p:nvPr/>
          </p:nvSpPr>
          <p:spPr>
            <a:xfrm>
              <a:off x="4800698" y="57800"/>
              <a:ext cx="1144800" cy="324000"/>
            </a:xfrm>
            <a:prstGeom prst="roundRect">
              <a:avLst>
                <a:gd name="adj" fmla="val 50000"/>
              </a:avLst>
            </a:prstGeom>
            <a:solidFill>
              <a:schemeClr val="lt1"/>
            </a:solidFill>
            <a:ln w="19050" cap="flat" cmpd="sng">
              <a:solidFill>
                <a:srgbClr val="9227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8" name="Google Shape;78;p15"/>
            <p:cNvSpPr/>
            <p:nvPr/>
          </p:nvSpPr>
          <p:spPr>
            <a:xfrm>
              <a:off x="7625347" y="57800"/>
              <a:ext cx="1144800" cy="324000"/>
            </a:xfrm>
            <a:prstGeom prst="roundRect">
              <a:avLst>
                <a:gd name="adj" fmla="val 50000"/>
              </a:avLst>
            </a:prstGeom>
            <a:solidFill>
              <a:schemeClr val="lt1"/>
            </a:solidFill>
            <a:ln w="19050" cap="flat" cmpd="sng">
              <a:solidFill>
                <a:srgbClr val="E11E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9" name="Google Shape;79;p15"/>
            <p:cNvSpPr/>
            <p:nvPr/>
          </p:nvSpPr>
          <p:spPr>
            <a:xfrm>
              <a:off x="6213023" y="57800"/>
              <a:ext cx="1144800" cy="324000"/>
            </a:xfrm>
            <a:prstGeom prst="roundRect">
              <a:avLst>
                <a:gd name="adj" fmla="val 50000"/>
              </a:avLst>
            </a:prstGeom>
            <a:solidFill>
              <a:schemeClr val="lt1"/>
            </a:solidFill>
            <a:ln w="19050" cap="flat" cmpd="sng">
              <a:solidFill>
                <a:srgbClr val="CB3D8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0" name="Google Shape;80;p15"/>
            <p:cNvSpPr txBox="1"/>
            <p:nvPr/>
          </p:nvSpPr>
          <p:spPr>
            <a:xfrm>
              <a:off x="661700" y="12050"/>
              <a:ext cx="974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FFFFFF"/>
                  </a:solidFill>
                  <a:latin typeface="Poppins"/>
                  <a:ea typeface="Poppins"/>
                  <a:cs typeface="Poppins"/>
                  <a:sym typeface="Poppins"/>
                </a:rPr>
                <a:t>Phase 2</a:t>
              </a:r>
              <a:endParaRPr sz="1500" b="0" i="0" u="none" strike="noStrike" cap="none">
                <a:solidFill>
                  <a:srgbClr val="FFFFFF"/>
                </a:solidFill>
                <a:latin typeface="Poppins"/>
                <a:ea typeface="Poppins"/>
                <a:cs typeface="Poppins"/>
                <a:sym typeface="Poppins"/>
              </a:endParaRPr>
            </a:p>
          </p:txBody>
        </p:sp>
        <p:sp>
          <p:nvSpPr>
            <p:cNvPr id="81" name="Google Shape;81;p15"/>
            <p:cNvSpPr txBox="1"/>
            <p:nvPr/>
          </p:nvSpPr>
          <p:spPr>
            <a:xfrm>
              <a:off x="2025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F286F"/>
                  </a:solidFill>
                  <a:latin typeface="Poppins"/>
                  <a:ea typeface="Poppins"/>
                  <a:cs typeface="Poppins"/>
                  <a:sym typeface="Poppins"/>
                </a:rPr>
                <a:t>Phase 3</a:t>
              </a:r>
              <a:endParaRPr sz="1300" b="0" i="0" u="none" strike="noStrike" cap="none">
                <a:solidFill>
                  <a:srgbClr val="2F286F"/>
                </a:solidFill>
                <a:latin typeface="Poppins"/>
                <a:ea typeface="Poppins"/>
                <a:cs typeface="Poppins"/>
                <a:sym typeface="Poppins"/>
              </a:endParaRPr>
            </a:p>
          </p:txBody>
        </p:sp>
        <p:sp>
          <p:nvSpPr>
            <p:cNvPr id="82" name="Google Shape;82;p15"/>
            <p:cNvSpPr txBox="1"/>
            <p:nvPr/>
          </p:nvSpPr>
          <p:spPr>
            <a:xfrm>
              <a:off x="347371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8DC63F"/>
                  </a:solidFill>
                  <a:latin typeface="Poppins"/>
                  <a:ea typeface="Poppins"/>
                  <a:cs typeface="Poppins"/>
                  <a:sym typeface="Poppins"/>
                </a:rPr>
                <a:t>Phase 4</a:t>
              </a:r>
              <a:endParaRPr sz="1300" b="0" i="0" u="none" strike="noStrike" cap="none">
                <a:solidFill>
                  <a:srgbClr val="8DC63F"/>
                </a:solidFill>
                <a:latin typeface="Poppins"/>
                <a:ea typeface="Poppins"/>
                <a:cs typeface="Poppins"/>
                <a:sym typeface="Poppins"/>
              </a:endParaRPr>
            </a:p>
          </p:txBody>
        </p:sp>
        <p:sp>
          <p:nvSpPr>
            <p:cNvPr id="83" name="Google Shape;83;p15"/>
            <p:cNvSpPr txBox="1"/>
            <p:nvPr/>
          </p:nvSpPr>
          <p:spPr>
            <a:xfrm>
              <a:off x="4886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2278F"/>
                  </a:solidFill>
                  <a:latin typeface="Poppins"/>
                  <a:ea typeface="Poppins"/>
                  <a:cs typeface="Poppins"/>
                  <a:sym typeface="Poppins"/>
                </a:rPr>
                <a:t>Phase 5</a:t>
              </a:r>
              <a:endParaRPr sz="1300" b="0" i="0" u="none" strike="noStrike" cap="none">
                <a:solidFill>
                  <a:srgbClr val="92278F"/>
                </a:solidFill>
                <a:latin typeface="Poppins"/>
                <a:ea typeface="Poppins"/>
                <a:cs typeface="Poppins"/>
                <a:sym typeface="Poppins"/>
              </a:endParaRPr>
            </a:p>
          </p:txBody>
        </p:sp>
        <p:sp>
          <p:nvSpPr>
            <p:cNvPr id="84" name="Google Shape;84;p15"/>
            <p:cNvSpPr txBox="1"/>
            <p:nvPr/>
          </p:nvSpPr>
          <p:spPr>
            <a:xfrm>
              <a:off x="629836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CB3D85"/>
                  </a:solidFill>
                  <a:latin typeface="Poppins"/>
                  <a:ea typeface="Poppins"/>
                  <a:cs typeface="Poppins"/>
                  <a:sym typeface="Poppins"/>
                </a:rPr>
                <a:t>Phase 5.5</a:t>
              </a:r>
              <a:endParaRPr sz="1300" b="0" i="0" u="none" strike="noStrike" cap="none">
                <a:solidFill>
                  <a:srgbClr val="CB3D85"/>
                </a:solidFill>
                <a:latin typeface="Poppins"/>
                <a:ea typeface="Poppins"/>
                <a:cs typeface="Poppins"/>
                <a:sym typeface="Poppins"/>
              </a:endParaRPr>
            </a:p>
          </p:txBody>
        </p:sp>
        <p:sp>
          <p:nvSpPr>
            <p:cNvPr id="85" name="Google Shape;85;p15"/>
            <p:cNvSpPr txBox="1"/>
            <p:nvPr/>
          </p:nvSpPr>
          <p:spPr>
            <a:xfrm>
              <a:off x="771068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ED1C24"/>
                  </a:solidFill>
                  <a:latin typeface="Poppins"/>
                  <a:ea typeface="Poppins"/>
                  <a:cs typeface="Poppins"/>
                  <a:sym typeface="Poppins"/>
                </a:rPr>
                <a:t>Phase 6</a:t>
              </a:r>
              <a:endParaRPr sz="1300" b="0" i="0" u="none" strike="noStrike" cap="none">
                <a:solidFill>
                  <a:srgbClr val="ED1C24"/>
                </a:solidFill>
                <a:latin typeface="Poppins"/>
                <a:ea typeface="Poppins"/>
                <a:cs typeface="Poppins"/>
                <a:sym typeface="Poppins"/>
              </a:endParaRPr>
            </a:p>
          </p:txBody>
        </p:sp>
      </p:grpSp>
      <p:sp>
        <p:nvSpPr>
          <p:cNvPr id="86" name="Google Shape;86;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7" name="Google Shape;87;p15"/>
          <p:cNvGrpSpPr/>
          <p:nvPr/>
        </p:nvGrpSpPr>
        <p:grpSpPr>
          <a:xfrm>
            <a:off x="3235760" y="88250"/>
            <a:ext cx="1337400" cy="403500"/>
            <a:chOff x="565600" y="88250"/>
            <a:chExt cx="1337400" cy="403500"/>
          </a:xfrm>
        </p:grpSpPr>
        <p:sp>
          <p:nvSpPr>
            <p:cNvPr id="88" name="Google Shape;88;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89" name="Google Shape;89;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0" name="Google Shape;90;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1" name="Google Shape;91;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2" name="Google Shape;92;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 name="Google Shape;94;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99" name="Google Shape;99;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101"/>
        <p:cNvGrpSpPr/>
        <p:nvPr/>
      </p:nvGrpSpPr>
      <p:grpSpPr>
        <a:xfrm>
          <a:off x="0" y="0"/>
          <a:ext cx="0" cy="0"/>
          <a:chOff x="0" y="0"/>
          <a:chExt cx="0" cy="0"/>
        </a:xfrm>
      </p:grpSpPr>
      <p:sp>
        <p:nvSpPr>
          <p:cNvPr id="102" name="Google Shape;102;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104" name="Google Shape;104;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105" name="Google Shape;105;g26b641b03cd_1_92"/>
          <p:cNvGrpSpPr/>
          <p:nvPr/>
        </p:nvGrpSpPr>
        <p:grpSpPr>
          <a:xfrm>
            <a:off x="-36800" y="-52000"/>
            <a:ext cx="9236100" cy="543600"/>
            <a:chOff x="-36800" y="-52000"/>
            <a:chExt cx="9236100" cy="543600"/>
          </a:xfrm>
        </p:grpSpPr>
        <p:sp>
          <p:nvSpPr>
            <p:cNvPr id="106" name="Google Shape;106;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g26b641b03cd_1_92"/>
            <p:cNvSpPr/>
            <p:nvPr/>
          </p:nvSpPr>
          <p:spPr>
            <a:xfrm>
              <a:off x="563725" y="57800"/>
              <a:ext cx="1144800" cy="324000"/>
            </a:xfrm>
            <a:prstGeom prst="roundRect">
              <a:avLst>
                <a:gd name="adj" fmla="val 50000"/>
              </a:avLst>
            </a:prstGeom>
            <a:solidFill>
              <a:srgbClr val="F7941D"/>
            </a:solidFill>
            <a:ln>
              <a:noFill/>
            </a:ln>
            <a:effectLst>
              <a:outerShdw blurRad="57150" dist="19050" dir="5400000" algn="b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8" name="Google Shape;108;g26b641b03cd_1_92"/>
            <p:cNvSpPr/>
            <p:nvPr/>
          </p:nvSpPr>
          <p:spPr>
            <a:xfrm>
              <a:off x="1976049" y="57800"/>
              <a:ext cx="1144800" cy="324000"/>
            </a:xfrm>
            <a:prstGeom prst="roundRect">
              <a:avLst>
                <a:gd name="adj" fmla="val 50000"/>
              </a:avLst>
            </a:prstGeom>
            <a:solidFill>
              <a:schemeClr val="lt1"/>
            </a:solidFill>
            <a:ln w="19050" cap="flat" cmpd="sng">
              <a:solidFill>
                <a:srgbClr val="2F286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09" name="Google Shape;109;g26b641b03cd_1_92"/>
            <p:cNvSpPr/>
            <p:nvPr/>
          </p:nvSpPr>
          <p:spPr>
            <a:xfrm>
              <a:off x="3388374" y="57800"/>
              <a:ext cx="1144800" cy="324000"/>
            </a:xfrm>
            <a:prstGeom prst="roundRect">
              <a:avLst>
                <a:gd name="adj" fmla="val 50000"/>
              </a:avLst>
            </a:prstGeom>
            <a:solidFill>
              <a:schemeClr val="lt1"/>
            </a:solidFill>
            <a:ln w="19050" cap="flat" cmpd="sng">
              <a:solidFill>
                <a:srgbClr val="8DC6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0" name="Google Shape;110;g26b641b03cd_1_92"/>
            <p:cNvSpPr/>
            <p:nvPr/>
          </p:nvSpPr>
          <p:spPr>
            <a:xfrm>
              <a:off x="4800698" y="57800"/>
              <a:ext cx="1144800" cy="324000"/>
            </a:xfrm>
            <a:prstGeom prst="roundRect">
              <a:avLst>
                <a:gd name="adj" fmla="val 50000"/>
              </a:avLst>
            </a:prstGeom>
            <a:solidFill>
              <a:schemeClr val="lt1"/>
            </a:solidFill>
            <a:ln w="19050" cap="flat" cmpd="sng">
              <a:solidFill>
                <a:srgbClr val="9227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1" name="Google Shape;111;g26b641b03cd_1_92"/>
            <p:cNvSpPr/>
            <p:nvPr/>
          </p:nvSpPr>
          <p:spPr>
            <a:xfrm>
              <a:off x="7625347" y="57800"/>
              <a:ext cx="1144800" cy="324000"/>
            </a:xfrm>
            <a:prstGeom prst="roundRect">
              <a:avLst>
                <a:gd name="adj" fmla="val 50000"/>
              </a:avLst>
            </a:prstGeom>
            <a:solidFill>
              <a:schemeClr val="lt1"/>
            </a:solidFill>
            <a:ln w="19050" cap="flat" cmpd="sng">
              <a:solidFill>
                <a:srgbClr val="E11E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2" name="Google Shape;112;g26b641b03cd_1_92"/>
            <p:cNvSpPr/>
            <p:nvPr/>
          </p:nvSpPr>
          <p:spPr>
            <a:xfrm>
              <a:off x="6213023" y="57800"/>
              <a:ext cx="1144800" cy="324000"/>
            </a:xfrm>
            <a:prstGeom prst="roundRect">
              <a:avLst>
                <a:gd name="adj" fmla="val 50000"/>
              </a:avLst>
            </a:prstGeom>
            <a:solidFill>
              <a:schemeClr val="lt1"/>
            </a:solidFill>
            <a:ln w="19050" cap="flat" cmpd="sng">
              <a:solidFill>
                <a:srgbClr val="CB3D8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3" name="Google Shape;113;g26b641b03cd_1_92"/>
            <p:cNvSpPr txBox="1"/>
            <p:nvPr/>
          </p:nvSpPr>
          <p:spPr>
            <a:xfrm>
              <a:off x="661700" y="12050"/>
              <a:ext cx="974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FFFFFF"/>
                  </a:solidFill>
                  <a:latin typeface="Poppins"/>
                  <a:ea typeface="Poppins"/>
                  <a:cs typeface="Poppins"/>
                  <a:sym typeface="Poppins"/>
                </a:rPr>
                <a:t>Phase 2</a:t>
              </a:r>
              <a:endParaRPr sz="1500" b="0" i="0" u="none" strike="noStrike" cap="none">
                <a:solidFill>
                  <a:srgbClr val="FFFFFF"/>
                </a:solidFill>
                <a:latin typeface="Poppins"/>
                <a:ea typeface="Poppins"/>
                <a:cs typeface="Poppins"/>
                <a:sym typeface="Poppins"/>
              </a:endParaRPr>
            </a:p>
          </p:txBody>
        </p:sp>
        <p:sp>
          <p:nvSpPr>
            <p:cNvPr id="114" name="Google Shape;114;g26b641b03cd_1_92"/>
            <p:cNvSpPr txBox="1"/>
            <p:nvPr/>
          </p:nvSpPr>
          <p:spPr>
            <a:xfrm>
              <a:off x="2025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F286F"/>
                  </a:solidFill>
                  <a:latin typeface="Poppins"/>
                  <a:ea typeface="Poppins"/>
                  <a:cs typeface="Poppins"/>
                  <a:sym typeface="Poppins"/>
                </a:rPr>
                <a:t>Phase 3</a:t>
              </a:r>
              <a:endParaRPr sz="1300" b="0" i="0" u="none" strike="noStrike" cap="none">
                <a:solidFill>
                  <a:srgbClr val="2F286F"/>
                </a:solidFill>
                <a:latin typeface="Poppins"/>
                <a:ea typeface="Poppins"/>
                <a:cs typeface="Poppins"/>
                <a:sym typeface="Poppins"/>
              </a:endParaRPr>
            </a:p>
          </p:txBody>
        </p:sp>
        <p:sp>
          <p:nvSpPr>
            <p:cNvPr id="115" name="Google Shape;115;g26b641b03cd_1_92"/>
            <p:cNvSpPr txBox="1"/>
            <p:nvPr/>
          </p:nvSpPr>
          <p:spPr>
            <a:xfrm>
              <a:off x="347371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8DC63F"/>
                  </a:solidFill>
                  <a:latin typeface="Poppins"/>
                  <a:ea typeface="Poppins"/>
                  <a:cs typeface="Poppins"/>
                  <a:sym typeface="Poppins"/>
                </a:rPr>
                <a:t>Phase 4</a:t>
              </a:r>
              <a:endParaRPr sz="1300" b="0" i="0" u="none" strike="noStrike" cap="none">
                <a:solidFill>
                  <a:srgbClr val="8DC63F"/>
                </a:solidFill>
                <a:latin typeface="Poppins"/>
                <a:ea typeface="Poppins"/>
                <a:cs typeface="Poppins"/>
                <a:sym typeface="Poppins"/>
              </a:endParaRPr>
            </a:p>
          </p:txBody>
        </p:sp>
        <p:sp>
          <p:nvSpPr>
            <p:cNvPr id="116" name="Google Shape;116;g26b641b03cd_1_92"/>
            <p:cNvSpPr txBox="1"/>
            <p:nvPr/>
          </p:nvSpPr>
          <p:spPr>
            <a:xfrm>
              <a:off x="4886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2278F"/>
                  </a:solidFill>
                  <a:latin typeface="Poppins"/>
                  <a:ea typeface="Poppins"/>
                  <a:cs typeface="Poppins"/>
                  <a:sym typeface="Poppins"/>
                </a:rPr>
                <a:t>Phase 5</a:t>
              </a:r>
              <a:endParaRPr sz="1300" b="0" i="0" u="none" strike="noStrike" cap="none">
                <a:solidFill>
                  <a:srgbClr val="92278F"/>
                </a:solidFill>
                <a:latin typeface="Poppins"/>
                <a:ea typeface="Poppins"/>
                <a:cs typeface="Poppins"/>
                <a:sym typeface="Poppins"/>
              </a:endParaRPr>
            </a:p>
          </p:txBody>
        </p:sp>
        <p:sp>
          <p:nvSpPr>
            <p:cNvPr id="117" name="Google Shape;117;g26b641b03cd_1_92"/>
            <p:cNvSpPr txBox="1"/>
            <p:nvPr/>
          </p:nvSpPr>
          <p:spPr>
            <a:xfrm>
              <a:off x="629836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CB3D85"/>
                  </a:solidFill>
                  <a:latin typeface="Poppins"/>
                  <a:ea typeface="Poppins"/>
                  <a:cs typeface="Poppins"/>
                  <a:sym typeface="Poppins"/>
                </a:rPr>
                <a:t>Phase 5.5</a:t>
              </a:r>
              <a:endParaRPr sz="1300" b="0" i="0" u="none" strike="noStrike" cap="none">
                <a:solidFill>
                  <a:srgbClr val="CB3D85"/>
                </a:solidFill>
                <a:latin typeface="Poppins"/>
                <a:ea typeface="Poppins"/>
                <a:cs typeface="Poppins"/>
                <a:sym typeface="Poppins"/>
              </a:endParaRPr>
            </a:p>
          </p:txBody>
        </p:sp>
        <p:sp>
          <p:nvSpPr>
            <p:cNvPr id="118" name="Google Shape;118;g26b641b03cd_1_92"/>
            <p:cNvSpPr txBox="1"/>
            <p:nvPr/>
          </p:nvSpPr>
          <p:spPr>
            <a:xfrm>
              <a:off x="771068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ED1C24"/>
                  </a:solidFill>
                  <a:latin typeface="Poppins"/>
                  <a:ea typeface="Poppins"/>
                  <a:cs typeface="Poppins"/>
                  <a:sym typeface="Poppins"/>
                </a:rPr>
                <a:t>Phase 6</a:t>
              </a:r>
              <a:endParaRPr sz="1300" b="0" i="0" u="none" strike="noStrike" cap="none">
                <a:solidFill>
                  <a:srgbClr val="ED1C24"/>
                </a:solidFill>
                <a:latin typeface="Poppins"/>
                <a:ea typeface="Poppins"/>
                <a:cs typeface="Poppins"/>
                <a:sym typeface="Poppins"/>
              </a:endParaRPr>
            </a:p>
          </p:txBody>
        </p:sp>
      </p:grpSp>
      <p:sp>
        <p:nvSpPr>
          <p:cNvPr id="119" name="Google Shape;11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20" name="Google Shape;120;g26b641b03cd_1_92"/>
          <p:cNvGrpSpPr/>
          <p:nvPr/>
        </p:nvGrpSpPr>
        <p:grpSpPr>
          <a:xfrm>
            <a:off x="3235760" y="88250"/>
            <a:ext cx="1337400" cy="403500"/>
            <a:chOff x="565600" y="88250"/>
            <a:chExt cx="1337400" cy="403500"/>
          </a:xfrm>
        </p:grpSpPr>
        <p:sp>
          <p:nvSpPr>
            <p:cNvPr id="121" name="Google Shape;121;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2" name="Google Shape;122;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23" name="Google Shape;123;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24" name="Google Shape;124;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25" name="Google Shape;12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26" name="Google Shape;12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7" name="Google Shape;12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28" name="Google Shape;12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9" name="Google Shape;12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30" name="Google Shape;13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1" name="Google Shape;13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32" name="Google Shape;13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33" name="Google Shape;133;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34" name="Google Shape;134;g26b641b03cd_1_92"/>
          <p:cNvGrpSpPr/>
          <p:nvPr/>
        </p:nvGrpSpPr>
        <p:grpSpPr>
          <a:xfrm>
            <a:off x="357775" y="5983875"/>
            <a:ext cx="586800" cy="571500"/>
            <a:chOff x="662575" y="6212475"/>
            <a:chExt cx="586800" cy="571500"/>
          </a:xfrm>
        </p:grpSpPr>
        <p:sp>
          <p:nvSpPr>
            <p:cNvPr id="135" name="Google Shape;135;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7" name="Google Shape;137;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8" name="Google Shape;138;g26b641b03cd_1_92"/>
          <p:cNvGrpSpPr/>
          <p:nvPr/>
        </p:nvGrpSpPr>
        <p:grpSpPr>
          <a:xfrm>
            <a:off x="8199150" y="5983875"/>
            <a:ext cx="586800" cy="571500"/>
            <a:chOff x="7894350" y="6212475"/>
            <a:chExt cx="586800" cy="571500"/>
          </a:xfrm>
        </p:grpSpPr>
        <p:sp>
          <p:nvSpPr>
            <p:cNvPr id="139" name="Google Shape;139;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0" name="Google Shape;140;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1" name="Google Shape;141;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42"/>
        <p:cNvGrpSpPr/>
        <p:nvPr/>
      </p:nvGrpSpPr>
      <p:grpSpPr>
        <a:xfrm>
          <a:off x="0" y="0"/>
          <a:ext cx="0" cy="0"/>
          <a:chOff x="0" y="0"/>
          <a:chExt cx="0" cy="0"/>
        </a:xfrm>
      </p:grpSpPr>
      <p:sp>
        <p:nvSpPr>
          <p:cNvPr id="143" name="Google Shape;143;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4" name="Google Shape;144;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45" name="Google Shape;145;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6" name="Google Shape;146;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49" name="Google Shape;149;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CVCC ('nd' 'mp' 'nt')</a:t>
            </a:r>
            <a:endParaRPr sz="1800" b="0" i="0" u="none" strike="noStrike" cap="none">
              <a:solidFill>
                <a:srgbClr val="FFFFFF"/>
              </a:solidFill>
              <a:latin typeface="Poppins SemiBold"/>
              <a:ea typeface="Poppins SemiBold"/>
              <a:cs typeface="Poppins SemiBold"/>
              <a:sym typeface="Poppins SemiBold"/>
            </a:endParaRPr>
          </a:p>
        </p:txBody>
      </p:sp>
      <p:sp>
        <p:nvSpPr>
          <p:cNvPr id="150" name="Google Shape;150;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1 - Monday</a:t>
            </a:r>
            <a:endParaRPr sz="1800" b="0" i="0" u="none" strike="noStrike" cap="none">
              <a:solidFill>
                <a:srgbClr val="8DC63F"/>
              </a:solidFill>
              <a:latin typeface="Poppins Medium"/>
              <a:ea typeface="Poppins Medium"/>
              <a:cs typeface="Poppins Medium"/>
              <a:sym typeface="Poppins Medium"/>
            </a:endParaRPr>
          </a:p>
        </p:txBody>
      </p:sp>
      <p:sp>
        <p:nvSpPr>
          <p:cNvPr id="151" name="Google Shape;151;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a:t>
            </a:r>
            <a:endParaRPr sz="1800" b="0" i="0" u="none" strike="noStrike" cap="none">
              <a:solidFill>
                <a:srgbClr val="8DC63F"/>
              </a:solidFill>
              <a:latin typeface="Poppins Medium"/>
              <a:ea typeface="Poppins Medium"/>
              <a:cs typeface="Poppins Medium"/>
              <a:sym typeface="Poppins Medium"/>
            </a:endParaRPr>
          </a:p>
        </p:txBody>
      </p:sp>
      <p:sp>
        <p:nvSpPr>
          <p:cNvPr id="152" name="Google Shape;152;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53" name="Google Shape;153;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54" name="Google Shape;154;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55" name="Google Shape;155;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56" name="Google Shape;156;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57" name="Google Shape;157;g26b641b03cd_0_33"/>
          <p:cNvGrpSpPr/>
          <p:nvPr/>
        </p:nvGrpSpPr>
        <p:grpSpPr>
          <a:xfrm>
            <a:off x="662575" y="6212475"/>
            <a:ext cx="586800" cy="571500"/>
            <a:chOff x="662575" y="6212475"/>
            <a:chExt cx="586800" cy="571500"/>
          </a:xfrm>
        </p:grpSpPr>
        <p:sp>
          <p:nvSpPr>
            <p:cNvPr id="158" name="Google Shape;158;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9" name="Google Shape;159;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0" name="Google Shape;160;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61" name="Google Shape;161;g26b641b03cd_0_33"/>
          <p:cNvGrpSpPr/>
          <p:nvPr/>
        </p:nvGrpSpPr>
        <p:grpSpPr>
          <a:xfrm>
            <a:off x="7894350" y="6212475"/>
            <a:ext cx="586800" cy="571500"/>
            <a:chOff x="7894350" y="6212475"/>
            <a:chExt cx="586800" cy="571500"/>
          </a:xfrm>
        </p:grpSpPr>
        <p:sp>
          <p:nvSpPr>
            <p:cNvPr id="162" name="Google Shape;162;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3" name="Google Shape;163;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4" name="Google Shape;164;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99"/>
        <p:cNvGrpSpPr/>
        <p:nvPr/>
      </p:nvGrpSpPr>
      <p:grpSpPr>
        <a:xfrm>
          <a:off x="0" y="0"/>
          <a:ext cx="0" cy="0"/>
          <a:chOff x="0" y="0"/>
          <a:chExt cx="0" cy="0"/>
        </a:xfrm>
      </p:grpSpPr>
      <p:sp>
        <p:nvSpPr>
          <p:cNvPr id="200" name="Google Shape;200;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201" name="Google Shape;201;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202" name="Google Shape;202;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203" name="Google Shape;203;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4" name="Google Shape;204;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206" name="Google Shape;206;g26b641b03cd_0_260"/>
          <p:cNvGrpSpPr/>
          <p:nvPr/>
        </p:nvGrpSpPr>
        <p:grpSpPr>
          <a:xfrm>
            <a:off x="-36800" y="-52000"/>
            <a:ext cx="9236100" cy="543600"/>
            <a:chOff x="-36800" y="-52000"/>
            <a:chExt cx="9236100" cy="543600"/>
          </a:xfrm>
        </p:grpSpPr>
        <p:sp>
          <p:nvSpPr>
            <p:cNvPr id="207" name="Google Shape;207;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8" name="Google Shape;208;g26b641b03cd_0_260"/>
            <p:cNvSpPr/>
            <p:nvPr/>
          </p:nvSpPr>
          <p:spPr>
            <a:xfrm>
              <a:off x="563725" y="57800"/>
              <a:ext cx="1144800" cy="324000"/>
            </a:xfrm>
            <a:prstGeom prst="roundRect">
              <a:avLst>
                <a:gd name="adj" fmla="val 50000"/>
              </a:avLst>
            </a:prstGeom>
            <a:solidFill>
              <a:srgbClr val="F7941D"/>
            </a:solidFill>
            <a:ln>
              <a:noFill/>
            </a:ln>
            <a:effectLst>
              <a:outerShdw blurRad="57150" dist="19050" dir="5400000" algn="bl" rotWithShape="0">
                <a:srgbClr val="000000">
                  <a:alpha val="40000"/>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09" name="Google Shape;209;g26b641b03cd_0_260"/>
            <p:cNvSpPr/>
            <p:nvPr/>
          </p:nvSpPr>
          <p:spPr>
            <a:xfrm>
              <a:off x="1976049" y="57800"/>
              <a:ext cx="1144800" cy="324000"/>
            </a:xfrm>
            <a:prstGeom prst="roundRect">
              <a:avLst>
                <a:gd name="adj" fmla="val 50000"/>
              </a:avLst>
            </a:prstGeom>
            <a:solidFill>
              <a:schemeClr val="lt1"/>
            </a:solidFill>
            <a:ln w="19050" cap="flat" cmpd="sng">
              <a:solidFill>
                <a:srgbClr val="2F286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0" name="Google Shape;210;g26b641b03cd_0_260"/>
            <p:cNvSpPr/>
            <p:nvPr/>
          </p:nvSpPr>
          <p:spPr>
            <a:xfrm>
              <a:off x="3388374" y="57800"/>
              <a:ext cx="1144800" cy="324000"/>
            </a:xfrm>
            <a:prstGeom prst="roundRect">
              <a:avLst>
                <a:gd name="adj" fmla="val 50000"/>
              </a:avLst>
            </a:prstGeom>
            <a:solidFill>
              <a:schemeClr val="lt1"/>
            </a:solidFill>
            <a:ln w="19050" cap="flat" cmpd="sng">
              <a:solidFill>
                <a:srgbClr val="8DC6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1" name="Google Shape;211;g26b641b03cd_0_260"/>
            <p:cNvSpPr/>
            <p:nvPr/>
          </p:nvSpPr>
          <p:spPr>
            <a:xfrm>
              <a:off x="4800698" y="57800"/>
              <a:ext cx="1144800" cy="324000"/>
            </a:xfrm>
            <a:prstGeom prst="roundRect">
              <a:avLst>
                <a:gd name="adj" fmla="val 50000"/>
              </a:avLst>
            </a:prstGeom>
            <a:solidFill>
              <a:schemeClr val="lt1"/>
            </a:solidFill>
            <a:ln w="19050" cap="flat" cmpd="sng">
              <a:solidFill>
                <a:srgbClr val="92278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2" name="Google Shape;212;g26b641b03cd_0_260"/>
            <p:cNvSpPr/>
            <p:nvPr/>
          </p:nvSpPr>
          <p:spPr>
            <a:xfrm>
              <a:off x="7625347" y="57800"/>
              <a:ext cx="1144800" cy="324000"/>
            </a:xfrm>
            <a:prstGeom prst="roundRect">
              <a:avLst>
                <a:gd name="adj" fmla="val 50000"/>
              </a:avLst>
            </a:prstGeom>
            <a:solidFill>
              <a:schemeClr val="lt1"/>
            </a:solidFill>
            <a:ln w="19050" cap="flat" cmpd="sng">
              <a:solidFill>
                <a:srgbClr val="E11E2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3" name="Google Shape;213;g26b641b03cd_0_260"/>
            <p:cNvSpPr/>
            <p:nvPr/>
          </p:nvSpPr>
          <p:spPr>
            <a:xfrm>
              <a:off x="6213023" y="57800"/>
              <a:ext cx="1144800" cy="324000"/>
            </a:xfrm>
            <a:prstGeom prst="roundRect">
              <a:avLst>
                <a:gd name="adj" fmla="val 50000"/>
              </a:avLst>
            </a:prstGeom>
            <a:solidFill>
              <a:schemeClr val="lt1"/>
            </a:solidFill>
            <a:ln w="19050" cap="flat" cmpd="sng">
              <a:solidFill>
                <a:srgbClr val="CB3D8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4" name="Google Shape;214;g26b641b03cd_0_260"/>
            <p:cNvSpPr txBox="1"/>
            <p:nvPr/>
          </p:nvSpPr>
          <p:spPr>
            <a:xfrm>
              <a:off x="661700" y="12050"/>
              <a:ext cx="974100" cy="415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US" sz="1500" b="0" i="0" u="none" strike="noStrike" cap="none">
                  <a:solidFill>
                    <a:srgbClr val="FFFFFF"/>
                  </a:solidFill>
                  <a:latin typeface="Poppins"/>
                  <a:ea typeface="Poppins"/>
                  <a:cs typeface="Poppins"/>
                  <a:sym typeface="Poppins"/>
                </a:rPr>
                <a:t>Phase 2</a:t>
              </a:r>
              <a:endParaRPr sz="1500" b="0" i="0" u="none" strike="noStrike" cap="none">
                <a:solidFill>
                  <a:srgbClr val="FFFFFF"/>
                </a:solidFill>
                <a:latin typeface="Poppins"/>
                <a:ea typeface="Poppins"/>
                <a:cs typeface="Poppins"/>
                <a:sym typeface="Poppins"/>
              </a:endParaRPr>
            </a:p>
          </p:txBody>
        </p:sp>
        <p:sp>
          <p:nvSpPr>
            <p:cNvPr id="215" name="Google Shape;215;g26b641b03cd_0_260"/>
            <p:cNvSpPr txBox="1"/>
            <p:nvPr/>
          </p:nvSpPr>
          <p:spPr>
            <a:xfrm>
              <a:off x="2025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2F286F"/>
                  </a:solidFill>
                  <a:latin typeface="Poppins"/>
                  <a:ea typeface="Poppins"/>
                  <a:cs typeface="Poppins"/>
                  <a:sym typeface="Poppins"/>
                </a:rPr>
                <a:t>Phase 3</a:t>
              </a:r>
              <a:endParaRPr sz="1300" b="0" i="0" u="none" strike="noStrike" cap="none">
                <a:solidFill>
                  <a:srgbClr val="2F286F"/>
                </a:solidFill>
                <a:latin typeface="Poppins"/>
                <a:ea typeface="Poppins"/>
                <a:cs typeface="Poppins"/>
                <a:sym typeface="Poppins"/>
              </a:endParaRPr>
            </a:p>
          </p:txBody>
        </p:sp>
        <p:sp>
          <p:nvSpPr>
            <p:cNvPr id="216" name="Google Shape;216;g26b641b03cd_0_260"/>
            <p:cNvSpPr txBox="1"/>
            <p:nvPr/>
          </p:nvSpPr>
          <p:spPr>
            <a:xfrm>
              <a:off x="347371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8DC63F"/>
                  </a:solidFill>
                  <a:latin typeface="Poppins"/>
                  <a:ea typeface="Poppins"/>
                  <a:cs typeface="Poppins"/>
                  <a:sym typeface="Poppins"/>
                </a:rPr>
                <a:t>Phase 4</a:t>
              </a:r>
              <a:endParaRPr sz="1300" b="0" i="0" u="none" strike="noStrike" cap="none">
                <a:solidFill>
                  <a:srgbClr val="8DC63F"/>
                </a:solidFill>
                <a:latin typeface="Poppins"/>
                <a:ea typeface="Poppins"/>
                <a:cs typeface="Poppins"/>
                <a:sym typeface="Poppins"/>
              </a:endParaRPr>
            </a:p>
          </p:txBody>
        </p:sp>
        <p:sp>
          <p:nvSpPr>
            <p:cNvPr id="217" name="Google Shape;217;g26b641b03cd_0_260"/>
            <p:cNvSpPr txBox="1"/>
            <p:nvPr/>
          </p:nvSpPr>
          <p:spPr>
            <a:xfrm>
              <a:off x="488603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2278F"/>
                  </a:solidFill>
                  <a:latin typeface="Poppins"/>
                  <a:ea typeface="Poppins"/>
                  <a:cs typeface="Poppins"/>
                  <a:sym typeface="Poppins"/>
                </a:rPr>
                <a:t>Phase 5</a:t>
              </a:r>
              <a:endParaRPr sz="1300" b="0" i="0" u="none" strike="noStrike" cap="none">
                <a:solidFill>
                  <a:srgbClr val="92278F"/>
                </a:solidFill>
                <a:latin typeface="Poppins"/>
                <a:ea typeface="Poppins"/>
                <a:cs typeface="Poppins"/>
                <a:sym typeface="Poppins"/>
              </a:endParaRPr>
            </a:p>
          </p:txBody>
        </p:sp>
        <p:sp>
          <p:nvSpPr>
            <p:cNvPr id="218" name="Google Shape;218;g26b641b03cd_0_260"/>
            <p:cNvSpPr txBox="1"/>
            <p:nvPr/>
          </p:nvSpPr>
          <p:spPr>
            <a:xfrm>
              <a:off x="6298363"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CB3D85"/>
                  </a:solidFill>
                  <a:latin typeface="Poppins"/>
                  <a:ea typeface="Poppins"/>
                  <a:cs typeface="Poppins"/>
                  <a:sym typeface="Poppins"/>
                </a:rPr>
                <a:t>Phase 5.5</a:t>
              </a:r>
              <a:endParaRPr sz="1300" b="0" i="0" u="none" strike="noStrike" cap="none">
                <a:solidFill>
                  <a:srgbClr val="CB3D85"/>
                </a:solidFill>
                <a:latin typeface="Poppins"/>
                <a:ea typeface="Poppins"/>
                <a:cs typeface="Poppins"/>
                <a:sym typeface="Poppins"/>
              </a:endParaRPr>
            </a:p>
          </p:txBody>
        </p:sp>
        <p:sp>
          <p:nvSpPr>
            <p:cNvPr id="219" name="Google Shape;219;g26b641b03cd_0_260"/>
            <p:cNvSpPr txBox="1"/>
            <p:nvPr/>
          </p:nvSpPr>
          <p:spPr>
            <a:xfrm>
              <a:off x="7710688" y="27350"/>
              <a:ext cx="974100" cy="384900"/>
            </a:xfrm>
            <a:prstGeom prst="rect">
              <a:avLst/>
            </a:prstGeom>
            <a:noFill/>
            <a:ln>
              <a:noFill/>
            </a:ln>
          </p:spPr>
          <p:txBody>
            <a:bodyPr spcFirstLastPara="1" wrap="square" lIns="0" tIns="91425" rIns="0" bIns="91425" anchor="t" anchorCtr="0">
              <a:sp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ED1C24"/>
                  </a:solidFill>
                  <a:latin typeface="Poppins"/>
                  <a:ea typeface="Poppins"/>
                  <a:cs typeface="Poppins"/>
                  <a:sym typeface="Poppins"/>
                </a:rPr>
                <a:t>Phase 6</a:t>
              </a:r>
              <a:endParaRPr sz="1300" b="0" i="0" u="none" strike="noStrike" cap="none">
                <a:solidFill>
                  <a:srgbClr val="ED1C24"/>
                </a:solidFill>
                <a:latin typeface="Poppins"/>
                <a:ea typeface="Poppins"/>
                <a:cs typeface="Poppins"/>
                <a:sym typeface="Poppins"/>
              </a:endParaRPr>
            </a:p>
          </p:txBody>
        </p:sp>
      </p:grpSp>
      <p:sp>
        <p:nvSpPr>
          <p:cNvPr id="220" name="Google Shape;220;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21" name="Google Shape;221;g26b641b03cd_0_260"/>
          <p:cNvGrpSpPr/>
          <p:nvPr/>
        </p:nvGrpSpPr>
        <p:grpSpPr>
          <a:xfrm>
            <a:off x="3235760" y="88250"/>
            <a:ext cx="1337400" cy="403500"/>
            <a:chOff x="565600" y="88250"/>
            <a:chExt cx="1337400" cy="403500"/>
          </a:xfrm>
        </p:grpSpPr>
        <p:sp>
          <p:nvSpPr>
            <p:cNvPr id="222" name="Google Shape;222;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3" name="Google Shape;223;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224" name="Google Shape;224;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225" name="Google Shape;225;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26" name="Google Shape;226;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227" name="Google Shape;22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229" name="Google Shape;22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0" name="Google Shape;23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31" name="Google Shape;231;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33" name="Google Shape;23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34" name="Google Shape;23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235" name="Google Shape;235;g26b641b03cd_0_260"/>
          <p:cNvGrpSpPr/>
          <p:nvPr/>
        </p:nvGrpSpPr>
        <p:grpSpPr>
          <a:xfrm>
            <a:off x="8199150" y="5983875"/>
            <a:ext cx="586800" cy="571500"/>
            <a:chOff x="7894350" y="6212475"/>
            <a:chExt cx="586800" cy="571500"/>
          </a:xfrm>
        </p:grpSpPr>
        <p:sp>
          <p:nvSpPr>
            <p:cNvPr id="236" name="Google Shape;236;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39"/>
        <p:cNvGrpSpPr/>
        <p:nvPr/>
      </p:nvGrpSpPr>
      <p:grpSpPr>
        <a:xfrm>
          <a:off x="0" y="0"/>
          <a:ext cx="0" cy="0"/>
          <a:chOff x="0" y="0"/>
          <a:chExt cx="0" cy="0"/>
        </a:xfrm>
      </p:grpSpPr>
      <p:sp>
        <p:nvSpPr>
          <p:cNvPr id="240" name="Google Shape;240;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2" name="Google Shape;242;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6" name="Google Shape;246;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47" name="Google Shape;247;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8" name="Google Shape;248;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49" name="Google Shape;249;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0" name="Google Shape;250;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1" name="Google Shape;251;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52" name="Google Shape;252;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53" name="Google Shape;253;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54" name="Google Shape;254;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55" name="Google Shape;255;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6" name="Google Shape;256;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7" name="Google Shape;257;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8" name="Google Shape;258;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9" name="Google Shape;259;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60" name="Google Shape;260;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61" name="Google Shape;261;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62" name="Google Shape;262;g2c235dd0dad_1_87"/>
          <p:cNvGrpSpPr/>
          <p:nvPr/>
        </p:nvGrpSpPr>
        <p:grpSpPr>
          <a:xfrm>
            <a:off x="662575" y="6212475"/>
            <a:ext cx="586800" cy="571500"/>
            <a:chOff x="662575" y="6212475"/>
            <a:chExt cx="586800" cy="571500"/>
          </a:xfrm>
        </p:grpSpPr>
        <p:sp>
          <p:nvSpPr>
            <p:cNvPr id="263" name="Google Shape;263;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6" name="Google Shape;266;g2c235dd0dad_1_87"/>
          <p:cNvGrpSpPr/>
          <p:nvPr/>
        </p:nvGrpSpPr>
        <p:grpSpPr>
          <a:xfrm>
            <a:off x="7894350" y="6212475"/>
            <a:ext cx="586800" cy="571500"/>
            <a:chOff x="7894350" y="6212475"/>
            <a:chExt cx="586800" cy="571500"/>
          </a:xfrm>
        </p:grpSpPr>
        <p:sp>
          <p:nvSpPr>
            <p:cNvPr id="267" name="Google Shape;267;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70"/>
        <p:cNvGrpSpPr/>
        <p:nvPr/>
      </p:nvGrpSpPr>
      <p:grpSpPr>
        <a:xfrm>
          <a:off x="0" y="0"/>
          <a:ext cx="0" cy="0"/>
          <a:chOff x="0" y="0"/>
          <a:chExt cx="0" cy="0"/>
        </a:xfrm>
      </p:grpSpPr>
      <p:sp>
        <p:nvSpPr>
          <p:cNvPr id="271" name="Google Shape;271;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73" name="Google Shape;273;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4" name="Google Shape;274;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5" name="Google Shape;275;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6" name="Google Shape;27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7" name="Google Shape;277;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78" name="Google Shape;278;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79" name="Google Shape;279;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0" name="Google Shape;280;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81" name="Google Shape;281;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82" name="Google Shape;282;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83" name="Google Shape;283;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85" name="Google Shape;285;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86" name="Google Shape;286;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87" name="Google Shape;287;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88" name="Google Shape;288;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89" name="Google Shape;289;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90" name="Google Shape;290;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91" name="Google Shape;291;g1f3daf8a844_0_32"/>
          <p:cNvGrpSpPr/>
          <p:nvPr/>
        </p:nvGrpSpPr>
        <p:grpSpPr>
          <a:xfrm>
            <a:off x="662575" y="6212475"/>
            <a:ext cx="586800" cy="571500"/>
            <a:chOff x="662575" y="6212475"/>
            <a:chExt cx="586800" cy="571500"/>
          </a:xfrm>
        </p:grpSpPr>
        <p:sp>
          <p:nvSpPr>
            <p:cNvPr id="292" name="Google Shape;292;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5" name="Google Shape;295;g1f3daf8a844_0_32"/>
          <p:cNvGrpSpPr/>
          <p:nvPr/>
        </p:nvGrpSpPr>
        <p:grpSpPr>
          <a:xfrm>
            <a:off x="7894350" y="6212475"/>
            <a:ext cx="586800" cy="571500"/>
            <a:chOff x="7894350" y="6212475"/>
            <a:chExt cx="586800" cy="571500"/>
          </a:xfrm>
        </p:grpSpPr>
        <p:sp>
          <p:nvSpPr>
            <p:cNvPr id="296" name="Google Shape;296;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99"/>
        <p:cNvGrpSpPr/>
        <p:nvPr/>
      </p:nvGrpSpPr>
      <p:grpSpPr>
        <a:xfrm>
          <a:off x="0" y="0"/>
          <a:ext cx="0" cy="0"/>
          <a:chOff x="0" y="0"/>
          <a:chExt cx="0" cy="0"/>
        </a:xfrm>
      </p:grpSpPr>
      <p:sp>
        <p:nvSpPr>
          <p:cNvPr id="300" name="Google Shape;300;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02" name="Google Shape;302;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3" name="Google Shape;303;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4" name="Google Shape;304;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5" name="Google Shape;305;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6" name="Google Shape;306;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07" name="Google Shape;307;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8" name="Google Shape;308;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10" name="Google Shape;310;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1" name="Google Shape;311;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312" name="Google Shape;312;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13" name="Google Shape;313;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14" name="Google Shape;314;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15" name="Google Shape;315;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16" name="Google Shape;316;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7" name="Google Shape;317;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8" name="Google Shape;318;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19" name="Google Shape;319;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20" name="Google Shape;320;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321" name="Google Shape;321;g2c157a2fb06_0_53"/>
          <p:cNvGrpSpPr/>
          <p:nvPr/>
        </p:nvGrpSpPr>
        <p:grpSpPr>
          <a:xfrm>
            <a:off x="1403031" y="6958923"/>
            <a:ext cx="6774848" cy="1291477"/>
            <a:chOff x="717231" y="7263723"/>
            <a:chExt cx="6774848" cy="1291477"/>
          </a:xfrm>
        </p:grpSpPr>
        <p:sp>
          <p:nvSpPr>
            <p:cNvPr id="322" name="Google Shape;322;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323" name="Google Shape;323;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324" name="Google Shape;324;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325" name="Google Shape;325;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326" name="Google Shape;326;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327" name="Google Shape;327;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328" name="Google Shape;328;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329" name="Google Shape;329;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330" name="Google Shape;330;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33" name="Google Shape;333;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334" name="Google Shape;334;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335" name="Google Shape;335;g2c157a2fb06_0_53"/>
          <p:cNvGrpSpPr/>
          <p:nvPr/>
        </p:nvGrpSpPr>
        <p:grpSpPr>
          <a:xfrm>
            <a:off x="662575" y="6212475"/>
            <a:ext cx="586800" cy="571500"/>
            <a:chOff x="662575" y="6212475"/>
            <a:chExt cx="586800" cy="571500"/>
          </a:xfrm>
        </p:grpSpPr>
        <p:sp>
          <p:nvSpPr>
            <p:cNvPr id="336" name="Google Shape;336;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7" name="Google Shape;337;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8" name="Google Shape;338;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39" name="Google Shape;339;g2c157a2fb06_0_53"/>
          <p:cNvGrpSpPr/>
          <p:nvPr/>
        </p:nvGrpSpPr>
        <p:grpSpPr>
          <a:xfrm>
            <a:off x="7894350" y="6212475"/>
            <a:ext cx="586800" cy="571500"/>
            <a:chOff x="7894350" y="6212475"/>
            <a:chExt cx="586800" cy="571500"/>
          </a:xfrm>
        </p:grpSpPr>
        <p:sp>
          <p:nvSpPr>
            <p:cNvPr id="340" name="Google Shape;340;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1" name="Google Shape;341;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2" name="Google Shape;342;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43"/>
        <p:cNvGrpSpPr/>
        <p:nvPr/>
      </p:nvGrpSpPr>
      <p:grpSpPr>
        <a:xfrm>
          <a:off x="0" y="0"/>
          <a:ext cx="0" cy="0"/>
          <a:chOff x="0" y="0"/>
          <a:chExt cx="0" cy="0"/>
        </a:xfrm>
      </p:grpSpPr>
      <p:sp>
        <p:nvSpPr>
          <p:cNvPr id="344" name="Google Shape;344;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6" name="Google Shape;34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7" name="Google Shape;347;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0" name="Google Shape;35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351" name="Google Shape;351;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52" name="Google Shape;352;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53" name="Google Shape;353;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54" name="Google Shape;354;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55" name="Google Shape;355;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56" name="Google Shape;356;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57" name="Google Shape;357;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8" name="Google Shape;358;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59" name="Google Shape;359;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0" name="Google Shape;360;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61" name="Google Shape;361;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2" name="Google Shape;362;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63" name="Google Shape;363;g2c157a2fb06_0_158"/>
          <p:cNvGrpSpPr/>
          <p:nvPr/>
        </p:nvGrpSpPr>
        <p:grpSpPr>
          <a:xfrm>
            <a:off x="662575" y="6212475"/>
            <a:ext cx="586800" cy="571500"/>
            <a:chOff x="662575" y="6212475"/>
            <a:chExt cx="586800" cy="571500"/>
          </a:xfrm>
        </p:grpSpPr>
        <p:sp>
          <p:nvSpPr>
            <p:cNvPr id="364" name="Google Shape;364;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5" name="Google Shape;365;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6" name="Google Shape;366;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67" name="Google Shape;367;g2c157a2fb06_0_158"/>
          <p:cNvGrpSpPr/>
          <p:nvPr/>
        </p:nvGrpSpPr>
        <p:grpSpPr>
          <a:xfrm>
            <a:off x="7894350" y="6212475"/>
            <a:ext cx="586800" cy="571500"/>
            <a:chOff x="7894350" y="6212475"/>
            <a:chExt cx="586800" cy="571500"/>
          </a:xfrm>
        </p:grpSpPr>
        <p:sp>
          <p:nvSpPr>
            <p:cNvPr id="368" name="Google Shape;368;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9" name="Google Shape;369;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71"/>
        <p:cNvGrpSpPr/>
        <p:nvPr/>
      </p:nvGrpSpPr>
      <p:grpSpPr>
        <a:xfrm>
          <a:off x="0" y="0"/>
          <a:ext cx="0" cy="0"/>
          <a:chOff x="0" y="0"/>
          <a:chExt cx="0" cy="0"/>
        </a:xfrm>
      </p:grpSpPr>
      <p:sp>
        <p:nvSpPr>
          <p:cNvPr id="372" name="Google Shape;372;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4" name="Google Shape;374;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8" name="Google Shape;378;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79" name="Google Shape;379;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80" name="Google Shape;380;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81" name="Google Shape;381;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2" name="Google Shape;382;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3" name="Google Shape;383;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4" name="Google Shape;384;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5" name="Google Shape;385;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6" name="Google Shape;386;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87" name="Google Shape;387;g2c157a2fb06_0_263"/>
          <p:cNvSpPr>
            <a:spLocks noGrp="1"/>
          </p:cNvSpPr>
          <p:nvPr>
            <p:ph type="pic" idx="7"/>
          </p:nvPr>
        </p:nvSpPr>
        <p:spPr>
          <a:xfrm>
            <a:off x="5086375" y="4412425"/>
            <a:ext cx="2668800" cy="1291500"/>
          </a:xfrm>
          <a:prstGeom prst="rect">
            <a:avLst/>
          </a:prstGeom>
          <a:noFill/>
          <a:ln>
            <a:noFill/>
          </a:ln>
        </p:spPr>
      </p:sp>
      <p:sp>
        <p:nvSpPr>
          <p:cNvPr id="388" name="Google Shape;388;g2c157a2fb06_0_263"/>
          <p:cNvSpPr>
            <a:spLocks noGrp="1"/>
          </p:cNvSpPr>
          <p:nvPr>
            <p:ph type="pic" idx="8"/>
          </p:nvPr>
        </p:nvSpPr>
        <p:spPr>
          <a:xfrm>
            <a:off x="5086375" y="797675"/>
            <a:ext cx="2668800" cy="1291500"/>
          </a:xfrm>
          <a:prstGeom prst="rect">
            <a:avLst/>
          </a:prstGeom>
          <a:noFill/>
          <a:ln>
            <a:noFill/>
          </a:ln>
        </p:spPr>
      </p:sp>
      <p:sp>
        <p:nvSpPr>
          <p:cNvPr id="389" name="Google Shape;389;g2c157a2fb06_0_263"/>
          <p:cNvSpPr>
            <a:spLocks noGrp="1"/>
          </p:cNvSpPr>
          <p:nvPr>
            <p:ph type="pic" idx="9"/>
          </p:nvPr>
        </p:nvSpPr>
        <p:spPr>
          <a:xfrm>
            <a:off x="5086375" y="2002592"/>
            <a:ext cx="2668800" cy="1291500"/>
          </a:xfrm>
          <a:prstGeom prst="rect">
            <a:avLst/>
          </a:prstGeom>
          <a:noFill/>
          <a:ln>
            <a:noFill/>
          </a:ln>
        </p:spPr>
      </p:sp>
      <p:sp>
        <p:nvSpPr>
          <p:cNvPr id="390" name="Google Shape;390;g2c157a2fb06_0_263"/>
          <p:cNvSpPr>
            <a:spLocks noGrp="1"/>
          </p:cNvSpPr>
          <p:nvPr>
            <p:ph type="pic" idx="13"/>
          </p:nvPr>
        </p:nvSpPr>
        <p:spPr>
          <a:xfrm>
            <a:off x="5086375" y="3207508"/>
            <a:ext cx="2668800" cy="1291500"/>
          </a:xfrm>
          <a:prstGeom prst="rect">
            <a:avLst/>
          </a:prstGeom>
          <a:noFill/>
          <a:ln>
            <a:noFill/>
          </a:ln>
        </p:spPr>
      </p:sp>
      <p:sp>
        <p:nvSpPr>
          <p:cNvPr id="391" name="Google Shape;391;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2" name="Google Shape;392;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263"/>
          <p:cNvGrpSpPr/>
          <p:nvPr/>
        </p:nvGrpSpPr>
        <p:grpSpPr>
          <a:xfrm>
            <a:off x="662575" y="6212475"/>
            <a:ext cx="586800" cy="571500"/>
            <a:chOff x="662575" y="6212475"/>
            <a:chExt cx="586800" cy="571500"/>
          </a:xfrm>
        </p:grpSpPr>
        <p:sp>
          <p:nvSpPr>
            <p:cNvPr id="395" name="Google Shape;395;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263"/>
          <p:cNvGrpSpPr/>
          <p:nvPr/>
        </p:nvGrpSpPr>
        <p:grpSpPr>
          <a:xfrm>
            <a:off x="7894350" y="6212475"/>
            <a:ext cx="586800" cy="571500"/>
            <a:chOff x="7894350" y="6212475"/>
            <a:chExt cx="586800" cy="571500"/>
          </a:xfrm>
        </p:grpSpPr>
        <p:sp>
          <p:nvSpPr>
            <p:cNvPr id="399" name="Google Shape;399;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402"/>
        <p:cNvGrpSpPr/>
        <p:nvPr/>
      </p:nvGrpSpPr>
      <p:grpSpPr>
        <a:xfrm>
          <a:off x="0" y="0"/>
          <a:ext cx="0" cy="0"/>
          <a:chOff x="0" y="0"/>
          <a:chExt cx="0" cy="0"/>
        </a:xfrm>
      </p:grpSpPr>
      <p:sp>
        <p:nvSpPr>
          <p:cNvPr id="403" name="Google Shape;403;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1" name="Google Shape;411;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2" name="Google Shape;412;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413" name="Google Shape;413;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4" name="Google Shape;414;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5" name="Google Shape;415;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7" name="Google Shape;417;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418" name="Google Shape;418;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19" name="Google Shape;419;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0" name="Google Shape;420;g2c157a2fb06_0_467"/>
          <p:cNvGrpSpPr/>
          <p:nvPr/>
        </p:nvGrpSpPr>
        <p:grpSpPr>
          <a:xfrm>
            <a:off x="662575" y="6212475"/>
            <a:ext cx="586800" cy="571500"/>
            <a:chOff x="662575" y="6212475"/>
            <a:chExt cx="586800" cy="571500"/>
          </a:xfrm>
        </p:grpSpPr>
        <p:sp>
          <p:nvSpPr>
            <p:cNvPr id="421" name="Google Shape;421;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2" name="Google Shape;422;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4" name="Google Shape;424;g2c157a2fb06_0_467"/>
          <p:cNvGrpSpPr/>
          <p:nvPr/>
        </p:nvGrpSpPr>
        <p:grpSpPr>
          <a:xfrm>
            <a:off x="7894350" y="6212475"/>
            <a:ext cx="586800" cy="571500"/>
            <a:chOff x="7894350" y="6212475"/>
            <a:chExt cx="586800" cy="571500"/>
          </a:xfrm>
        </p:grpSpPr>
        <p:sp>
          <p:nvSpPr>
            <p:cNvPr id="425" name="Google Shape;425;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428"/>
        <p:cNvGrpSpPr/>
        <p:nvPr/>
      </p:nvGrpSpPr>
      <p:grpSpPr>
        <a:xfrm>
          <a:off x="0" y="0"/>
          <a:ext cx="0" cy="0"/>
          <a:chOff x="0" y="0"/>
          <a:chExt cx="0" cy="0"/>
        </a:xfrm>
      </p:grpSpPr>
      <p:sp>
        <p:nvSpPr>
          <p:cNvPr id="429" name="Google Shape;429;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1" name="Google Shape;431;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2" name="Google Shape;432;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5" name="Google Shape;435;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6" name="Google Shape;436;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7" name="Google Shape;437;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438" name="Google Shape;438;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39" name="Google Shape;439;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0" name="Google Shape;440;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1" name="Google Shape;441;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2" name="Google Shape;442;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443" name="Google Shape;443;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5" name="Google Shape;445;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6" name="Google Shape;446;g2c157a2fb06_0_629"/>
          <p:cNvGrpSpPr/>
          <p:nvPr/>
        </p:nvGrpSpPr>
        <p:grpSpPr>
          <a:xfrm>
            <a:off x="662575" y="6212475"/>
            <a:ext cx="586800" cy="571500"/>
            <a:chOff x="662575" y="6212475"/>
            <a:chExt cx="586800" cy="571500"/>
          </a:xfrm>
        </p:grpSpPr>
        <p:sp>
          <p:nvSpPr>
            <p:cNvPr id="447" name="Google Shape;447;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8" name="Google Shape;448;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9" name="Google Shape;449;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0" name="Google Shape;450;g2c157a2fb06_0_629"/>
          <p:cNvGrpSpPr/>
          <p:nvPr/>
        </p:nvGrpSpPr>
        <p:grpSpPr>
          <a:xfrm>
            <a:off x="7894350" y="6212475"/>
            <a:ext cx="586800" cy="571500"/>
            <a:chOff x="7894350" y="6212475"/>
            <a:chExt cx="586800" cy="571500"/>
          </a:xfrm>
        </p:grpSpPr>
        <p:sp>
          <p:nvSpPr>
            <p:cNvPr id="451" name="Google Shape;451;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54"/>
        <p:cNvGrpSpPr/>
        <p:nvPr/>
      </p:nvGrpSpPr>
      <p:grpSpPr>
        <a:xfrm>
          <a:off x="0" y="0"/>
          <a:ext cx="0" cy="0"/>
          <a:chOff x="0" y="0"/>
          <a:chExt cx="0" cy="0"/>
        </a:xfrm>
      </p:grpSpPr>
      <p:sp>
        <p:nvSpPr>
          <p:cNvPr id="455" name="Google Shape;455;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7" name="Google Shape;457;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8" name="Google Shape;458;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0" name="Google Shape;460;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1" name="Google Shape;461;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62" name="Google Shape;462;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63" name="Google Shape;463;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64" name="Google Shape;464;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65" name="Google Shape;465;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66" name="Google Shape;466;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7" name="Google Shape;467;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8" name="Google Shape;468;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70" name="Google Shape;470;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72" name="Google Shape;472;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73" name="Google Shape;473;g2c157a2fb06_0_798"/>
          <p:cNvGrpSpPr/>
          <p:nvPr/>
        </p:nvGrpSpPr>
        <p:grpSpPr>
          <a:xfrm>
            <a:off x="662575" y="6212475"/>
            <a:ext cx="586800" cy="571500"/>
            <a:chOff x="662575" y="6212475"/>
            <a:chExt cx="586800" cy="571500"/>
          </a:xfrm>
        </p:grpSpPr>
        <p:sp>
          <p:nvSpPr>
            <p:cNvPr id="474" name="Google Shape;474;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77" name="Google Shape;477;g2c157a2fb06_0_798"/>
          <p:cNvGrpSpPr/>
          <p:nvPr/>
        </p:nvGrpSpPr>
        <p:grpSpPr>
          <a:xfrm>
            <a:off x="7894350" y="6212475"/>
            <a:ext cx="586800" cy="571500"/>
            <a:chOff x="7894350" y="6212475"/>
            <a:chExt cx="586800" cy="571500"/>
          </a:xfrm>
        </p:grpSpPr>
        <p:sp>
          <p:nvSpPr>
            <p:cNvPr id="478" name="Google Shape;478;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81"/>
        <p:cNvGrpSpPr/>
        <p:nvPr/>
      </p:nvGrpSpPr>
      <p:grpSpPr>
        <a:xfrm>
          <a:off x="0" y="0"/>
          <a:ext cx="0" cy="0"/>
          <a:chOff x="0" y="0"/>
          <a:chExt cx="0" cy="0"/>
        </a:xfrm>
      </p:grpSpPr>
      <p:sp>
        <p:nvSpPr>
          <p:cNvPr id="482" name="Google Shape;482;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84" name="Google Shape;484;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5" name="Google Shape;485;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6" name="Google Shape;486;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7" name="Google Shape;48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88" name="Google Shape;488;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89" name="Google Shape;489;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90" name="Google Shape;490;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91" name="Google Shape;491;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93" name="Google Shape;493;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94" name="Google Shape;494;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95" name="Google Shape;495;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96" name="Google Shape;496;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97" name="Google Shape;497;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98" name="Google Shape;498;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9" name="Google Shape;499;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00" name="Google Shape;500;g2c157a2fb06_0_825"/>
          <p:cNvGrpSpPr/>
          <p:nvPr/>
        </p:nvGrpSpPr>
        <p:grpSpPr>
          <a:xfrm>
            <a:off x="662575" y="6212475"/>
            <a:ext cx="586800" cy="571500"/>
            <a:chOff x="662575" y="6212475"/>
            <a:chExt cx="586800" cy="571500"/>
          </a:xfrm>
        </p:grpSpPr>
        <p:sp>
          <p:nvSpPr>
            <p:cNvPr id="501" name="Google Shape;501;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825"/>
          <p:cNvGrpSpPr/>
          <p:nvPr/>
        </p:nvGrpSpPr>
        <p:grpSpPr>
          <a:xfrm>
            <a:off x="7894350" y="6212475"/>
            <a:ext cx="586800" cy="571500"/>
            <a:chOff x="7894350" y="6212475"/>
            <a:chExt cx="586800" cy="571500"/>
          </a:xfrm>
        </p:grpSpPr>
        <p:sp>
          <p:nvSpPr>
            <p:cNvPr id="505" name="Google Shape;505;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508"/>
        <p:cNvGrpSpPr/>
        <p:nvPr/>
      </p:nvGrpSpPr>
      <p:grpSpPr>
        <a:xfrm>
          <a:off x="0" y="0"/>
          <a:ext cx="0" cy="0"/>
          <a:chOff x="0" y="0"/>
          <a:chExt cx="0" cy="0"/>
        </a:xfrm>
      </p:grpSpPr>
      <p:sp>
        <p:nvSpPr>
          <p:cNvPr id="509" name="Google Shape;509;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1" name="Google Shape;51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16" name="Google Shape;51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7" name="Google Shape;51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8" name="Google Shape;51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9" name="Google Shape;51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0" name="Google Shape;52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1" name="Google Shape;52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22" name="Google Shape;52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523" name="Google Shape;52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24" name="Google Shape;52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5" name="Google Shape;52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6" name="Google Shape;52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7" name="Google Shape;52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29" name="Google Shape;52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0" name="Google Shape;53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1" name="Google Shape;53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3" name="Google Shape;53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4" name="Google Shape;53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5" name="Google Shape;53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537" name="Google Shape;53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8" name="Google Shape;53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39" name="Google Shape;539;g2c157a2fb06_0_700"/>
          <p:cNvGrpSpPr/>
          <p:nvPr/>
        </p:nvGrpSpPr>
        <p:grpSpPr>
          <a:xfrm>
            <a:off x="662575" y="6212475"/>
            <a:ext cx="586800" cy="571500"/>
            <a:chOff x="662575" y="6212475"/>
            <a:chExt cx="586800" cy="571500"/>
          </a:xfrm>
        </p:grpSpPr>
        <p:sp>
          <p:nvSpPr>
            <p:cNvPr id="540" name="Google Shape;54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700"/>
          <p:cNvGrpSpPr/>
          <p:nvPr/>
        </p:nvGrpSpPr>
        <p:grpSpPr>
          <a:xfrm>
            <a:off x="7894350" y="6212475"/>
            <a:ext cx="586800" cy="571500"/>
            <a:chOff x="7894350" y="6212475"/>
            <a:chExt cx="586800" cy="571500"/>
          </a:xfrm>
        </p:grpSpPr>
        <p:sp>
          <p:nvSpPr>
            <p:cNvPr id="544" name="Google Shape;54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47"/>
        <p:cNvGrpSpPr/>
        <p:nvPr/>
      </p:nvGrpSpPr>
      <p:grpSpPr>
        <a:xfrm>
          <a:off x="0" y="0"/>
          <a:ext cx="0" cy="0"/>
          <a:chOff x="0" y="0"/>
          <a:chExt cx="0" cy="0"/>
        </a:xfrm>
      </p:grpSpPr>
      <p:sp>
        <p:nvSpPr>
          <p:cNvPr id="548" name="Google Shape;548;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50" name="Google Shape;55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2" name="Google Shape;552;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4" name="Google Shape;554;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55" name="Google Shape;555;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7" name="Google Shape;557;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8" name="Google Shape;558;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59" name="Google Shape;559;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0" name="Google Shape;560;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1" name="Google Shape;561;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2" name="Google Shape;562;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63" name="Google Shape;563;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4" name="Google Shape;564;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5" name="Google Shape;565;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66" name="Google Shape;566;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67" name="Google Shape;567;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8" name="Google Shape;568;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69" name="Google Shape;569;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0" name="Google Shape;570;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1" name="Google Shape;571;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2" name="Google Shape;572;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3" name="Google Shape;573;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4" name="Google Shape;574;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5" name="Google Shape;575;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6" name="Google Shape;576;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77" name="Google Shape;577;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78" name="Google Shape;578;g2c157a2fb06_0_932"/>
          <p:cNvGrpSpPr/>
          <p:nvPr/>
        </p:nvGrpSpPr>
        <p:grpSpPr>
          <a:xfrm>
            <a:off x="662575" y="6212475"/>
            <a:ext cx="586800" cy="571500"/>
            <a:chOff x="662575" y="6212475"/>
            <a:chExt cx="586800" cy="571500"/>
          </a:xfrm>
        </p:grpSpPr>
        <p:sp>
          <p:nvSpPr>
            <p:cNvPr id="579" name="Google Shape;579;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2" name="Google Shape;582;g2c157a2fb06_0_932"/>
          <p:cNvGrpSpPr/>
          <p:nvPr/>
        </p:nvGrpSpPr>
        <p:grpSpPr>
          <a:xfrm>
            <a:off x="7894350" y="6212475"/>
            <a:ext cx="586800" cy="571500"/>
            <a:chOff x="7894350" y="6212475"/>
            <a:chExt cx="586800" cy="571500"/>
          </a:xfrm>
        </p:grpSpPr>
        <p:sp>
          <p:nvSpPr>
            <p:cNvPr id="583" name="Google Shape;583;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86"/>
        <p:cNvGrpSpPr/>
        <p:nvPr/>
      </p:nvGrpSpPr>
      <p:grpSpPr>
        <a:xfrm>
          <a:off x="0" y="0"/>
          <a:ext cx="0" cy="0"/>
          <a:chOff x="0" y="0"/>
          <a:chExt cx="0" cy="0"/>
        </a:xfrm>
      </p:grpSpPr>
      <p:sp>
        <p:nvSpPr>
          <p:cNvPr id="587" name="Google Shape;587;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9" name="Google Shape;589;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2" name="Google Shape;592;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94" name="Google Shape;594;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95" name="Google Shape;595;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96" name="Google Shape;596;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7" name="Google Shape;597;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8" name="Google Shape;598;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9" name="Google Shape;599;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0" name="Google Shape;600;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1" name="Google Shape;601;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2" name="Google Shape;602;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3" name="Google Shape;603;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4" name="Google Shape;604;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5" name="Google Shape;605;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06" name="Google Shape;606;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7" name="Google Shape;607;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08" name="Google Shape;608;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609" name="Google Shape;609;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610" name="Google Shape;610;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1" name="Google Shape;611;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612" name="Google Shape;612;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13" name="Google Shape;613;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614" name="Google Shape;614;g2c157a2fb06_0_1045"/>
          <p:cNvGrpSpPr/>
          <p:nvPr/>
        </p:nvGrpSpPr>
        <p:grpSpPr>
          <a:xfrm>
            <a:off x="662575" y="6212475"/>
            <a:ext cx="586800" cy="571500"/>
            <a:chOff x="662575" y="6212475"/>
            <a:chExt cx="586800" cy="571500"/>
          </a:xfrm>
        </p:grpSpPr>
        <p:sp>
          <p:nvSpPr>
            <p:cNvPr id="615" name="Google Shape;615;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6" name="Google Shape;616;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7" name="Google Shape;617;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8" name="Google Shape;618;g2c157a2fb06_0_1045"/>
          <p:cNvGrpSpPr/>
          <p:nvPr/>
        </p:nvGrpSpPr>
        <p:grpSpPr>
          <a:xfrm>
            <a:off x="7894350" y="6212475"/>
            <a:ext cx="586800" cy="571500"/>
            <a:chOff x="7894350" y="6212475"/>
            <a:chExt cx="586800" cy="571500"/>
          </a:xfrm>
        </p:grpSpPr>
        <p:sp>
          <p:nvSpPr>
            <p:cNvPr id="619" name="Google Shape;619;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0" name="Google Shape;620;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1" name="Google Shape;621;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622"/>
        <p:cNvGrpSpPr/>
        <p:nvPr/>
      </p:nvGrpSpPr>
      <p:grpSpPr>
        <a:xfrm>
          <a:off x="0" y="0"/>
          <a:ext cx="0" cy="0"/>
          <a:chOff x="0" y="0"/>
          <a:chExt cx="0" cy="0"/>
        </a:xfrm>
      </p:grpSpPr>
      <p:sp>
        <p:nvSpPr>
          <p:cNvPr id="623" name="Google Shape;623;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25" name="Google Shape;62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6" name="Google Shape;626;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7" name="Google Shape;627;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29" name="Google Shape;629;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30" name="Google Shape;630;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31" name="Google Shape;631;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2" name="Google Shape;63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633" name="Google Shape;63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634" name="Google Shape;634;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5" name="Google Shape;635;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36" name="Google Shape;636;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7" name="Google Shape;637;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38" name="Google Shape;638;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39" name="Google Shape;639;g2c157a2fb06_0_1110"/>
          <p:cNvGrpSpPr/>
          <p:nvPr/>
        </p:nvGrpSpPr>
        <p:grpSpPr>
          <a:xfrm>
            <a:off x="5806200" y="1807463"/>
            <a:ext cx="756300" cy="146700"/>
            <a:chOff x="5806200" y="1807463"/>
            <a:chExt cx="756300" cy="146700"/>
          </a:xfrm>
        </p:grpSpPr>
        <p:sp>
          <p:nvSpPr>
            <p:cNvPr id="640" name="Google Shape;640;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1" name="Google Shape;641;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2" name="Google Shape;642;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43" name="Google Shape;643;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44" name="Google Shape;644;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45" name="Google Shape;645;g2c157a2fb06_0_1110"/>
          <p:cNvGrpSpPr/>
          <p:nvPr/>
        </p:nvGrpSpPr>
        <p:grpSpPr>
          <a:xfrm>
            <a:off x="5806200" y="2842438"/>
            <a:ext cx="756300" cy="146700"/>
            <a:chOff x="5806200" y="1807463"/>
            <a:chExt cx="756300" cy="146700"/>
          </a:xfrm>
        </p:grpSpPr>
        <p:sp>
          <p:nvSpPr>
            <p:cNvPr id="646" name="Google Shape;646;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7" name="Google Shape;647;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48" name="Google Shape;648;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49" name="Google Shape;649;g2c157a2fb06_0_1110"/>
          <p:cNvGrpSpPr/>
          <p:nvPr/>
        </p:nvGrpSpPr>
        <p:grpSpPr>
          <a:xfrm>
            <a:off x="5806200" y="3877413"/>
            <a:ext cx="756300" cy="146700"/>
            <a:chOff x="5806200" y="1807463"/>
            <a:chExt cx="756300" cy="146700"/>
          </a:xfrm>
        </p:grpSpPr>
        <p:sp>
          <p:nvSpPr>
            <p:cNvPr id="650" name="Google Shape;650;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1" name="Google Shape;651;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2" name="Google Shape;652;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3" name="Google Shape;653;g2c157a2fb06_0_1110"/>
          <p:cNvGrpSpPr/>
          <p:nvPr/>
        </p:nvGrpSpPr>
        <p:grpSpPr>
          <a:xfrm>
            <a:off x="662575" y="6212475"/>
            <a:ext cx="586800" cy="571500"/>
            <a:chOff x="662575" y="6212475"/>
            <a:chExt cx="586800" cy="571500"/>
          </a:xfrm>
        </p:grpSpPr>
        <p:sp>
          <p:nvSpPr>
            <p:cNvPr id="654" name="Google Shape;654;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5" name="Google Shape;655;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6" name="Google Shape;656;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57" name="Google Shape;657;g2c157a2fb06_0_1110"/>
          <p:cNvGrpSpPr/>
          <p:nvPr/>
        </p:nvGrpSpPr>
        <p:grpSpPr>
          <a:xfrm>
            <a:off x="7894350" y="6212475"/>
            <a:ext cx="586800" cy="571500"/>
            <a:chOff x="7894350" y="6212475"/>
            <a:chExt cx="586800" cy="571500"/>
          </a:xfrm>
        </p:grpSpPr>
        <p:sp>
          <p:nvSpPr>
            <p:cNvPr id="658" name="Google Shape;658;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59" name="Google Shape;659;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0" name="Google Shape;660;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61"/>
        <p:cNvGrpSpPr/>
        <p:nvPr/>
      </p:nvGrpSpPr>
      <p:grpSpPr>
        <a:xfrm>
          <a:off x="0" y="0"/>
          <a:ext cx="0" cy="0"/>
          <a:chOff x="0" y="0"/>
          <a:chExt cx="0" cy="0"/>
        </a:xfrm>
      </p:grpSpPr>
      <p:sp>
        <p:nvSpPr>
          <p:cNvPr id="662" name="Google Shape;662;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64" name="Google Shape;664;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65" name="Google Shape;665;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68" name="Google Shape;668;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69" name="Google Shape;669;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70" name="Google Shape;670;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71" name="Google Shape;671;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72" name="Google Shape;672;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73" name="Google Shape;673;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74" name="Google Shape;674;g2cf1f75ecdd_0_56"/>
          <p:cNvGrpSpPr/>
          <p:nvPr/>
        </p:nvGrpSpPr>
        <p:grpSpPr>
          <a:xfrm>
            <a:off x="662575" y="6212475"/>
            <a:ext cx="586800" cy="571500"/>
            <a:chOff x="662575" y="6212475"/>
            <a:chExt cx="586800" cy="571500"/>
          </a:xfrm>
        </p:grpSpPr>
        <p:sp>
          <p:nvSpPr>
            <p:cNvPr id="675" name="Google Shape;675;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6" name="Google Shape;676;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7" name="Google Shape;677;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78" name="Google Shape;678;g2cf1f75ecdd_0_56"/>
          <p:cNvGrpSpPr/>
          <p:nvPr/>
        </p:nvGrpSpPr>
        <p:grpSpPr>
          <a:xfrm>
            <a:off x="7894350" y="6212475"/>
            <a:ext cx="586800" cy="571500"/>
            <a:chOff x="7894350" y="6212475"/>
            <a:chExt cx="586800" cy="571500"/>
          </a:xfrm>
        </p:grpSpPr>
        <p:sp>
          <p:nvSpPr>
            <p:cNvPr id="679" name="Google Shape;679;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0" name="Google Shape;680;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1" name="Google Shape;681;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82" name="Google Shape;682;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83" name="Google Shape;683;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84" name="Google Shape;684;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85" name="Google Shape;685;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86" name="Google Shape;686;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87" name="Google Shape;687;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88" name="Google Shape;688;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89" name="Google Shape;689;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90" name="Google Shape;690;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1" name="Google Shape;691;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2" name="Google Shape;692;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3" name="Google Shape;693;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4" name="Google Shape;694;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95" name="Google Shape;695;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96" name="Google Shape;696;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7" name="Google Shape;697;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98" name="Google Shape;698;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99" name="Google Shape;699;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700" name="Google Shape;700;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701" name="Google Shape;701;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702" name="Google Shape;702;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703" name="Google Shape;703;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704" name="Google Shape;704;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705" name="Google Shape;705;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706" name="Google Shape;706;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707" name="Google Shape;707;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708" name="Google Shape;708;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709"/>
        <p:cNvGrpSpPr/>
        <p:nvPr/>
      </p:nvGrpSpPr>
      <p:grpSpPr>
        <a:xfrm>
          <a:off x="0" y="0"/>
          <a:ext cx="0" cy="0"/>
          <a:chOff x="0" y="0"/>
          <a:chExt cx="0" cy="0"/>
        </a:xfrm>
      </p:grpSpPr>
      <p:sp>
        <p:nvSpPr>
          <p:cNvPr id="710" name="Google Shape;710;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1" name="Google Shape;711;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2" name="Google Shape;712;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3" name="Google Shape;713;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714" name="Google Shape;714;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5" name="Google Shape;715;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16" name="Google Shape;716;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717" name="Google Shape;717;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718" name="Google Shape;718;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719" name="Google Shape;719;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720" name="Google Shape;720;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721" name="Google Shape;721;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722" name="Google Shape;722;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723" name="Google Shape;723;p30"/>
          <p:cNvGrpSpPr/>
          <p:nvPr/>
        </p:nvGrpSpPr>
        <p:grpSpPr>
          <a:xfrm>
            <a:off x="6022940" y="5341706"/>
            <a:ext cx="594501" cy="305904"/>
            <a:chOff x="5672081" y="1914352"/>
            <a:chExt cx="792668" cy="305904"/>
          </a:xfrm>
        </p:grpSpPr>
        <p:sp>
          <p:nvSpPr>
            <p:cNvPr id="724" name="Google Shape;724;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5" name="Google Shape;725;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726" name="Google Shape;726;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727" name="Google Shape;727;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8" name="Google Shape;728;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29" name="Google Shape;729;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0" name="Google Shape;730;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1" name="Google Shape;731;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2" name="Google Shape;732;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3" name="Google Shape;733;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4" name="Google Shape;734;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735" name="Google Shape;735;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736" name="Google Shape;736;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7" name="Google Shape;737;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8" name="Google Shape;738;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39" name="Google Shape;739;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0" name="Google Shape;740;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1" name="Google Shape;741;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2" name="Google Shape;742;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43" name="Google Shape;743;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744" name="Google Shape;744;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745" name="Google Shape;745;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746" name="Google Shape;746;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747" name="Google Shape;747;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748" name="Google Shape;748;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749" name="Google Shape;749;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750" name="Google Shape;750;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1" name="Google Shape;751;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2" name="Google Shape;752;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53" name="Google Shape;753;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54" name="Google Shape;754;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55"/>
        <p:cNvGrpSpPr/>
        <p:nvPr/>
      </p:nvGrpSpPr>
      <p:grpSpPr>
        <a:xfrm>
          <a:off x="0" y="0"/>
          <a:ext cx="0" cy="0"/>
          <a:chOff x="0" y="0"/>
          <a:chExt cx="0" cy="0"/>
        </a:xfrm>
      </p:grpSpPr>
      <p:sp>
        <p:nvSpPr>
          <p:cNvPr id="756" name="Google Shape;756;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57" name="Google Shape;757;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58" name="Google Shape;758;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59"/>
        <p:cNvGrpSpPr/>
        <p:nvPr/>
      </p:nvGrpSpPr>
      <p:grpSpPr>
        <a:xfrm>
          <a:off x="0" y="0"/>
          <a:ext cx="0" cy="0"/>
          <a:chOff x="0" y="0"/>
          <a:chExt cx="0" cy="0"/>
        </a:xfrm>
      </p:grpSpPr>
      <p:sp>
        <p:nvSpPr>
          <p:cNvPr id="760" name="Google Shape;760;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61" name="Google Shape;761;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62" name="Google Shape;762;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8.xml"/><Relationship Id="rId3" Type="http://schemas.openxmlformats.org/officeDocument/2006/relationships/image" Target="../media/image8.png"/><Relationship Id="rId7" Type="http://schemas.openxmlformats.org/officeDocument/2006/relationships/image" Target="../media/image7.png"/><Relationship Id="rId12" Type="http://schemas.openxmlformats.org/officeDocument/2006/relationships/slide" Target="slide1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11" Type="http://schemas.openxmlformats.org/officeDocument/2006/relationships/slide" Target="slide22.xml"/><Relationship Id="rId5" Type="http://schemas.openxmlformats.org/officeDocument/2006/relationships/image" Target="../media/image6.png"/><Relationship Id="rId10" Type="http://schemas.openxmlformats.org/officeDocument/2006/relationships/slide" Target="slide18.xml"/><Relationship Id="rId4" Type="http://schemas.openxmlformats.org/officeDocument/2006/relationships/image" Target="../media/image5.png"/><Relationship Id="rId9" Type="http://schemas.openxmlformats.org/officeDocument/2006/relationships/slide" Target="slide17.xml"/></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notesSlide" Target="../notesSlides/notesSlide3.xml"/><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3.xml"/><Relationship Id="rId6" Type="http://schemas.openxmlformats.org/officeDocument/2006/relationships/image" Target="../media/image13.png"/><Relationship Id="rId11" Type="http://schemas.openxmlformats.org/officeDocument/2006/relationships/image" Target="../media/image18.png"/><Relationship Id="rId24" Type="http://schemas.openxmlformats.org/officeDocument/2006/relationships/image" Target="../media/image31.png"/><Relationship Id="rId5" Type="http://schemas.openxmlformats.org/officeDocument/2006/relationships/image" Target="../media/image12.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4.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26" Type="http://schemas.openxmlformats.org/officeDocument/2006/relationships/image" Target="../media/image56.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5" Type="http://schemas.openxmlformats.org/officeDocument/2006/relationships/image" Target="../media/image55.png"/><Relationship Id="rId2" Type="http://schemas.openxmlformats.org/officeDocument/2006/relationships/notesSlide" Target="../notesSlides/notesSlide4.xml"/><Relationship Id="rId16" Type="http://schemas.openxmlformats.org/officeDocument/2006/relationships/image" Target="../media/image46.png"/><Relationship Id="rId20" Type="http://schemas.openxmlformats.org/officeDocument/2006/relationships/image" Target="../media/image50.png"/><Relationship Id="rId29" Type="http://schemas.openxmlformats.org/officeDocument/2006/relationships/image" Target="../media/image59.png"/><Relationship Id="rId1" Type="http://schemas.openxmlformats.org/officeDocument/2006/relationships/slideLayout" Target="../slideLayouts/slideLayout3.xml"/><Relationship Id="rId6" Type="http://schemas.openxmlformats.org/officeDocument/2006/relationships/image" Target="../media/image36.png"/><Relationship Id="rId11" Type="http://schemas.openxmlformats.org/officeDocument/2006/relationships/image" Target="../media/image41.png"/><Relationship Id="rId24" Type="http://schemas.openxmlformats.org/officeDocument/2006/relationships/image" Target="../media/image54.png"/><Relationship Id="rId5" Type="http://schemas.openxmlformats.org/officeDocument/2006/relationships/image" Target="../media/image35.png"/><Relationship Id="rId15" Type="http://schemas.openxmlformats.org/officeDocument/2006/relationships/image" Target="../media/image45.png"/><Relationship Id="rId23" Type="http://schemas.openxmlformats.org/officeDocument/2006/relationships/image" Target="../media/image53.png"/><Relationship Id="rId28" Type="http://schemas.openxmlformats.org/officeDocument/2006/relationships/image" Target="../media/image58.png"/><Relationship Id="rId10" Type="http://schemas.openxmlformats.org/officeDocument/2006/relationships/image" Target="../media/image40.png"/><Relationship Id="rId19" Type="http://schemas.openxmlformats.org/officeDocument/2006/relationships/image" Target="../media/image49.png"/><Relationship Id="rId31" Type="http://schemas.openxmlformats.org/officeDocument/2006/relationships/image" Target="../media/image61.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 Id="rId22" Type="http://schemas.openxmlformats.org/officeDocument/2006/relationships/image" Target="../media/image52.png"/><Relationship Id="rId27" Type="http://schemas.openxmlformats.org/officeDocument/2006/relationships/image" Target="../media/image57.png"/><Relationship Id="rId30" Type="http://schemas.openxmlformats.org/officeDocument/2006/relationships/image" Target="../media/image60.png"/></Relationships>
</file>

<file path=ppt/slides/_rels/slide5.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notesSlide" Target="../notesSlides/notesSlide5.xml"/><Relationship Id="rId16" Type="http://schemas.openxmlformats.org/officeDocument/2006/relationships/image" Target="../media/image75.png"/><Relationship Id="rId1" Type="http://schemas.openxmlformats.org/officeDocument/2006/relationships/slideLayout" Target="../slideLayouts/slideLayout3.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6.xml.rels><?xml version="1.0" encoding="UTF-8" standalone="yes"?>
<Relationships xmlns="http://schemas.openxmlformats.org/package/2006/relationships"><Relationship Id="rId8" Type="http://schemas.openxmlformats.org/officeDocument/2006/relationships/image" Target="../media/image81.png"/><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 Type="http://schemas.openxmlformats.org/officeDocument/2006/relationships/image" Target="../media/image76.png"/><Relationship Id="rId21" Type="http://schemas.openxmlformats.org/officeDocument/2006/relationships/image" Target="../media/image94.png"/><Relationship Id="rId7" Type="http://schemas.openxmlformats.org/officeDocument/2006/relationships/image" Target="../media/image80.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2" Type="http://schemas.openxmlformats.org/officeDocument/2006/relationships/notesSlide" Target="../notesSlides/notesSlide6.xml"/><Relationship Id="rId16" Type="http://schemas.openxmlformats.org/officeDocument/2006/relationships/image" Target="../media/image89.png"/><Relationship Id="rId20" Type="http://schemas.openxmlformats.org/officeDocument/2006/relationships/image" Target="../media/image93.png"/><Relationship Id="rId29" Type="http://schemas.openxmlformats.org/officeDocument/2006/relationships/image" Target="../media/image102.png"/><Relationship Id="rId1" Type="http://schemas.openxmlformats.org/officeDocument/2006/relationships/slideLayout" Target="../slideLayouts/slideLayout3.xml"/><Relationship Id="rId6" Type="http://schemas.openxmlformats.org/officeDocument/2006/relationships/image" Target="../media/image79.png"/><Relationship Id="rId11" Type="http://schemas.openxmlformats.org/officeDocument/2006/relationships/image" Target="../media/image84.png"/><Relationship Id="rId24" Type="http://schemas.openxmlformats.org/officeDocument/2006/relationships/image" Target="../media/image97.png"/><Relationship Id="rId5" Type="http://schemas.openxmlformats.org/officeDocument/2006/relationships/image" Target="../media/image78.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10" Type="http://schemas.openxmlformats.org/officeDocument/2006/relationships/image" Target="../media/image83.png"/><Relationship Id="rId19" Type="http://schemas.openxmlformats.org/officeDocument/2006/relationships/image" Target="../media/image92.png"/><Relationship Id="rId4" Type="http://schemas.openxmlformats.org/officeDocument/2006/relationships/image" Target="../media/image77.png"/><Relationship Id="rId9" Type="http://schemas.openxmlformats.org/officeDocument/2006/relationships/image" Target="../media/image8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s>
</file>

<file path=ppt/slides/_rels/slide7.xml.rels><?xml version="1.0" encoding="UTF-8" standalone="yes"?>
<Relationships xmlns="http://schemas.openxmlformats.org/package/2006/relationships"><Relationship Id="rId3" Type="http://schemas.openxmlformats.org/officeDocument/2006/relationships/image" Target="../media/image104.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sp>
        <p:nvSpPr>
          <p:cNvPr id="767" name="Google Shape;767;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80000"/>
              </a:lnSpc>
              <a:spcBef>
                <a:spcPts val="0"/>
              </a:spcBef>
              <a:spcAft>
                <a:spcPts val="0"/>
              </a:spcAft>
              <a:buClr>
                <a:srgbClr val="262626"/>
              </a:buClr>
              <a:buSzPts val="3600"/>
              <a:buNone/>
            </a:pPr>
            <a:r>
              <a:rPr lang="en-US" sz="3000"/>
              <a:t>CVCC ('nd' 'mp' 'nt')</a:t>
            </a:r>
            <a:endParaRPr sz="3000"/>
          </a:p>
        </p:txBody>
      </p:sp>
      <p:sp>
        <p:nvSpPr>
          <p:cNvPr id="768" name="Google Shape;768;p1"/>
          <p:cNvSpPr/>
          <p:nvPr/>
        </p:nvSpPr>
        <p:spPr>
          <a:xfrm>
            <a:off x="6328339"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69" name="Google Shape;769;p1"/>
          <p:cNvSpPr/>
          <p:nvPr/>
        </p:nvSpPr>
        <p:spPr>
          <a:xfrm>
            <a:off x="6695332"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770" name="Google Shape;770;p1"/>
          <p:cNvSpPr txBox="1">
            <a:spLocks noGrp="1"/>
          </p:cNvSpPr>
          <p:nvPr>
            <p:ph type="subTitle" idx="2"/>
          </p:nvPr>
        </p:nvSpPr>
        <p:spPr>
          <a:xfrm>
            <a:off x="884092" y="32207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a:t>
            </a:r>
            <a:endParaRPr/>
          </a:p>
        </p:txBody>
      </p:sp>
      <p:grpSp>
        <p:nvGrpSpPr>
          <p:cNvPr id="771" name="Google Shape;771;p1"/>
          <p:cNvGrpSpPr/>
          <p:nvPr/>
        </p:nvGrpSpPr>
        <p:grpSpPr>
          <a:xfrm>
            <a:off x="4120711" y="4100642"/>
            <a:ext cx="4508443" cy="1632899"/>
            <a:chOff x="4120711" y="4100642"/>
            <a:chExt cx="4508443" cy="1632899"/>
          </a:xfrm>
        </p:grpSpPr>
        <p:pic>
          <p:nvPicPr>
            <p:cNvPr id="772" name="Google Shape;772;p1"/>
            <p:cNvPicPr preferRelativeResize="0"/>
            <p:nvPr/>
          </p:nvPicPr>
          <p:blipFill rotWithShape="1">
            <a:blip r:embed="rId3">
              <a:alphaModFix/>
            </a:blip>
            <a:srcRect l="39" r="49"/>
            <a:stretch/>
          </p:blipFill>
          <p:spPr>
            <a:xfrm rot="146938">
              <a:off x="4140891" y="4418174"/>
              <a:ext cx="2493519" cy="997851"/>
            </a:xfrm>
            <a:prstGeom prst="rect">
              <a:avLst/>
            </a:prstGeom>
            <a:noFill/>
            <a:ln>
              <a:noFill/>
            </a:ln>
            <a:effectLst>
              <a:outerShdw blurRad="71438" dist="38100" dir="5220000" algn="bl" rotWithShape="0">
                <a:srgbClr val="000000">
                  <a:alpha val="20392"/>
                </a:srgbClr>
              </a:outerShdw>
            </a:effectLst>
          </p:spPr>
        </p:pic>
        <p:pic>
          <p:nvPicPr>
            <p:cNvPr id="773" name="Google Shape;773;p1"/>
            <p:cNvPicPr preferRelativeResize="0"/>
            <p:nvPr/>
          </p:nvPicPr>
          <p:blipFill rotWithShape="1">
            <a:blip r:embed="rId4">
              <a:alphaModFix/>
            </a:blip>
            <a:srcRect l="139" r="149"/>
            <a:stretch/>
          </p:blipFill>
          <p:spPr>
            <a:xfrm rot="-221311">
              <a:off x="5906462" y="4272840"/>
              <a:ext cx="1800025" cy="1288523"/>
            </a:xfrm>
            <a:prstGeom prst="rect">
              <a:avLst/>
            </a:prstGeom>
            <a:noFill/>
            <a:ln>
              <a:noFill/>
            </a:ln>
            <a:effectLst>
              <a:outerShdw blurRad="57150" dist="38100" dir="5400000" algn="bl" rotWithShape="0">
                <a:srgbClr val="000000">
                  <a:alpha val="20000"/>
                </a:srgbClr>
              </a:outerShdw>
            </a:effectLst>
          </p:spPr>
        </p:pic>
        <p:pic>
          <p:nvPicPr>
            <p:cNvPr id="774" name="Google Shape;774;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pSp>
      <p:graphicFrame>
        <p:nvGraphicFramePr>
          <p:cNvPr id="775" name="Google Shape;775;p1"/>
          <p:cNvGraphicFramePr/>
          <p:nvPr/>
        </p:nvGraphicFramePr>
        <p:xfrm>
          <a:off x="4844200" y="1891197"/>
          <a:ext cx="3785000" cy="1678950"/>
        </p:xfrm>
        <a:graphic>
          <a:graphicData uri="http://schemas.openxmlformats.org/drawingml/2006/table">
            <a:tbl>
              <a:tblPr firstRow="1" bandRow="1">
                <a:noFill/>
                <a:tableStyleId>{21F23ADE-5EBD-4DB3-9B9A-EF21AF889E11}</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CVCC (nd mp nt,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nk ft st, lt lk sk)</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(fr br, cr tr,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gr dr pr)</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 (pl bl gl, sl fl cl,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st sp sn, sm sw)</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bee4f4af4b_0_204"/>
          <p:cNvSpPr txBox="1">
            <a:spLocks noGrp="1"/>
          </p:cNvSpPr>
          <p:nvPr>
            <p:ph type="body" idx="1"/>
          </p:nvPr>
        </p:nvSpPr>
        <p:spPr>
          <a:xfrm>
            <a:off x="3298550" y="1032250"/>
            <a:ext cx="49272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CVCC words containing </a:t>
            </a:r>
            <a:r>
              <a:rPr lang="en-US">
                <a:solidFill>
                  <a:srgbClr val="8DC63F"/>
                </a:solidFill>
              </a:rPr>
              <a:t>nd mp nt</a:t>
            </a:r>
            <a:r>
              <a:rPr lang="en-US"/>
              <a:t>.</a:t>
            </a:r>
            <a:endParaRPr/>
          </a:p>
        </p:txBody>
      </p:sp>
      <p:sp>
        <p:nvSpPr>
          <p:cNvPr id="782" name="Google Shape;782;g2bee4f4af4b_0_204"/>
          <p:cNvSpPr txBox="1">
            <a:spLocks noGrp="1"/>
          </p:cNvSpPr>
          <p:nvPr>
            <p:ph type="body" idx="2"/>
          </p:nvPr>
        </p:nvSpPr>
        <p:spPr>
          <a:xfrm>
            <a:off x="3298550" y="1937850"/>
            <a:ext cx="4850100" cy="13692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Review Alphabet Song.</a:t>
            </a:r>
            <a:endParaRPr/>
          </a:p>
        </p:txBody>
      </p:sp>
      <p:sp>
        <p:nvSpPr>
          <p:cNvPr id="783" name="Google Shape;783;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84" name="Google Shape;784;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85" name="Google Shape;785;g2bee4f4af4b_0_204"/>
          <p:cNvPicPr preferRelativeResize="0"/>
          <p:nvPr/>
        </p:nvPicPr>
        <p:blipFill rotWithShape="1">
          <a:blip r:embed="rId3">
            <a:alphaModFix/>
          </a:blip>
          <a:srcRect l="89" r="79"/>
          <a:stretch/>
        </p:blipFill>
        <p:spPr>
          <a:xfrm>
            <a:off x="2719706" y="4169988"/>
            <a:ext cx="813600" cy="977432"/>
          </a:xfrm>
          <a:prstGeom prst="rect">
            <a:avLst/>
          </a:prstGeom>
          <a:noFill/>
          <a:ln>
            <a:noFill/>
          </a:ln>
          <a:effectLst>
            <a:outerShdw blurRad="71438" dist="19050" dir="5220000" algn="bl" rotWithShape="0">
              <a:srgbClr val="D8D8D8"/>
            </a:outerShdw>
          </a:effectLst>
        </p:spPr>
      </p:pic>
      <p:sp>
        <p:nvSpPr>
          <p:cNvPr id="786" name="Google Shape;78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87" name="Google Shape;78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88" name="Google Shape;788;g2bee4f4af4b_0_204"/>
          <p:cNvPicPr preferRelativeResize="0"/>
          <p:nvPr/>
        </p:nvPicPr>
        <p:blipFill rotWithShape="1">
          <a:blip r:embed="rId4">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89" name="Google Shape;789;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90" name="Google Shape;790;g2bee4f4af4b_0_204"/>
          <p:cNvSpPr txBox="1"/>
          <p:nvPr/>
        </p:nvSpPr>
        <p:spPr>
          <a:xfrm>
            <a:off x="4763312" y="5256525"/>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91" name="Google Shape;791;g2bee4f4af4b_0_204"/>
          <p:cNvPicPr preferRelativeResize="0"/>
          <p:nvPr/>
        </p:nvPicPr>
        <p:blipFill rotWithShape="1">
          <a:blip r:embed="rId5">
            <a:alphaModFix/>
          </a:blip>
          <a:srcRect/>
          <a:stretch/>
        </p:blipFill>
        <p:spPr>
          <a:xfrm>
            <a:off x="5035629" y="4326104"/>
            <a:ext cx="931974" cy="665200"/>
          </a:xfrm>
          <a:prstGeom prst="rect">
            <a:avLst/>
          </a:prstGeom>
          <a:noFill/>
          <a:ln>
            <a:noFill/>
          </a:ln>
          <a:effectLst>
            <a:outerShdw blurRad="71438" dist="19050" dir="5220000" algn="bl" rotWithShape="0">
              <a:srgbClr val="D8D8D8"/>
            </a:outerShdw>
          </a:effectLst>
        </p:spPr>
      </p:pic>
      <p:sp>
        <p:nvSpPr>
          <p:cNvPr id="792" name="Google Shape;792;g2bee4f4af4b_0_204"/>
          <p:cNvSpPr txBox="1"/>
          <p:nvPr/>
        </p:nvSpPr>
        <p:spPr>
          <a:xfrm>
            <a:off x="637507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JN688</a:t>
            </a:r>
            <a:endParaRPr sz="1000" b="0" i="0" u="none" strike="noStrike" cap="none" dirty="0">
              <a:solidFill>
                <a:srgbClr val="000000"/>
              </a:solidFill>
              <a:latin typeface="Poppins"/>
              <a:ea typeface="Poppins"/>
              <a:cs typeface="Poppins"/>
              <a:sym typeface="Poppins"/>
            </a:endParaRPr>
          </a:p>
        </p:txBody>
      </p:sp>
      <p:sp>
        <p:nvSpPr>
          <p:cNvPr id="793" name="Google Shape;793;g2bee4f4af4b_0_204"/>
          <p:cNvSpPr txBox="1"/>
          <p:nvPr/>
        </p:nvSpPr>
        <p:spPr>
          <a:xfrm>
            <a:off x="616777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High Frequency Word Cards</a:t>
            </a:r>
            <a:endParaRPr sz="1400" b="0" i="0" u="none" strike="noStrike" cap="none">
              <a:solidFill>
                <a:srgbClr val="000000"/>
              </a:solidFill>
              <a:latin typeface="Poppins Medium"/>
              <a:ea typeface="Poppins Medium"/>
              <a:cs typeface="Poppins Medium"/>
              <a:sym typeface="Poppins Medium"/>
            </a:endParaRPr>
          </a:p>
        </p:txBody>
      </p:sp>
      <p:pic>
        <p:nvPicPr>
          <p:cNvPr id="794" name="Google Shape;794;g2bee4f4af4b_0_204"/>
          <p:cNvPicPr preferRelativeResize="0"/>
          <p:nvPr/>
        </p:nvPicPr>
        <p:blipFill rotWithShape="1">
          <a:blip r:embed="rId6">
            <a:alphaModFix/>
          </a:blip>
          <a:srcRect t="19" b="29"/>
          <a:stretch/>
        </p:blipFill>
        <p:spPr>
          <a:xfrm>
            <a:off x="6388446" y="4363493"/>
            <a:ext cx="786850" cy="590421"/>
          </a:xfrm>
          <a:prstGeom prst="rect">
            <a:avLst/>
          </a:prstGeom>
          <a:noFill/>
          <a:ln>
            <a:noFill/>
          </a:ln>
          <a:effectLst>
            <a:outerShdw blurRad="71438" dist="19050" dir="5220000" algn="bl" rotWithShape="0">
              <a:srgbClr val="D8D8D8"/>
            </a:outerShdw>
          </a:effectLst>
        </p:spPr>
      </p:pic>
      <p:sp>
        <p:nvSpPr>
          <p:cNvPr id="795" name="Google Shape;795;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96" name="Google Shape;796;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97" name="Google Shape;797;g2bee4f4af4b_0_204"/>
          <p:cNvPicPr preferRelativeResize="0"/>
          <p:nvPr/>
        </p:nvPicPr>
        <p:blipFill rotWithShape="1">
          <a:blip r:embed="rId7">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
        <p:nvSpPr>
          <p:cNvPr id="798" name="Google Shape;798;g2bee4f4af4b_0_204">
            <a:hlinkClick r:id="rId8" action="ppaction://hlinksldjump"/>
          </p:cNvPr>
          <p:cNvSpPr/>
          <p:nvPr/>
        </p:nvSpPr>
        <p:spPr>
          <a:xfrm>
            <a:off x="946800" y="3649756"/>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99" name="Google Shape;799;g2bee4f4af4b_0_204">
            <a:hlinkClick r:id="rId9" action="ppaction://hlinksldjump"/>
          </p:cNvPr>
          <p:cNvSpPr/>
          <p:nvPr/>
        </p:nvSpPr>
        <p:spPr>
          <a:xfrm>
            <a:off x="3889648" y="3687064"/>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0" name="Google Shape;800;g2bee4f4af4b_0_204">
            <a:hlinkClick r:id="rId10" action="ppaction://hlinksldjump"/>
          </p:cNvPr>
          <p:cNvSpPr/>
          <p:nvPr/>
        </p:nvSpPr>
        <p:spPr>
          <a:xfrm>
            <a:off x="4865616" y="368706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1" name="Google Shape;801;g2bee4f4af4b_0_204">
            <a:hlinkClick r:id="rId11" action="ppaction://hlinksldjump"/>
          </p:cNvPr>
          <p:cNvSpPr/>
          <p:nvPr/>
        </p:nvSpPr>
        <p:spPr>
          <a:xfrm>
            <a:off x="6323542" y="3765692"/>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02" name="Google Shape;802;g2bee4f4af4b_0_204">
            <a:hlinkClick r:id="rId12" action="ppaction://hlinksldjump"/>
          </p:cNvPr>
          <p:cNvSpPr/>
          <p:nvPr/>
        </p:nvSpPr>
        <p:spPr>
          <a:xfrm>
            <a:off x="2524506" y="3754503"/>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809" name="Google Shape;809;g26b641b03cd_0_165"/>
          <p:cNvGrpSpPr/>
          <p:nvPr/>
        </p:nvGrpSpPr>
        <p:grpSpPr>
          <a:xfrm>
            <a:off x="930400" y="2129444"/>
            <a:ext cx="7283200" cy="3724851"/>
            <a:chOff x="930400" y="2129444"/>
            <a:chExt cx="7283200" cy="3724851"/>
          </a:xfrm>
        </p:grpSpPr>
        <p:pic>
          <p:nvPicPr>
            <p:cNvPr id="810" name="Google Shape;81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811" name="Google Shape;81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812" name="Google Shape;81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813" name="Google Shape;81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814" name="Google Shape;81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815" name="Google Shape;81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816" name="Google Shape;81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817" name="Google Shape;81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818" name="Google Shape;81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819" name="Google Shape;81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820" name="Google Shape;82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821" name="Google Shape;82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822" name="Google Shape;82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823" name="Google Shape;82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824" name="Google Shape;82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825" name="Google Shape;82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826" name="Google Shape;82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827" name="Google Shape;82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828" name="Google Shape;82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829" name="Google Shape;82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830" name="Google Shape;83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831" name="Google Shape;83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832" name="Google Shape;83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37"/>
        <p:cNvGrpSpPr/>
        <p:nvPr/>
      </p:nvGrpSpPr>
      <p:grpSpPr>
        <a:xfrm>
          <a:off x="0" y="0"/>
          <a:ext cx="0" cy="0"/>
          <a:chOff x="0" y="0"/>
          <a:chExt cx="0" cy="0"/>
        </a:xfrm>
      </p:grpSpPr>
      <p:sp>
        <p:nvSpPr>
          <p:cNvPr id="838" name="Google Shape;83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39" name="Google Shape;83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840" name="Google Shape;84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41" name="Google Shape;84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842" name="Google Shape;84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43" name="Google Shape;84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44" name="Google Shape;84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45" name="Google Shape;84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846" name="Google Shape;84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847" name="Google Shape;84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848" name="Google Shape;84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849" name="Google Shape;84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850" name="Google Shape;85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51" name="Google Shape;85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52" name="Google Shape;85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853" name="Google Shape;85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854" name="Google Shape;85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855" name="Google Shape;85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56" name="Google Shape;85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57" name="Google Shape;85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58" name="Google Shape;85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59" name="Google Shape;85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60" name="Google Shape;86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61" name="Google Shape;86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62" name="Google Shape;86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63" name="Google Shape;86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64" name="Google Shape;86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65" name="Google Shape;86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66" name="Google Shape;86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67" name="Google Shape;86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solidFill>
                  <a:schemeClr val="dk1"/>
                </a:solidFill>
              </a:rPr>
              <a:t>.</a:t>
            </a:r>
            <a:endParaRPr>
              <a:solidFill>
                <a:schemeClr val="dk1"/>
              </a:solidFill>
            </a:endParaRPr>
          </a:p>
        </p:txBody>
      </p:sp>
      <p:grpSp>
        <p:nvGrpSpPr>
          <p:cNvPr id="874" name="Google Shape;874;g26b7edf6e71_0_109"/>
          <p:cNvGrpSpPr/>
          <p:nvPr/>
        </p:nvGrpSpPr>
        <p:grpSpPr>
          <a:xfrm>
            <a:off x="867357" y="2129450"/>
            <a:ext cx="7282807" cy="2686611"/>
            <a:chOff x="867357" y="2129450"/>
            <a:chExt cx="7282807" cy="2686611"/>
          </a:xfrm>
        </p:grpSpPr>
        <p:pic>
          <p:nvPicPr>
            <p:cNvPr id="875" name="Google Shape;875;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76" name="Google Shape;876;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77" name="Google Shape;877;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78" name="Google Shape;878;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79" name="Google Shape;879;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80" name="Google Shape;880;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81" name="Google Shape;881;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82" name="Google Shape;882;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83" name="Google Shape;883;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84" name="Google Shape;884;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85" name="Google Shape;885;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86" name="Google Shape;886;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87" name="Google Shape;887;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88" name="Google Shape;888;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solidFill>
                  <a:schemeClr val="dk1"/>
                </a:solidFill>
              </a:rPr>
              <a:t>.</a:t>
            </a:r>
            <a:endParaRPr>
              <a:solidFill>
                <a:schemeClr val="dk1"/>
              </a:solidFill>
            </a:endParaRPr>
          </a:p>
        </p:txBody>
      </p:sp>
      <p:grpSp>
        <p:nvGrpSpPr>
          <p:cNvPr id="895" name="Google Shape;895;g2c298d33e0c_0_6"/>
          <p:cNvGrpSpPr/>
          <p:nvPr/>
        </p:nvGrpSpPr>
        <p:grpSpPr>
          <a:xfrm>
            <a:off x="868300" y="2129450"/>
            <a:ext cx="7281864" cy="2684601"/>
            <a:chOff x="868300" y="2129450"/>
            <a:chExt cx="7281864" cy="2684601"/>
          </a:xfrm>
        </p:grpSpPr>
        <p:pic>
          <p:nvPicPr>
            <p:cNvPr id="896" name="Google Shape;896;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97" name="Google Shape;897;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98" name="Google Shape;898;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99" name="Google Shape;899;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900" name="Google Shape;900;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901" name="Google Shape;901;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02" name="Google Shape;902;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03" name="Google Shape;903;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4" name="Google Shape;904;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5" name="Google Shape;905;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6" name="Google Shape;906;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7" name="Google Shape;907;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8" name="Google Shape;908;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9" name="Google Shape;909;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10" name="Google Shape;910;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11" name="Google Shape;911;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12" name="Google Shape;912;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913" name="Google Shape;913;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914" name="Google Shape;914;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15" name="Google Shape;915;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16" name="Google Shape;916;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17" name="Google Shape;917;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18" name="Google Shape;918;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19" name="Google Shape;919;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20" name="Google Shape;920;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21" name="Google Shape;921;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22" name="Google Shape;922;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23" name="Google Shape;923;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8"/>
        <p:cNvGrpSpPr/>
        <p:nvPr/>
      </p:nvGrpSpPr>
      <p:grpSpPr>
        <a:xfrm>
          <a:off x="0" y="0"/>
          <a:ext cx="0" cy="0"/>
          <a:chOff x="0" y="0"/>
          <a:chExt cx="0" cy="0"/>
        </a:xfrm>
      </p:grpSpPr>
      <p:sp>
        <p:nvSpPr>
          <p:cNvPr id="929" name="Google Shape;929;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930" name="Google Shape;930;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931" name="Google Shape;931;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6"/>
        <p:cNvGrpSpPr/>
        <p:nvPr/>
      </p:nvGrpSpPr>
      <p:grpSpPr>
        <a:xfrm>
          <a:off x="0" y="0"/>
          <a:ext cx="0" cy="0"/>
          <a:chOff x="0" y="0"/>
          <a:chExt cx="0" cy="0"/>
        </a:xfrm>
      </p:grpSpPr>
      <p:sp>
        <p:nvSpPr>
          <p:cNvPr id="937" name="Google Shape;937;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38" name="Google Shape;938;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39" name="Google Shape;939;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940" name="Google Shape;940;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47" name="Google Shape;947;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48" name="Google Shape;948;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49" name="Google Shape;949;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56" name="Google Shape;956;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57" name="Google Shape;957;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64" name="Google Shape;964;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65" name="Google Shape;965;g2c4feb0fda9_1_0"/>
          <p:cNvSpPr/>
          <p:nvPr/>
        </p:nvSpPr>
        <p:spPr>
          <a:xfrm>
            <a:off x="2830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6" name="Google Shape;966;g2c4feb0fda9_1_0"/>
          <p:cNvSpPr/>
          <p:nvPr/>
        </p:nvSpPr>
        <p:spPr>
          <a:xfrm>
            <a:off x="49331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67" name="Google Shape;967;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68" name="Google Shape;968;g2c4feb0fda9_1_0"/>
          <p:cNvSpPr txBox="1">
            <a:spLocks noGrp="1"/>
          </p:cNvSpPr>
          <p:nvPr>
            <p:ph type="subTitle" idx="4294967295"/>
          </p:nvPr>
        </p:nvSpPr>
        <p:spPr>
          <a:xfrm>
            <a:off x="43635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n</a:t>
            </a:r>
            <a:endParaRPr sz="15000" b="0" i="0" u="none" strike="noStrike" cap="none">
              <a:solidFill>
                <a:srgbClr val="2356AF"/>
              </a:solidFill>
              <a:latin typeface="Jost"/>
              <a:ea typeface="Jost"/>
              <a:cs typeface="Jost"/>
              <a:sym typeface="Jost"/>
            </a:endParaRPr>
          </a:p>
        </p:txBody>
      </p:sp>
      <p:sp>
        <p:nvSpPr>
          <p:cNvPr id="969" name="Google Shape;969;g2c4feb0fda9_1_0"/>
          <p:cNvSpPr txBox="1">
            <a:spLocks noGrp="1"/>
          </p:cNvSpPr>
          <p:nvPr>
            <p:ph type="subTitle" idx="4294967295"/>
          </p:nvPr>
        </p:nvSpPr>
        <p:spPr>
          <a:xfrm>
            <a:off x="22604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h</a:t>
            </a:r>
            <a:endParaRPr sz="15000" b="0" i="0" u="none" strike="noStrike" cap="none">
              <a:solidFill>
                <a:srgbClr val="2356AF"/>
              </a:solidFill>
              <a:latin typeface="Jost"/>
              <a:ea typeface="Jost"/>
              <a:cs typeface="Jost"/>
              <a:sym typeface="Jost"/>
            </a:endParaRPr>
          </a:p>
        </p:txBody>
      </p:sp>
      <p:sp>
        <p:nvSpPr>
          <p:cNvPr id="970" name="Google Shape;970;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1" name="Google Shape;971;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2" name="Google Shape;972;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3" name="Google Shape;973;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5" name="Google Shape;975;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76" name="Google Shape;976;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77" name="Google Shape;977;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78" name="Google Shape;978;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9" name="Google Shape;979;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80" name="Google Shape;980;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81" name="Google Shape;981;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82" name="Google Shape;982;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83" name="Google Shape;983;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4" name="Google Shape;984;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5" name="Google Shape;985;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6" name="Google Shape;986;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87" name="Google Shape;987;g2c4feb0fda9_1_0"/>
          <p:cNvSpPr/>
          <p:nvPr/>
        </p:nvSpPr>
        <p:spPr>
          <a:xfrm>
            <a:off x="5923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8" name="Google Shape;988;g2c4feb0fda9_1_0"/>
          <p:cNvSpPr txBox="1">
            <a:spLocks noGrp="1"/>
          </p:cNvSpPr>
          <p:nvPr>
            <p:ph type="subTitle" idx="4294967295"/>
          </p:nvPr>
        </p:nvSpPr>
        <p:spPr>
          <a:xfrm>
            <a:off x="5354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d</a:t>
            </a:r>
            <a:endParaRPr sz="15000" b="0" i="0" u="none" strike="noStrike" cap="none">
              <a:solidFill>
                <a:srgbClr val="2356AF"/>
              </a:solidFill>
              <a:latin typeface="Jost"/>
              <a:ea typeface="Jost"/>
              <a:cs typeface="Jost"/>
              <a:sym typeface="Jost"/>
            </a:endParaRPr>
          </a:p>
        </p:txBody>
      </p:sp>
      <p:sp>
        <p:nvSpPr>
          <p:cNvPr id="989" name="Google Shape;989;g2c4feb0fda9_1_0"/>
          <p:cNvSpPr/>
          <p:nvPr/>
        </p:nvSpPr>
        <p:spPr>
          <a:xfrm>
            <a:off x="38817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0" name="Google Shape;990;g2c4feb0fda9_1_0"/>
          <p:cNvSpPr txBox="1"/>
          <p:nvPr/>
        </p:nvSpPr>
        <p:spPr>
          <a:xfrm>
            <a:off x="3189000"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5"/>
        <p:cNvGrpSpPr/>
        <p:nvPr/>
      </p:nvGrpSpPr>
      <p:grpSpPr>
        <a:xfrm>
          <a:off x="0" y="0"/>
          <a:ext cx="0" cy="0"/>
          <a:chOff x="0" y="0"/>
          <a:chExt cx="0" cy="0"/>
        </a:xfrm>
      </p:grpSpPr>
      <p:sp>
        <p:nvSpPr>
          <p:cNvPr id="996" name="Google Shape;996;g2cfe8e6e5a5_0_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7" name="Google Shape;997;g2cfe8e6e5a5_0_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8" name="Google Shape;998;g2cfe8e6e5a5_0_13"/>
          <p:cNvSpPr/>
          <p:nvPr/>
        </p:nvSpPr>
        <p:spPr>
          <a:xfrm>
            <a:off x="2944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9" name="Google Shape;999;g2cfe8e6e5a5_0_13"/>
          <p:cNvSpPr/>
          <p:nvPr/>
        </p:nvSpPr>
        <p:spPr>
          <a:xfrm>
            <a:off x="35006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0" name="Google Shape;1000;g2cfe8e6e5a5_0_13"/>
          <p:cNvSpPr/>
          <p:nvPr/>
        </p:nvSpPr>
        <p:spPr>
          <a:xfrm>
            <a:off x="44378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01" name="Google Shape;1001;g2cfe8e6e5a5_0_1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02" name="Google Shape;1002;g2cfe8e6e5a5_0_13"/>
          <p:cNvSpPr txBox="1">
            <a:spLocks noGrp="1"/>
          </p:cNvSpPr>
          <p:nvPr>
            <p:ph type="subTitle" idx="4294967295"/>
          </p:nvPr>
        </p:nvSpPr>
        <p:spPr>
          <a:xfrm>
            <a:off x="38682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1003" name="Google Shape;1003;g2cfe8e6e5a5_0_13"/>
          <p:cNvSpPr txBox="1">
            <a:spLocks noGrp="1"/>
          </p:cNvSpPr>
          <p:nvPr>
            <p:ph type="subTitle" idx="4294967295"/>
          </p:nvPr>
        </p:nvSpPr>
        <p:spPr>
          <a:xfrm>
            <a:off x="23747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l</a:t>
            </a:r>
            <a:endParaRPr sz="15000" b="0" i="0" u="none" strike="noStrike" cap="none">
              <a:solidFill>
                <a:srgbClr val="2356AF"/>
              </a:solidFill>
              <a:latin typeface="Jost"/>
              <a:ea typeface="Jost"/>
              <a:cs typeface="Jost"/>
              <a:sym typeface="Jost"/>
            </a:endParaRPr>
          </a:p>
        </p:txBody>
      </p:sp>
      <p:sp>
        <p:nvSpPr>
          <p:cNvPr id="1004" name="Google Shape;1004;g2cfe8e6e5a5_0_13"/>
          <p:cNvSpPr txBox="1">
            <a:spLocks noGrp="1"/>
          </p:cNvSpPr>
          <p:nvPr>
            <p:ph type="subTitle" idx="4294967295"/>
          </p:nvPr>
        </p:nvSpPr>
        <p:spPr>
          <a:xfrm>
            <a:off x="29310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i</a:t>
            </a:r>
            <a:endParaRPr sz="15000" b="0" i="0" u="none" strike="noStrike" cap="none">
              <a:solidFill>
                <a:srgbClr val="ED1C24"/>
              </a:solidFill>
              <a:latin typeface="Jost"/>
              <a:ea typeface="Jost"/>
              <a:cs typeface="Jost"/>
              <a:sym typeface="Jost"/>
            </a:endParaRPr>
          </a:p>
        </p:txBody>
      </p:sp>
      <p:sp>
        <p:nvSpPr>
          <p:cNvPr id="1005" name="Google Shape;1005;g2cfe8e6e5a5_0_1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6" name="Google Shape;1006;g2cfe8e6e5a5_0_1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7" name="Google Shape;1007;g2cfe8e6e5a5_0_1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8" name="Google Shape;1008;g2cfe8e6e5a5_0_1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9" name="Google Shape;1009;g2cfe8e6e5a5_0_1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10" name="Google Shape;1010;g2cfe8e6e5a5_0_1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11" name="Google Shape;1011;g2cfe8e6e5a5_0_1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2" name="Google Shape;1012;g2cfe8e6e5a5_0_1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3" name="Google Shape;1013;g2cfe8e6e5a5_0_1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4" name="Google Shape;1014;g2cfe8e6e5a5_0_1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5" name="Google Shape;1015;g2cfe8e6e5a5_0_13"/>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6" name="Google Shape;1016;g2cfe8e6e5a5_0_1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7" name="Google Shape;1017;g2cfe8e6e5a5_0_1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8" name="Google Shape;1018;g2cfe8e6e5a5_0_1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9" name="Google Shape;1019;g2cfe8e6e5a5_0_13"/>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0" name="Google Shape;1020;g2cfe8e6e5a5_0_1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1" name="Google Shape;1021;g2cfe8e6e5a5_0_1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1022" name="Google Shape;1022;g2cfe8e6e5a5_0_13"/>
          <p:cNvSpPr/>
          <p:nvPr/>
        </p:nvSpPr>
        <p:spPr>
          <a:xfrm>
            <a:off x="58094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3" name="Google Shape;1023;g2cfe8e6e5a5_0_13"/>
          <p:cNvSpPr txBox="1">
            <a:spLocks noGrp="1"/>
          </p:cNvSpPr>
          <p:nvPr>
            <p:ph type="subTitle" idx="4294967295"/>
          </p:nvPr>
        </p:nvSpPr>
        <p:spPr>
          <a:xfrm>
            <a:off x="52398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p</a:t>
            </a:r>
            <a:endParaRPr sz="15000" b="0" i="0" u="none" strike="noStrike" cap="none">
              <a:solidFill>
                <a:srgbClr val="2356AF"/>
              </a:solidFill>
              <a:latin typeface="Jost"/>
              <a:ea typeface="Jost"/>
              <a:cs typeface="Jost"/>
              <a:sym typeface="Jos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8"/>
        <p:cNvGrpSpPr/>
        <p:nvPr/>
      </p:nvGrpSpPr>
      <p:grpSpPr>
        <a:xfrm>
          <a:off x="0" y="0"/>
          <a:ext cx="0" cy="0"/>
          <a:chOff x="0" y="0"/>
          <a:chExt cx="0" cy="0"/>
        </a:xfrm>
      </p:grpSpPr>
      <p:sp>
        <p:nvSpPr>
          <p:cNvPr id="1029" name="Google Shape;1029;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1030" name="Google Shape;103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31" name="Google Shape;103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JL689</a:t>
            </a:r>
            <a:endParaRPr/>
          </a:p>
        </p:txBody>
      </p:sp>
      <p:sp>
        <p:nvSpPr>
          <p:cNvPr id="1038" name="Google Shape;1038;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39" name="Google Shape;1039;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1040" name="Google Shape;1040;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USING JL689</a:t>
            </a:r>
            <a:endParaRPr/>
          </a:p>
        </p:txBody>
      </p:sp>
      <p:sp>
        <p:nvSpPr>
          <p:cNvPr id="1047" name="Google Shape;1047;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48" name="Google Shape;1048;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49" name="Google Shape;104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54"/>
        <p:cNvGrpSpPr/>
        <p:nvPr/>
      </p:nvGrpSpPr>
      <p:grpSpPr>
        <a:xfrm>
          <a:off x="0" y="0"/>
          <a:ext cx="0" cy="0"/>
          <a:chOff x="0" y="0"/>
          <a:chExt cx="0" cy="0"/>
        </a:xfrm>
      </p:grpSpPr>
      <p:sp>
        <p:nvSpPr>
          <p:cNvPr id="1055" name="Google Shape;1055;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6" name="Google Shape;1056;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57" name="Google Shape;1057;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58" name="Google Shape;1058;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5" name="Google Shape;1065;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66" name="Google Shape;1066;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67" name="Google Shape;1067;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2"/>
        <p:cNvGrpSpPr/>
        <p:nvPr/>
      </p:nvGrpSpPr>
      <p:grpSpPr>
        <a:xfrm>
          <a:off x="0" y="0"/>
          <a:ext cx="0" cy="0"/>
          <a:chOff x="0" y="0"/>
          <a:chExt cx="0" cy="0"/>
        </a:xfrm>
      </p:grpSpPr>
      <p:sp>
        <p:nvSpPr>
          <p:cNvPr id="1073" name="Google Shape;1073;g26b641b03cd_0_301"/>
          <p:cNvSpPr txBox="1">
            <a:spLocks noGrp="1"/>
          </p:cNvSpPr>
          <p:nvPr>
            <p:ph type="title"/>
          </p:nvPr>
        </p:nvSpPr>
        <p:spPr>
          <a:xfrm>
            <a:off x="941475" y="5568500"/>
            <a:ext cx="72609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74" name="Google Shape;1074;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75" name="Google Shape;1075;g26b641b03cd_0_301"/>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76" name="Google Shape;1076;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1"/>
        <p:cNvGrpSpPr/>
        <p:nvPr/>
      </p:nvGrpSpPr>
      <p:grpSpPr>
        <a:xfrm>
          <a:off x="0" y="0"/>
          <a:ext cx="0" cy="0"/>
          <a:chOff x="0" y="0"/>
          <a:chExt cx="0" cy="0"/>
        </a:xfrm>
      </p:grpSpPr>
      <p:sp>
        <p:nvSpPr>
          <p:cNvPr id="1082" name="Google Shape;1082;g26b641b03cd_0_308"/>
          <p:cNvSpPr txBox="1">
            <a:spLocks noGrp="1"/>
          </p:cNvSpPr>
          <p:nvPr>
            <p:ph type="title"/>
          </p:nvPr>
        </p:nvSpPr>
        <p:spPr>
          <a:xfrm>
            <a:off x="947925" y="5568500"/>
            <a:ext cx="7248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83" name="Google Shape;1083;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84" name="Google Shape;1084;g26b641b03cd_0_308"/>
          <p:cNvPicPr preferRelativeResize="0"/>
          <p:nvPr/>
        </p:nvPicPr>
        <p:blipFill rotWithShape="1">
          <a:blip r:embed="rId3">
            <a:alphaModFix/>
          </a:blip>
          <a:srcRect l="59" r="5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85" name="Google Shape;1085;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90"/>
        <p:cNvGrpSpPr/>
        <p:nvPr/>
      </p:nvGrpSpPr>
      <p:grpSpPr>
        <a:xfrm>
          <a:off x="0" y="0"/>
          <a:ext cx="0" cy="0"/>
          <a:chOff x="0" y="0"/>
          <a:chExt cx="0" cy="0"/>
        </a:xfrm>
      </p:grpSpPr>
      <p:sp>
        <p:nvSpPr>
          <p:cNvPr id="1091" name="Google Shape;1091;g2cfe8e6e5a5_0_45"/>
          <p:cNvSpPr txBox="1">
            <a:spLocks noGrp="1"/>
          </p:cNvSpPr>
          <p:nvPr>
            <p:ph type="title"/>
          </p:nvPr>
        </p:nvSpPr>
        <p:spPr>
          <a:xfrm>
            <a:off x="941475" y="5568500"/>
            <a:ext cx="72609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92" name="Google Shape;1092;g2cfe8e6e5a5_0_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93" name="Google Shape;1093;g2cfe8e6e5a5_0_45"/>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94" name="Google Shape;1094;g2cfe8e6e5a5_0_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99"/>
        <p:cNvGrpSpPr/>
        <p:nvPr/>
      </p:nvGrpSpPr>
      <p:grpSpPr>
        <a:xfrm>
          <a:off x="0" y="0"/>
          <a:ext cx="0" cy="0"/>
          <a:chOff x="0" y="0"/>
          <a:chExt cx="0" cy="0"/>
        </a:xfrm>
      </p:grpSpPr>
      <p:sp>
        <p:nvSpPr>
          <p:cNvPr id="1100" name="Google Shape;1100;g2cfe8e6e5a5_0_53"/>
          <p:cNvSpPr txBox="1">
            <a:spLocks noGrp="1"/>
          </p:cNvSpPr>
          <p:nvPr>
            <p:ph type="title"/>
          </p:nvPr>
        </p:nvSpPr>
        <p:spPr>
          <a:xfrm>
            <a:off x="947925" y="5568500"/>
            <a:ext cx="7248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101" name="Google Shape;1101;g2cfe8e6e5a5_0_5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102" name="Google Shape;1102;g2cfe8e6e5a5_0_53"/>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103" name="Google Shape;1103;g2cfe8e6e5a5_0_5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8"/>
        <p:cNvGrpSpPr/>
        <p:nvPr/>
      </p:nvGrpSpPr>
      <p:grpSpPr>
        <a:xfrm>
          <a:off x="0" y="0"/>
          <a:ext cx="0" cy="0"/>
          <a:chOff x="0" y="0"/>
          <a:chExt cx="0" cy="0"/>
        </a:xfrm>
      </p:grpSpPr>
      <p:sp>
        <p:nvSpPr>
          <p:cNvPr id="1109" name="Google Shape;1109;g26b641b03cd_0_31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110" name="Google Shape;1110;g26b641b03cd_0_31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11" name="Google Shape;1111;g26b641b03cd_0_315"/>
          <p:cNvPicPr preferRelativeResize="0"/>
          <p:nvPr/>
        </p:nvPicPr>
        <p:blipFill rotWithShape="1">
          <a:blip r:embed="rId3">
            <a:alphaModFix/>
          </a:blip>
          <a:srcRect t="19" b="2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12" name="Google Shape;1112;g26b641b03cd_0_31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g26b641b03cd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12500"/>
              <a:buNone/>
            </a:pPr>
            <a:r>
              <a:rPr lang="en-US"/>
              <a:t>Practise High Frequency Words</a:t>
            </a:r>
            <a:endParaRPr/>
          </a:p>
        </p:txBody>
      </p:sp>
      <p:sp>
        <p:nvSpPr>
          <p:cNvPr id="1119" name="Google Shape;1119;g26b641b03cd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JN688</a:t>
            </a:r>
            <a:endParaRPr dirty="0"/>
          </a:p>
        </p:txBody>
      </p:sp>
      <p:pic>
        <p:nvPicPr>
          <p:cNvPr id="1120" name="Google Shape;1120;g26b641b03cd_1_0"/>
          <p:cNvPicPr preferRelativeResize="0"/>
          <p:nvPr/>
        </p:nvPicPr>
        <p:blipFill rotWithShape="1">
          <a:blip r:embed="rId3">
            <a:alphaModFix/>
          </a:blip>
          <a:srcRect t="89" b="99"/>
          <a:stretch/>
        </p:blipFill>
        <p:spPr>
          <a:xfrm>
            <a:off x="2435062" y="1563839"/>
            <a:ext cx="4273875" cy="3206972"/>
          </a:xfrm>
          <a:prstGeom prst="rect">
            <a:avLst/>
          </a:prstGeom>
          <a:noFill/>
          <a:ln>
            <a:noFill/>
          </a:ln>
          <a:effectLst>
            <a:outerShdw blurRad="57150" dist="19050" dir="5400000" algn="bl" rotWithShape="0">
              <a:srgbClr val="000000">
                <a:alpha val="20000"/>
              </a:srgbClr>
            </a:outerShdw>
          </a:effectLst>
        </p:spPr>
      </p:pic>
      <p:sp>
        <p:nvSpPr>
          <p:cNvPr id="1121" name="Google Shape;1121;g26b641b03cd_1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26"/>
        <p:cNvGrpSpPr/>
        <p:nvPr/>
      </p:nvGrpSpPr>
      <p:grpSpPr>
        <a:xfrm>
          <a:off x="0" y="0"/>
          <a:ext cx="0" cy="0"/>
          <a:chOff x="0" y="0"/>
          <a:chExt cx="0" cy="0"/>
        </a:xfrm>
      </p:grpSpPr>
      <p:grpSp>
        <p:nvGrpSpPr>
          <p:cNvPr id="1127" name="Google Shape;1127;g1f3daf8a844_0_64"/>
          <p:cNvGrpSpPr/>
          <p:nvPr/>
        </p:nvGrpSpPr>
        <p:grpSpPr>
          <a:xfrm>
            <a:off x="3024000" y="209875"/>
            <a:ext cx="3096000" cy="454800"/>
            <a:chOff x="3024000" y="209875"/>
            <a:chExt cx="3096000" cy="454800"/>
          </a:xfrm>
        </p:grpSpPr>
        <p:sp>
          <p:nvSpPr>
            <p:cNvPr id="1128" name="Google Shape;1128;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29" name="Google Shape;1129;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30" name="Google Shape;1130;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grpSp>
        <p:nvGrpSpPr>
          <p:cNvPr id="1131" name="Google Shape;1131;g1f3daf8a844_0_64"/>
          <p:cNvGrpSpPr/>
          <p:nvPr/>
        </p:nvGrpSpPr>
        <p:grpSpPr>
          <a:xfrm>
            <a:off x="662575" y="6212475"/>
            <a:ext cx="586800" cy="571500"/>
            <a:chOff x="662575" y="6212475"/>
            <a:chExt cx="586800" cy="571500"/>
          </a:xfrm>
        </p:grpSpPr>
        <p:sp>
          <p:nvSpPr>
            <p:cNvPr id="1132" name="Google Shape;1132;g1f3daf8a844_0_64">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3" name="Google Shape;1133;g1f3daf8a844_0_64">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4" name="Google Shape;1134;g1f3daf8a844_0_64">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35" name="Google Shape;1135;g1f3daf8a844_0_64"/>
          <p:cNvGrpSpPr/>
          <p:nvPr/>
        </p:nvGrpSpPr>
        <p:grpSpPr>
          <a:xfrm>
            <a:off x="7894350" y="6212475"/>
            <a:ext cx="586800" cy="571500"/>
            <a:chOff x="7894350" y="6212475"/>
            <a:chExt cx="586800" cy="571500"/>
          </a:xfrm>
        </p:grpSpPr>
        <p:sp>
          <p:nvSpPr>
            <p:cNvPr id="1136" name="Google Shape;1136;g1f3daf8a844_0_6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7" name="Google Shape;1137;g1f3daf8a844_0_6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38" name="Google Shape;1138;g1f3daf8a844_0_6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39" name="Google Shape;1139;g1f3daf8a844_0_64"/>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1140" name="Google Shape;1140;g1f3daf8a844_0_64"/>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1141" name="Google Shape;1141;g1f3daf8a844_0_64"/>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2" name="Google Shape;1142;g1f3daf8a844_0_64"/>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43" name="Google Shape;1143;g1f3daf8a844_0_64"/>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44" name="Google Shape;1144;g1f3daf8a844_0_64"/>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45" name="Google Shape;1145;g1f3daf8a844_0_64"/>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46" name="Google Shape;1146;g1f3daf8a844_0_64"/>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47" name="Google Shape;1147;g1f3daf8a844_0_64"/>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48" name="Google Shape;1148;g1f3daf8a844_0_64"/>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49" name="Google Shape;1149;g1f3daf8a844_0_64"/>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sp>
        <p:nvSpPr>
          <p:cNvPr id="1150" name="Google Shape;1150;g1f3daf8a844_0_64"/>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51" name="Google Shape;1151;g1f3daf8a844_0_64"/>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52" name="Google Shape;1152;g1f3daf8a844_0_64"/>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153" name="Google Shape;1153;g1f3daf8a844_0_64"/>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54" name="Google Shape;1154;g1f3daf8a844_0_64"/>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55" name="Google Shape;1155;g1f3daf8a844_0_64"/>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56" name="Google Shape;1156;g1f3daf8a844_0_64"/>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57" name="Google Shape;1157;g1f3daf8a844_0_64"/>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cxnSp>
        <p:nvCxnSpPr>
          <p:cNvPr id="1158" name="Google Shape;1158;g1f3daf8a844_0_64"/>
          <p:cNvCxnSpPr/>
          <p:nvPr/>
        </p:nvCxnSpPr>
        <p:spPr>
          <a:xfrm>
            <a:off x="1181100" y="39533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59" name="Google Shape;1159;g1f3daf8a844_0_64"/>
          <p:cNvSpPr txBox="1"/>
          <p:nvPr/>
        </p:nvSpPr>
        <p:spPr>
          <a:xfrm>
            <a:off x="1127301" y="182610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64"/>
        <p:cNvGrpSpPr/>
        <p:nvPr/>
      </p:nvGrpSpPr>
      <p:grpSpPr>
        <a:xfrm>
          <a:off x="0" y="0"/>
          <a:ext cx="0" cy="0"/>
          <a:chOff x="0" y="0"/>
          <a:chExt cx="0" cy="0"/>
        </a:xfrm>
      </p:grpSpPr>
      <p:grpSp>
        <p:nvGrpSpPr>
          <p:cNvPr id="1165" name="Google Shape;1165;g2cfe8e6e5a5_0_178"/>
          <p:cNvGrpSpPr/>
          <p:nvPr/>
        </p:nvGrpSpPr>
        <p:grpSpPr>
          <a:xfrm>
            <a:off x="3024000" y="209875"/>
            <a:ext cx="3096000" cy="454800"/>
            <a:chOff x="3024000" y="209875"/>
            <a:chExt cx="3096000" cy="454800"/>
          </a:xfrm>
        </p:grpSpPr>
        <p:sp>
          <p:nvSpPr>
            <p:cNvPr id="1166" name="Google Shape;1166;g2cfe8e6e5a5_0_178"/>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7" name="Google Shape;1167;g2cfe8e6e5a5_0_178"/>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8" name="Google Shape;1168;g2cfe8e6e5a5_0_178"/>
            <p:cNvPicPr preferRelativeResize="0"/>
            <p:nvPr/>
          </p:nvPicPr>
          <p:blipFill rotWithShape="1">
            <a:blip r:embed="rId3">
              <a:alphaModFix/>
            </a:blip>
            <a:srcRect/>
            <a:stretch/>
          </p:blipFill>
          <p:spPr>
            <a:xfrm>
              <a:off x="3278989" y="302008"/>
              <a:ext cx="214317" cy="246300"/>
            </a:xfrm>
            <a:prstGeom prst="rect">
              <a:avLst/>
            </a:prstGeom>
            <a:noFill/>
            <a:ln>
              <a:noFill/>
            </a:ln>
          </p:spPr>
        </p:pic>
      </p:grpSp>
      <p:grpSp>
        <p:nvGrpSpPr>
          <p:cNvPr id="1169" name="Google Shape;1169;g2cfe8e6e5a5_0_178"/>
          <p:cNvGrpSpPr/>
          <p:nvPr/>
        </p:nvGrpSpPr>
        <p:grpSpPr>
          <a:xfrm>
            <a:off x="662575" y="6212475"/>
            <a:ext cx="586800" cy="571500"/>
            <a:chOff x="662575" y="6212475"/>
            <a:chExt cx="586800" cy="571500"/>
          </a:xfrm>
        </p:grpSpPr>
        <p:sp>
          <p:nvSpPr>
            <p:cNvPr id="1170" name="Google Shape;1170;g2cfe8e6e5a5_0_17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1" name="Google Shape;1171;g2cfe8e6e5a5_0_17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2" name="Google Shape;1172;g2cfe8e6e5a5_0_17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3" name="Google Shape;1173;g2cfe8e6e5a5_0_178"/>
          <p:cNvGrpSpPr/>
          <p:nvPr/>
        </p:nvGrpSpPr>
        <p:grpSpPr>
          <a:xfrm>
            <a:off x="7894350" y="6212475"/>
            <a:ext cx="586800" cy="571500"/>
            <a:chOff x="7894350" y="6212475"/>
            <a:chExt cx="586800" cy="571500"/>
          </a:xfrm>
        </p:grpSpPr>
        <p:sp>
          <p:nvSpPr>
            <p:cNvPr id="1174" name="Google Shape;1174;g2cfe8e6e5a5_0_17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5" name="Google Shape;1175;g2cfe8e6e5a5_0_17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76" name="Google Shape;1176;g2cfe8e6e5a5_0_17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177" name="Google Shape;1177;g2cfe8e6e5a5_0_178"/>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1178" name="Google Shape;1178;g2cfe8e6e5a5_0_17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1179" name="Google Shape;1179;g2cfe8e6e5a5_0_178"/>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180" name="Google Shape;1180;g2cfe8e6e5a5_0_178"/>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1" name="Google Shape;1181;g2cfe8e6e5a5_0_178"/>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82" name="Google Shape;1182;g2cfe8e6e5a5_0_178"/>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83" name="Google Shape;1183;g2cfe8e6e5a5_0_178"/>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84" name="Google Shape;1184;g2cfe8e6e5a5_0_178"/>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1185" name="Google Shape;1185;g2cfe8e6e5a5_0_178"/>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186" name="Google Shape;1186;g2cfe8e6e5a5_0_178"/>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87" name="Google Shape;1187;g2cfe8e6e5a5_0_178"/>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2356AF"/>
              </a:solidFill>
              <a:latin typeface="Jost"/>
              <a:ea typeface="Jost"/>
              <a:cs typeface="Jost"/>
              <a:sym typeface="Jost"/>
            </a:endParaRPr>
          </a:p>
        </p:txBody>
      </p:sp>
      <p:sp>
        <p:nvSpPr>
          <p:cNvPr id="1188" name="Google Shape;1188;g2cfe8e6e5a5_0_178"/>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d</a:t>
            </a:r>
            <a:endParaRPr sz="5500" b="0" i="0" u="none" strike="noStrike" cap="none">
              <a:solidFill>
                <a:srgbClr val="2356AF"/>
              </a:solidFill>
              <a:latin typeface="Jost"/>
              <a:ea typeface="Jost"/>
              <a:cs typeface="Jost"/>
              <a:sym typeface="Jost"/>
            </a:endParaRPr>
          </a:p>
        </p:txBody>
      </p:sp>
      <p:cxnSp>
        <p:nvCxnSpPr>
          <p:cNvPr id="1189" name="Google Shape;1189;g2cfe8e6e5a5_0_178"/>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90" name="Google Shape;1190;g2cfe8e6e5a5_0_178"/>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c</a:t>
            </a:r>
            <a:endParaRPr sz="5500" b="0" i="0" u="none" strike="noStrike" cap="none">
              <a:solidFill>
                <a:srgbClr val="2356AF"/>
              </a:solidFill>
              <a:latin typeface="Jost"/>
              <a:ea typeface="Jost"/>
              <a:cs typeface="Jost"/>
              <a:sym typeface="Jost"/>
            </a:endParaRPr>
          </a:p>
        </p:txBody>
      </p:sp>
      <p:sp>
        <p:nvSpPr>
          <p:cNvPr id="1191" name="Google Shape;1191;g2cfe8e6e5a5_0_178"/>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92" name="Google Shape;1192;g2cfe8e6e5a5_0_178"/>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193" name="Google Shape;1193;g2cfe8e6e5a5_0_178"/>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194" name="Google Shape;1194;g2cfe8e6e5a5_0_178"/>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95" name="Google Shape;1195;g2cfe8e6e5a5_0_178"/>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96" name="Google Shape;1196;g2cfe8e6e5a5_0_178"/>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97" name="Google Shape;1197;g2cfe8e6e5a5_0_178"/>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1198" name="Google Shape;1198;g2cfe8e6e5a5_0_178"/>
          <p:cNvSpPr txBox="1">
            <a:spLocks noGrp="1"/>
          </p:cNvSpPr>
          <p:nvPr>
            <p:ph type="subTitle" idx="4294967295"/>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pond fond c</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mp l</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mp tent rent bent</a:t>
            </a:r>
            <a:endParaRPr sz="1800" b="0" i="0" u="none" strike="noStrike" cap="none">
              <a:solidFill>
                <a:srgbClr val="B7B7B7"/>
              </a:solidFill>
              <a:latin typeface="Jost"/>
              <a:ea typeface="Jost"/>
              <a:cs typeface="Jost"/>
              <a:sym typeface="Jost"/>
            </a:endParaRPr>
          </a:p>
        </p:txBody>
      </p:sp>
      <p:sp>
        <p:nvSpPr>
          <p:cNvPr id="1199" name="Google Shape;1199;g2cfe8e6e5a5_0_178"/>
          <p:cNvSpPr txBox="1"/>
          <p:nvPr/>
        </p:nvSpPr>
        <p:spPr>
          <a:xfrm>
            <a:off x="1127301" y="182610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000" b="0" i="0" u="none" strike="noStrike" cap="none">
                <a:solidFill>
                  <a:srgbClr val="ED1C24"/>
                </a:solidFill>
                <a:latin typeface="Poppins"/>
                <a:ea typeface="Poppins"/>
                <a:cs typeface="Poppins"/>
                <a:sym typeface="Poppins"/>
              </a:rPr>
              <a:t>a</a:t>
            </a:r>
            <a:endParaRPr sz="5000" b="0" i="0" u="none" strike="noStrike" cap="none">
              <a:solidFill>
                <a:srgbClr val="2356AF"/>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485</Words>
  <Application>Microsoft Office PowerPoint</Application>
  <PresentationFormat>On-screen Show (4:3)</PresentationFormat>
  <Paragraphs>160</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Poppins</vt:lpstr>
      <vt:lpstr>Poppins Medium</vt:lpstr>
      <vt:lpstr>Calibri</vt:lpstr>
      <vt:lpstr>Nunito Black</vt:lpstr>
      <vt:lpstr>Poppins SemiBold</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Alphabet Song</vt:lpstr>
      <vt:lpstr>Hear Phonemes</vt:lpstr>
      <vt:lpstr>Hear Phonemes</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High Frequency Words</vt:lpstr>
      <vt:lpstr>Practise High Frequency Words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2026-05-14T01:06:31Z</dcterms:modified>
</cp:coreProperties>
</file>