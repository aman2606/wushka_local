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u5SfQSifeJkq4HC6fPzf9aKHL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9E4619-0AFD-495B-A050-3A184F59C233}">
  <a:tblStyle styleId="{779E4619-0AFD-495B-A050-3A184F59C23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20" Type="http://schemas.openxmlformats.org/officeDocument/2006/relationships/slide" Target="slides/slide19.xml"/><Relationship Id="rId41" Type="http://schemas.openxmlformats.org/officeDocument/2006/relationships/font" Target="fonts/font16.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ced63ab4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ced63ab4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ced63ab4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7" name="Google Shape;84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cec81ca4f5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cec81ca4f5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cec81ca4f5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1b36c786d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31b36c786d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31b36c786d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31b36c786d8_0_67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31b36c786d8_0_6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31b36c786d8_0_67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cec81ca4f5_0_5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cec81ca4f5_0_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cec81ca4f5_0_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84500" y="2156550"/>
            <a:ext cx="43524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R-controlled Trigraph 'ure'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12 - Tuesday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57</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8.png"/><Relationship Id="rId7" Type="http://schemas.openxmlformats.org/officeDocument/2006/relationships/slide" Target="slide8.xml"/><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9.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s>
</file>

<file path=ppt/slides/_rels/slide7.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R-controlled Trigraph 'ure'</a:t>
            </a:r>
            <a:endParaRPr/>
          </a:p>
        </p:txBody>
      </p:sp>
      <p:sp>
        <p:nvSpPr>
          <p:cNvPr id="683" name="Google Shape;683;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57</a:t>
            </a:r>
            <a:endParaRPr/>
          </a:p>
        </p:txBody>
      </p:sp>
      <p:graphicFrame>
        <p:nvGraphicFramePr>
          <p:cNvPr id="684" name="Google Shape;684;p1"/>
          <p:cNvGraphicFramePr/>
          <p:nvPr/>
        </p:nvGraphicFramePr>
        <p:xfrm>
          <a:off x="4844200" y="1891197"/>
          <a:ext cx="3784950" cy="1678950"/>
        </p:xfrm>
        <a:graphic>
          <a:graphicData uri="http://schemas.openxmlformats.org/drawingml/2006/table">
            <a:tbl>
              <a:tblPr firstRow="1" bandRow="1">
                <a:noFill/>
                <a:tableStyleId>{779E4619-0AFD-495B-A050-3A184F59C233}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ure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5" name="Google Shape;685;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6" name="Google Shape;686;p1"/>
          <p:cNvGrpSpPr/>
          <p:nvPr/>
        </p:nvGrpSpPr>
        <p:grpSpPr>
          <a:xfrm>
            <a:off x="3167600" y="3803247"/>
            <a:ext cx="5502990" cy="1888626"/>
            <a:chOff x="3167600" y="3803247"/>
            <a:chExt cx="5502990" cy="1888626"/>
          </a:xfrm>
        </p:grpSpPr>
        <p:pic>
          <p:nvPicPr>
            <p:cNvPr id="687" name="Google Shape;687;p1"/>
            <p:cNvPicPr preferRelativeResize="0"/>
            <p:nvPr/>
          </p:nvPicPr>
          <p:blipFill rotWithShape="1">
            <a:blip r:embed="rId3">
              <a:alphaModFix/>
            </a:blip>
            <a:srcRect/>
            <a:stretch/>
          </p:blipFill>
          <p:spPr>
            <a:xfrm rot="-131483">
              <a:off x="3185766" y="4326234"/>
              <a:ext cx="2493521" cy="997852"/>
            </a:xfrm>
            <a:prstGeom prst="rect">
              <a:avLst/>
            </a:prstGeom>
            <a:noFill/>
            <a:ln>
              <a:noFill/>
            </a:ln>
            <a:effectLst>
              <a:outerShdw blurRad="71438" dist="38100" dir="5220000" algn="bl" rotWithShape="0">
                <a:srgbClr val="000000">
                  <a:alpha val="20784"/>
                </a:srgbClr>
              </a:outerShdw>
            </a:effectLst>
          </p:spPr>
        </p:pic>
        <p:sp>
          <p:nvSpPr>
            <p:cNvPr id="688" name="Google Shape;688;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9" name="Google Shape;689;p1"/>
            <p:cNvPicPr preferRelativeResize="0"/>
            <p:nvPr/>
          </p:nvPicPr>
          <p:blipFill rotWithShape="1">
            <a:blip r:embed="rId4">
              <a:alphaModFix/>
            </a:blip>
            <a:srcRect l="59" r="59"/>
            <a:stretch/>
          </p:blipFill>
          <p:spPr>
            <a:xfrm rot="342607">
              <a:off x="4903837" y="4228652"/>
              <a:ext cx="1800026" cy="1288522"/>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pSp>
      <p:cxnSp>
        <p:nvCxnSpPr>
          <p:cNvPr id="692" name="Google Shape;692;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9569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trigraph </a:t>
            </a:r>
            <a:r>
              <a:rPr lang="en-US">
                <a:solidFill>
                  <a:srgbClr val="8DC63F"/>
                </a:solidFill>
              </a:rPr>
              <a:t>ure</a:t>
            </a:r>
            <a:r>
              <a:rPr lang="en-US"/>
              <a:t>.</a:t>
            </a:r>
            <a:endParaRPr/>
          </a:p>
        </p:txBody>
      </p:sp>
      <p:sp>
        <p:nvSpPr>
          <p:cNvPr id="699" name="Google Shape;699;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940451"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424901"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4838306" y="381742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3579188" y="3826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17" name="Google Shape;717;g2bee4f4af4b_0_204"/>
          <p:cNvSpPr txBox="1"/>
          <p:nvPr/>
        </p:nvSpPr>
        <p:spPr>
          <a:xfrm>
            <a:off x="5786328" y="5256525"/>
            <a:ext cx="156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8" name="Google Shape;718;g2bee4f4af4b_0_204"/>
          <p:cNvPicPr preferRelativeResize="0"/>
          <p:nvPr/>
        </p:nvPicPr>
        <p:blipFill rotWithShape="1">
          <a:blip r:embed="rId11">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9" name="Google Shape;719;g2bee4f4af4b_0_204">
            <a:hlinkClick r:id="rId12" action="ppaction://hlinksldjump"/>
          </p:cNvPr>
          <p:cNvSpPr/>
          <p:nvPr/>
        </p:nvSpPr>
        <p:spPr>
          <a:xfrm>
            <a:off x="5954316"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1294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6" name="Google Shape;756;g26b7edf6e71_0_26"/>
          <p:cNvPicPr preferRelativeResize="0"/>
          <p:nvPr/>
        </p:nvPicPr>
        <p:blipFill rotWithShape="1">
          <a:blip r:embed="rId3">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57" name="Google Shape;757;g26b7edf6e71_0_26"/>
          <p:cNvPicPr preferRelativeResize="0"/>
          <p:nvPr/>
        </p:nvPicPr>
        <p:blipFill rotWithShape="1">
          <a:blip r:embed="rId4">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5">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6">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7">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8">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9">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10">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1">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5" name="Google Shape;765;g26b7edf6e71_0_26"/>
          <p:cNvPicPr preferRelativeResize="0"/>
          <p:nvPr/>
        </p:nvPicPr>
        <p:blipFill rotWithShape="1">
          <a:blip r:embed="rId12">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13">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26b7edf6e71_0_26"/>
          <p:cNvPicPr preferRelativeResize="0"/>
          <p:nvPr/>
        </p:nvPicPr>
        <p:blipFill rotWithShape="1">
          <a:blip r:embed="rId14">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8" name="Google Shape;768;g26b7edf6e71_0_26"/>
          <p:cNvPicPr preferRelativeResize="0"/>
          <p:nvPr/>
        </p:nvPicPr>
        <p:blipFill rotWithShape="1">
          <a:blip r:embed="rId15">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26b7edf6e71_0_26"/>
          <p:cNvPicPr preferRelativeResize="0"/>
          <p:nvPr/>
        </p:nvPicPr>
        <p:blipFill rotWithShape="1">
          <a:blip r:embed="rId16">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17">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18">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19">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0">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1">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2">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3">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4">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5">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6">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27">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28">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29">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30">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90" name="Google Shape;790;g26b7edf6e71_0_109"/>
          <p:cNvGrpSpPr/>
          <p:nvPr/>
        </p:nvGrpSpPr>
        <p:grpSpPr>
          <a:xfrm>
            <a:off x="867357" y="2129450"/>
            <a:ext cx="7282807" cy="2686611"/>
            <a:chOff x="867357" y="2129450"/>
            <a:chExt cx="7282807" cy="2686611"/>
          </a:xfrm>
        </p:grpSpPr>
        <p:pic>
          <p:nvPicPr>
            <p:cNvPr id="791" name="Google Shape;79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a:t>
            </a:r>
            <a:r>
              <a:rPr lang="en-US"/>
              <a:t>.</a:t>
            </a:r>
            <a:endParaRPr/>
          </a:p>
        </p:txBody>
      </p:sp>
      <p:pic>
        <p:nvPicPr>
          <p:cNvPr id="811" name="Google Shape;811;g2c610ea7438_0_1"/>
          <p:cNvPicPr preferRelativeResize="0"/>
          <p:nvPr/>
        </p:nvPicPr>
        <p:blipFill rotWithShape="1">
          <a:blip r:embed="rId3">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4">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5">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4" name="Google Shape;814;g2c610ea7438_0_1"/>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7">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12">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13">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14">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15">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16">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17">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1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1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c610ea7438_0_1"/>
          <p:cNvPicPr preferRelativeResize="0"/>
          <p:nvPr/>
        </p:nvPicPr>
        <p:blipFill rotWithShape="1">
          <a:blip r:embed="rId2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9" name="Google Shape;829;g2c610ea7438_0_1"/>
          <p:cNvPicPr preferRelativeResize="0"/>
          <p:nvPr/>
        </p:nvPicPr>
        <p:blipFill rotWithShape="1">
          <a:blip r:embed="rId2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0" name="Google Shape;830;g2c610ea7438_0_1"/>
          <p:cNvPicPr preferRelativeResize="0"/>
          <p:nvPr/>
        </p:nvPicPr>
        <p:blipFill rotWithShape="1">
          <a:blip r:embed="rId2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1" name="Google Shape;831;g2c610ea7438_0_1"/>
          <p:cNvPicPr preferRelativeResize="0"/>
          <p:nvPr/>
        </p:nvPicPr>
        <p:blipFill rotWithShape="1">
          <a:blip r:embed="rId2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2c610ea7438_0_1"/>
          <p:cNvPicPr preferRelativeResize="0"/>
          <p:nvPr/>
        </p:nvPicPr>
        <p:blipFill rotWithShape="1">
          <a:blip r:embed="rId2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3" name="Google Shape;833;g2c610ea7438_0_1"/>
          <p:cNvPicPr preferRelativeResize="0"/>
          <p:nvPr/>
        </p:nvPicPr>
        <p:blipFill rotWithShape="1">
          <a:blip r:embed="rId2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4" name="Google Shape;834;g2c610ea7438_0_1"/>
          <p:cNvPicPr preferRelativeResize="0"/>
          <p:nvPr/>
        </p:nvPicPr>
        <p:blipFill rotWithShape="1">
          <a:blip r:embed="rId2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c610ea7438_0_1"/>
          <p:cNvPicPr preferRelativeResize="0"/>
          <p:nvPr/>
        </p:nvPicPr>
        <p:blipFill rotWithShape="1">
          <a:blip r:embed="rId2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6" name="Google Shape;836;g2c610ea7438_0_1"/>
          <p:cNvPicPr preferRelativeResize="0"/>
          <p:nvPr/>
        </p:nvPicPr>
        <p:blipFill rotWithShape="1">
          <a:blip r:embed="rId2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ced63ab4f3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43" name="Google Shape;843;g2ced63ab4f3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44" name="Google Shape;844;g2ced63ab4f3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51" name="Google Shape;85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52" name="Google Shape;852;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53" name="Google Shape;85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60" name="Google Shape;860;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61" name="Google Shape;861;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62" name="Google Shape;862;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69" name="Google Shape;86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70" name="Google Shape;870;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71" name="Google Shape;87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78" name="Google Shape;878;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79" name="Google Shape;879;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80" name="Google Shape;880;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7" name="Google Shape;88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8" name="Google Shape;88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4fd7a3c22_2_0"/>
          <p:cNvSpPr txBox="1">
            <a:spLocks noGrp="1"/>
          </p:cNvSpPr>
          <p:nvPr>
            <p:ph type="subTitle" idx="4294967295"/>
          </p:nvPr>
        </p:nvSpPr>
        <p:spPr>
          <a:xfrm>
            <a:off x="471052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895" name="Google Shape;895;g2c4fd7a3c22_2_0"/>
          <p:cNvSpPr txBox="1">
            <a:spLocks noGrp="1"/>
          </p:cNvSpPr>
          <p:nvPr>
            <p:ph type="subTitle" idx="4294967295"/>
          </p:nvPr>
        </p:nvSpPr>
        <p:spPr>
          <a:xfrm>
            <a:off x="5482950" y="1308025"/>
            <a:ext cx="2616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993FA2"/>
                </a:solidFill>
                <a:latin typeface="Jost"/>
                <a:ea typeface="Jost"/>
                <a:cs typeface="Jost"/>
                <a:sym typeface="Jost"/>
              </a:rPr>
              <a:t>ure</a:t>
            </a:r>
            <a:endParaRPr sz="12000" b="0" i="0" u="none" strike="noStrike" cap="none">
              <a:solidFill>
                <a:srgbClr val="993FA2"/>
              </a:solidFill>
              <a:latin typeface="Jost"/>
              <a:ea typeface="Jost"/>
              <a:cs typeface="Jost"/>
              <a:sym typeface="Jost"/>
            </a:endParaRPr>
          </a:p>
        </p:txBody>
      </p:sp>
      <p:sp>
        <p:nvSpPr>
          <p:cNvPr id="896" name="Google Shape;89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7" name="Google Shape;89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8" name="Google Shape;89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9" name="Google Shape;89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3" name="Google Shape;903;g2c4fd7a3c22_2_0"/>
          <p:cNvGrpSpPr/>
          <p:nvPr/>
        </p:nvGrpSpPr>
        <p:grpSpPr>
          <a:xfrm>
            <a:off x="304250" y="6984600"/>
            <a:ext cx="8330829" cy="808600"/>
            <a:chOff x="-152950" y="7365600"/>
            <a:chExt cx="8330829" cy="808600"/>
          </a:xfrm>
        </p:grpSpPr>
        <p:sp>
          <p:nvSpPr>
            <p:cNvPr id="904" name="Google Shape;90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5" name="Google Shape;90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6" name="Google Shape;90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7" name="Google Shape;90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8" name="Google Shape;90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9" name="Google Shape;90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0" name="Google Shape;91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1" name="Google Shape;91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2" name="Google Shape;91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3" name="Google Shape;91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4" name="Google Shape;914;g2c4fd7a3c22_2_0"/>
          <p:cNvSpPr/>
          <p:nvPr/>
        </p:nvSpPr>
        <p:spPr>
          <a:xfrm>
            <a:off x="30320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4fd7a3c22_2_0"/>
          <p:cNvSpPr/>
          <p:nvPr/>
        </p:nvSpPr>
        <p:spPr>
          <a:xfrm>
            <a:off x="381680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c4fd7a3c22_2_0"/>
          <p:cNvSpPr/>
          <p:nvPr/>
        </p:nvSpPr>
        <p:spPr>
          <a:xfrm>
            <a:off x="46016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7" name="Google Shape;917;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c4fd7a3c22_2_0"/>
          <p:cNvSpPr txBox="1">
            <a:spLocks noGrp="1"/>
          </p:cNvSpPr>
          <p:nvPr>
            <p:ph type="subTitle" idx="4294967295"/>
          </p:nvPr>
        </p:nvSpPr>
        <p:spPr>
          <a:xfrm>
            <a:off x="4235725" y="1308025"/>
            <a:ext cx="1121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19" name="Google Shape;919;g2c4fd7a3c22_2_0"/>
          <p:cNvSpPr txBox="1">
            <a:spLocks noGrp="1"/>
          </p:cNvSpPr>
          <p:nvPr>
            <p:ph type="subTitle" idx="4294967295"/>
          </p:nvPr>
        </p:nvSpPr>
        <p:spPr>
          <a:xfrm>
            <a:off x="2462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v</a:t>
            </a:r>
            <a:endParaRPr sz="12000" b="0" i="0" u="none" strike="noStrike" cap="none">
              <a:solidFill>
                <a:srgbClr val="2356AF"/>
              </a:solidFill>
              <a:latin typeface="Jost"/>
              <a:ea typeface="Jost"/>
              <a:cs typeface="Jost"/>
              <a:sym typeface="Jost"/>
            </a:endParaRPr>
          </a:p>
        </p:txBody>
      </p:sp>
      <p:sp>
        <p:nvSpPr>
          <p:cNvPr id="920" name="Google Shape;920;g2c4fd7a3c22_2_0"/>
          <p:cNvSpPr txBox="1">
            <a:spLocks noGrp="1"/>
          </p:cNvSpPr>
          <p:nvPr>
            <p:ph type="subTitle" idx="4294967295"/>
          </p:nvPr>
        </p:nvSpPr>
        <p:spPr>
          <a:xfrm>
            <a:off x="3247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21" name="Google Shape;921;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d7a3c22_2_0"/>
          <p:cNvSpPr/>
          <p:nvPr/>
        </p:nvSpPr>
        <p:spPr>
          <a:xfrm>
            <a:off x="217020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3" name="Google Shape;923;g2c4fd7a3c22_2_0"/>
          <p:cNvSpPr txBox="1">
            <a:spLocks noGrp="1"/>
          </p:cNvSpPr>
          <p:nvPr>
            <p:ph type="subTitle" idx="4294967295"/>
          </p:nvPr>
        </p:nvSpPr>
        <p:spPr>
          <a:xfrm>
            <a:off x="1600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24" name="Google Shape;924;g2c4fd7a3c22_2_0"/>
          <p:cNvSpPr/>
          <p:nvPr/>
        </p:nvSpPr>
        <p:spPr>
          <a:xfrm>
            <a:off x="530380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c4fd7a3c22_2_0"/>
          <p:cNvSpPr/>
          <p:nvPr/>
        </p:nvSpPr>
        <p:spPr>
          <a:xfrm>
            <a:off x="1361750"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4fd7a3c22_2_0"/>
          <p:cNvSpPr txBox="1">
            <a:spLocks noGrp="1"/>
          </p:cNvSpPr>
          <p:nvPr>
            <p:ph type="subTitle" idx="4294967295"/>
          </p:nvPr>
        </p:nvSpPr>
        <p:spPr>
          <a:xfrm>
            <a:off x="792050" y="1405897"/>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1100"/>
              <a:buFont typeface="Arial"/>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Jost"/>
              <a:ea typeface="Jost"/>
              <a:cs typeface="Jost"/>
              <a:sym typeface="Jost"/>
            </a:endParaRPr>
          </a:p>
        </p:txBody>
      </p:sp>
      <p:sp>
        <p:nvSpPr>
          <p:cNvPr id="927" name="Google Shape;927;g2c4fd7a3c22_2_0"/>
          <p:cNvSpPr/>
          <p:nvPr/>
        </p:nvSpPr>
        <p:spPr>
          <a:xfrm>
            <a:off x="5895400" y="4056375"/>
            <a:ext cx="1791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d7a3c22_2_0"/>
          <p:cNvSpPr/>
          <p:nvPr/>
        </p:nvSpPr>
        <p:spPr>
          <a:xfrm>
            <a:off x="2733688"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4fd7a3c22_2_0"/>
          <p:cNvSpPr/>
          <p:nvPr/>
        </p:nvSpPr>
        <p:spPr>
          <a:xfrm>
            <a:off x="5105338"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cec81ca4f5_0_18"/>
          <p:cNvSpPr txBox="1">
            <a:spLocks noGrp="1"/>
          </p:cNvSpPr>
          <p:nvPr>
            <p:ph type="subTitle" idx="4294967295"/>
          </p:nvPr>
        </p:nvSpPr>
        <p:spPr>
          <a:xfrm>
            <a:off x="25449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36" name="Google Shape;936;g2cec81ca4f5_0_18"/>
          <p:cNvSpPr txBox="1">
            <a:spLocks noGrp="1"/>
          </p:cNvSpPr>
          <p:nvPr>
            <p:ph type="subTitle" idx="4294967295"/>
          </p:nvPr>
        </p:nvSpPr>
        <p:spPr>
          <a:xfrm>
            <a:off x="3477213" y="1308025"/>
            <a:ext cx="3121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ure</a:t>
            </a:r>
            <a:endParaRPr sz="15000" b="0" i="0" u="none" strike="noStrike" cap="none">
              <a:solidFill>
                <a:srgbClr val="993FA2"/>
              </a:solidFill>
              <a:latin typeface="Jost"/>
              <a:ea typeface="Jost"/>
              <a:cs typeface="Jost"/>
              <a:sym typeface="Jost"/>
            </a:endParaRPr>
          </a:p>
        </p:txBody>
      </p:sp>
      <p:sp>
        <p:nvSpPr>
          <p:cNvPr id="937" name="Google Shape;937;g2cec81ca4f5_0_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8" name="Google Shape;938;g2cec81ca4f5_0_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9" name="Google Shape;939;g2cec81ca4f5_0_1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ec81ca4f5_0_1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ec81ca4f5_0_1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cec81ca4f5_0_1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cec81ca4f5_0_1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4" name="Google Shape;944;g2cec81ca4f5_0_18"/>
          <p:cNvGrpSpPr/>
          <p:nvPr/>
        </p:nvGrpSpPr>
        <p:grpSpPr>
          <a:xfrm>
            <a:off x="304250" y="6984600"/>
            <a:ext cx="8330829" cy="808600"/>
            <a:chOff x="-152950" y="7365600"/>
            <a:chExt cx="8330829" cy="808600"/>
          </a:xfrm>
        </p:grpSpPr>
        <p:sp>
          <p:nvSpPr>
            <p:cNvPr id="945" name="Google Shape;945;g2cec81ca4f5_0_1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cec81ca4f5_0_1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cec81ca4f5_0_1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cec81ca4f5_0_1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cec81ca4f5_0_1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cec81ca4f5_0_1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cec81ca4f5_0_1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cec81ca4f5_0_1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3" name="Google Shape;953;g2cec81ca4f5_0_1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cec81ca4f5_0_1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5" name="Google Shape;955;g2cec81ca4f5_0_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6" name="Google Shape;956;g2cec81ca4f5_0_18"/>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7" name="Google Shape;957;g2cec81ca4f5_0_18"/>
          <p:cNvSpPr/>
          <p:nvPr/>
        </p:nvSpPr>
        <p:spPr>
          <a:xfrm>
            <a:off x="311468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cec81ca4f5_0_18"/>
          <p:cNvSpPr/>
          <p:nvPr/>
        </p:nvSpPr>
        <p:spPr>
          <a:xfrm>
            <a:off x="4142463" y="4056375"/>
            <a:ext cx="1791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65" name="Google Shape;96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66" name="Google Shape;96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73" name="Google Shape;97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74" name="Google Shape;974;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75" name="Google Shape;97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82" name="Google Shape;98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83" name="Google Shape;983;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84" name="Google Shape;98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91" name="Google Shape;99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92" name="Google Shape;992;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93" name="Google Shape;99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00" name="Google Shape;100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01" name="Google Shape;1001;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02" name="Google Shape;100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31b36c786d8_0_0"/>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09" name="Google Shape;1009;g31b36c786d8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10" name="Google Shape;1010;g31b36c786d8_0_0"/>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11" name="Google Shape;1011;g31b36c786d8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31b36c786d8_0_679"/>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18" name="Google Shape;1018;g31b36c786d8_0_67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19" name="Google Shape;1019;g31b36c786d8_0_679"/>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20" name="Google Shape;1020;g31b36c786d8_0_67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7" name="Google Shape;102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8" name="Google Shape;1028;g1f3daf8a844_0_64"/>
          <p:cNvGrpSpPr/>
          <p:nvPr/>
        </p:nvGrpSpPr>
        <p:grpSpPr>
          <a:xfrm>
            <a:off x="3024000" y="209875"/>
            <a:ext cx="3096000" cy="454800"/>
            <a:chOff x="3024000" y="209875"/>
            <a:chExt cx="3096000" cy="454800"/>
          </a:xfrm>
        </p:grpSpPr>
        <p:sp>
          <p:nvSpPr>
            <p:cNvPr id="1029" name="Google Shape;102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0" name="Google Shape;103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1" name="Google Shape;103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2" name="Google Shape;103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3" name="Google Shape;103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4" name="Google Shape;103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5" name="Google Shape;103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6" name="Google Shape;1036;g1f3daf8a844_0_64"/>
          <p:cNvSpPr txBox="1"/>
          <p:nvPr/>
        </p:nvSpPr>
        <p:spPr>
          <a:xfrm>
            <a:off x="2333951"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37" name="Google Shape;1037;g1f3daf8a844_0_64"/>
          <p:cNvSpPr txBox="1"/>
          <p:nvPr/>
        </p:nvSpPr>
        <p:spPr>
          <a:xfrm>
            <a:off x="5716306"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38" name="Google Shape;1038;g1f3daf8a844_0_64"/>
          <p:cNvSpPr txBox="1"/>
          <p:nvPr/>
        </p:nvSpPr>
        <p:spPr>
          <a:xfrm>
            <a:off x="1181100"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39" name="Google Shape;1039;g1f3daf8a844_0_64"/>
          <p:cNvSpPr txBox="1"/>
          <p:nvPr/>
        </p:nvSpPr>
        <p:spPr>
          <a:xfrm>
            <a:off x="3486803"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40" name="Google Shape;1040;g1f3daf8a844_0_64"/>
          <p:cNvSpPr txBox="1"/>
          <p:nvPr/>
        </p:nvSpPr>
        <p:spPr>
          <a:xfrm>
            <a:off x="4639654" y="16738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
        <p:nvSpPr>
          <p:cNvPr id="1041" name="Google Shape;1041;g1f3daf8a844_0_64"/>
          <p:cNvSpPr txBox="1"/>
          <p:nvPr/>
        </p:nvSpPr>
        <p:spPr>
          <a:xfrm>
            <a:off x="6774825" y="1645850"/>
            <a:ext cx="1188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cxnSp>
        <p:nvCxnSpPr>
          <p:cNvPr id="1042" name="Google Shape;104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cec81ca4f5_0_5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9" name="Google Shape;1049;g2cec81ca4f5_0_5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0" name="Google Shape;1050;g2cec81ca4f5_0_57"/>
          <p:cNvGrpSpPr/>
          <p:nvPr/>
        </p:nvGrpSpPr>
        <p:grpSpPr>
          <a:xfrm>
            <a:off x="3024000" y="209875"/>
            <a:ext cx="3096000" cy="454800"/>
            <a:chOff x="3024000" y="209875"/>
            <a:chExt cx="3096000" cy="454800"/>
          </a:xfrm>
        </p:grpSpPr>
        <p:sp>
          <p:nvSpPr>
            <p:cNvPr id="1051" name="Google Shape;1051;g2cec81ca4f5_0_5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2cec81ca4f5_0_5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3" name="Google Shape;1053;g2cec81ca4f5_0_5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4" name="Google Shape;1054;g2cec81ca4f5_0_57"/>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55" name="Google Shape;1055;g2cec81ca4f5_0_5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6" name="Google Shape;1056;g2cec81ca4f5_0_5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7" name="Google Shape;1057;g2cec81ca4f5_0_5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8" name="Google Shape;1058;g2cec81ca4f5_0_5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59" name="Google Shape;1059;g2cec81ca4f5_0_57"/>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pure cure m</a:t>
            </a:r>
            <a:r>
              <a:rPr lang="en-US" sz="1500" b="0" i="0" u="none" strike="noStrike" cap="none">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n</a:t>
            </a:r>
            <a:r>
              <a:rPr lang="en-US" sz="1800" b="0" i="0" u="none" strike="noStrike" cap="none">
                <a:solidFill>
                  <a:srgbClr val="B7B7B7"/>
                </a:solidFill>
                <a:latin typeface="Jost"/>
                <a:ea typeface="Jost"/>
                <a:cs typeface="Jost"/>
                <a:sym typeface="Jost"/>
              </a:rPr>
              <a:t>ure</a:t>
            </a:r>
            <a:endParaRPr sz="1800" b="0" i="0" u="none" strike="noStrike" cap="none">
              <a:solidFill>
                <a:srgbClr val="B7B7B7"/>
              </a:solidFill>
              <a:latin typeface="Jost"/>
              <a:ea typeface="Jost"/>
              <a:cs typeface="Jost"/>
              <a:sym typeface="Jost"/>
            </a:endParaRPr>
          </a:p>
        </p:txBody>
      </p:sp>
      <p:sp>
        <p:nvSpPr>
          <p:cNvPr id="1060" name="Google Shape;1060;g2cec81ca4f5_0_57"/>
          <p:cNvSpPr txBox="1"/>
          <p:nvPr/>
        </p:nvSpPr>
        <p:spPr>
          <a:xfrm>
            <a:off x="2333951"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1" name="Google Shape;1061;g2cec81ca4f5_0_57"/>
          <p:cNvSpPr txBox="1"/>
          <p:nvPr/>
        </p:nvSpPr>
        <p:spPr>
          <a:xfrm>
            <a:off x="5716306"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2" name="Google Shape;1062;g2cec81ca4f5_0_57"/>
          <p:cNvSpPr txBox="1"/>
          <p:nvPr/>
        </p:nvSpPr>
        <p:spPr>
          <a:xfrm>
            <a:off x="1181100"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63" name="Google Shape;1063;g2cec81ca4f5_0_57"/>
          <p:cNvSpPr txBox="1"/>
          <p:nvPr/>
        </p:nvSpPr>
        <p:spPr>
          <a:xfrm>
            <a:off x="3486803" y="16458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cxnSp>
        <p:nvCxnSpPr>
          <p:cNvPr id="1064" name="Google Shape;1064;g2cec81ca4f5_0_57"/>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65" name="Google Shape;1065;g2cec81ca4f5_0_57"/>
          <p:cNvSpPr txBox="1"/>
          <p:nvPr/>
        </p:nvSpPr>
        <p:spPr>
          <a:xfrm>
            <a:off x="6774825" y="1645850"/>
            <a:ext cx="1188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ure</a:t>
            </a:r>
            <a:endParaRPr sz="5500" b="0" i="0" u="none" strike="noStrike" cap="none">
              <a:solidFill>
                <a:srgbClr val="993FA2"/>
              </a:solidFill>
              <a:latin typeface="Jost"/>
              <a:ea typeface="Jost"/>
              <a:cs typeface="Jost"/>
              <a:sym typeface="Jost"/>
            </a:endParaRPr>
          </a:p>
        </p:txBody>
      </p:sp>
      <p:sp>
        <p:nvSpPr>
          <p:cNvPr id="1066" name="Google Shape;1066;g2cec81ca4f5_0_57"/>
          <p:cNvSpPr txBox="1"/>
          <p:nvPr/>
        </p:nvSpPr>
        <p:spPr>
          <a:xfrm>
            <a:off x="4639654" y="16738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600" b="0" i="0" u="none" strike="noStrike" cap="none">
                <a:solidFill>
                  <a:srgbClr val="E11E26"/>
                </a:solidFill>
                <a:latin typeface="Poppins"/>
                <a:ea typeface="Poppins"/>
                <a:cs typeface="Poppins"/>
                <a:sym typeface="Poppins"/>
              </a:rPr>
              <a:t>a</a:t>
            </a:r>
            <a:endParaRPr sz="5500" b="0" i="0" u="none" strike="noStrike" cap="none">
              <a:solidFill>
                <a:srgbClr val="E11E26"/>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402</Words>
  <Application>Microsoft Office PowerPoint</Application>
  <PresentationFormat>On-screen Show (4:3)</PresentationFormat>
  <Paragraphs>155</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Calibri</vt:lpstr>
      <vt:lpstr>Poppins SemiBold</vt:lpstr>
      <vt:lpstr>Mulish</vt:lpstr>
      <vt:lpstr>Nunito Black</vt:lpstr>
      <vt:lpstr>Poppins Medium</vt:lpstr>
      <vt:lpstr>Arial</vt:lpstr>
      <vt:lpstr>Poppins</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vt:lpstr>
      <vt:lpstr>PowerPoint Presentation</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2026-05-13T03:26:12Z</dcterms:modified>
</cp:coreProperties>
</file>