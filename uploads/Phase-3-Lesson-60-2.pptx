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embeddedFontLst>
    <p:embeddedFont>
      <p:font typeface="Jost" panose="020B0604020202020204" charset="0"/>
      <p:regular r:id="rId14"/>
      <p:bold r:id="rId15"/>
      <p:italic r:id="rId16"/>
      <p:boldItalic r:id="rId17"/>
    </p:embeddedFont>
    <p:embeddedFont>
      <p:font typeface="Mulish" panose="020B0604020202020204" charset="0"/>
      <p:regular r:id="rId18"/>
      <p:bold r:id="rId19"/>
      <p:italic r:id="rId20"/>
      <p:boldItalic r:id="rId21"/>
    </p:embeddedFont>
    <p:embeddedFont>
      <p:font typeface="Nunito Black" pitchFamily="2" charset="0"/>
      <p:bold r:id="rId22"/>
      <p:boldItalic r:id="rId23"/>
    </p:embeddedFont>
    <p:embeddedFont>
      <p:font typeface="Poppins" panose="00000500000000000000" pitchFamily="2" charset="0"/>
      <p:regular r:id="rId24"/>
      <p:bold r:id="rId25"/>
      <p:italic r:id="rId26"/>
      <p:boldItalic r:id="rId27"/>
    </p:embeddedFont>
    <p:embeddedFont>
      <p:font typeface="Poppins Medium" panose="00000600000000000000" pitchFamily="2" charset="0"/>
      <p:regular r:id="rId28"/>
      <p:bold r:id="rId29"/>
      <p:italic r:id="rId30"/>
      <p:boldItalic r:id="rId31"/>
    </p:embeddedFont>
    <p:embeddedFont>
      <p:font typeface="Poppins SemiBold" panose="000007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rLkUnmVKKub5labaj/pxATQpaP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FDC953-BD94-4D26-91C1-C98CE8DEDA62}">
  <a:tblStyle styleId="{00FDC953-BD94-4D26-91C1-C98CE8DEDA6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21" Type="http://schemas.openxmlformats.org/officeDocument/2006/relationships/font" Target="fonts/font8.fntdata"/><Relationship Id="rId34" Type="http://schemas.openxmlformats.org/officeDocument/2006/relationships/font" Target="fonts/font21.fntdata"/><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font" Target="fonts/font19.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font" Target="fonts/font22.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6" name="Google Shape;73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2" name="Google Shape;77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1f819e611e3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g1f819e611e3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8" name="Google Shape;858;g1f819e611e3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d067c62542_0_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d067c62542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d067c62542_0_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d067c62542_0_9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d067c62542_0_9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d067c62542_0_9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d067c62542_0_9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d067c62542_0_9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d067c62542_0_9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d067c62542_0_9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d067c62542_0_9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d067c62542_0_9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d067c62542_0_1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d067c62542_0_1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d067c62542_0_1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09250"/>
            <a:ext cx="4850100" cy="16740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19309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831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03"/>
        <p:cNvGrpSpPr/>
        <p:nvPr/>
      </p:nvGrpSpPr>
      <p:grpSpPr>
        <a:xfrm>
          <a:off x="0" y="0"/>
          <a:ext cx="0" cy="0"/>
          <a:chOff x="0" y="0"/>
          <a:chExt cx="0" cy="0"/>
        </a:xfrm>
      </p:grpSpPr>
      <p:sp>
        <p:nvSpPr>
          <p:cNvPr id="104" name="Google Shape;104;g1f819e611e3_0_74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1f819e611e3_0_74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06" name="Google Shape;106;g1f819e611e3_0_748"/>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07" name="Google Shape;107;g1f819e611e3_0_748"/>
          <p:cNvGrpSpPr/>
          <p:nvPr/>
        </p:nvGrpSpPr>
        <p:grpSpPr>
          <a:xfrm>
            <a:off x="357775" y="5983875"/>
            <a:ext cx="586800" cy="571500"/>
            <a:chOff x="662575" y="6212475"/>
            <a:chExt cx="586800" cy="571500"/>
          </a:xfrm>
        </p:grpSpPr>
        <p:sp>
          <p:nvSpPr>
            <p:cNvPr id="108" name="Google Shape;108;g1f819e611e3_0_74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1f819e611e3_0_74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1f819e611e3_0_74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1f819e611e3_0_748"/>
          <p:cNvGrpSpPr/>
          <p:nvPr/>
        </p:nvGrpSpPr>
        <p:grpSpPr>
          <a:xfrm>
            <a:off x="8199150" y="5983875"/>
            <a:ext cx="586800" cy="571500"/>
            <a:chOff x="7894350" y="6212475"/>
            <a:chExt cx="586800" cy="571500"/>
          </a:xfrm>
        </p:grpSpPr>
        <p:sp>
          <p:nvSpPr>
            <p:cNvPr id="112" name="Google Shape;112;g1f819e611e3_0_74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1f819e611e3_0_74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1f819e611e3_0_74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 name="Google Shape;115;g1f819e611e3_0_748"/>
          <p:cNvGrpSpPr/>
          <p:nvPr/>
        </p:nvGrpSpPr>
        <p:grpSpPr>
          <a:xfrm>
            <a:off x="-36800" y="-52000"/>
            <a:ext cx="9236100" cy="543750"/>
            <a:chOff x="-36800" y="-52000"/>
            <a:chExt cx="9236100" cy="543750"/>
          </a:xfrm>
        </p:grpSpPr>
        <p:sp>
          <p:nvSpPr>
            <p:cNvPr id="116" name="Google Shape;116;g1f819e611e3_0_74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g1f819e611e3_0_748"/>
            <p:cNvGrpSpPr/>
            <p:nvPr/>
          </p:nvGrpSpPr>
          <p:grpSpPr>
            <a:xfrm>
              <a:off x="1900680" y="88250"/>
              <a:ext cx="1337400" cy="403500"/>
              <a:chOff x="565600" y="88250"/>
              <a:chExt cx="1337400" cy="403500"/>
            </a:xfrm>
          </p:grpSpPr>
          <p:sp>
            <p:nvSpPr>
              <p:cNvPr id="118" name="Google Shape;118;g1f819e611e3_0_748"/>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19" name="Google Shape;119;g1f819e611e3_0_748"/>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20" name="Google Shape;120;g1f819e611e3_0_74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1f819e611e3_0_74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1f819e611e3_0_74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1f819e611e3_0_74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4" name="Google Shape;124;g1f819e611e3_0_74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1f819e611e3_0_74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6" name="Google Shape;126;g1f819e611e3_0_748"/>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 name="Google Shape;127;g1f819e611e3_0_74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28" name="Google Shape;128;g1f819e611e3_0_74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1f819e611e3_0_74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30" name="Google Shape;130;g1f819e611e3_0_748"/>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1"/>
        <p:cNvGrpSpPr/>
        <p:nvPr/>
      </p:nvGrpSpPr>
      <p:grpSpPr>
        <a:xfrm>
          <a:off x="0" y="0"/>
          <a:ext cx="0" cy="0"/>
          <a:chOff x="0" y="0"/>
          <a:chExt cx="0" cy="0"/>
        </a:xfrm>
      </p:grpSpPr>
      <p:sp>
        <p:nvSpPr>
          <p:cNvPr id="132" name="Google Shape;132;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 name="Google Shape;133;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5" name="Google Shape;135;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60</a:t>
            </a:r>
            <a:endParaRPr sz="1800" b="0" i="0" u="none" strike="noStrike" cap="none">
              <a:solidFill>
                <a:srgbClr val="2F286F"/>
              </a:solidFill>
              <a:latin typeface="Poppins Medium"/>
              <a:ea typeface="Poppins Medium"/>
              <a:cs typeface="Poppins Medium"/>
              <a:sym typeface="Poppins Medium"/>
            </a:endParaRPr>
          </a:p>
        </p:txBody>
      </p:sp>
      <p:sp>
        <p:nvSpPr>
          <p:cNvPr id="136" name="Google Shape;136;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37" name="Google Shape;137;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38" name="Google Shape;138;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39" name="Google Shape;139;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40" name="Google Shape;140;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41" name="Google Shape;141;g26b641b03cd_0_33"/>
          <p:cNvGrpSpPr/>
          <p:nvPr/>
        </p:nvGrpSpPr>
        <p:grpSpPr>
          <a:xfrm>
            <a:off x="662575" y="6212475"/>
            <a:ext cx="586800" cy="571500"/>
            <a:chOff x="662575" y="6212475"/>
            <a:chExt cx="586800" cy="571500"/>
          </a:xfrm>
        </p:grpSpPr>
        <p:sp>
          <p:nvSpPr>
            <p:cNvPr id="142" name="Google Shape;142;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3" name="Google Shape;143;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4" name="Google Shape;144;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5" name="Google Shape;145;g26b641b03cd_0_33"/>
          <p:cNvGrpSpPr/>
          <p:nvPr/>
        </p:nvGrpSpPr>
        <p:grpSpPr>
          <a:xfrm>
            <a:off x="7894350" y="6212475"/>
            <a:ext cx="586800" cy="571500"/>
            <a:chOff x="7894350" y="6212475"/>
            <a:chExt cx="586800" cy="571500"/>
          </a:xfrm>
        </p:grpSpPr>
        <p:sp>
          <p:nvSpPr>
            <p:cNvPr id="146" name="Google Shape;146;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9" name="Google Shape;149;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33"/>
          <p:cNvSpPr/>
          <p:nvPr/>
        </p:nvSpPr>
        <p:spPr>
          <a:xfrm rot="-5400000" flipH="1">
            <a:off x="-938345" y="3081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52" name="Google Shape;15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Poppins SemiBold"/>
                <a:ea typeface="Poppins SemiBold"/>
                <a:cs typeface="Poppins SemiBold"/>
                <a:sym typeface="Poppins SemiBold"/>
              </a:rPr>
              <a:t>Review </a:t>
            </a:r>
            <a:r>
              <a:rPr lang="en-US" sz="1800">
                <a:solidFill>
                  <a:srgbClr val="FFFFFF"/>
                </a:solidFill>
                <a:latin typeface="Poppins SemiBold"/>
                <a:ea typeface="Poppins SemiBold"/>
                <a:cs typeface="Poppins SemiBold"/>
                <a:sym typeface="Poppins SemiBold"/>
              </a:rPr>
              <a:t>Common Exception Word</a:t>
            </a:r>
            <a:r>
              <a:rPr lang="en-US" sz="1800" b="0" i="0" u="none" strike="noStrike" cap="none">
                <a:solidFill>
                  <a:srgbClr val="FFFFFF"/>
                </a:solidFill>
                <a:latin typeface="Poppins SemiBold"/>
                <a:ea typeface="Poppins SemiBold"/>
                <a:cs typeface="Poppins SemiBold"/>
                <a:sym typeface="Poppins SemiBold"/>
              </a:rPr>
              <a:t>s</a:t>
            </a:r>
            <a:endParaRPr sz="1800" b="0" i="0" u="none" strike="noStrike" cap="none">
              <a:solidFill>
                <a:srgbClr val="FFFFFF"/>
              </a:solidFill>
              <a:latin typeface="Poppins SemiBold"/>
              <a:ea typeface="Poppins SemiBold"/>
              <a:cs typeface="Poppins SemiBold"/>
              <a:sym typeface="Poppins SemiBold"/>
            </a:endParaRPr>
          </a:p>
        </p:txBody>
      </p:sp>
      <p:sp>
        <p:nvSpPr>
          <p:cNvPr id="153" name="Google Shape;153;g26b641b03cd_0_33"/>
          <p:cNvSpPr txBox="1"/>
          <p:nvPr/>
        </p:nvSpPr>
        <p:spPr>
          <a:xfrm rot="-5400000">
            <a:off x="-1852558" y="6571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12 - Friday</a:t>
            </a:r>
            <a:endParaRPr sz="1800" b="0" i="0" u="none" strike="noStrike" cap="none">
              <a:solidFill>
                <a:srgbClr val="2F286F"/>
              </a:solidFill>
              <a:latin typeface="Poppins Medium"/>
              <a:ea typeface="Poppins Medium"/>
              <a:cs typeface="Poppins Medium"/>
              <a:sym typeface="Poppins Medium"/>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54"/>
        <p:cNvGrpSpPr/>
        <p:nvPr/>
      </p:nvGrpSpPr>
      <p:grpSpPr>
        <a:xfrm>
          <a:off x="0" y="0"/>
          <a:ext cx="0" cy="0"/>
          <a:chOff x="0" y="0"/>
          <a:chExt cx="0" cy="0"/>
        </a:xfrm>
      </p:grpSpPr>
      <p:sp>
        <p:nvSpPr>
          <p:cNvPr id="155" name="Google Shape;155;g2c6192223e2_0_804"/>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Independent Reading</a:t>
            </a:r>
            <a:endParaRPr sz="3200" b="0" i="0" u="none" strike="noStrike" cap="none">
              <a:solidFill>
                <a:srgbClr val="2F286F"/>
              </a:solidFill>
              <a:latin typeface="Poppins Medium"/>
              <a:ea typeface="Poppins Medium"/>
              <a:cs typeface="Poppins Medium"/>
              <a:sym typeface="Poppins Medium"/>
            </a:endParaRPr>
          </a:p>
        </p:txBody>
      </p:sp>
      <p:cxnSp>
        <p:nvCxnSpPr>
          <p:cNvPr id="156" name="Google Shape;156;g2c6192223e2_0_804"/>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57" name="Google Shape;157;g2c6192223e2_0_80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g2c6192223e2_0_804"/>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59" name="Google Shape;159;g2c6192223e2_0_804"/>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2F286F"/>
                </a:solidFill>
                <a:latin typeface="Poppins Medium"/>
                <a:ea typeface="Poppins Medium"/>
                <a:cs typeface="Poppins Medium"/>
                <a:sym typeface="Poppins Medium"/>
              </a:rPr>
              <a:t>Decodable Readers &amp; Teacher Book Activities</a:t>
            </a:r>
            <a:endParaRPr sz="1100" b="0" i="0" u="none" strike="noStrike" cap="none">
              <a:solidFill>
                <a:srgbClr val="2F286F"/>
              </a:solidFill>
              <a:latin typeface="Poppins Medium"/>
              <a:ea typeface="Poppins Medium"/>
              <a:cs typeface="Poppins Medium"/>
              <a:sym typeface="Poppins Medium"/>
            </a:endParaRPr>
          </a:p>
        </p:txBody>
      </p:sp>
      <p:grpSp>
        <p:nvGrpSpPr>
          <p:cNvPr id="161" name="Google Shape;161;g2c6192223e2_0_804"/>
          <p:cNvGrpSpPr/>
          <p:nvPr/>
        </p:nvGrpSpPr>
        <p:grpSpPr>
          <a:xfrm>
            <a:off x="8199150" y="5983875"/>
            <a:ext cx="586800" cy="571500"/>
            <a:chOff x="7894350" y="6212475"/>
            <a:chExt cx="586800" cy="571500"/>
          </a:xfrm>
        </p:grpSpPr>
        <p:sp>
          <p:nvSpPr>
            <p:cNvPr id="162" name="Google Shape;162;g2c6192223e2_0_80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3" name="Google Shape;163;g2c6192223e2_0_80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4" name="Google Shape;164;g2c6192223e2_0_80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65" name="Google Shape;165;g2c6192223e2_0_804"/>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2F286F"/>
                </a:solidFill>
                <a:latin typeface="Poppins Medium"/>
                <a:ea typeface="Poppins Medium"/>
                <a:cs typeface="Poppins Medium"/>
                <a:sym typeface="Poppins Medium"/>
              </a:rPr>
              <a:t>Workbooks</a:t>
            </a:r>
            <a:endParaRPr sz="1100" b="0" i="0" u="none" strike="noStrike" cap="none">
              <a:solidFill>
                <a:srgbClr val="2F286F"/>
              </a:solidFill>
              <a:latin typeface="Poppins Medium"/>
              <a:ea typeface="Poppins Medium"/>
              <a:cs typeface="Poppins Medium"/>
              <a:sym typeface="Poppins Medium"/>
            </a:endParaRPr>
          </a:p>
        </p:txBody>
      </p:sp>
      <p:grpSp>
        <p:nvGrpSpPr>
          <p:cNvPr id="166" name="Google Shape;166;g2c6192223e2_0_804"/>
          <p:cNvGrpSpPr/>
          <p:nvPr/>
        </p:nvGrpSpPr>
        <p:grpSpPr>
          <a:xfrm>
            <a:off x="-36800" y="-52000"/>
            <a:ext cx="9236100" cy="543750"/>
            <a:chOff x="-36800" y="-52000"/>
            <a:chExt cx="9236100" cy="543750"/>
          </a:xfrm>
        </p:grpSpPr>
        <p:sp>
          <p:nvSpPr>
            <p:cNvPr id="167" name="Google Shape;167;g2c6192223e2_0_80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8" name="Google Shape;168;g2c6192223e2_0_804"/>
            <p:cNvGrpSpPr/>
            <p:nvPr/>
          </p:nvGrpSpPr>
          <p:grpSpPr>
            <a:xfrm>
              <a:off x="1900680" y="88250"/>
              <a:ext cx="1337400" cy="403500"/>
              <a:chOff x="565600" y="88250"/>
              <a:chExt cx="1337400" cy="403500"/>
            </a:xfrm>
          </p:grpSpPr>
          <p:sp>
            <p:nvSpPr>
              <p:cNvPr id="169" name="Google Shape;169;g2c6192223e2_0_80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0" name="Google Shape;170;g2c6192223e2_0_80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1" name="Google Shape;171;g2c6192223e2_0_80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2" name="Google Shape;172;g2c6192223e2_0_80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3" name="Google Shape;173;g2c6192223e2_0_80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4" name="Google Shape;174;g2c6192223e2_0_80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5" name="Google Shape;175;g2c6192223e2_0_80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6" name="Google Shape;176;g2c6192223e2_0_80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c6192223e2_0_80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8" name="Google Shape;178;g2c6192223e2_0_80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c6192223e2_0_80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c6192223e2_0_80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1" name="Google Shape;181;g2c6192223e2_0_80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216"/>
        <p:cNvGrpSpPr/>
        <p:nvPr/>
      </p:nvGrpSpPr>
      <p:grpSpPr>
        <a:xfrm>
          <a:off x="0" y="0"/>
          <a:ext cx="0" cy="0"/>
          <a:chOff x="0" y="0"/>
          <a:chExt cx="0" cy="0"/>
        </a:xfrm>
      </p:grpSpPr>
      <p:sp>
        <p:nvSpPr>
          <p:cNvPr id="217" name="Google Shape;21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218" name="Google Shape;21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219" name="Google Shape;21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220" name="Google Shape;22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22" name="Google Shape;222;g26b641b03cd_0_260"/>
          <p:cNvGrpSpPr/>
          <p:nvPr/>
        </p:nvGrpSpPr>
        <p:grpSpPr>
          <a:xfrm>
            <a:off x="8199150" y="5983875"/>
            <a:ext cx="586800" cy="571500"/>
            <a:chOff x="7894350" y="6212475"/>
            <a:chExt cx="586800" cy="571500"/>
          </a:xfrm>
        </p:grpSpPr>
        <p:sp>
          <p:nvSpPr>
            <p:cNvPr id="223" name="Google Shape;22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27" name="Google Shape;227;g26b641b03cd_0_260"/>
          <p:cNvGrpSpPr/>
          <p:nvPr/>
        </p:nvGrpSpPr>
        <p:grpSpPr>
          <a:xfrm>
            <a:off x="-36800" y="-52000"/>
            <a:ext cx="9236100" cy="543750"/>
            <a:chOff x="-36800" y="-52000"/>
            <a:chExt cx="9236100" cy="543750"/>
          </a:xfrm>
        </p:grpSpPr>
        <p:sp>
          <p:nvSpPr>
            <p:cNvPr id="228" name="Google Shape;22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9" name="Google Shape;229;g26b641b03cd_0_260"/>
            <p:cNvGrpSpPr/>
            <p:nvPr/>
          </p:nvGrpSpPr>
          <p:grpSpPr>
            <a:xfrm>
              <a:off x="1900680" y="88250"/>
              <a:ext cx="1337400" cy="403500"/>
              <a:chOff x="565600" y="88250"/>
              <a:chExt cx="1337400" cy="403500"/>
            </a:xfrm>
          </p:grpSpPr>
          <p:sp>
            <p:nvSpPr>
              <p:cNvPr id="230" name="Google Shape;23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31" name="Google Shape;23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32" name="Google Shape;23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33" name="Google Shape;23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34" name="Google Shape;23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36" name="Google Shape;23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38" name="Google Shape;23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40" name="Google Shape;24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42" name="Google Shape;24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43"/>
        <p:cNvGrpSpPr/>
        <p:nvPr/>
      </p:nvGrpSpPr>
      <p:grpSpPr>
        <a:xfrm>
          <a:off x="0" y="0"/>
          <a:ext cx="0" cy="0"/>
          <a:chOff x="0" y="0"/>
          <a:chExt cx="0" cy="0"/>
        </a:xfrm>
      </p:grpSpPr>
      <p:sp>
        <p:nvSpPr>
          <p:cNvPr id="244" name="Google Shape;244;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7" name="Google Shape;247;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8" name="Google Shape;248;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49" name="Google Shape;249;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2" name="Google Shape;252;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3" name="Google Shape;253;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5" name="Google Shape;255;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57" name="Google Shape;25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58" name="Google Shape;258;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59" name="Google Shape;25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0" name="Google Shape;26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1" name="Google Shape;26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2" name="Google Shape;26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3" name="Google Shape;26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4" name="Google Shape;26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5" name="Google Shape;26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6" name="Google Shape;266;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7" name="Google Shape;267;g2c235dd0dad_1_87"/>
          <p:cNvGrpSpPr/>
          <p:nvPr/>
        </p:nvGrpSpPr>
        <p:grpSpPr>
          <a:xfrm>
            <a:off x="662575" y="6212475"/>
            <a:ext cx="586800" cy="571500"/>
            <a:chOff x="662575" y="6212475"/>
            <a:chExt cx="586800" cy="571500"/>
          </a:xfrm>
        </p:grpSpPr>
        <p:sp>
          <p:nvSpPr>
            <p:cNvPr id="268" name="Google Shape;26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235dd0dad_1_87"/>
          <p:cNvGrpSpPr/>
          <p:nvPr/>
        </p:nvGrpSpPr>
        <p:grpSpPr>
          <a:xfrm>
            <a:off x="7894350" y="6212475"/>
            <a:ext cx="586800" cy="571500"/>
            <a:chOff x="7894350" y="6212475"/>
            <a:chExt cx="586800" cy="571500"/>
          </a:xfrm>
        </p:grpSpPr>
        <p:sp>
          <p:nvSpPr>
            <p:cNvPr id="272" name="Google Shape;27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75"/>
        <p:cNvGrpSpPr/>
        <p:nvPr/>
      </p:nvGrpSpPr>
      <p:grpSpPr>
        <a:xfrm>
          <a:off x="0" y="0"/>
          <a:ext cx="0" cy="0"/>
          <a:chOff x="0" y="0"/>
          <a:chExt cx="0" cy="0"/>
        </a:xfrm>
      </p:grpSpPr>
      <p:sp>
        <p:nvSpPr>
          <p:cNvPr id="276" name="Google Shape;276;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9" name="Google Shape;279;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0" name="Google Shape;280;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5" name="Google Shape;28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86" name="Google Shape;286;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87" name="Google Shape;28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8" name="Google Shape;28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9" name="Google Shape;28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90" name="Google Shape;29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91" name="Google Shape;29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92" name="Google Shape;29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93" name="Google Shape;29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94" name="Google Shape;29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95" name="Google Shape;29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96" name="Google Shape;29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97" name="Google Shape;29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98" name="Google Shape;29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99" name="Google Shape;299;g1f3daf8a844_0_32"/>
          <p:cNvGrpSpPr/>
          <p:nvPr/>
        </p:nvGrpSpPr>
        <p:grpSpPr>
          <a:xfrm>
            <a:off x="662575" y="6212475"/>
            <a:ext cx="586800" cy="571500"/>
            <a:chOff x="662575" y="6212475"/>
            <a:chExt cx="586800" cy="571500"/>
          </a:xfrm>
        </p:grpSpPr>
        <p:sp>
          <p:nvSpPr>
            <p:cNvPr id="300" name="Google Shape;30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3" name="Google Shape;303;g1f3daf8a844_0_32"/>
          <p:cNvGrpSpPr/>
          <p:nvPr/>
        </p:nvGrpSpPr>
        <p:grpSpPr>
          <a:xfrm>
            <a:off x="7894350" y="6212475"/>
            <a:ext cx="586800" cy="571500"/>
            <a:chOff x="7894350" y="6212475"/>
            <a:chExt cx="586800" cy="571500"/>
          </a:xfrm>
        </p:grpSpPr>
        <p:sp>
          <p:nvSpPr>
            <p:cNvPr id="304" name="Google Shape;30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307"/>
        <p:cNvGrpSpPr/>
        <p:nvPr/>
      </p:nvGrpSpPr>
      <p:grpSpPr>
        <a:xfrm>
          <a:off x="0" y="0"/>
          <a:ext cx="0" cy="0"/>
          <a:chOff x="0" y="0"/>
          <a:chExt cx="0" cy="0"/>
        </a:xfrm>
      </p:grpSpPr>
      <p:sp>
        <p:nvSpPr>
          <p:cNvPr id="308" name="Google Shape;308;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1" name="Google Shape;311;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12" name="Google Shape;312;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6" name="Google Shape;316;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8" name="Google Shape;318;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0" name="Google Shape;32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321" name="Google Shape;321;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22" name="Google Shape;322;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23" name="Google Shape;323;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24" name="Google Shape;324;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5" name="Google Shape;325;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6" name="Google Shape;326;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7" name="Google Shape;327;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8" name="Google Shape;328;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9" name="Google Shape;329;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30" name="Google Shape;330;g2c157a2fb06_0_53"/>
          <p:cNvGrpSpPr/>
          <p:nvPr/>
        </p:nvGrpSpPr>
        <p:grpSpPr>
          <a:xfrm>
            <a:off x="1403031" y="6958923"/>
            <a:ext cx="6774848" cy="1291477"/>
            <a:chOff x="717231" y="7263723"/>
            <a:chExt cx="6774848" cy="1291477"/>
          </a:xfrm>
        </p:grpSpPr>
        <p:sp>
          <p:nvSpPr>
            <p:cNvPr id="331" name="Google Shape;331;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32" name="Google Shape;332;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33" name="Google Shape;333;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34" name="Google Shape;334;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35" name="Google Shape;335;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36" name="Google Shape;336;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37" name="Google Shape;337;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38" name="Google Shape;338;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39" name="Google Shape;339;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43" name="Google Shape;34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44" name="Google Shape;344;g2c157a2fb06_0_53"/>
          <p:cNvGrpSpPr/>
          <p:nvPr/>
        </p:nvGrpSpPr>
        <p:grpSpPr>
          <a:xfrm>
            <a:off x="662575" y="6212475"/>
            <a:ext cx="586800" cy="571500"/>
            <a:chOff x="662575" y="6212475"/>
            <a:chExt cx="586800" cy="571500"/>
          </a:xfrm>
        </p:grpSpPr>
        <p:sp>
          <p:nvSpPr>
            <p:cNvPr id="345" name="Google Shape;34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8" name="Google Shape;348;g2c157a2fb06_0_53"/>
          <p:cNvGrpSpPr/>
          <p:nvPr/>
        </p:nvGrpSpPr>
        <p:grpSpPr>
          <a:xfrm>
            <a:off x="7894350" y="6212475"/>
            <a:ext cx="586800" cy="571500"/>
            <a:chOff x="7894350" y="6212475"/>
            <a:chExt cx="586800" cy="571500"/>
          </a:xfrm>
        </p:grpSpPr>
        <p:sp>
          <p:nvSpPr>
            <p:cNvPr id="349" name="Google Shape;34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52"/>
        <p:cNvGrpSpPr/>
        <p:nvPr/>
      </p:nvGrpSpPr>
      <p:grpSpPr>
        <a:xfrm>
          <a:off x="0" y="0"/>
          <a:ext cx="0" cy="0"/>
          <a:chOff x="0" y="0"/>
          <a:chExt cx="0" cy="0"/>
        </a:xfrm>
      </p:grpSpPr>
      <p:sp>
        <p:nvSpPr>
          <p:cNvPr id="353" name="Google Shape;353;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61" name="Google Shape;361;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62" name="Google Shape;362;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66" name="Google Shape;366;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2" name="Google Shape;372;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73" name="Google Shape;373;g2c157a2fb06_0_158"/>
          <p:cNvGrpSpPr/>
          <p:nvPr/>
        </p:nvGrpSpPr>
        <p:grpSpPr>
          <a:xfrm>
            <a:off x="662575" y="6212475"/>
            <a:ext cx="586800" cy="571500"/>
            <a:chOff x="662575" y="6212475"/>
            <a:chExt cx="586800" cy="571500"/>
          </a:xfrm>
        </p:grpSpPr>
        <p:sp>
          <p:nvSpPr>
            <p:cNvPr id="374" name="Google Shape;374;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7" name="Google Shape;377;g2c157a2fb06_0_158"/>
          <p:cNvGrpSpPr/>
          <p:nvPr/>
        </p:nvGrpSpPr>
        <p:grpSpPr>
          <a:xfrm>
            <a:off x="7894350" y="6212475"/>
            <a:ext cx="586800" cy="571500"/>
            <a:chOff x="7894350" y="6212475"/>
            <a:chExt cx="586800" cy="571500"/>
          </a:xfrm>
        </p:grpSpPr>
        <p:sp>
          <p:nvSpPr>
            <p:cNvPr id="378" name="Google Shape;378;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81"/>
        <p:cNvGrpSpPr/>
        <p:nvPr/>
      </p:nvGrpSpPr>
      <p:grpSpPr>
        <a:xfrm>
          <a:off x="0" y="0"/>
          <a:ext cx="0" cy="0"/>
          <a:chOff x="0" y="0"/>
          <a:chExt cx="0" cy="0"/>
        </a:xfrm>
      </p:grpSpPr>
      <p:sp>
        <p:nvSpPr>
          <p:cNvPr id="382" name="Google Shape;382;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5" name="Google Shape;38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6" name="Google Shape;386;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0" name="Google Shape;390;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1" name="Google Shape;391;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2" name="Google Shape;392;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3" name="Google Shape;393;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94" name="Google Shape;394;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95" name="Google Shape;395;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6" name="Google Shape;396;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7" name="Google Shape;397;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8" name="Google Shape;398;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99" name="Google Shape;399;g2c157a2fb06_0_263"/>
          <p:cNvSpPr>
            <a:spLocks noGrp="1"/>
          </p:cNvSpPr>
          <p:nvPr>
            <p:ph type="pic" idx="8"/>
          </p:nvPr>
        </p:nvSpPr>
        <p:spPr>
          <a:xfrm>
            <a:off x="5086375" y="4412425"/>
            <a:ext cx="2668800" cy="1291500"/>
          </a:xfrm>
          <a:prstGeom prst="rect">
            <a:avLst/>
          </a:prstGeom>
          <a:noFill/>
          <a:ln>
            <a:noFill/>
          </a:ln>
        </p:spPr>
      </p:sp>
      <p:sp>
        <p:nvSpPr>
          <p:cNvPr id="400" name="Google Shape;400;g2c157a2fb06_0_263"/>
          <p:cNvSpPr>
            <a:spLocks noGrp="1"/>
          </p:cNvSpPr>
          <p:nvPr>
            <p:ph type="pic" idx="9"/>
          </p:nvPr>
        </p:nvSpPr>
        <p:spPr>
          <a:xfrm>
            <a:off x="5086375" y="797675"/>
            <a:ext cx="2668800" cy="1291500"/>
          </a:xfrm>
          <a:prstGeom prst="rect">
            <a:avLst/>
          </a:prstGeom>
          <a:noFill/>
          <a:ln>
            <a:noFill/>
          </a:ln>
        </p:spPr>
      </p:sp>
      <p:sp>
        <p:nvSpPr>
          <p:cNvPr id="401" name="Google Shape;401;g2c157a2fb06_0_263"/>
          <p:cNvSpPr>
            <a:spLocks noGrp="1"/>
          </p:cNvSpPr>
          <p:nvPr>
            <p:ph type="pic" idx="13"/>
          </p:nvPr>
        </p:nvSpPr>
        <p:spPr>
          <a:xfrm>
            <a:off x="5086375" y="2002592"/>
            <a:ext cx="2668800" cy="1291500"/>
          </a:xfrm>
          <a:prstGeom prst="rect">
            <a:avLst/>
          </a:prstGeom>
          <a:noFill/>
          <a:ln>
            <a:noFill/>
          </a:ln>
        </p:spPr>
      </p:sp>
      <p:sp>
        <p:nvSpPr>
          <p:cNvPr id="402" name="Google Shape;402;g2c157a2fb06_0_263"/>
          <p:cNvSpPr>
            <a:spLocks noGrp="1"/>
          </p:cNvSpPr>
          <p:nvPr>
            <p:ph type="pic" idx="14"/>
          </p:nvPr>
        </p:nvSpPr>
        <p:spPr>
          <a:xfrm>
            <a:off x="5086375" y="3207508"/>
            <a:ext cx="2668800" cy="1291500"/>
          </a:xfrm>
          <a:prstGeom prst="rect">
            <a:avLst/>
          </a:prstGeom>
          <a:noFill/>
          <a:ln>
            <a:noFill/>
          </a:ln>
        </p:spPr>
      </p:sp>
      <p:sp>
        <p:nvSpPr>
          <p:cNvPr id="403" name="Google Shape;403;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4" name="Google Shape;404;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5" name="Google Shape;405;g2c157a2fb06_0_263"/>
          <p:cNvGrpSpPr/>
          <p:nvPr/>
        </p:nvGrpSpPr>
        <p:grpSpPr>
          <a:xfrm>
            <a:off x="662575" y="6212475"/>
            <a:ext cx="586800" cy="571500"/>
            <a:chOff x="662575" y="6212475"/>
            <a:chExt cx="586800" cy="571500"/>
          </a:xfrm>
        </p:grpSpPr>
        <p:sp>
          <p:nvSpPr>
            <p:cNvPr id="406" name="Google Shape;40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263"/>
          <p:cNvGrpSpPr/>
          <p:nvPr/>
        </p:nvGrpSpPr>
        <p:grpSpPr>
          <a:xfrm>
            <a:off x="7894350" y="6212475"/>
            <a:ext cx="586800" cy="571500"/>
            <a:chOff x="7894350" y="6212475"/>
            <a:chExt cx="586800" cy="571500"/>
          </a:xfrm>
        </p:grpSpPr>
        <p:sp>
          <p:nvSpPr>
            <p:cNvPr id="410" name="Google Shape;41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413"/>
        <p:cNvGrpSpPr/>
        <p:nvPr/>
      </p:nvGrpSpPr>
      <p:grpSpPr>
        <a:xfrm>
          <a:off x="0" y="0"/>
          <a:ext cx="0" cy="0"/>
          <a:chOff x="0" y="0"/>
          <a:chExt cx="0" cy="0"/>
        </a:xfrm>
      </p:grpSpPr>
      <p:sp>
        <p:nvSpPr>
          <p:cNvPr id="414" name="Google Shape;414;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7" name="Google Shape;41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8" name="Google Shape;418;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1" name="Google Shape;421;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2" name="Google Shape;42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3" name="Google Shape;42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4" name="Google Shape;42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425" name="Google Shape;425;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6" name="Google Shape;426;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8" name="Google Shape;42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9" name="Google Shape;42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30" name="Google Shape;43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1" name="Google Shape;43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2" name="Google Shape;432;g2c157a2fb06_0_467"/>
          <p:cNvGrpSpPr/>
          <p:nvPr/>
        </p:nvGrpSpPr>
        <p:grpSpPr>
          <a:xfrm>
            <a:off x="662575" y="6212475"/>
            <a:ext cx="586800" cy="571500"/>
            <a:chOff x="662575" y="6212475"/>
            <a:chExt cx="586800" cy="571500"/>
          </a:xfrm>
        </p:grpSpPr>
        <p:sp>
          <p:nvSpPr>
            <p:cNvPr id="433" name="Google Shape;43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467"/>
          <p:cNvGrpSpPr/>
          <p:nvPr/>
        </p:nvGrpSpPr>
        <p:grpSpPr>
          <a:xfrm>
            <a:off x="7894350" y="6212475"/>
            <a:ext cx="586800" cy="571500"/>
            <a:chOff x="7894350" y="6212475"/>
            <a:chExt cx="586800" cy="571500"/>
          </a:xfrm>
        </p:grpSpPr>
        <p:sp>
          <p:nvSpPr>
            <p:cNvPr id="437" name="Google Shape;43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40"/>
        <p:cNvGrpSpPr/>
        <p:nvPr/>
      </p:nvGrpSpPr>
      <p:grpSpPr>
        <a:xfrm>
          <a:off x="0" y="0"/>
          <a:ext cx="0" cy="0"/>
          <a:chOff x="0" y="0"/>
          <a:chExt cx="0" cy="0"/>
        </a:xfrm>
      </p:grpSpPr>
      <p:sp>
        <p:nvSpPr>
          <p:cNvPr id="441" name="Google Shape;441;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4" name="Google Shape;444;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5" name="Google Shape;445;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8" name="Google Shape;44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9" name="Google Shape;449;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51" name="Google Shape;451;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2" name="Google Shape;452;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3" name="Google Shape;453;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5" name="Google Shape;45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56" name="Google Shape;456;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7" name="Google Shape;45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629"/>
          <p:cNvGrpSpPr/>
          <p:nvPr/>
        </p:nvGrpSpPr>
        <p:grpSpPr>
          <a:xfrm>
            <a:off x="662575" y="6212475"/>
            <a:ext cx="586800" cy="571500"/>
            <a:chOff x="662575" y="6212475"/>
            <a:chExt cx="586800" cy="571500"/>
          </a:xfrm>
        </p:grpSpPr>
        <p:sp>
          <p:nvSpPr>
            <p:cNvPr id="460" name="Google Shape;46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629"/>
          <p:cNvGrpSpPr/>
          <p:nvPr/>
        </p:nvGrpSpPr>
        <p:grpSpPr>
          <a:xfrm>
            <a:off x="7894350" y="6212475"/>
            <a:ext cx="586800" cy="571500"/>
            <a:chOff x="7894350" y="6212475"/>
            <a:chExt cx="586800" cy="571500"/>
          </a:xfrm>
        </p:grpSpPr>
        <p:sp>
          <p:nvSpPr>
            <p:cNvPr id="464" name="Google Shape;46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67"/>
        <p:cNvGrpSpPr/>
        <p:nvPr/>
      </p:nvGrpSpPr>
      <p:grpSpPr>
        <a:xfrm>
          <a:off x="0" y="0"/>
          <a:ext cx="0" cy="0"/>
          <a:chOff x="0" y="0"/>
          <a:chExt cx="0" cy="0"/>
        </a:xfrm>
      </p:grpSpPr>
      <p:sp>
        <p:nvSpPr>
          <p:cNvPr id="468" name="Google Shape;468;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98"/>
          <p:cNvGrpSpPr/>
          <p:nvPr/>
        </p:nvGrpSpPr>
        <p:grpSpPr>
          <a:xfrm>
            <a:off x="662575" y="6212475"/>
            <a:ext cx="586800" cy="571500"/>
            <a:chOff x="662575" y="6212475"/>
            <a:chExt cx="586800" cy="571500"/>
          </a:xfrm>
        </p:grpSpPr>
        <p:sp>
          <p:nvSpPr>
            <p:cNvPr id="488" name="Google Shape;488;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98"/>
          <p:cNvGrpSpPr/>
          <p:nvPr/>
        </p:nvGrpSpPr>
        <p:grpSpPr>
          <a:xfrm>
            <a:off x="7894350" y="6212475"/>
            <a:ext cx="586800" cy="571500"/>
            <a:chOff x="7894350" y="6212475"/>
            <a:chExt cx="586800" cy="571500"/>
          </a:xfrm>
        </p:grpSpPr>
        <p:sp>
          <p:nvSpPr>
            <p:cNvPr id="492" name="Google Shape;492;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95"/>
        <p:cNvGrpSpPr/>
        <p:nvPr/>
      </p:nvGrpSpPr>
      <p:grpSpPr>
        <a:xfrm>
          <a:off x="0" y="0"/>
          <a:ext cx="0" cy="0"/>
          <a:chOff x="0" y="0"/>
          <a:chExt cx="0" cy="0"/>
        </a:xfrm>
      </p:grpSpPr>
      <p:sp>
        <p:nvSpPr>
          <p:cNvPr id="496" name="Google Shape;496;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04" name="Google Shape;50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5" name="Google Shape;50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6" name="Google Shape;50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7" name="Google Shape;50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508" name="Google Shape;508;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9" name="Google Shape;509;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510" name="Google Shape;510;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1" name="Google Shape;511;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513" name="Google Shape;513;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4" name="Google Shape;514;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5" name="Google Shape;515;g2c157a2fb06_0_825"/>
          <p:cNvGrpSpPr/>
          <p:nvPr/>
        </p:nvGrpSpPr>
        <p:grpSpPr>
          <a:xfrm>
            <a:off x="662575" y="6212475"/>
            <a:ext cx="586800" cy="571500"/>
            <a:chOff x="662575" y="6212475"/>
            <a:chExt cx="586800" cy="571500"/>
          </a:xfrm>
        </p:grpSpPr>
        <p:sp>
          <p:nvSpPr>
            <p:cNvPr id="516" name="Google Shape;516;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825"/>
          <p:cNvGrpSpPr/>
          <p:nvPr/>
        </p:nvGrpSpPr>
        <p:grpSpPr>
          <a:xfrm>
            <a:off x="7894350" y="6212475"/>
            <a:ext cx="586800" cy="571500"/>
            <a:chOff x="7894350" y="6212475"/>
            <a:chExt cx="586800" cy="571500"/>
          </a:xfrm>
        </p:grpSpPr>
        <p:sp>
          <p:nvSpPr>
            <p:cNvPr id="520" name="Google Shape;520;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523"/>
        <p:cNvGrpSpPr/>
        <p:nvPr/>
      </p:nvGrpSpPr>
      <p:grpSpPr>
        <a:xfrm>
          <a:off x="0" y="0"/>
          <a:ext cx="0" cy="0"/>
          <a:chOff x="0" y="0"/>
          <a:chExt cx="0" cy="0"/>
        </a:xfrm>
      </p:grpSpPr>
      <p:sp>
        <p:nvSpPr>
          <p:cNvPr id="524" name="Google Shape;524;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6" name="Google Shape;52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7" name="Google Shape;527;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1" name="Google Shape;53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2" name="Google Shape;53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6" name="Google Shape;536;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7" name="Google Shape;537;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8" name="Google Shape;538;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39" name="Google Shape;539;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40" name="Google Shape;540;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1" name="Google Shape;541;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2" name="Google Shape;542;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3" name="Google Shape;543;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5" name="Google Shape;545;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7" name="Google Shape;547;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49" name="Google Shape;549;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1" name="Google Shape;551;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3" name="Google Shape;553;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4" name="Google Shape;554;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55" name="Google Shape;555;g2c157a2fb06_0_700"/>
          <p:cNvGrpSpPr/>
          <p:nvPr/>
        </p:nvGrpSpPr>
        <p:grpSpPr>
          <a:xfrm>
            <a:off x="662575" y="6212475"/>
            <a:ext cx="586800" cy="571500"/>
            <a:chOff x="662575" y="6212475"/>
            <a:chExt cx="586800" cy="571500"/>
          </a:xfrm>
        </p:grpSpPr>
        <p:sp>
          <p:nvSpPr>
            <p:cNvPr id="556" name="Google Shape;556;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8" name="Google Shape;558;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9" name="Google Shape;559;g2c157a2fb06_0_700"/>
          <p:cNvGrpSpPr/>
          <p:nvPr/>
        </p:nvGrpSpPr>
        <p:grpSpPr>
          <a:xfrm>
            <a:off x="7894350" y="6212475"/>
            <a:ext cx="586800" cy="571500"/>
            <a:chOff x="7894350" y="6212475"/>
            <a:chExt cx="586800" cy="571500"/>
          </a:xfrm>
        </p:grpSpPr>
        <p:sp>
          <p:nvSpPr>
            <p:cNvPr id="560" name="Google Shape;560;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63"/>
        <p:cNvGrpSpPr/>
        <p:nvPr/>
      </p:nvGrpSpPr>
      <p:grpSpPr>
        <a:xfrm>
          <a:off x="0" y="0"/>
          <a:ext cx="0" cy="0"/>
          <a:chOff x="0" y="0"/>
          <a:chExt cx="0" cy="0"/>
        </a:xfrm>
      </p:grpSpPr>
      <p:sp>
        <p:nvSpPr>
          <p:cNvPr id="564" name="Google Shape;564;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7" name="Google Shape;567;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68" name="Google Shape;568;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1" name="Google Shape;57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2" name="Google Shape;57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4" name="Google Shape;574;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5" name="Google Shape;57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76" name="Google Shape;57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77" name="Google Shape;57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78" name="Google Shape;57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79" name="Google Shape;57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80" name="Google Shape;58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81" name="Google Shape;58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82" name="Google Shape;58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83" name="Google Shape;58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84" name="Google Shape;58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5" name="Google Shape;58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86" name="Google Shape;586;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7" name="Google Shape;587;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8" name="Google Shape;588;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9" name="Google Shape;589;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0" name="Google Shape;590;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1" name="Google Shape;591;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2" name="Google Shape;592;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3" name="Google Shape;593;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94" name="Google Shape;594;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95" name="Google Shape;595;g2c157a2fb06_0_932"/>
          <p:cNvGrpSpPr/>
          <p:nvPr/>
        </p:nvGrpSpPr>
        <p:grpSpPr>
          <a:xfrm>
            <a:off x="662575" y="6212475"/>
            <a:ext cx="586800" cy="571500"/>
            <a:chOff x="662575" y="6212475"/>
            <a:chExt cx="586800" cy="571500"/>
          </a:xfrm>
        </p:grpSpPr>
        <p:sp>
          <p:nvSpPr>
            <p:cNvPr id="596" name="Google Shape;59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9" name="Google Shape;599;g2c157a2fb06_0_932"/>
          <p:cNvGrpSpPr/>
          <p:nvPr/>
        </p:nvGrpSpPr>
        <p:grpSpPr>
          <a:xfrm>
            <a:off x="7894350" y="6212475"/>
            <a:ext cx="586800" cy="571500"/>
            <a:chOff x="7894350" y="6212475"/>
            <a:chExt cx="586800" cy="571500"/>
          </a:xfrm>
        </p:grpSpPr>
        <p:sp>
          <p:nvSpPr>
            <p:cNvPr id="600" name="Google Shape;60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603"/>
        <p:cNvGrpSpPr/>
        <p:nvPr/>
      </p:nvGrpSpPr>
      <p:grpSpPr>
        <a:xfrm>
          <a:off x="0" y="0"/>
          <a:ext cx="0" cy="0"/>
          <a:chOff x="0" y="0"/>
          <a:chExt cx="0" cy="0"/>
        </a:xfrm>
      </p:grpSpPr>
      <p:sp>
        <p:nvSpPr>
          <p:cNvPr id="604" name="Google Shape;604;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7" name="Google Shape;607;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08" name="Google Shape;608;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1" name="Google Shape;61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612" name="Google Shape;61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613" name="Google Shape;61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614" name="Google Shape;61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5" name="Google Shape;61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6" name="Google Shape;61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9" name="Google Shape;61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0" name="Google Shape;62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1" name="Google Shape;62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3" name="Google Shape;62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4" name="Google Shape;62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5" name="Google Shape;62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6" name="Google Shape;62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27" name="Google Shape;62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28" name="Google Shape;62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9" name="Google Shape;62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30" name="Google Shape;63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1" name="Google Shape;63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32" name="Google Shape;632;g2c157a2fb06_0_1045"/>
          <p:cNvGrpSpPr/>
          <p:nvPr/>
        </p:nvGrpSpPr>
        <p:grpSpPr>
          <a:xfrm>
            <a:off x="662575" y="6212475"/>
            <a:ext cx="586800" cy="571500"/>
            <a:chOff x="662575" y="6212475"/>
            <a:chExt cx="586800" cy="571500"/>
          </a:xfrm>
        </p:grpSpPr>
        <p:sp>
          <p:nvSpPr>
            <p:cNvPr id="633" name="Google Shape;63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6" name="Google Shape;636;g2c157a2fb06_0_1045"/>
          <p:cNvGrpSpPr/>
          <p:nvPr/>
        </p:nvGrpSpPr>
        <p:grpSpPr>
          <a:xfrm>
            <a:off x="7894350" y="6212475"/>
            <a:ext cx="586800" cy="571500"/>
            <a:chOff x="7894350" y="6212475"/>
            <a:chExt cx="586800" cy="571500"/>
          </a:xfrm>
        </p:grpSpPr>
        <p:sp>
          <p:nvSpPr>
            <p:cNvPr id="637" name="Google Shape;63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40"/>
        <p:cNvGrpSpPr/>
        <p:nvPr/>
      </p:nvGrpSpPr>
      <p:grpSpPr>
        <a:xfrm>
          <a:off x="0" y="0"/>
          <a:ext cx="0" cy="0"/>
          <a:chOff x="0" y="0"/>
          <a:chExt cx="0" cy="0"/>
        </a:xfrm>
      </p:grpSpPr>
      <p:sp>
        <p:nvSpPr>
          <p:cNvPr id="641" name="Google Shape;641;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4" name="Google Shape;644;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45" name="Google Shape;645;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8" name="Google Shape;64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9" name="Google Shape;649;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50" name="Google Shape;650;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51" name="Google Shape;651;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52" name="Google Shape;65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53" name="Google Shape;65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54" name="Google Shape;654;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55" name="Google Shape;655;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56" name="Google Shape;656;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57" name="Google Shape;657;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58" name="Google Shape;658;g2c157a2fb06_0_1110"/>
          <p:cNvGrpSpPr/>
          <p:nvPr/>
        </p:nvGrpSpPr>
        <p:grpSpPr>
          <a:xfrm>
            <a:off x="5806200" y="1807463"/>
            <a:ext cx="756300" cy="146700"/>
            <a:chOff x="5806200" y="1807463"/>
            <a:chExt cx="756300" cy="146700"/>
          </a:xfrm>
        </p:grpSpPr>
        <p:sp>
          <p:nvSpPr>
            <p:cNvPr id="659" name="Google Shape;65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0" name="Google Shape;66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1" name="Google Shape;66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2" name="Google Shape;66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63" name="Google Shape;66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64" name="Google Shape;664;g2c157a2fb06_0_1110"/>
          <p:cNvGrpSpPr/>
          <p:nvPr/>
        </p:nvGrpSpPr>
        <p:grpSpPr>
          <a:xfrm>
            <a:off x="5806200" y="2842438"/>
            <a:ext cx="756300" cy="146700"/>
            <a:chOff x="5806200" y="1807463"/>
            <a:chExt cx="756300" cy="146700"/>
          </a:xfrm>
        </p:grpSpPr>
        <p:sp>
          <p:nvSpPr>
            <p:cNvPr id="665" name="Google Shape;665;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68" name="Google Shape;668;g2c157a2fb06_0_1110"/>
          <p:cNvGrpSpPr/>
          <p:nvPr/>
        </p:nvGrpSpPr>
        <p:grpSpPr>
          <a:xfrm>
            <a:off x="5806200" y="3877413"/>
            <a:ext cx="756300" cy="146700"/>
            <a:chOff x="5806200" y="1807463"/>
            <a:chExt cx="756300" cy="146700"/>
          </a:xfrm>
        </p:grpSpPr>
        <p:sp>
          <p:nvSpPr>
            <p:cNvPr id="669" name="Google Shape;66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72" name="Google Shape;672;g2c157a2fb06_0_1110"/>
          <p:cNvGrpSpPr/>
          <p:nvPr/>
        </p:nvGrpSpPr>
        <p:grpSpPr>
          <a:xfrm>
            <a:off x="662575" y="6212475"/>
            <a:ext cx="586800" cy="571500"/>
            <a:chOff x="662575" y="6212475"/>
            <a:chExt cx="586800" cy="571500"/>
          </a:xfrm>
        </p:grpSpPr>
        <p:sp>
          <p:nvSpPr>
            <p:cNvPr id="673" name="Google Shape;67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5" name="Google Shape;675;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76" name="Google Shape;676;g2c157a2fb06_0_1110"/>
          <p:cNvGrpSpPr/>
          <p:nvPr/>
        </p:nvGrpSpPr>
        <p:grpSpPr>
          <a:xfrm>
            <a:off x="7894350" y="6212475"/>
            <a:ext cx="586800" cy="571500"/>
            <a:chOff x="7894350" y="6212475"/>
            <a:chExt cx="586800" cy="571500"/>
          </a:xfrm>
        </p:grpSpPr>
        <p:sp>
          <p:nvSpPr>
            <p:cNvPr id="677" name="Google Shape;67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9" name="Google Shape;679;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0"/>
        <p:cNvGrpSpPr/>
        <p:nvPr/>
      </p:nvGrpSpPr>
      <p:grpSpPr>
        <a:xfrm>
          <a:off x="0" y="0"/>
          <a:ext cx="0" cy="0"/>
          <a:chOff x="0" y="0"/>
          <a:chExt cx="0" cy="0"/>
        </a:xfrm>
      </p:grpSpPr>
      <p:sp>
        <p:nvSpPr>
          <p:cNvPr id="681" name="Google Shape;68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85" name="Google Shape;68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88" name="Google Shape;68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89" name="Google Shape;68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0" name="Google Shape;69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1" name="Google Shape;69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2" name="Google Shape;69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4" name="Google Shape;694;p30"/>
          <p:cNvGrpSpPr/>
          <p:nvPr/>
        </p:nvGrpSpPr>
        <p:grpSpPr>
          <a:xfrm>
            <a:off x="6022940" y="5341706"/>
            <a:ext cx="594501" cy="305904"/>
            <a:chOff x="5672081" y="1914352"/>
            <a:chExt cx="792668" cy="305904"/>
          </a:xfrm>
        </p:grpSpPr>
        <p:sp>
          <p:nvSpPr>
            <p:cNvPr id="695" name="Google Shape;69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6" name="Google Shape;69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97" name="Google Shape;69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98" name="Google Shape;69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9" name="Google Shape;69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0" name="Google Shape;70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2" name="Google Shape;70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3" name="Google Shape;70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06" name="Google Shape;70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07" name="Google Shape;70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9" name="Google Shape;70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0" name="Google Shape;71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1" name="Google Shape;71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2" name="Google Shape;71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15" name="Google Shape;71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16" name="Google Shape;71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17" name="Google Shape;71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18" name="Google Shape;71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19" name="Google Shape;71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1" name="Google Shape;72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2" name="Google Shape;72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4" name="Google Shape;72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25" name="Google Shape;72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26"/>
        <p:cNvGrpSpPr/>
        <p:nvPr/>
      </p:nvGrpSpPr>
      <p:grpSpPr>
        <a:xfrm>
          <a:off x="0" y="0"/>
          <a:ext cx="0" cy="0"/>
          <a:chOff x="0" y="0"/>
          <a:chExt cx="0" cy="0"/>
        </a:xfrm>
      </p:grpSpPr>
      <p:sp>
        <p:nvSpPr>
          <p:cNvPr id="727" name="Google Shape;72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28" name="Google Shape;72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29" name="Google Shape;72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0"/>
        <p:cNvGrpSpPr/>
        <p:nvPr/>
      </p:nvGrpSpPr>
      <p:grpSpPr>
        <a:xfrm>
          <a:off x="0" y="0"/>
          <a:ext cx="0" cy="0"/>
          <a:chOff x="0" y="0"/>
          <a:chExt cx="0" cy="0"/>
        </a:xfrm>
      </p:grpSpPr>
      <p:sp>
        <p:nvSpPr>
          <p:cNvPr id="731" name="Google Shape;73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2" name="Google Shape;73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3" name="Google Shape;73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10.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29" Type="http://schemas.openxmlformats.org/officeDocument/2006/relationships/image" Target="../media/image60.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28" Type="http://schemas.openxmlformats.org/officeDocument/2006/relationships/image" Target="../media/image59.png"/><Relationship Id="rId10" Type="http://schemas.openxmlformats.org/officeDocument/2006/relationships/image" Target="../media/image41.png"/><Relationship Id="rId19" Type="http://schemas.openxmlformats.org/officeDocument/2006/relationships/image" Target="../media/image50.png"/><Relationship Id="rId31" Type="http://schemas.openxmlformats.org/officeDocument/2006/relationships/image" Target="../media/image62.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 Id="rId30" Type="http://schemas.openxmlformats.org/officeDocument/2006/relationships/image" Target="../media/image61.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9.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5.png"/><Relationship Id="rId3" Type="http://schemas.openxmlformats.org/officeDocument/2006/relationships/image" Target="../media/image76.png"/><Relationship Id="rId21" Type="http://schemas.openxmlformats.org/officeDocument/2006/relationships/image" Target="../media/image6.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4.png"/><Relationship Id="rId2" Type="http://schemas.openxmlformats.org/officeDocument/2006/relationships/notesSlide" Target="../notesSlides/notesSlide6.xml"/><Relationship Id="rId16" Type="http://schemas.openxmlformats.org/officeDocument/2006/relationships/image" Target="../media/image89.png"/><Relationship Id="rId20" Type="http://schemas.openxmlformats.org/officeDocument/2006/relationships/image" Target="../media/image7.png"/><Relationship Id="rId29" Type="http://schemas.openxmlformats.org/officeDocument/2006/relationships/image" Target="../media/image98.png"/><Relationship Id="rId1" Type="http://schemas.openxmlformats.org/officeDocument/2006/relationships/slideLayout" Target="../slideLayouts/slideLayout4.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3.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2.png"/><Relationship Id="rId28" Type="http://schemas.openxmlformats.org/officeDocument/2006/relationships/image" Target="../media/image97.png"/><Relationship Id="rId10" Type="http://schemas.openxmlformats.org/officeDocument/2006/relationships/image" Target="../media/image83.png"/><Relationship Id="rId19" Type="http://schemas.openxmlformats.org/officeDocument/2006/relationships/image" Target="../media/image8.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5.png"/><Relationship Id="rId27" Type="http://schemas.openxmlformats.org/officeDocument/2006/relationships/image" Target="../media/image96.png"/><Relationship Id="rId30" Type="http://schemas.openxmlformats.org/officeDocument/2006/relationships/image" Target="../media/image99.png"/></Relationships>
</file>

<file path=ppt/slides/_rels/slide7.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png"/><Relationship Id="rId18" Type="http://schemas.openxmlformats.org/officeDocument/2006/relationships/image" Target="../media/image76.png"/><Relationship Id="rId3" Type="http://schemas.openxmlformats.org/officeDocument/2006/relationships/image" Target="../media/image8.png"/><Relationship Id="rId7" Type="http://schemas.openxmlformats.org/officeDocument/2006/relationships/image" Target="../media/image92.png"/><Relationship Id="rId12" Type="http://schemas.openxmlformats.org/officeDocument/2006/relationships/image" Target="../media/image97.png"/><Relationship Id="rId17" Type="http://schemas.openxmlformats.org/officeDocument/2006/relationships/image" Target="../media/image77.png"/><Relationship Id="rId2" Type="http://schemas.openxmlformats.org/officeDocument/2006/relationships/notesSlide" Target="../notesSlides/notesSlide7.xml"/><Relationship Id="rId16" Type="http://schemas.openxmlformats.org/officeDocument/2006/relationships/image" Target="../media/image78.png"/><Relationship Id="rId1" Type="http://schemas.openxmlformats.org/officeDocument/2006/relationships/slideLayout" Target="../slideLayouts/slideLayout5.xml"/><Relationship Id="rId6" Type="http://schemas.openxmlformats.org/officeDocument/2006/relationships/image" Target="../media/image5.png"/><Relationship Id="rId11" Type="http://schemas.openxmlformats.org/officeDocument/2006/relationships/image" Target="../media/image96.png"/><Relationship Id="rId5" Type="http://schemas.openxmlformats.org/officeDocument/2006/relationships/image" Target="../media/image6.png"/><Relationship Id="rId15" Type="http://schemas.openxmlformats.org/officeDocument/2006/relationships/image" Target="../media/image79.png"/><Relationship Id="rId10" Type="http://schemas.openxmlformats.org/officeDocument/2006/relationships/image" Target="../media/image95.png"/><Relationship Id="rId19" Type="http://schemas.openxmlformats.org/officeDocument/2006/relationships/image" Target="../media/image99.png"/><Relationship Id="rId4" Type="http://schemas.openxmlformats.org/officeDocument/2006/relationships/image" Target="../media/image7.png"/><Relationship Id="rId9" Type="http://schemas.openxmlformats.org/officeDocument/2006/relationships/image" Target="../media/image94.png"/><Relationship Id="rId14" Type="http://schemas.openxmlformats.org/officeDocument/2006/relationships/image" Target="../media/image80.png"/></Relationships>
</file>

<file path=ppt/slides/_rels/slide8.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18" Type="http://schemas.openxmlformats.org/officeDocument/2006/relationships/image" Target="../media/image115.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 Type="http://schemas.openxmlformats.org/officeDocument/2006/relationships/notesSlide" Target="../notesSlides/notesSlide8.xml"/><Relationship Id="rId16" Type="http://schemas.openxmlformats.org/officeDocument/2006/relationships/image" Target="../media/image113.png"/><Relationship Id="rId1" Type="http://schemas.openxmlformats.org/officeDocument/2006/relationships/slideLayout" Target="../slideLayouts/slideLayout5.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112.png"/><Relationship Id="rId10" Type="http://schemas.openxmlformats.org/officeDocument/2006/relationships/image" Target="../media/image107.png"/><Relationship Id="rId19" Type="http://schemas.openxmlformats.org/officeDocument/2006/relationships/image" Target="../media/image116.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s>
</file>

<file path=ppt/slides/_rels/slide9.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6.png"/><Relationship Id="rId3" Type="http://schemas.openxmlformats.org/officeDocument/2006/relationships/image" Target="../media/image10.png"/><Relationship Id="rId7" Type="http://schemas.openxmlformats.org/officeDocument/2006/relationships/image" Target="../media/image120.png"/><Relationship Id="rId12" Type="http://schemas.openxmlformats.org/officeDocument/2006/relationships/image" Target="../media/image125.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5" Type="http://schemas.openxmlformats.org/officeDocument/2006/relationships/image" Target="../media/image12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png"/><Relationship Id="rId14" Type="http://schemas.openxmlformats.org/officeDocument/2006/relationships/image" Target="../media/image127.png"/></Relationships>
</file>

<file path=ppt/slides/_rels/slide10.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image" Target="../media/image139.png"/><Relationship Id="rId3" Type="http://schemas.openxmlformats.org/officeDocument/2006/relationships/image" Target="../media/image129.png"/><Relationship Id="rId7" Type="http://schemas.openxmlformats.org/officeDocument/2006/relationships/image" Target="../media/image133.png"/><Relationship Id="rId12" Type="http://schemas.openxmlformats.org/officeDocument/2006/relationships/image" Target="../media/image138.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32.png"/><Relationship Id="rId11" Type="http://schemas.openxmlformats.org/officeDocument/2006/relationships/image" Target="../media/image137.png"/><Relationship Id="rId5" Type="http://schemas.openxmlformats.org/officeDocument/2006/relationships/image" Target="../media/image131.png"/><Relationship Id="rId15" Type="http://schemas.openxmlformats.org/officeDocument/2006/relationships/image" Target="../media/image141.png"/><Relationship Id="rId10" Type="http://schemas.openxmlformats.org/officeDocument/2006/relationships/image" Target="../media/image136.png"/><Relationship Id="rId4" Type="http://schemas.openxmlformats.org/officeDocument/2006/relationships/image" Target="../media/image130.png"/><Relationship Id="rId9" Type="http://schemas.openxmlformats.org/officeDocument/2006/relationships/image" Target="../media/image135.png"/><Relationship Id="rId14" Type="http://schemas.openxmlformats.org/officeDocument/2006/relationships/image" Target="../media/image140.png"/></Relationships>
</file>

<file path=ppt/slides/_rels/slide1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44.png"/><Relationship Id="rId4"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Common Exception Words</a:t>
            </a:r>
            <a:endParaRPr/>
          </a:p>
        </p:txBody>
      </p:sp>
      <p:sp>
        <p:nvSpPr>
          <p:cNvPr id="739" name="Google Shape;739;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60</a:t>
            </a:r>
            <a:endParaRPr/>
          </a:p>
        </p:txBody>
      </p:sp>
      <p:graphicFrame>
        <p:nvGraphicFramePr>
          <p:cNvPr id="740" name="Google Shape;740;p1"/>
          <p:cNvGraphicFramePr/>
          <p:nvPr/>
        </p:nvGraphicFramePr>
        <p:xfrm>
          <a:off x="4844200" y="1891197"/>
          <a:ext cx="3784950" cy="1678950"/>
        </p:xfrm>
        <a:graphic>
          <a:graphicData uri="http://schemas.openxmlformats.org/drawingml/2006/table">
            <a:tbl>
              <a:tblPr firstRow="1" bandRow="1">
                <a:noFill/>
                <a:tableStyleId>{00FDC953-BD94-4D26-91C1-C98CE8DEDA62}</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41" name="Google Shape;741;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42" name="Google Shape;742;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grpSp>
        <p:nvGrpSpPr>
          <p:cNvPr id="743" name="Google Shape;743;p1"/>
          <p:cNvGrpSpPr/>
          <p:nvPr/>
        </p:nvGrpSpPr>
        <p:grpSpPr>
          <a:xfrm>
            <a:off x="4190473" y="4149529"/>
            <a:ext cx="4588402" cy="1407735"/>
            <a:chOff x="4190473" y="4149529"/>
            <a:chExt cx="4588402" cy="1407735"/>
          </a:xfrm>
        </p:grpSpPr>
        <p:sp>
          <p:nvSpPr>
            <p:cNvPr id="744" name="Google Shape;744;p1"/>
            <p:cNvSpPr/>
            <p:nvPr/>
          </p:nvSpPr>
          <p:spPr>
            <a:xfrm>
              <a:off x="482889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45" name="Google Shape;745;p1"/>
            <p:cNvSpPr/>
            <p:nvPr/>
          </p:nvSpPr>
          <p:spPr>
            <a:xfrm>
              <a:off x="525575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46" name="Google Shape;746;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7254"/>
                </a:srgbClr>
              </a:outerShdw>
            </a:effectLst>
          </p:spPr>
        </p:pic>
        <p:pic>
          <p:nvPicPr>
            <p:cNvPr id="747" name="Google Shape;747;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254"/>
                </a:srgbClr>
              </a:outerShdw>
            </a:effectLst>
          </p:spPr>
        </p:pic>
        <p:pic>
          <p:nvPicPr>
            <p:cNvPr id="748" name="Google Shape;748;p1"/>
            <p:cNvPicPr preferRelativeResize="0"/>
            <p:nvPr/>
          </p:nvPicPr>
          <p:blipFill rotWithShape="1">
            <a:blip r:embed="rId5">
              <a:alphaModFix/>
            </a:blip>
            <a:srcRect l="19" r="9"/>
            <a:stretch/>
          </p:blipFill>
          <p:spPr>
            <a:xfrm rot="-305105">
              <a:off x="5255740" y="4206861"/>
              <a:ext cx="1336093" cy="955590"/>
            </a:xfrm>
            <a:prstGeom prst="rect">
              <a:avLst/>
            </a:prstGeom>
            <a:noFill/>
            <a:ln>
              <a:noFill/>
            </a:ln>
            <a:effectLst>
              <a:outerShdw blurRad="71438" dist="19050" dir="5400000" algn="bl" rotWithShape="0">
                <a:srgbClr val="000000">
                  <a:alpha val="17254"/>
                </a:srgbClr>
              </a:outerShdw>
            </a:effectLst>
          </p:spPr>
        </p:pic>
        <p:pic>
          <p:nvPicPr>
            <p:cNvPr id="749" name="Google Shape;749;p1"/>
            <p:cNvPicPr preferRelativeResize="0"/>
            <p:nvPr/>
          </p:nvPicPr>
          <p:blipFill rotWithShape="1">
            <a:blip r:embed="rId6">
              <a:alphaModFix/>
            </a:blip>
            <a:srcRect t="19" b="29"/>
            <a:stretch/>
          </p:blipFill>
          <p:spPr>
            <a:xfrm rot="-511407">
              <a:off x="4253749" y="4487467"/>
              <a:ext cx="1333892" cy="953242"/>
            </a:xfrm>
            <a:prstGeom prst="rect">
              <a:avLst/>
            </a:prstGeom>
            <a:noFill/>
            <a:ln>
              <a:noFill/>
            </a:ln>
            <a:effectLst>
              <a:outerShdw blurRad="71438" dist="19050" dir="5400000" algn="bl" rotWithShape="0">
                <a:srgbClr val="000000">
                  <a:alpha val="17254"/>
                </a:srgbClr>
              </a:outerShdw>
            </a:effec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bee4f4af4b_0_204"/>
          <p:cNvSpPr txBox="1">
            <a:spLocks noGrp="1"/>
          </p:cNvSpPr>
          <p:nvPr>
            <p:ph type="body" idx="1"/>
          </p:nvPr>
        </p:nvSpPr>
        <p:spPr>
          <a:xfrm>
            <a:off x="3298550" y="1032250"/>
            <a:ext cx="52443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a:t>
            </a:r>
            <a:endParaRPr/>
          </a:p>
        </p:txBody>
      </p:sp>
      <p:sp>
        <p:nvSpPr>
          <p:cNvPr id="756" name="Google Shape;756;g2bee4f4af4b_0_204"/>
          <p:cNvSpPr txBox="1">
            <a:spLocks noGrp="1"/>
          </p:cNvSpPr>
          <p:nvPr>
            <p:ph type="body" idx="2"/>
          </p:nvPr>
        </p:nvSpPr>
        <p:spPr>
          <a:xfrm>
            <a:off x="3298550" y="1710625"/>
            <a:ext cx="5175300" cy="1661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all Phase 3 Common Exception Words learned so far </a:t>
            </a:r>
            <a:r>
              <a:rPr lang="en-US">
                <a:solidFill>
                  <a:srgbClr val="2356AF"/>
                </a:solidFill>
              </a:rPr>
              <a:t>push they me we be he she my by looked you are there here were all sure.</a:t>
            </a:r>
            <a:endParaRPr>
              <a:solidFill>
                <a:srgbClr val="2356AF"/>
              </a:solidFill>
            </a:endParaRPr>
          </a:p>
        </p:txBody>
      </p:sp>
      <p:sp>
        <p:nvSpPr>
          <p:cNvPr id="757" name="Google Shape;757;g2bee4f4af4b_0_204"/>
          <p:cNvSpPr txBox="1"/>
          <p:nvPr/>
        </p:nvSpPr>
        <p:spPr>
          <a:xfrm>
            <a:off x="1128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58" name="Google Shape;758;g2bee4f4af4b_0_204"/>
          <p:cNvSpPr txBox="1"/>
          <p:nvPr/>
        </p:nvSpPr>
        <p:spPr>
          <a:xfrm>
            <a:off x="840852" y="5117929"/>
            <a:ext cx="13893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2</a:t>
            </a:r>
            <a:endParaRPr sz="1400" b="0" i="0" u="none" strike="noStrike" cap="none">
              <a:solidFill>
                <a:srgbClr val="000000"/>
              </a:solidFill>
              <a:latin typeface="Poppins Medium"/>
              <a:ea typeface="Poppins Medium"/>
              <a:cs typeface="Poppins Medium"/>
              <a:sym typeface="Poppins Medium"/>
            </a:endParaRPr>
          </a:p>
        </p:txBody>
      </p:sp>
      <p:pic>
        <p:nvPicPr>
          <p:cNvPr id="759" name="Google Shape;759;g2bee4f4af4b_0_204"/>
          <p:cNvPicPr preferRelativeResize="0"/>
          <p:nvPr/>
        </p:nvPicPr>
        <p:blipFill rotWithShape="1">
          <a:blip r:embed="rId3">
            <a:alphaModFix/>
          </a:blip>
          <a:srcRect t="59" b="59"/>
          <a:stretch/>
        </p:blipFill>
        <p:spPr>
          <a:xfrm>
            <a:off x="1069429" y="4326104"/>
            <a:ext cx="931973" cy="665200"/>
          </a:xfrm>
          <a:prstGeom prst="rect">
            <a:avLst/>
          </a:prstGeom>
          <a:noFill/>
          <a:ln>
            <a:noFill/>
          </a:ln>
          <a:effectLst>
            <a:outerShdw blurRad="71438" dist="19050" dir="5220000" algn="bl" rotWithShape="0">
              <a:srgbClr val="D8D8D8"/>
            </a:outerShdw>
          </a:effectLst>
        </p:spPr>
      </p:pic>
      <p:sp>
        <p:nvSpPr>
          <p:cNvPr id="760" name="Google Shape;760;g2bee4f4af4b_0_204"/>
          <p:cNvSpPr txBox="1"/>
          <p:nvPr/>
        </p:nvSpPr>
        <p:spPr>
          <a:xfrm>
            <a:off x="252806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1" name="Google Shape;761;g2bee4f4af4b_0_204"/>
          <p:cNvSpPr txBox="1"/>
          <p:nvPr/>
        </p:nvSpPr>
        <p:spPr>
          <a:xfrm>
            <a:off x="2230052" y="5117929"/>
            <a:ext cx="14097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Common Exception Word Cards</a:t>
            </a:r>
            <a:br>
              <a:rPr lang="en-US" sz="900" b="0" i="0" u="none" strike="noStrike" cap="none" dirty="0">
                <a:solidFill>
                  <a:srgbClr val="757070"/>
                </a:solidFill>
                <a:latin typeface="Poppins Medium"/>
                <a:ea typeface="Poppins Medium"/>
                <a:cs typeface="Poppins Medium"/>
                <a:sym typeface="Poppins Medium"/>
              </a:rPr>
            </a:br>
            <a:r>
              <a:rPr lang="en-US" sz="900" b="0" i="1" u="none" strike="noStrike" cap="none" dirty="0">
                <a:solidFill>
                  <a:srgbClr val="757070"/>
                </a:solidFill>
                <a:latin typeface="Poppins Medium"/>
                <a:ea typeface="Poppins Medium"/>
                <a:cs typeface="Poppins Medium"/>
                <a:sym typeface="Poppins Medium"/>
              </a:rPr>
              <a:t>Phase 3</a:t>
            </a:r>
            <a:endParaRPr sz="1400" b="0" i="0" u="none" strike="noStrike" cap="none" dirty="0">
              <a:solidFill>
                <a:srgbClr val="000000"/>
              </a:solidFill>
              <a:latin typeface="Poppins Medium"/>
              <a:ea typeface="Poppins Medium"/>
              <a:cs typeface="Poppins Medium"/>
              <a:sym typeface="Poppins Medium"/>
            </a:endParaRPr>
          </a:p>
        </p:txBody>
      </p:sp>
      <p:pic>
        <p:nvPicPr>
          <p:cNvPr id="762" name="Google Shape;762;g2bee4f4af4b_0_204"/>
          <p:cNvPicPr preferRelativeResize="0"/>
          <p:nvPr/>
        </p:nvPicPr>
        <p:blipFill rotWithShape="1">
          <a:blip r:embed="rId4">
            <a:alphaModFix/>
          </a:blip>
          <a:srcRect t="89" b="79"/>
          <a:stretch/>
        </p:blipFill>
        <p:spPr>
          <a:xfrm>
            <a:off x="2468879" y="4326104"/>
            <a:ext cx="931974" cy="665199"/>
          </a:xfrm>
          <a:prstGeom prst="rect">
            <a:avLst/>
          </a:prstGeom>
          <a:noFill/>
          <a:ln>
            <a:noFill/>
          </a:ln>
          <a:effectLst>
            <a:outerShdw blurRad="71438" dist="19050" dir="5220000" algn="bl" rotWithShape="0">
              <a:srgbClr val="D8D8D8"/>
            </a:outerShdw>
          </a:effectLst>
        </p:spPr>
      </p:pic>
      <p:sp>
        <p:nvSpPr>
          <p:cNvPr id="763" name="Google Shape;763;g2bee4f4af4b_0_204"/>
          <p:cNvSpPr txBox="1"/>
          <p:nvPr/>
        </p:nvSpPr>
        <p:spPr>
          <a:xfrm>
            <a:off x="384699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64" name="Google Shape;764;g2bee4f4af4b_0_204"/>
          <p:cNvSpPr txBox="1"/>
          <p:nvPr/>
        </p:nvSpPr>
        <p:spPr>
          <a:xfrm>
            <a:off x="363969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65" name="Google Shape;765;g2bee4f4af4b_0_204"/>
          <p:cNvPicPr preferRelativeResize="0"/>
          <p:nvPr/>
        </p:nvPicPr>
        <p:blipFill rotWithShape="1">
          <a:blip r:embed="rId5">
            <a:alphaModFix/>
          </a:blip>
          <a:srcRect t="89" b="97"/>
          <a:stretch/>
        </p:blipFill>
        <p:spPr>
          <a:xfrm>
            <a:off x="3860371" y="4363493"/>
            <a:ext cx="786850" cy="590421"/>
          </a:xfrm>
          <a:prstGeom prst="rect">
            <a:avLst/>
          </a:prstGeom>
          <a:noFill/>
          <a:ln>
            <a:noFill/>
          </a:ln>
          <a:effectLst>
            <a:outerShdw blurRad="71438" dist="19050" dir="5220000" algn="bl" rotWithShape="0">
              <a:srgbClr val="D8D8D8"/>
            </a:outerShdw>
          </a:effectLst>
        </p:spPr>
      </p:pic>
      <p:sp>
        <p:nvSpPr>
          <p:cNvPr id="766" name="Google Shape;766;g2bee4f4af4b_0_204">
            <a:hlinkClick r:id="rId6" action="ppaction://hlinksldjump"/>
          </p:cNvPr>
          <p:cNvSpPr/>
          <p:nvPr/>
        </p:nvSpPr>
        <p:spPr>
          <a:xfrm>
            <a:off x="987821" y="38174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7" name="Google Shape;767;g2bee4f4af4b_0_204"/>
          <p:cNvSpPr/>
          <p:nvPr/>
        </p:nvSpPr>
        <p:spPr>
          <a:xfrm>
            <a:off x="232075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8" name="Google Shape;768;g2bee4f4af4b_0_204">
            <a:hlinkClick r:id="rId7" action="ppaction://hlinksldjump"/>
          </p:cNvPr>
          <p:cNvSpPr/>
          <p:nvPr/>
        </p:nvSpPr>
        <p:spPr>
          <a:xfrm>
            <a:off x="3744481" y="371970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75" name="Google Shape;775;g26b641b03cd_0_165"/>
          <p:cNvGrpSpPr/>
          <p:nvPr/>
        </p:nvGrpSpPr>
        <p:grpSpPr>
          <a:xfrm>
            <a:off x="930400" y="2129444"/>
            <a:ext cx="7283200" cy="3724851"/>
            <a:chOff x="930400" y="2129444"/>
            <a:chExt cx="7283200" cy="3724851"/>
          </a:xfrm>
        </p:grpSpPr>
        <p:pic>
          <p:nvPicPr>
            <p:cNvPr id="776" name="Google Shape;77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78" name="Google Shape;77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79" name="Google Shape;77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80" name="Google Shape;78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1" name="Google Shape;78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82" name="Google Shape;78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83" name="Google Shape;78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4" name="Google Shape;78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85" name="Google Shape;78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86" name="Google Shape;78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87" name="Google Shape;78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88" name="Google Shape;78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89" name="Google Shape;78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90" name="Google Shape;79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91" name="Google Shape;79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2" name="Google Shape;79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93" name="Google Shape;79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94" name="Google Shape;79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95" name="Google Shape;79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96" name="Google Shape;79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97" name="Google Shape;79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98" name="Google Shape;79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5" name="Google Shape;805;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07" name="Google Shape;807;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08" name="Google Shape;808;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09" name="Google Shape;809;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0" name="Google Shape;810;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11" name="Google Shape;811;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2" name="Google Shape;812;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3" name="Google Shape;813;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14" name="Google Shape;814;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15" name="Google Shape;815;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16" name="Google Shape;816;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17" name="Google Shape;817;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18" name="Google Shape;818;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19" name="Google Shape;819;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0" name="Google Shape;820;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1" name="Google Shape;821;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2" name="Google Shape;822;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3" name="Google Shape;823;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24" name="Google Shape;824;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25" name="Google Shape;825;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26" name="Google Shape;826;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27" name="Google Shape;827;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31" name="Google Shape;831;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32" name="Google Shape;832;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33" name="Google Shape;833;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40" name="Google Shape;840;g26b7edf6e71_0_109"/>
          <p:cNvGrpSpPr/>
          <p:nvPr/>
        </p:nvGrpSpPr>
        <p:grpSpPr>
          <a:xfrm>
            <a:off x="867357" y="2129450"/>
            <a:ext cx="7282807" cy="2686611"/>
            <a:chOff x="867357" y="2129450"/>
            <a:chExt cx="7282807" cy="2686611"/>
          </a:xfrm>
        </p:grpSpPr>
        <p:pic>
          <p:nvPicPr>
            <p:cNvPr id="841" name="Google Shape;84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2" name="Google Shape;84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3" name="Google Shape;84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46" name="Google Shape;84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49" name="Google Shape;84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0" name="Google Shape;85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1" name="Google Shape;85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52" name="Google Shape;85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53" name="Google Shape;85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54" name="Google Shape;85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g1f819e611e3_0_8"/>
          <p:cNvSpPr txBox="1"/>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b="0" i="0" u="none" strike="noStrike" cap="none">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861" name="Google Shape;861;g1f819e611e3_0_8"/>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1"/>
              </a:srgbClr>
            </a:outerShdw>
          </a:effectLst>
        </p:spPr>
      </p:pic>
      <p:pic>
        <p:nvPicPr>
          <p:cNvPr id="862" name="Google Shape;862;g1f819e611e3_0_8"/>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1f819e611e3_0_8"/>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64" name="Google Shape;864;g1f819e611e3_0_8"/>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65" name="Google Shape;865;g1f819e611e3_0_8"/>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66" name="Google Shape;866;g1f819e611e3_0_8"/>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7" name="Google Shape;867;g1f819e611e3_0_8"/>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8" name="Google Shape;868;g1f819e611e3_0_8"/>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9" name="Google Shape;869;g1f819e611e3_0_8"/>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0" name="Google Shape;870;g1f819e611e3_0_8"/>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1" name="Google Shape;871;g1f819e611e3_0_8"/>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2" name="Google Shape;872;g1f819e611e3_0_8"/>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3" name="Google Shape;873;g1f819e611e3_0_8"/>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4" name="Google Shape;874;g1f819e611e3_0_8"/>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5" name="Google Shape;875;g1f819e611e3_0_8"/>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6" name="Google Shape;876;g1f819e611e3_0_8"/>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7" name="Google Shape;877;g1f819e611e3_0_8"/>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8" name="Google Shape;878;g1f819e611e3_0_8"/>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9" name="Google Shape;879;g1f819e611e3_0_8"/>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0" name="Google Shape;880;g1f819e611e3_0_8"/>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1" name="Google Shape;881;g1f819e611e3_0_8"/>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2" name="Google Shape;882;g1f819e611e3_0_8"/>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3" name="Google Shape;883;g1f819e611e3_0_8"/>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4" name="Google Shape;884;g1f819e611e3_0_8"/>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5" name="Google Shape;885;g1f819e611e3_0_8"/>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6" name="Google Shape;886;g1f819e611e3_0_8"/>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7" name="Google Shape;887;g1f819e611e3_0_8"/>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8" name="Google Shape;888;g1f819e611e3_0_8"/>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d067c62542_0_22"/>
          <p:cNvSpPr txBox="1">
            <a:spLocks noGrp="1"/>
          </p:cNvSpPr>
          <p:nvPr>
            <p:ph type="title"/>
          </p:nvPr>
        </p:nvSpPr>
        <p:spPr>
          <a:xfrm>
            <a:off x="970700" y="5568500"/>
            <a:ext cx="7202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895" name="Google Shape;895;g2d067c62542_0_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896" name="Google Shape;896;g2d067c62542_0_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97" name="Google Shape;897;g2d067c62542_0_22"/>
          <p:cNvPicPr preferRelativeResize="0"/>
          <p:nvPr/>
        </p:nvPicPr>
        <p:blipFill rotWithShape="1">
          <a:blip r:embed="rId3">
            <a:alphaModFix/>
          </a:blip>
          <a:srcRect t="19" b="29"/>
          <a:stretch/>
        </p:blipFill>
        <p:spPr>
          <a:xfrm>
            <a:off x="1117250" y="1150400"/>
            <a:ext cx="1308927" cy="935400"/>
          </a:xfrm>
          <a:prstGeom prst="rect">
            <a:avLst/>
          </a:prstGeom>
          <a:noFill/>
          <a:ln>
            <a:noFill/>
          </a:ln>
          <a:effectLst>
            <a:outerShdw blurRad="71438" dist="19050" dir="5400000" algn="bl" rotWithShape="0">
              <a:srgbClr val="000000">
                <a:alpha val="17254"/>
              </a:srgbClr>
            </a:outerShdw>
          </a:effectLst>
        </p:spPr>
      </p:pic>
      <p:pic>
        <p:nvPicPr>
          <p:cNvPr id="898" name="Google Shape;898;g2d067c62542_0_22"/>
          <p:cNvPicPr preferRelativeResize="0"/>
          <p:nvPr/>
        </p:nvPicPr>
        <p:blipFill rotWithShape="1">
          <a:blip r:embed="rId4">
            <a:alphaModFix/>
          </a:blip>
          <a:srcRect l="159" r="159"/>
          <a:stretch/>
        </p:blipFill>
        <p:spPr>
          <a:xfrm>
            <a:off x="2516815" y="1150400"/>
            <a:ext cx="1309505" cy="939289"/>
          </a:xfrm>
          <a:prstGeom prst="rect">
            <a:avLst/>
          </a:prstGeom>
          <a:noFill/>
          <a:ln>
            <a:noFill/>
          </a:ln>
          <a:effectLst>
            <a:outerShdw blurRad="71438" dist="19050" dir="5400000" algn="bl" rotWithShape="0">
              <a:srgbClr val="000000">
                <a:alpha val="17254"/>
              </a:srgbClr>
            </a:outerShdw>
          </a:effectLst>
        </p:spPr>
      </p:pic>
      <p:pic>
        <p:nvPicPr>
          <p:cNvPr id="899" name="Google Shape;899;g2d067c62542_0_22"/>
          <p:cNvPicPr preferRelativeResize="0"/>
          <p:nvPr/>
        </p:nvPicPr>
        <p:blipFill rotWithShape="1">
          <a:blip r:embed="rId5">
            <a:alphaModFix/>
          </a:blip>
          <a:srcRect l="159" r="159"/>
          <a:stretch/>
        </p:blipFill>
        <p:spPr>
          <a:xfrm>
            <a:off x="3916959" y="1150400"/>
            <a:ext cx="1309505" cy="937703"/>
          </a:xfrm>
          <a:prstGeom prst="rect">
            <a:avLst/>
          </a:prstGeom>
          <a:noFill/>
          <a:ln>
            <a:noFill/>
          </a:ln>
          <a:effectLst>
            <a:outerShdw blurRad="71438" dist="19050" dir="5400000" algn="bl" rotWithShape="0">
              <a:srgbClr val="000000">
                <a:alpha val="17254"/>
              </a:srgbClr>
            </a:outerShdw>
          </a:effectLst>
        </p:spPr>
      </p:pic>
      <p:pic>
        <p:nvPicPr>
          <p:cNvPr id="900" name="Google Shape;900;g2d067c62542_0_22"/>
          <p:cNvPicPr preferRelativeResize="0"/>
          <p:nvPr/>
        </p:nvPicPr>
        <p:blipFill rotWithShape="1">
          <a:blip r:embed="rId6">
            <a:alphaModFix/>
          </a:blip>
          <a:srcRect l="79" r="69"/>
          <a:stretch/>
        </p:blipFill>
        <p:spPr>
          <a:xfrm>
            <a:off x="5317101" y="1150400"/>
            <a:ext cx="1309505" cy="937704"/>
          </a:xfrm>
          <a:prstGeom prst="rect">
            <a:avLst/>
          </a:prstGeom>
          <a:noFill/>
          <a:ln>
            <a:noFill/>
          </a:ln>
          <a:effectLst>
            <a:outerShdw blurRad="71438" dist="19050" dir="5400000" algn="bl" rotWithShape="0">
              <a:srgbClr val="000000">
                <a:alpha val="17254"/>
              </a:srgbClr>
            </a:outerShdw>
          </a:effectLst>
        </p:spPr>
      </p:pic>
      <p:pic>
        <p:nvPicPr>
          <p:cNvPr id="901" name="Google Shape;901;g2d067c62542_0_22"/>
          <p:cNvPicPr preferRelativeResize="0"/>
          <p:nvPr/>
        </p:nvPicPr>
        <p:blipFill rotWithShape="1">
          <a:blip r:embed="rId7">
            <a:alphaModFix/>
          </a:blip>
          <a:srcRect l="79" r="69"/>
          <a:stretch/>
        </p:blipFill>
        <p:spPr>
          <a:xfrm>
            <a:off x="6717245" y="1150400"/>
            <a:ext cx="1309505" cy="937704"/>
          </a:xfrm>
          <a:prstGeom prst="rect">
            <a:avLst/>
          </a:prstGeom>
          <a:noFill/>
          <a:ln>
            <a:noFill/>
          </a:ln>
          <a:effectLst>
            <a:outerShdw blurRad="71438" dist="19050" dir="5400000" algn="bl" rotWithShape="0">
              <a:srgbClr val="000000">
                <a:alpha val="17254"/>
              </a:srgbClr>
            </a:outerShdw>
          </a:effectLst>
        </p:spPr>
      </p:pic>
      <p:pic>
        <p:nvPicPr>
          <p:cNvPr id="902" name="Google Shape;902;g2d067c62542_0_22"/>
          <p:cNvPicPr preferRelativeResize="0"/>
          <p:nvPr/>
        </p:nvPicPr>
        <p:blipFill rotWithShape="1">
          <a:blip r:embed="rId8">
            <a:alphaModFix/>
          </a:blip>
          <a:srcRect l="159" r="159"/>
          <a:stretch/>
        </p:blipFill>
        <p:spPr>
          <a:xfrm>
            <a:off x="1117250" y="2214389"/>
            <a:ext cx="1309505" cy="937703"/>
          </a:xfrm>
          <a:prstGeom prst="rect">
            <a:avLst/>
          </a:prstGeom>
          <a:noFill/>
          <a:ln>
            <a:noFill/>
          </a:ln>
          <a:effectLst>
            <a:outerShdw blurRad="71438" dist="19050" dir="5400000" algn="bl" rotWithShape="0">
              <a:srgbClr val="000000">
                <a:alpha val="17254"/>
              </a:srgbClr>
            </a:outerShdw>
          </a:effectLst>
        </p:spPr>
      </p:pic>
      <p:pic>
        <p:nvPicPr>
          <p:cNvPr id="903" name="Google Shape;903;g2d067c62542_0_22"/>
          <p:cNvPicPr preferRelativeResize="0"/>
          <p:nvPr/>
        </p:nvPicPr>
        <p:blipFill rotWithShape="1">
          <a:blip r:embed="rId9">
            <a:alphaModFix/>
          </a:blip>
          <a:srcRect l="159" r="159"/>
          <a:stretch/>
        </p:blipFill>
        <p:spPr>
          <a:xfrm>
            <a:off x="2516815" y="2212802"/>
            <a:ext cx="1309505" cy="939289"/>
          </a:xfrm>
          <a:prstGeom prst="rect">
            <a:avLst/>
          </a:prstGeom>
          <a:noFill/>
          <a:ln>
            <a:noFill/>
          </a:ln>
          <a:effectLst>
            <a:outerShdw blurRad="71438" dist="19050" dir="5400000" algn="bl" rotWithShape="0">
              <a:srgbClr val="000000">
                <a:alpha val="17254"/>
              </a:srgbClr>
            </a:outerShdw>
          </a:effectLst>
        </p:spPr>
      </p:pic>
      <p:pic>
        <p:nvPicPr>
          <p:cNvPr id="904" name="Google Shape;904;g2d067c62542_0_22"/>
          <p:cNvPicPr preferRelativeResize="0"/>
          <p:nvPr/>
        </p:nvPicPr>
        <p:blipFill rotWithShape="1">
          <a:blip r:embed="rId10">
            <a:alphaModFix/>
          </a:blip>
          <a:srcRect l="19" r="9"/>
          <a:stretch/>
        </p:blipFill>
        <p:spPr>
          <a:xfrm>
            <a:off x="3915376" y="2212802"/>
            <a:ext cx="1311088" cy="937704"/>
          </a:xfrm>
          <a:prstGeom prst="rect">
            <a:avLst/>
          </a:prstGeom>
          <a:noFill/>
          <a:ln>
            <a:noFill/>
          </a:ln>
          <a:effectLst>
            <a:outerShdw blurRad="71438" dist="19050" dir="5400000" algn="bl" rotWithShape="0">
              <a:srgbClr val="000000">
                <a:alpha val="17254"/>
              </a:srgbClr>
            </a:outerShdw>
          </a:effectLst>
        </p:spPr>
      </p:pic>
      <p:pic>
        <p:nvPicPr>
          <p:cNvPr id="905" name="Google Shape;905;g2d067c62542_0_22"/>
          <p:cNvPicPr preferRelativeResize="0"/>
          <p:nvPr/>
        </p:nvPicPr>
        <p:blipFill rotWithShape="1">
          <a:blip r:embed="rId11">
            <a:alphaModFix/>
          </a:blip>
          <a:srcRect l="189" r="179"/>
          <a:stretch/>
        </p:blipFill>
        <p:spPr>
          <a:xfrm>
            <a:off x="5315518" y="2212802"/>
            <a:ext cx="1311088" cy="939290"/>
          </a:xfrm>
          <a:prstGeom prst="rect">
            <a:avLst/>
          </a:prstGeom>
          <a:noFill/>
          <a:ln>
            <a:noFill/>
          </a:ln>
          <a:effectLst>
            <a:outerShdw blurRad="71438" dist="19050" dir="5400000" algn="bl" rotWithShape="0">
              <a:srgbClr val="000000">
                <a:alpha val="17254"/>
              </a:srgbClr>
            </a:outerShdw>
          </a:effectLst>
        </p:spPr>
      </p:pic>
      <p:pic>
        <p:nvPicPr>
          <p:cNvPr id="906" name="Google Shape;906;g2d067c62542_0_22"/>
          <p:cNvPicPr preferRelativeResize="0"/>
          <p:nvPr/>
        </p:nvPicPr>
        <p:blipFill rotWithShape="1">
          <a:blip r:embed="rId12">
            <a:alphaModFix/>
          </a:blip>
          <a:srcRect l="99" r="99"/>
          <a:stretch/>
        </p:blipFill>
        <p:spPr>
          <a:xfrm>
            <a:off x="6715662" y="2212802"/>
            <a:ext cx="1311088" cy="939289"/>
          </a:xfrm>
          <a:prstGeom prst="rect">
            <a:avLst/>
          </a:prstGeom>
          <a:noFill/>
          <a:ln>
            <a:noFill/>
          </a:ln>
          <a:effectLst>
            <a:outerShdw blurRad="71438" dist="19050" dir="5400000" algn="bl" rotWithShape="0">
              <a:srgbClr val="000000">
                <a:alpha val="17254"/>
              </a:srgbClr>
            </a:outerShdw>
          </a:effectLst>
        </p:spPr>
      </p:pic>
      <p:pic>
        <p:nvPicPr>
          <p:cNvPr id="907" name="Google Shape;907;g2d067c62542_0_22"/>
          <p:cNvPicPr preferRelativeResize="0"/>
          <p:nvPr/>
        </p:nvPicPr>
        <p:blipFill rotWithShape="1">
          <a:blip r:embed="rId13">
            <a:alphaModFix/>
          </a:blip>
          <a:srcRect l="99" r="99"/>
          <a:stretch/>
        </p:blipFill>
        <p:spPr>
          <a:xfrm>
            <a:off x="1117250" y="3275210"/>
            <a:ext cx="1311088" cy="939289"/>
          </a:xfrm>
          <a:prstGeom prst="rect">
            <a:avLst/>
          </a:prstGeom>
          <a:noFill/>
          <a:ln>
            <a:noFill/>
          </a:ln>
          <a:effectLst>
            <a:outerShdw blurRad="71438" dist="19050" dir="5400000" algn="bl" rotWithShape="0">
              <a:srgbClr val="000000">
                <a:alpha val="17254"/>
              </a:srgbClr>
            </a:outerShdw>
          </a:effectLst>
        </p:spPr>
      </p:pic>
      <p:pic>
        <p:nvPicPr>
          <p:cNvPr id="908" name="Google Shape;908;g2d067c62542_0_22"/>
          <p:cNvPicPr preferRelativeResize="0"/>
          <p:nvPr/>
        </p:nvPicPr>
        <p:blipFill rotWithShape="1">
          <a:blip r:embed="rId14">
            <a:alphaModFix/>
          </a:blip>
          <a:srcRect l="189" r="179"/>
          <a:stretch/>
        </p:blipFill>
        <p:spPr>
          <a:xfrm>
            <a:off x="2516815" y="3275210"/>
            <a:ext cx="1311088" cy="939290"/>
          </a:xfrm>
          <a:prstGeom prst="rect">
            <a:avLst/>
          </a:prstGeom>
          <a:noFill/>
          <a:ln>
            <a:noFill/>
          </a:ln>
          <a:effectLst>
            <a:outerShdw blurRad="71438" dist="19050" dir="5400000" algn="bl" rotWithShape="0">
              <a:srgbClr val="000000">
                <a:alpha val="17647"/>
              </a:srgbClr>
            </a:outerShdw>
          </a:effectLst>
        </p:spPr>
      </p:pic>
      <p:pic>
        <p:nvPicPr>
          <p:cNvPr id="909" name="Google Shape;909;g2d067c62542_0_22"/>
          <p:cNvPicPr preferRelativeResize="0"/>
          <p:nvPr/>
        </p:nvPicPr>
        <p:blipFill rotWithShape="1">
          <a:blip r:embed="rId15">
            <a:alphaModFix/>
          </a:blip>
          <a:srcRect l="99" r="99"/>
          <a:stretch/>
        </p:blipFill>
        <p:spPr>
          <a:xfrm>
            <a:off x="3915376" y="3275210"/>
            <a:ext cx="1311088" cy="939289"/>
          </a:xfrm>
          <a:prstGeom prst="rect">
            <a:avLst/>
          </a:prstGeom>
          <a:noFill/>
          <a:ln>
            <a:noFill/>
          </a:ln>
          <a:effectLst>
            <a:outerShdw blurRad="71438" dist="19050" dir="5400000" algn="bl" rotWithShape="0">
              <a:srgbClr val="000000">
                <a:alpha val="17647"/>
              </a:srgbClr>
            </a:outerShdw>
          </a:effectLst>
        </p:spPr>
      </p:pic>
      <p:pic>
        <p:nvPicPr>
          <p:cNvPr id="910" name="Google Shape;910;g2d067c62542_0_22"/>
          <p:cNvPicPr preferRelativeResize="0"/>
          <p:nvPr/>
        </p:nvPicPr>
        <p:blipFill rotWithShape="1">
          <a:blip r:embed="rId16">
            <a:alphaModFix/>
          </a:blip>
          <a:srcRect l="99" r="99"/>
          <a:stretch/>
        </p:blipFill>
        <p:spPr>
          <a:xfrm>
            <a:off x="5315518" y="3275210"/>
            <a:ext cx="1311088" cy="939289"/>
          </a:xfrm>
          <a:prstGeom prst="rect">
            <a:avLst/>
          </a:prstGeom>
          <a:noFill/>
          <a:ln>
            <a:noFill/>
          </a:ln>
          <a:effectLst>
            <a:outerShdw blurRad="71438" dist="19050" dir="5400000" algn="bl" rotWithShape="0">
              <a:srgbClr val="000000">
                <a:alpha val="18039"/>
              </a:srgbClr>
            </a:outerShdw>
          </a:effectLst>
        </p:spPr>
      </p:pic>
      <p:pic>
        <p:nvPicPr>
          <p:cNvPr id="911" name="Google Shape;911;g2d067c62542_0_22"/>
          <p:cNvPicPr preferRelativeResize="0"/>
          <p:nvPr/>
        </p:nvPicPr>
        <p:blipFill rotWithShape="1">
          <a:blip r:embed="rId17">
            <a:alphaModFix/>
          </a:blip>
          <a:srcRect l="189" r="179"/>
          <a:stretch/>
        </p:blipFill>
        <p:spPr>
          <a:xfrm>
            <a:off x="6715662" y="3275210"/>
            <a:ext cx="1311088" cy="939290"/>
          </a:xfrm>
          <a:prstGeom prst="rect">
            <a:avLst/>
          </a:prstGeom>
          <a:noFill/>
          <a:ln>
            <a:noFill/>
          </a:ln>
          <a:effectLst>
            <a:outerShdw blurRad="71438" dist="19050" dir="5400000" algn="bl" rotWithShape="0">
              <a:srgbClr val="000000">
                <a:alpha val="18039"/>
              </a:srgbClr>
            </a:outerShdw>
          </a:effectLst>
        </p:spPr>
      </p:pic>
      <p:pic>
        <p:nvPicPr>
          <p:cNvPr id="912" name="Google Shape;912;g2d067c62542_0_22"/>
          <p:cNvPicPr preferRelativeResize="0"/>
          <p:nvPr/>
        </p:nvPicPr>
        <p:blipFill rotWithShape="1">
          <a:blip r:embed="rId18">
            <a:alphaModFix/>
          </a:blip>
          <a:srcRect l="99" r="99"/>
          <a:stretch/>
        </p:blipFill>
        <p:spPr>
          <a:xfrm>
            <a:off x="3216385" y="4339210"/>
            <a:ext cx="1311088" cy="939289"/>
          </a:xfrm>
          <a:prstGeom prst="rect">
            <a:avLst/>
          </a:prstGeom>
          <a:noFill/>
          <a:ln>
            <a:noFill/>
          </a:ln>
          <a:effectLst>
            <a:outerShdw blurRad="71438" dist="19050" dir="5400000" algn="bl" rotWithShape="0">
              <a:srgbClr val="000000">
                <a:alpha val="18039"/>
              </a:srgbClr>
            </a:outerShdw>
          </a:effectLst>
        </p:spPr>
      </p:pic>
      <p:pic>
        <p:nvPicPr>
          <p:cNvPr id="913" name="Google Shape;913;g2d067c62542_0_22"/>
          <p:cNvPicPr preferRelativeResize="0"/>
          <p:nvPr/>
        </p:nvPicPr>
        <p:blipFill rotWithShape="1">
          <a:blip r:embed="rId19">
            <a:alphaModFix/>
          </a:blip>
          <a:srcRect l="99" r="99"/>
          <a:stretch/>
        </p:blipFill>
        <p:spPr>
          <a:xfrm>
            <a:off x="4616527" y="4339210"/>
            <a:ext cx="1311088" cy="939289"/>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d067c62542_0_922"/>
          <p:cNvSpPr txBox="1">
            <a:spLocks noGrp="1"/>
          </p:cNvSpPr>
          <p:nvPr>
            <p:ph type="title"/>
          </p:nvPr>
        </p:nvSpPr>
        <p:spPr>
          <a:xfrm>
            <a:off x="958175" y="5568500"/>
            <a:ext cx="7227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20" name="Google Shape;920;g2d067c62542_0_9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21" name="Google Shape;921;g2d067c62542_0_92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2" name="Google Shape;922;g2d067c62542_0_922"/>
          <p:cNvPicPr preferRelativeResize="0"/>
          <p:nvPr/>
        </p:nvPicPr>
        <p:blipFill rotWithShape="1">
          <a:blip r:embed="rId3">
            <a:alphaModFix/>
          </a:blip>
          <a:srcRect t="19" b="29"/>
          <a:stretch/>
        </p:blipFill>
        <p:spPr>
          <a:xfrm>
            <a:off x="1117250" y="1150400"/>
            <a:ext cx="1308927" cy="935400"/>
          </a:xfrm>
          <a:prstGeom prst="rect">
            <a:avLst/>
          </a:prstGeom>
          <a:noFill/>
          <a:ln>
            <a:noFill/>
          </a:ln>
          <a:effectLst>
            <a:outerShdw blurRad="71438" dist="19050" dir="5400000" algn="bl" rotWithShape="0">
              <a:srgbClr val="000000">
                <a:alpha val="17250"/>
              </a:srgbClr>
            </a:outerShdw>
          </a:effectLst>
        </p:spPr>
      </p:pic>
      <p:pic>
        <p:nvPicPr>
          <p:cNvPr id="923" name="Google Shape;923;g2d067c62542_0_922"/>
          <p:cNvPicPr preferRelativeResize="0"/>
          <p:nvPr/>
        </p:nvPicPr>
        <p:blipFill rotWithShape="1">
          <a:blip r:embed="rId4">
            <a:alphaModFix/>
          </a:blip>
          <a:srcRect l="159" r="159"/>
          <a:stretch/>
        </p:blipFill>
        <p:spPr>
          <a:xfrm>
            <a:off x="2516815" y="1150400"/>
            <a:ext cx="1309505" cy="939289"/>
          </a:xfrm>
          <a:prstGeom prst="rect">
            <a:avLst/>
          </a:prstGeom>
          <a:noFill/>
          <a:ln>
            <a:noFill/>
          </a:ln>
          <a:effectLst>
            <a:outerShdw blurRad="71438" dist="19050" dir="5400000" algn="bl" rotWithShape="0">
              <a:srgbClr val="000000">
                <a:alpha val="17250"/>
              </a:srgbClr>
            </a:outerShdw>
          </a:effectLst>
        </p:spPr>
      </p:pic>
      <p:pic>
        <p:nvPicPr>
          <p:cNvPr id="924" name="Google Shape;924;g2d067c62542_0_922"/>
          <p:cNvPicPr preferRelativeResize="0"/>
          <p:nvPr/>
        </p:nvPicPr>
        <p:blipFill rotWithShape="1">
          <a:blip r:embed="rId5">
            <a:alphaModFix/>
          </a:blip>
          <a:srcRect l="159" r="159"/>
          <a:stretch/>
        </p:blipFill>
        <p:spPr>
          <a:xfrm>
            <a:off x="3916959" y="1150400"/>
            <a:ext cx="1309505" cy="937703"/>
          </a:xfrm>
          <a:prstGeom prst="rect">
            <a:avLst/>
          </a:prstGeom>
          <a:noFill/>
          <a:ln>
            <a:noFill/>
          </a:ln>
          <a:effectLst>
            <a:outerShdw blurRad="71438" dist="19050" dir="5400000" algn="bl" rotWithShape="0">
              <a:srgbClr val="000000">
                <a:alpha val="17250"/>
              </a:srgbClr>
            </a:outerShdw>
          </a:effectLst>
        </p:spPr>
      </p:pic>
      <p:pic>
        <p:nvPicPr>
          <p:cNvPr id="925" name="Google Shape;925;g2d067c62542_0_922"/>
          <p:cNvPicPr preferRelativeResize="0"/>
          <p:nvPr/>
        </p:nvPicPr>
        <p:blipFill rotWithShape="1">
          <a:blip r:embed="rId6">
            <a:alphaModFix/>
          </a:blip>
          <a:srcRect l="79" r="69"/>
          <a:stretch/>
        </p:blipFill>
        <p:spPr>
          <a:xfrm>
            <a:off x="5317101" y="1150400"/>
            <a:ext cx="1309505" cy="937704"/>
          </a:xfrm>
          <a:prstGeom prst="rect">
            <a:avLst/>
          </a:prstGeom>
          <a:noFill/>
          <a:ln>
            <a:noFill/>
          </a:ln>
          <a:effectLst>
            <a:outerShdw blurRad="71438" dist="19050" dir="5400000" algn="bl" rotWithShape="0">
              <a:srgbClr val="000000">
                <a:alpha val="17250"/>
              </a:srgbClr>
            </a:outerShdw>
          </a:effectLst>
        </p:spPr>
      </p:pic>
      <p:pic>
        <p:nvPicPr>
          <p:cNvPr id="926" name="Google Shape;926;g2d067c62542_0_922"/>
          <p:cNvPicPr preferRelativeResize="0"/>
          <p:nvPr/>
        </p:nvPicPr>
        <p:blipFill rotWithShape="1">
          <a:blip r:embed="rId7">
            <a:alphaModFix/>
          </a:blip>
          <a:srcRect l="79" r="69"/>
          <a:stretch/>
        </p:blipFill>
        <p:spPr>
          <a:xfrm>
            <a:off x="6717245" y="1150400"/>
            <a:ext cx="1309505" cy="937704"/>
          </a:xfrm>
          <a:prstGeom prst="rect">
            <a:avLst/>
          </a:prstGeom>
          <a:noFill/>
          <a:ln>
            <a:noFill/>
          </a:ln>
          <a:effectLst>
            <a:outerShdw blurRad="71438" dist="19050" dir="5400000" algn="bl" rotWithShape="0">
              <a:srgbClr val="000000">
                <a:alpha val="17250"/>
              </a:srgbClr>
            </a:outerShdw>
          </a:effectLst>
        </p:spPr>
      </p:pic>
      <p:pic>
        <p:nvPicPr>
          <p:cNvPr id="927" name="Google Shape;927;g2d067c62542_0_922"/>
          <p:cNvPicPr preferRelativeResize="0"/>
          <p:nvPr/>
        </p:nvPicPr>
        <p:blipFill rotWithShape="1">
          <a:blip r:embed="rId8">
            <a:alphaModFix/>
          </a:blip>
          <a:srcRect l="159" r="159"/>
          <a:stretch/>
        </p:blipFill>
        <p:spPr>
          <a:xfrm>
            <a:off x="1117250" y="2214389"/>
            <a:ext cx="1309505" cy="937703"/>
          </a:xfrm>
          <a:prstGeom prst="rect">
            <a:avLst/>
          </a:prstGeom>
          <a:noFill/>
          <a:ln>
            <a:noFill/>
          </a:ln>
          <a:effectLst>
            <a:outerShdw blurRad="71438" dist="19050" dir="5400000" algn="bl" rotWithShape="0">
              <a:srgbClr val="000000">
                <a:alpha val="17250"/>
              </a:srgbClr>
            </a:outerShdw>
          </a:effectLst>
        </p:spPr>
      </p:pic>
      <p:pic>
        <p:nvPicPr>
          <p:cNvPr id="928" name="Google Shape;928;g2d067c62542_0_922"/>
          <p:cNvPicPr preferRelativeResize="0"/>
          <p:nvPr/>
        </p:nvPicPr>
        <p:blipFill rotWithShape="1">
          <a:blip r:embed="rId9">
            <a:alphaModFix/>
          </a:blip>
          <a:srcRect l="159" r="159"/>
          <a:stretch/>
        </p:blipFill>
        <p:spPr>
          <a:xfrm>
            <a:off x="2516815" y="2212802"/>
            <a:ext cx="1309505" cy="939289"/>
          </a:xfrm>
          <a:prstGeom prst="rect">
            <a:avLst/>
          </a:prstGeom>
          <a:noFill/>
          <a:ln>
            <a:noFill/>
          </a:ln>
          <a:effectLst>
            <a:outerShdw blurRad="71438" dist="19050" dir="5400000" algn="bl" rotWithShape="0">
              <a:srgbClr val="000000">
                <a:alpha val="17250"/>
              </a:srgbClr>
            </a:outerShdw>
          </a:effectLst>
        </p:spPr>
      </p:pic>
      <p:pic>
        <p:nvPicPr>
          <p:cNvPr id="929" name="Google Shape;929;g2d067c62542_0_922"/>
          <p:cNvPicPr preferRelativeResize="0"/>
          <p:nvPr/>
        </p:nvPicPr>
        <p:blipFill rotWithShape="1">
          <a:blip r:embed="rId10">
            <a:alphaModFix/>
          </a:blip>
          <a:srcRect l="19" r="9"/>
          <a:stretch/>
        </p:blipFill>
        <p:spPr>
          <a:xfrm>
            <a:off x="3915376" y="2212802"/>
            <a:ext cx="1311088" cy="937704"/>
          </a:xfrm>
          <a:prstGeom prst="rect">
            <a:avLst/>
          </a:prstGeom>
          <a:noFill/>
          <a:ln>
            <a:noFill/>
          </a:ln>
          <a:effectLst>
            <a:outerShdw blurRad="71438" dist="19050" dir="5400000" algn="bl" rotWithShape="0">
              <a:srgbClr val="000000">
                <a:alpha val="17250"/>
              </a:srgbClr>
            </a:outerShdw>
          </a:effectLst>
        </p:spPr>
      </p:pic>
      <p:pic>
        <p:nvPicPr>
          <p:cNvPr id="930" name="Google Shape;930;g2d067c62542_0_922"/>
          <p:cNvPicPr preferRelativeResize="0"/>
          <p:nvPr/>
        </p:nvPicPr>
        <p:blipFill rotWithShape="1">
          <a:blip r:embed="rId11">
            <a:alphaModFix/>
          </a:blip>
          <a:srcRect l="189" r="179"/>
          <a:stretch/>
        </p:blipFill>
        <p:spPr>
          <a:xfrm>
            <a:off x="5315518" y="2212802"/>
            <a:ext cx="1311088" cy="939290"/>
          </a:xfrm>
          <a:prstGeom prst="rect">
            <a:avLst/>
          </a:prstGeom>
          <a:noFill/>
          <a:ln>
            <a:noFill/>
          </a:ln>
          <a:effectLst>
            <a:outerShdw blurRad="71438" dist="19050" dir="5400000" algn="bl" rotWithShape="0">
              <a:srgbClr val="000000">
                <a:alpha val="17250"/>
              </a:srgbClr>
            </a:outerShdw>
          </a:effectLst>
        </p:spPr>
      </p:pic>
      <p:pic>
        <p:nvPicPr>
          <p:cNvPr id="931" name="Google Shape;931;g2d067c62542_0_922"/>
          <p:cNvPicPr preferRelativeResize="0"/>
          <p:nvPr/>
        </p:nvPicPr>
        <p:blipFill rotWithShape="1">
          <a:blip r:embed="rId12">
            <a:alphaModFix/>
          </a:blip>
          <a:srcRect l="99" r="99"/>
          <a:stretch/>
        </p:blipFill>
        <p:spPr>
          <a:xfrm>
            <a:off x="6715662" y="2212802"/>
            <a:ext cx="1311088" cy="939289"/>
          </a:xfrm>
          <a:prstGeom prst="rect">
            <a:avLst/>
          </a:prstGeom>
          <a:noFill/>
          <a:ln>
            <a:noFill/>
          </a:ln>
          <a:effectLst>
            <a:outerShdw blurRad="71438" dist="19050" dir="5400000" algn="bl" rotWithShape="0">
              <a:srgbClr val="000000">
                <a:alpha val="17250"/>
              </a:srgbClr>
            </a:outerShdw>
          </a:effectLst>
        </p:spPr>
      </p:pic>
      <p:pic>
        <p:nvPicPr>
          <p:cNvPr id="932" name="Google Shape;932;g2d067c62542_0_922"/>
          <p:cNvPicPr preferRelativeResize="0"/>
          <p:nvPr/>
        </p:nvPicPr>
        <p:blipFill rotWithShape="1">
          <a:blip r:embed="rId13">
            <a:alphaModFix/>
          </a:blip>
          <a:srcRect l="99" r="99"/>
          <a:stretch/>
        </p:blipFill>
        <p:spPr>
          <a:xfrm>
            <a:off x="1117250" y="3275210"/>
            <a:ext cx="1311088" cy="939289"/>
          </a:xfrm>
          <a:prstGeom prst="rect">
            <a:avLst/>
          </a:prstGeom>
          <a:noFill/>
          <a:ln>
            <a:noFill/>
          </a:ln>
          <a:effectLst>
            <a:outerShdw blurRad="71438" dist="19050" dir="5400000" algn="bl" rotWithShape="0">
              <a:srgbClr val="000000">
                <a:alpha val="17250"/>
              </a:srgbClr>
            </a:outerShdw>
          </a:effectLst>
        </p:spPr>
      </p:pic>
      <p:pic>
        <p:nvPicPr>
          <p:cNvPr id="933" name="Google Shape;933;g2d067c62542_0_922"/>
          <p:cNvPicPr preferRelativeResize="0"/>
          <p:nvPr/>
        </p:nvPicPr>
        <p:blipFill rotWithShape="1">
          <a:blip r:embed="rId14">
            <a:alphaModFix/>
          </a:blip>
          <a:srcRect l="189" r="179"/>
          <a:stretch/>
        </p:blipFill>
        <p:spPr>
          <a:xfrm>
            <a:off x="2516815" y="3275210"/>
            <a:ext cx="1311088" cy="939290"/>
          </a:xfrm>
          <a:prstGeom prst="rect">
            <a:avLst/>
          </a:prstGeom>
          <a:noFill/>
          <a:ln>
            <a:noFill/>
          </a:ln>
          <a:effectLst>
            <a:outerShdw blurRad="71438" dist="19050" dir="5400000" algn="bl" rotWithShape="0">
              <a:srgbClr val="000000">
                <a:alpha val="17650"/>
              </a:srgbClr>
            </a:outerShdw>
          </a:effectLst>
        </p:spPr>
      </p:pic>
      <p:pic>
        <p:nvPicPr>
          <p:cNvPr id="934" name="Google Shape;934;g2d067c62542_0_922"/>
          <p:cNvPicPr preferRelativeResize="0"/>
          <p:nvPr/>
        </p:nvPicPr>
        <p:blipFill rotWithShape="1">
          <a:blip r:embed="rId15">
            <a:alphaModFix/>
          </a:blip>
          <a:srcRect l="99" r="99"/>
          <a:stretch/>
        </p:blipFill>
        <p:spPr>
          <a:xfrm>
            <a:off x="3915376" y="3275210"/>
            <a:ext cx="1311088" cy="939289"/>
          </a:xfrm>
          <a:prstGeom prst="rect">
            <a:avLst/>
          </a:prstGeom>
          <a:noFill/>
          <a:ln>
            <a:noFill/>
          </a:ln>
          <a:effectLst>
            <a:outerShdw blurRad="71438" dist="19050" dir="5400000" algn="bl" rotWithShape="0">
              <a:srgbClr val="000000">
                <a:alpha val="17650"/>
              </a:srgbClr>
            </a:outerShdw>
          </a:effectLst>
        </p:spPr>
      </p:pic>
      <p:pic>
        <p:nvPicPr>
          <p:cNvPr id="935" name="Google Shape;935;g2d067c62542_0_922"/>
          <p:cNvPicPr preferRelativeResize="0"/>
          <p:nvPr/>
        </p:nvPicPr>
        <p:blipFill rotWithShape="1">
          <a:blip r:embed="rId16">
            <a:alphaModFix/>
          </a:blip>
          <a:srcRect l="99" r="99"/>
          <a:stretch/>
        </p:blipFill>
        <p:spPr>
          <a:xfrm>
            <a:off x="5315518" y="3275210"/>
            <a:ext cx="1311088" cy="939289"/>
          </a:xfrm>
          <a:prstGeom prst="rect">
            <a:avLst/>
          </a:prstGeom>
          <a:noFill/>
          <a:ln>
            <a:noFill/>
          </a:ln>
          <a:effectLst>
            <a:outerShdw blurRad="71438" dist="19050" dir="5400000" algn="bl" rotWithShape="0">
              <a:srgbClr val="000000">
                <a:alpha val="18040"/>
              </a:srgbClr>
            </a:outerShdw>
          </a:effectLst>
        </p:spPr>
      </p:pic>
      <p:pic>
        <p:nvPicPr>
          <p:cNvPr id="936" name="Google Shape;936;g2d067c62542_0_922"/>
          <p:cNvPicPr preferRelativeResize="0"/>
          <p:nvPr/>
        </p:nvPicPr>
        <p:blipFill rotWithShape="1">
          <a:blip r:embed="rId17">
            <a:alphaModFix/>
          </a:blip>
          <a:srcRect l="189" r="179"/>
          <a:stretch/>
        </p:blipFill>
        <p:spPr>
          <a:xfrm>
            <a:off x="6715662" y="3275210"/>
            <a:ext cx="1311088" cy="939290"/>
          </a:xfrm>
          <a:prstGeom prst="rect">
            <a:avLst/>
          </a:prstGeom>
          <a:noFill/>
          <a:ln>
            <a:noFill/>
          </a:ln>
          <a:effectLst>
            <a:outerShdw blurRad="71438" dist="19050" dir="5400000" algn="bl" rotWithShape="0">
              <a:srgbClr val="000000">
                <a:alpha val="18040"/>
              </a:srgbClr>
            </a:outerShdw>
          </a:effectLst>
        </p:spPr>
      </p:pic>
      <p:pic>
        <p:nvPicPr>
          <p:cNvPr id="937" name="Google Shape;937;g2d067c62542_0_922"/>
          <p:cNvPicPr preferRelativeResize="0"/>
          <p:nvPr/>
        </p:nvPicPr>
        <p:blipFill rotWithShape="1">
          <a:blip r:embed="rId18">
            <a:alphaModFix/>
          </a:blip>
          <a:srcRect l="99" r="99"/>
          <a:stretch/>
        </p:blipFill>
        <p:spPr>
          <a:xfrm>
            <a:off x="3216385" y="4339210"/>
            <a:ext cx="1311088" cy="939289"/>
          </a:xfrm>
          <a:prstGeom prst="rect">
            <a:avLst/>
          </a:prstGeom>
          <a:noFill/>
          <a:ln>
            <a:noFill/>
          </a:ln>
          <a:effectLst>
            <a:outerShdw blurRad="71438" dist="19050" dir="5400000" algn="bl" rotWithShape="0">
              <a:srgbClr val="000000">
                <a:alpha val="18040"/>
              </a:srgbClr>
            </a:outerShdw>
          </a:effectLst>
        </p:spPr>
      </p:pic>
      <p:pic>
        <p:nvPicPr>
          <p:cNvPr id="938" name="Google Shape;938;g2d067c62542_0_922"/>
          <p:cNvPicPr preferRelativeResize="0"/>
          <p:nvPr/>
        </p:nvPicPr>
        <p:blipFill rotWithShape="1">
          <a:blip r:embed="rId19">
            <a:alphaModFix/>
          </a:blip>
          <a:srcRect l="99" r="99"/>
          <a:stretch/>
        </p:blipFill>
        <p:spPr>
          <a:xfrm>
            <a:off x="4616527" y="4339210"/>
            <a:ext cx="1311088" cy="939289"/>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d067c62542_0_9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5" name="Google Shape;945;g2d067c62542_0_9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46" name="Google Shape;946;g2d067c62542_0_94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47" name="Google Shape;947;g2d067c62542_0_940"/>
          <p:cNvPicPr preferRelativeResize="0"/>
          <p:nvPr/>
        </p:nvPicPr>
        <p:blipFill rotWithShape="1">
          <a:blip r:embed="rId3">
            <a:alphaModFix/>
          </a:blip>
          <a:srcRect t="99" b="89"/>
          <a:stretch/>
        </p:blipFill>
        <p:spPr>
          <a:xfrm>
            <a:off x="1157194" y="1683795"/>
            <a:ext cx="1229025" cy="922177"/>
          </a:xfrm>
          <a:prstGeom prst="rect">
            <a:avLst/>
          </a:prstGeom>
          <a:noFill/>
          <a:ln>
            <a:noFill/>
          </a:ln>
          <a:effectLst>
            <a:outerShdw blurRad="57150" dist="19050" dir="5400000" algn="bl" rotWithShape="0">
              <a:srgbClr val="000000">
                <a:alpha val="20000"/>
              </a:srgbClr>
            </a:outerShdw>
          </a:effectLst>
        </p:spPr>
      </p:pic>
      <p:pic>
        <p:nvPicPr>
          <p:cNvPr id="948" name="Google Shape;948;g2d067c62542_0_940"/>
          <p:cNvPicPr preferRelativeResize="0"/>
          <p:nvPr/>
        </p:nvPicPr>
        <p:blipFill rotWithShape="1">
          <a:blip r:embed="rId4">
            <a:alphaModFix/>
          </a:blip>
          <a:srcRect/>
          <a:stretch/>
        </p:blipFill>
        <p:spPr>
          <a:xfrm>
            <a:off x="1157194" y="2755558"/>
            <a:ext cx="1229025" cy="922177"/>
          </a:xfrm>
          <a:prstGeom prst="rect">
            <a:avLst/>
          </a:prstGeom>
          <a:noFill/>
          <a:ln>
            <a:noFill/>
          </a:ln>
          <a:effectLst>
            <a:outerShdw blurRad="57150" dist="19050" dir="5400000" algn="bl" rotWithShape="0">
              <a:srgbClr val="000000">
                <a:alpha val="20000"/>
              </a:srgbClr>
            </a:outerShdw>
          </a:effectLst>
        </p:spPr>
      </p:pic>
      <p:pic>
        <p:nvPicPr>
          <p:cNvPr id="949" name="Google Shape;949;g2d067c62542_0_940"/>
          <p:cNvPicPr preferRelativeResize="0"/>
          <p:nvPr/>
        </p:nvPicPr>
        <p:blipFill rotWithShape="1">
          <a:blip r:embed="rId5">
            <a:alphaModFix/>
          </a:blip>
          <a:srcRect t="99" b="89"/>
          <a:stretch/>
        </p:blipFill>
        <p:spPr>
          <a:xfrm>
            <a:off x="2557063" y="2755558"/>
            <a:ext cx="1229025" cy="922177"/>
          </a:xfrm>
          <a:prstGeom prst="rect">
            <a:avLst/>
          </a:prstGeom>
          <a:noFill/>
          <a:ln>
            <a:noFill/>
          </a:ln>
          <a:effectLst>
            <a:outerShdw blurRad="57150" dist="19050" dir="5400000" algn="bl" rotWithShape="0">
              <a:srgbClr val="000000">
                <a:alpha val="20000"/>
              </a:srgbClr>
            </a:outerShdw>
          </a:effectLst>
        </p:spPr>
      </p:pic>
      <p:pic>
        <p:nvPicPr>
          <p:cNvPr id="950" name="Google Shape;950;g2d067c62542_0_940"/>
          <p:cNvPicPr preferRelativeResize="0"/>
          <p:nvPr/>
        </p:nvPicPr>
        <p:blipFill rotWithShape="1">
          <a:blip r:embed="rId6">
            <a:alphaModFix/>
          </a:blip>
          <a:srcRect t="99" b="89"/>
          <a:stretch/>
        </p:blipFill>
        <p:spPr>
          <a:xfrm>
            <a:off x="3956913" y="2755558"/>
            <a:ext cx="1229025" cy="922177"/>
          </a:xfrm>
          <a:prstGeom prst="rect">
            <a:avLst/>
          </a:prstGeom>
          <a:noFill/>
          <a:ln>
            <a:noFill/>
          </a:ln>
          <a:effectLst>
            <a:outerShdw blurRad="57150" dist="19050" dir="5400000" algn="bl" rotWithShape="0">
              <a:srgbClr val="000000">
                <a:alpha val="20000"/>
              </a:srgbClr>
            </a:outerShdw>
          </a:effectLst>
        </p:spPr>
      </p:pic>
      <p:pic>
        <p:nvPicPr>
          <p:cNvPr id="951" name="Google Shape;951;g2d067c62542_0_940"/>
          <p:cNvPicPr preferRelativeResize="0"/>
          <p:nvPr/>
        </p:nvPicPr>
        <p:blipFill rotWithShape="1">
          <a:blip r:embed="rId7">
            <a:alphaModFix/>
          </a:blip>
          <a:srcRect/>
          <a:stretch/>
        </p:blipFill>
        <p:spPr>
          <a:xfrm>
            <a:off x="5356763" y="2755558"/>
            <a:ext cx="1229025" cy="922177"/>
          </a:xfrm>
          <a:prstGeom prst="rect">
            <a:avLst/>
          </a:prstGeom>
          <a:noFill/>
          <a:ln>
            <a:noFill/>
          </a:ln>
          <a:effectLst>
            <a:outerShdw blurRad="57150" dist="19050" dir="5400000" algn="bl" rotWithShape="0">
              <a:srgbClr val="000000">
                <a:alpha val="20000"/>
              </a:srgbClr>
            </a:outerShdw>
          </a:effectLst>
        </p:spPr>
      </p:pic>
      <p:pic>
        <p:nvPicPr>
          <p:cNvPr id="952" name="Google Shape;952;g2d067c62542_0_940"/>
          <p:cNvPicPr preferRelativeResize="0"/>
          <p:nvPr/>
        </p:nvPicPr>
        <p:blipFill rotWithShape="1">
          <a:blip r:embed="rId8">
            <a:alphaModFix/>
          </a:blip>
          <a:srcRect/>
          <a:stretch/>
        </p:blipFill>
        <p:spPr>
          <a:xfrm>
            <a:off x="6756613" y="2755558"/>
            <a:ext cx="1229025" cy="922177"/>
          </a:xfrm>
          <a:prstGeom prst="rect">
            <a:avLst/>
          </a:prstGeom>
          <a:noFill/>
          <a:ln>
            <a:noFill/>
          </a:ln>
          <a:effectLst>
            <a:outerShdw blurRad="57150" dist="19050" dir="5400000" algn="bl" rotWithShape="0">
              <a:srgbClr val="000000">
                <a:alpha val="20000"/>
              </a:srgbClr>
            </a:outerShdw>
          </a:effectLst>
        </p:spPr>
      </p:pic>
      <p:pic>
        <p:nvPicPr>
          <p:cNvPr id="953" name="Google Shape;953;g2d067c62542_0_940"/>
          <p:cNvPicPr preferRelativeResize="0"/>
          <p:nvPr/>
        </p:nvPicPr>
        <p:blipFill rotWithShape="1">
          <a:blip r:embed="rId9">
            <a:alphaModFix/>
          </a:blip>
          <a:srcRect t="99" b="89"/>
          <a:stretch/>
        </p:blipFill>
        <p:spPr>
          <a:xfrm>
            <a:off x="2557063" y="3825558"/>
            <a:ext cx="1229025" cy="922177"/>
          </a:xfrm>
          <a:prstGeom prst="rect">
            <a:avLst/>
          </a:prstGeom>
          <a:noFill/>
          <a:ln>
            <a:noFill/>
          </a:ln>
          <a:effectLst>
            <a:outerShdw blurRad="57150" dist="19050" dir="5400000" algn="bl" rotWithShape="0">
              <a:srgbClr val="000000">
                <a:alpha val="20000"/>
              </a:srgbClr>
            </a:outerShdw>
          </a:effectLst>
        </p:spPr>
      </p:pic>
      <p:pic>
        <p:nvPicPr>
          <p:cNvPr id="954" name="Google Shape;954;g2d067c62542_0_940"/>
          <p:cNvPicPr preferRelativeResize="0"/>
          <p:nvPr/>
        </p:nvPicPr>
        <p:blipFill rotWithShape="1">
          <a:blip r:embed="rId10">
            <a:alphaModFix/>
          </a:blip>
          <a:srcRect t="99" b="89"/>
          <a:stretch/>
        </p:blipFill>
        <p:spPr>
          <a:xfrm>
            <a:off x="2557063" y="1683795"/>
            <a:ext cx="1229025" cy="922177"/>
          </a:xfrm>
          <a:prstGeom prst="rect">
            <a:avLst/>
          </a:prstGeom>
          <a:noFill/>
          <a:ln>
            <a:noFill/>
          </a:ln>
          <a:effectLst>
            <a:outerShdw blurRad="57150" dist="19050" dir="5400000" algn="bl" rotWithShape="0">
              <a:srgbClr val="000000">
                <a:alpha val="20000"/>
              </a:srgbClr>
            </a:outerShdw>
          </a:effectLst>
        </p:spPr>
      </p:pic>
      <p:pic>
        <p:nvPicPr>
          <p:cNvPr id="955" name="Google Shape;955;g2d067c62542_0_940"/>
          <p:cNvPicPr preferRelativeResize="0"/>
          <p:nvPr/>
        </p:nvPicPr>
        <p:blipFill rotWithShape="1">
          <a:blip r:embed="rId11">
            <a:alphaModFix/>
          </a:blip>
          <a:srcRect/>
          <a:stretch/>
        </p:blipFill>
        <p:spPr>
          <a:xfrm>
            <a:off x="3956913" y="1683795"/>
            <a:ext cx="1229025" cy="922177"/>
          </a:xfrm>
          <a:prstGeom prst="rect">
            <a:avLst/>
          </a:prstGeom>
          <a:noFill/>
          <a:ln>
            <a:noFill/>
          </a:ln>
          <a:effectLst>
            <a:outerShdw blurRad="57150" dist="19050" dir="5400000" algn="bl" rotWithShape="0">
              <a:srgbClr val="000000">
                <a:alpha val="20000"/>
              </a:srgbClr>
            </a:outerShdw>
          </a:effectLst>
        </p:spPr>
      </p:pic>
      <p:pic>
        <p:nvPicPr>
          <p:cNvPr id="956" name="Google Shape;956;g2d067c62542_0_940"/>
          <p:cNvPicPr preferRelativeResize="0"/>
          <p:nvPr/>
        </p:nvPicPr>
        <p:blipFill rotWithShape="1">
          <a:blip r:embed="rId12">
            <a:alphaModFix/>
          </a:blip>
          <a:srcRect/>
          <a:stretch/>
        </p:blipFill>
        <p:spPr>
          <a:xfrm>
            <a:off x="5356763" y="1683795"/>
            <a:ext cx="1229025" cy="922177"/>
          </a:xfrm>
          <a:prstGeom prst="rect">
            <a:avLst/>
          </a:prstGeom>
          <a:noFill/>
          <a:ln>
            <a:noFill/>
          </a:ln>
          <a:effectLst>
            <a:outerShdw blurRad="57150" dist="19050" dir="5400000" algn="bl" rotWithShape="0">
              <a:srgbClr val="000000">
                <a:alpha val="20000"/>
              </a:srgbClr>
            </a:outerShdw>
          </a:effectLst>
        </p:spPr>
      </p:pic>
      <p:pic>
        <p:nvPicPr>
          <p:cNvPr id="957" name="Google Shape;957;g2d067c62542_0_940"/>
          <p:cNvPicPr preferRelativeResize="0"/>
          <p:nvPr/>
        </p:nvPicPr>
        <p:blipFill rotWithShape="1">
          <a:blip r:embed="rId13">
            <a:alphaModFix/>
          </a:blip>
          <a:srcRect t="99" b="89"/>
          <a:stretch/>
        </p:blipFill>
        <p:spPr>
          <a:xfrm>
            <a:off x="6756613" y="1683795"/>
            <a:ext cx="1229025" cy="922177"/>
          </a:xfrm>
          <a:prstGeom prst="rect">
            <a:avLst/>
          </a:prstGeom>
          <a:noFill/>
          <a:ln>
            <a:noFill/>
          </a:ln>
          <a:effectLst>
            <a:outerShdw blurRad="57150" dist="19050" dir="5400000" algn="bl" rotWithShape="0">
              <a:srgbClr val="000000">
                <a:alpha val="20000"/>
              </a:srgbClr>
            </a:outerShdw>
          </a:effectLst>
        </p:spPr>
      </p:pic>
      <p:pic>
        <p:nvPicPr>
          <p:cNvPr id="958" name="Google Shape;958;g2d067c62542_0_940"/>
          <p:cNvPicPr preferRelativeResize="0"/>
          <p:nvPr/>
        </p:nvPicPr>
        <p:blipFill rotWithShape="1">
          <a:blip r:embed="rId14">
            <a:alphaModFix/>
          </a:blip>
          <a:srcRect/>
          <a:stretch/>
        </p:blipFill>
        <p:spPr>
          <a:xfrm>
            <a:off x="3956913" y="3825558"/>
            <a:ext cx="1229025" cy="922177"/>
          </a:xfrm>
          <a:prstGeom prst="rect">
            <a:avLst/>
          </a:prstGeom>
          <a:noFill/>
          <a:ln>
            <a:noFill/>
          </a:ln>
          <a:effectLst>
            <a:outerShdw blurRad="57150" dist="19050" dir="5400000" algn="bl" rotWithShape="0">
              <a:srgbClr val="000000">
                <a:alpha val="20000"/>
              </a:srgbClr>
            </a:outerShdw>
          </a:effectLst>
        </p:spPr>
      </p:pic>
      <p:pic>
        <p:nvPicPr>
          <p:cNvPr id="959" name="Google Shape;959;g2d067c62542_0_940"/>
          <p:cNvPicPr preferRelativeResize="0"/>
          <p:nvPr/>
        </p:nvPicPr>
        <p:blipFill rotWithShape="1">
          <a:blip r:embed="rId15">
            <a:alphaModFix/>
          </a:blip>
          <a:srcRect t="99" b="89"/>
          <a:stretch/>
        </p:blipFill>
        <p:spPr>
          <a:xfrm>
            <a:off x="5356763" y="3825558"/>
            <a:ext cx="1229025" cy="92217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d067c62542_0_99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6" name="Google Shape;966;g2d067c62542_0_99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67" name="Google Shape;967;g2d067c62542_0_99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68" name="Google Shape;968;g2d067c62542_0_993"/>
          <p:cNvPicPr preferRelativeResize="0"/>
          <p:nvPr/>
        </p:nvPicPr>
        <p:blipFill rotWithShape="1">
          <a:blip r:embed="rId3">
            <a:alphaModFix/>
          </a:blip>
          <a:srcRect t="19" b="29"/>
          <a:stretch/>
        </p:blipFill>
        <p:spPr>
          <a:xfrm>
            <a:off x="1157194" y="1683795"/>
            <a:ext cx="1229024" cy="922177"/>
          </a:xfrm>
          <a:prstGeom prst="rect">
            <a:avLst/>
          </a:prstGeom>
          <a:noFill/>
          <a:ln>
            <a:noFill/>
          </a:ln>
          <a:effectLst>
            <a:outerShdw blurRad="57150" dist="19050" dir="5400000" algn="bl" rotWithShape="0">
              <a:srgbClr val="000000">
                <a:alpha val="20000"/>
              </a:srgbClr>
            </a:outerShdw>
          </a:effectLst>
        </p:spPr>
      </p:pic>
      <p:pic>
        <p:nvPicPr>
          <p:cNvPr id="969" name="Google Shape;969;g2d067c62542_0_993"/>
          <p:cNvPicPr preferRelativeResize="0"/>
          <p:nvPr/>
        </p:nvPicPr>
        <p:blipFill rotWithShape="1">
          <a:blip r:embed="rId4">
            <a:alphaModFix/>
          </a:blip>
          <a:srcRect l="69" r="69"/>
          <a:stretch/>
        </p:blipFill>
        <p:spPr>
          <a:xfrm>
            <a:off x="1157194" y="2755558"/>
            <a:ext cx="1229024" cy="922177"/>
          </a:xfrm>
          <a:prstGeom prst="rect">
            <a:avLst/>
          </a:prstGeom>
          <a:noFill/>
          <a:ln>
            <a:noFill/>
          </a:ln>
          <a:effectLst>
            <a:outerShdw blurRad="57150" dist="19050" dir="5400000" algn="bl" rotWithShape="0">
              <a:srgbClr val="000000">
                <a:alpha val="20000"/>
              </a:srgbClr>
            </a:outerShdw>
          </a:effectLst>
        </p:spPr>
      </p:pic>
      <p:pic>
        <p:nvPicPr>
          <p:cNvPr id="970" name="Google Shape;970;g2d067c62542_0_993"/>
          <p:cNvPicPr preferRelativeResize="0"/>
          <p:nvPr/>
        </p:nvPicPr>
        <p:blipFill rotWithShape="1">
          <a:blip r:embed="rId5">
            <a:alphaModFix/>
          </a:blip>
          <a:srcRect t="19" b="29"/>
          <a:stretch/>
        </p:blipFill>
        <p:spPr>
          <a:xfrm>
            <a:off x="2557063" y="2755558"/>
            <a:ext cx="1229024" cy="922177"/>
          </a:xfrm>
          <a:prstGeom prst="rect">
            <a:avLst/>
          </a:prstGeom>
          <a:noFill/>
          <a:ln>
            <a:noFill/>
          </a:ln>
          <a:effectLst>
            <a:outerShdw blurRad="57150" dist="19050" dir="5400000" algn="bl" rotWithShape="0">
              <a:srgbClr val="000000">
                <a:alpha val="20000"/>
              </a:srgbClr>
            </a:outerShdw>
          </a:effectLst>
        </p:spPr>
      </p:pic>
      <p:pic>
        <p:nvPicPr>
          <p:cNvPr id="971" name="Google Shape;971;g2d067c62542_0_993"/>
          <p:cNvPicPr preferRelativeResize="0"/>
          <p:nvPr/>
        </p:nvPicPr>
        <p:blipFill rotWithShape="1">
          <a:blip r:embed="rId6">
            <a:alphaModFix/>
          </a:blip>
          <a:srcRect t="19" b="29"/>
          <a:stretch/>
        </p:blipFill>
        <p:spPr>
          <a:xfrm>
            <a:off x="3956913" y="2755558"/>
            <a:ext cx="1229022" cy="922177"/>
          </a:xfrm>
          <a:prstGeom prst="rect">
            <a:avLst/>
          </a:prstGeom>
          <a:noFill/>
          <a:ln>
            <a:noFill/>
          </a:ln>
          <a:effectLst>
            <a:outerShdw blurRad="57150" dist="19050" dir="5400000" algn="bl" rotWithShape="0">
              <a:srgbClr val="000000">
                <a:alpha val="20000"/>
              </a:srgbClr>
            </a:outerShdw>
          </a:effectLst>
        </p:spPr>
      </p:pic>
      <p:pic>
        <p:nvPicPr>
          <p:cNvPr id="972" name="Google Shape;972;g2d067c62542_0_993"/>
          <p:cNvPicPr preferRelativeResize="0"/>
          <p:nvPr/>
        </p:nvPicPr>
        <p:blipFill rotWithShape="1">
          <a:blip r:embed="rId7">
            <a:alphaModFix/>
          </a:blip>
          <a:srcRect l="69" r="69"/>
          <a:stretch/>
        </p:blipFill>
        <p:spPr>
          <a:xfrm>
            <a:off x="6756613" y="2755558"/>
            <a:ext cx="1229024" cy="922177"/>
          </a:xfrm>
          <a:prstGeom prst="rect">
            <a:avLst/>
          </a:prstGeom>
          <a:noFill/>
          <a:ln>
            <a:noFill/>
          </a:ln>
          <a:effectLst>
            <a:outerShdw blurRad="57150" dist="19050" dir="5400000" algn="bl" rotWithShape="0">
              <a:srgbClr val="000000">
                <a:alpha val="20000"/>
              </a:srgbClr>
            </a:outerShdw>
          </a:effectLst>
        </p:spPr>
      </p:pic>
      <p:pic>
        <p:nvPicPr>
          <p:cNvPr id="973" name="Google Shape;973;g2d067c62542_0_993"/>
          <p:cNvPicPr preferRelativeResize="0"/>
          <p:nvPr/>
        </p:nvPicPr>
        <p:blipFill rotWithShape="1">
          <a:blip r:embed="rId8">
            <a:alphaModFix/>
          </a:blip>
          <a:srcRect t="19" b="29"/>
          <a:stretch/>
        </p:blipFill>
        <p:spPr>
          <a:xfrm>
            <a:off x="2557063" y="3825558"/>
            <a:ext cx="1229024" cy="922177"/>
          </a:xfrm>
          <a:prstGeom prst="rect">
            <a:avLst/>
          </a:prstGeom>
          <a:noFill/>
          <a:ln>
            <a:noFill/>
          </a:ln>
          <a:effectLst>
            <a:outerShdw blurRad="57150" dist="19050" dir="5400000" algn="bl" rotWithShape="0">
              <a:srgbClr val="000000">
                <a:alpha val="20000"/>
              </a:srgbClr>
            </a:outerShdw>
          </a:effectLst>
        </p:spPr>
      </p:pic>
      <p:pic>
        <p:nvPicPr>
          <p:cNvPr id="974" name="Google Shape;974;g2d067c62542_0_993"/>
          <p:cNvPicPr preferRelativeResize="0"/>
          <p:nvPr/>
        </p:nvPicPr>
        <p:blipFill rotWithShape="1">
          <a:blip r:embed="rId9">
            <a:alphaModFix/>
          </a:blip>
          <a:srcRect t="19" b="29"/>
          <a:stretch/>
        </p:blipFill>
        <p:spPr>
          <a:xfrm>
            <a:off x="2557063" y="1683795"/>
            <a:ext cx="1229024" cy="922177"/>
          </a:xfrm>
          <a:prstGeom prst="rect">
            <a:avLst/>
          </a:prstGeom>
          <a:noFill/>
          <a:ln>
            <a:noFill/>
          </a:ln>
          <a:effectLst>
            <a:outerShdw blurRad="57150" dist="19050" dir="5400000" algn="bl" rotWithShape="0">
              <a:srgbClr val="000000">
                <a:alpha val="20000"/>
              </a:srgbClr>
            </a:outerShdw>
          </a:effectLst>
        </p:spPr>
      </p:pic>
      <p:pic>
        <p:nvPicPr>
          <p:cNvPr id="975" name="Google Shape;975;g2d067c62542_0_993"/>
          <p:cNvPicPr preferRelativeResize="0"/>
          <p:nvPr/>
        </p:nvPicPr>
        <p:blipFill rotWithShape="1">
          <a:blip r:embed="rId10">
            <a:alphaModFix/>
          </a:blip>
          <a:srcRect l="69" r="69"/>
          <a:stretch/>
        </p:blipFill>
        <p:spPr>
          <a:xfrm>
            <a:off x="3956913" y="1683795"/>
            <a:ext cx="1229024" cy="922177"/>
          </a:xfrm>
          <a:prstGeom prst="rect">
            <a:avLst/>
          </a:prstGeom>
          <a:noFill/>
          <a:ln>
            <a:noFill/>
          </a:ln>
          <a:effectLst>
            <a:outerShdw blurRad="57150" dist="19050" dir="5400000" algn="bl" rotWithShape="0">
              <a:srgbClr val="000000">
                <a:alpha val="20000"/>
              </a:srgbClr>
            </a:outerShdw>
          </a:effectLst>
        </p:spPr>
      </p:pic>
      <p:pic>
        <p:nvPicPr>
          <p:cNvPr id="976" name="Google Shape;976;g2d067c62542_0_993"/>
          <p:cNvPicPr preferRelativeResize="0"/>
          <p:nvPr/>
        </p:nvPicPr>
        <p:blipFill rotWithShape="1">
          <a:blip r:embed="rId11">
            <a:alphaModFix/>
          </a:blip>
          <a:srcRect l="69" r="69"/>
          <a:stretch/>
        </p:blipFill>
        <p:spPr>
          <a:xfrm>
            <a:off x="5356763" y="1683795"/>
            <a:ext cx="1229024" cy="922177"/>
          </a:xfrm>
          <a:prstGeom prst="rect">
            <a:avLst/>
          </a:prstGeom>
          <a:noFill/>
          <a:ln>
            <a:noFill/>
          </a:ln>
          <a:effectLst>
            <a:outerShdw blurRad="57150" dist="19050" dir="5400000" algn="bl" rotWithShape="0">
              <a:srgbClr val="000000">
                <a:alpha val="20000"/>
              </a:srgbClr>
            </a:outerShdw>
          </a:effectLst>
        </p:spPr>
      </p:pic>
      <p:pic>
        <p:nvPicPr>
          <p:cNvPr id="977" name="Google Shape;977;g2d067c62542_0_993"/>
          <p:cNvPicPr preferRelativeResize="0"/>
          <p:nvPr/>
        </p:nvPicPr>
        <p:blipFill rotWithShape="1">
          <a:blip r:embed="rId12">
            <a:alphaModFix/>
          </a:blip>
          <a:srcRect t="19" b="29"/>
          <a:stretch/>
        </p:blipFill>
        <p:spPr>
          <a:xfrm>
            <a:off x="6756613" y="1683795"/>
            <a:ext cx="1229024" cy="922177"/>
          </a:xfrm>
          <a:prstGeom prst="rect">
            <a:avLst/>
          </a:prstGeom>
          <a:noFill/>
          <a:ln>
            <a:noFill/>
          </a:ln>
          <a:effectLst>
            <a:outerShdw blurRad="57150" dist="19050" dir="5400000" algn="bl" rotWithShape="0">
              <a:srgbClr val="000000">
                <a:alpha val="20000"/>
              </a:srgbClr>
            </a:outerShdw>
          </a:effectLst>
        </p:spPr>
      </p:pic>
      <p:pic>
        <p:nvPicPr>
          <p:cNvPr id="978" name="Google Shape;978;g2d067c62542_0_993"/>
          <p:cNvPicPr preferRelativeResize="0"/>
          <p:nvPr/>
        </p:nvPicPr>
        <p:blipFill rotWithShape="1">
          <a:blip r:embed="rId13">
            <a:alphaModFix/>
          </a:blip>
          <a:srcRect l="69" r="69"/>
          <a:stretch/>
        </p:blipFill>
        <p:spPr>
          <a:xfrm>
            <a:off x="5356763" y="2755558"/>
            <a:ext cx="1229024" cy="922177"/>
          </a:xfrm>
          <a:prstGeom prst="rect">
            <a:avLst/>
          </a:prstGeom>
          <a:noFill/>
          <a:ln>
            <a:noFill/>
          </a:ln>
          <a:effectLst>
            <a:outerShdw blurRad="57150" dist="19050" dir="5400000" algn="bl" rotWithShape="0">
              <a:srgbClr val="000000">
                <a:alpha val="20000"/>
              </a:srgbClr>
            </a:outerShdw>
          </a:effectLst>
        </p:spPr>
      </p:pic>
      <p:pic>
        <p:nvPicPr>
          <p:cNvPr id="979" name="Google Shape;979;g2d067c62542_0_993"/>
          <p:cNvPicPr preferRelativeResize="0"/>
          <p:nvPr/>
        </p:nvPicPr>
        <p:blipFill rotWithShape="1">
          <a:blip r:embed="rId14">
            <a:alphaModFix/>
          </a:blip>
          <a:srcRect l="69" r="69"/>
          <a:stretch/>
        </p:blipFill>
        <p:spPr>
          <a:xfrm>
            <a:off x="3956913" y="3825558"/>
            <a:ext cx="1229024" cy="922177"/>
          </a:xfrm>
          <a:prstGeom prst="rect">
            <a:avLst/>
          </a:prstGeom>
          <a:noFill/>
          <a:ln>
            <a:noFill/>
          </a:ln>
          <a:effectLst>
            <a:outerShdw blurRad="57150" dist="19050" dir="5400000" algn="bl" rotWithShape="0">
              <a:srgbClr val="000000">
                <a:alpha val="20000"/>
              </a:srgbClr>
            </a:outerShdw>
          </a:effectLst>
        </p:spPr>
      </p:pic>
      <p:pic>
        <p:nvPicPr>
          <p:cNvPr id="980" name="Google Shape;980;g2d067c62542_0_993"/>
          <p:cNvPicPr preferRelativeResize="0"/>
          <p:nvPr/>
        </p:nvPicPr>
        <p:blipFill rotWithShape="1">
          <a:blip r:embed="rId15">
            <a:alphaModFix/>
          </a:blip>
          <a:srcRect t="99" b="89"/>
          <a:stretch/>
        </p:blipFill>
        <p:spPr>
          <a:xfrm>
            <a:off x="5356763" y="3825558"/>
            <a:ext cx="1229025" cy="92217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pic>
        <p:nvPicPr>
          <p:cNvPr id="986" name="Google Shape;986;g2d067c62542_0_137"/>
          <p:cNvPicPr preferRelativeResize="0"/>
          <p:nvPr/>
        </p:nvPicPr>
        <p:blipFill rotWithShape="1">
          <a:blip r:embed="rId3">
            <a:alphaModFix/>
          </a:blip>
          <a:srcRect l="406" r="395"/>
          <a:stretch/>
        </p:blipFill>
        <p:spPr>
          <a:xfrm>
            <a:off x="4392597" y="2697413"/>
            <a:ext cx="3906212" cy="2453951"/>
          </a:xfrm>
          <a:prstGeom prst="rect">
            <a:avLst/>
          </a:prstGeom>
          <a:noFill/>
          <a:ln>
            <a:noFill/>
          </a:ln>
        </p:spPr>
      </p:pic>
      <p:pic>
        <p:nvPicPr>
          <p:cNvPr id="987" name="Google Shape;987;g2d067c62542_0_137"/>
          <p:cNvPicPr preferRelativeResize="0"/>
          <p:nvPr/>
        </p:nvPicPr>
        <p:blipFill rotWithShape="1">
          <a:blip r:embed="rId4">
            <a:alphaModFix/>
          </a:blip>
          <a:srcRect l="1465" r="1474"/>
          <a:stretch/>
        </p:blipFill>
        <p:spPr>
          <a:xfrm>
            <a:off x="879153" y="2714147"/>
            <a:ext cx="3362574" cy="1091031"/>
          </a:xfrm>
          <a:prstGeom prst="rect">
            <a:avLst/>
          </a:prstGeom>
          <a:noFill/>
          <a:ln>
            <a:noFill/>
          </a:ln>
        </p:spPr>
      </p:pic>
      <p:pic>
        <p:nvPicPr>
          <p:cNvPr id="988" name="Google Shape;988;g2d067c62542_0_137"/>
          <p:cNvPicPr preferRelativeResize="0"/>
          <p:nvPr/>
        </p:nvPicPr>
        <p:blipFill rotWithShape="1">
          <a:blip r:embed="rId5">
            <a:alphaModFix/>
          </a:blip>
          <a:srcRect r="1409"/>
          <a:stretch/>
        </p:blipFill>
        <p:spPr>
          <a:xfrm>
            <a:off x="795337" y="3906425"/>
            <a:ext cx="3576650" cy="11352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199</Words>
  <Application>Microsoft Office PowerPoint</Application>
  <PresentationFormat>On-screen Show (4:3)</PresentationFormat>
  <Paragraphs>63</Paragraphs>
  <Slides>11</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Calibri</vt:lpstr>
      <vt:lpstr>Jost</vt:lpstr>
      <vt:lpstr>Arial</vt:lpstr>
      <vt:lpstr>Poppins Medium</vt:lpstr>
      <vt:lpstr>Nunito Black</vt:lpstr>
      <vt:lpstr>Mulish</vt:lpstr>
      <vt:lpstr>Poppins</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PowerPoint Presentation</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2026-05-13T03:43:08Z</dcterms:modified>
</cp:coreProperties>
</file>