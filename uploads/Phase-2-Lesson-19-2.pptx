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embeddedFontLst>
    <p:embeddedFont>
      <p:font typeface="Finger Paint" panose="020B0604020202020204" charset="0"/>
      <p:regular r:id="rId23"/>
    </p:embeddedFont>
    <p:embeddedFont>
      <p:font typeface="Jost" panose="020B0604020202020204" charset="0"/>
      <p:regular r:id="rId24"/>
      <p:bold r:id="rId25"/>
      <p:italic r:id="rId26"/>
      <p:boldItalic r:id="rId27"/>
    </p:embeddedFont>
    <p:embeddedFont>
      <p:font typeface="Mulish"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RHURzor/+WIxoUY6sC5mcwQhq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528301-8324-4967-B89B-1C431BBCEB28}">
  <a:tblStyle styleId="{92528301-8324-4967-B89B-1C431BBCEB2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font" Target="fonts/font20.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45" Type="http://schemas.openxmlformats.org/officeDocument/2006/relationships/font" Target="fonts/font23.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4" Type="http://schemas.openxmlformats.org/officeDocument/2006/relationships/font" Target="fonts/font22.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3" Type="http://schemas.openxmlformats.org/officeDocument/2006/relationships/font" Target="fonts/font21.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font" Target="fonts/font19.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3" name="Google Shape;68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9" name="Google Shape;719;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d9d7cecb8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1" name="Google Shape;741;g2d9d7cecb8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2" name="Google Shape;742;g2d9d7cecb8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0" name="Google Shape;750;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1" name="Google Shape;751;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8" name="Google Shape;768;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9" name="Google Shape;769;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6" name="Google Shape;78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7" name="Google Shape;78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2c2ffdd0de5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4" name="Google Shape;794;g2c2ffdd0de5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g2c2ffdd0de5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c42b0179aa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c42b0179a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c42b0179a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g2c42b0179aa_0_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g2c42b0179aa_0_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2c42b0179aa_0_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2" name="Google Shape;89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3" name="Google Shape;89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0" name="Google Shape;910;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1" name="Google Shape;911;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6"/>
        <p:cNvGrpSpPr/>
        <p:nvPr/>
      </p:nvGrpSpPr>
      <p:grpSpPr>
        <a:xfrm>
          <a:off x="0" y="0"/>
          <a:ext cx="0" cy="0"/>
          <a:chOff x="0" y="0"/>
          <a:chExt cx="0" cy="0"/>
        </a:xfrm>
      </p:grpSpPr>
      <p:sp>
        <p:nvSpPr>
          <p:cNvPr id="927" name="Google Shape;927;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8" name="Google Shape;928;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9" name="Google Shape;929;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g26c2d1b8919_0_7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4" name="Google Shape;954;g26c2d1b8919_0_7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5" name="Google Shape;955;g26c2d1b8919_0_7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0"/>
        <p:cNvGrpSpPr/>
        <p:nvPr/>
      </p:nvGrpSpPr>
      <p:grpSpPr>
        <a:xfrm>
          <a:off x="0" y="0"/>
          <a:ext cx="0" cy="0"/>
          <a:chOff x="0" y="0"/>
          <a:chExt cx="0" cy="0"/>
        </a:xfrm>
      </p:grpSpPr>
      <p:sp>
        <p:nvSpPr>
          <p:cNvPr id="981" name="Google Shape;981;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2" name="Google Shape;982;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3" name="Google Shape;983;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F7941D"/>
                </a:solidFill>
                <a:latin typeface="Poppins SemiBold"/>
                <a:ea typeface="Poppins SemiBold"/>
                <a:cs typeface="Poppins SemiBold"/>
                <a:sym typeface="Poppins SemiBold"/>
              </a:rPr>
              <a:t>Phase 2</a:t>
            </a:r>
            <a:endParaRPr sz="6000" b="0" i="0" u="none" strike="noStrike" cap="none">
              <a:solidFill>
                <a:schemeClr val="dk1"/>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0" name="Google Shape;20;p14"/>
          <p:cNvGrpSpPr/>
          <p:nvPr/>
        </p:nvGrpSpPr>
        <p:grpSpPr>
          <a:xfrm>
            <a:off x="8199150" y="5983875"/>
            <a:ext cx="586800" cy="571500"/>
            <a:chOff x="7894350" y="6212475"/>
            <a:chExt cx="586800" cy="571500"/>
          </a:xfrm>
        </p:grpSpPr>
        <p:sp>
          <p:nvSpPr>
            <p:cNvPr id="21" name="Google Shape;2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 name="Google Shape;22;p14">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65600" y="88250"/>
              <a:ext cx="1337400" cy="403500"/>
              <a:chOff x="565600" y="88250"/>
              <a:chExt cx="1337400" cy="403500"/>
            </a:xfrm>
          </p:grpSpPr>
          <p:grpSp>
            <p:nvGrpSpPr>
              <p:cNvPr id="28" name="Google Shape;28;p14"/>
              <p:cNvGrpSpPr/>
              <p:nvPr/>
            </p:nvGrpSpPr>
            <p:grpSpPr>
              <a:xfrm>
                <a:off x="565600" y="88250"/>
                <a:ext cx="1337400" cy="403500"/>
                <a:chOff x="565600" y="88250"/>
                <a:chExt cx="1337400" cy="403500"/>
              </a:xfrm>
            </p:grpSpPr>
            <p:sp>
              <p:nvSpPr>
                <p:cNvPr id="29" name="Google Shape;29;p14"/>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 name="Google Shape;30;p14"/>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 name="Google Shape;31;p14"/>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32" name="Google Shape;32;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1" name="Google Shape;41;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2"/>
        <p:cNvGrpSpPr/>
        <p:nvPr/>
      </p:nvGrpSpPr>
      <p:grpSpPr>
        <a:xfrm>
          <a:off x="0" y="0"/>
          <a:ext cx="0" cy="0"/>
          <a:chOff x="0" y="0"/>
          <a:chExt cx="0" cy="0"/>
        </a:xfrm>
      </p:grpSpPr>
      <p:sp>
        <p:nvSpPr>
          <p:cNvPr id="43" name="Google Shape;43;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5" name="Google Shape;45;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6" name="Google Shape;46;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7" name="Google Shape;47;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Objective</a:t>
            </a:r>
            <a:endParaRPr sz="3200" b="0" i="0" u="none" strike="noStrike" cap="none">
              <a:solidFill>
                <a:srgbClr val="F7941D"/>
              </a:solidFill>
              <a:latin typeface="Poppins Medium"/>
              <a:ea typeface="Poppins Medium"/>
              <a:cs typeface="Poppins Medium"/>
              <a:sym typeface="Poppins Medium"/>
            </a:endParaRPr>
          </a:p>
        </p:txBody>
      </p:sp>
      <p:sp>
        <p:nvSpPr>
          <p:cNvPr id="48" name="Google Shape;48;p15"/>
          <p:cNvSpPr txBox="1"/>
          <p:nvPr/>
        </p:nvSpPr>
        <p:spPr>
          <a:xfrm>
            <a:off x="856314" y="2175985"/>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Review</a:t>
            </a:r>
            <a:endParaRPr sz="3200" b="0" i="0" u="none" strike="noStrike" cap="none">
              <a:solidFill>
                <a:srgbClr val="F7941D"/>
              </a:solidFill>
              <a:latin typeface="Poppins Medium"/>
              <a:ea typeface="Poppins Medium"/>
              <a:cs typeface="Poppins Medium"/>
              <a:sym typeface="Poppins Medium"/>
            </a:endParaRPr>
          </a:p>
        </p:txBody>
      </p:sp>
      <p:cxnSp>
        <p:nvCxnSpPr>
          <p:cNvPr id="49" name="Google Shape;49;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50" name="Google Shape;50;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1" name="Google Shape;51;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2" name="Google Shape;52;p15"/>
          <p:cNvGrpSpPr/>
          <p:nvPr/>
        </p:nvGrpSpPr>
        <p:grpSpPr>
          <a:xfrm>
            <a:off x="357775" y="5983875"/>
            <a:ext cx="586800" cy="571500"/>
            <a:chOff x="662575" y="6212475"/>
            <a:chExt cx="586800" cy="571500"/>
          </a:xfrm>
        </p:grpSpPr>
        <p:sp>
          <p:nvSpPr>
            <p:cNvPr id="53" name="Google Shape;53;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 name="Google Shape;55;p1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 name="Google Shape;56;p15"/>
          <p:cNvGrpSpPr/>
          <p:nvPr/>
        </p:nvGrpSpPr>
        <p:grpSpPr>
          <a:xfrm>
            <a:off x="8199150" y="5983875"/>
            <a:ext cx="586800" cy="571500"/>
            <a:chOff x="7894350" y="6212475"/>
            <a:chExt cx="586800" cy="571500"/>
          </a:xfrm>
        </p:grpSpPr>
        <p:sp>
          <p:nvSpPr>
            <p:cNvPr id="57" name="Google Shape;57;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 name="Google Shape;59;p1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 name="Google Shape;60;p15"/>
          <p:cNvGrpSpPr/>
          <p:nvPr/>
        </p:nvGrpSpPr>
        <p:grpSpPr>
          <a:xfrm>
            <a:off x="-36800" y="-52000"/>
            <a:ext cx="9236100" cy="543750"/>
            <a:chOff x="-36800" y="-52000"/>
            <a:chExt cx="9236100" cy="54375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565600" y="88250"/>
              <a:ext cx="1337400" cy="403500"/>
              <a:chOff x="565600" y="88250"/>
              <a:chExt cx="1337400" cy="403500"/>
            </a:xfrm>
          </p:grpSpPr>
          <p:grpSp>
            <p:nvGrpSpPr>
              <p:cNvPr id="63" name="Google Shape;63;p15"/>
              <p:cNvGrpSpPr/>
              <p:nvPr/>
            </p:nvGrpSpPr>
            <p:grpSpPr>
              <a:xfrm>
                <a:off x="565600" y="88250"/>
                <a:ext cx="1337400" cy="403500"/>
                <a:chOff x="565600" y="88250"/>
                <a:chExt cx="1337400" cy="403500"/>
              </a:xfrm>
            </p:grpSpPr>
            <p:sp>
              <p:nvSpPr>
                <p:cNvPr id="64" name="Google Shape;64;p15"/>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 name="Google Shape;65;p15"/>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6" name="Google Shape;66;p15"/>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67" name="Google Shape;67;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6" name="Google Shape;76;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7"/>
        <p:cNvGrpSpPr/>
        <p:nvPr/>
      </p:nvGrpSpPr>
      <p:grpSpPr>
        <a:xfrm>
          <a:off x="0" y="0"/>
          <a:ext cx="0" cy="0"/>
          <a:chOff x="0" y="0"/>
          <a:chExt cx="0" cy="0"/>
        </a:xfrm>
      </p:grpSpPr>
      <p:sp>
        <p:nvSpPr>
          <p:cNvPr id="78" name="Google Shape;78;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87" name="Google Shape;87;g26b641b03cd_1_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FFFFF"/>
              </a:buClr>
              <a:buSzPts val="3600"/>
              <a:buFont typeface="Poppins Medium"/>
              <a:buNone/>
              <a:defRPr sz="3600">
                <a:solidFill>
                  <a:srgbClr val="FFFFFF"/>
                </a:solidFill>
                <a:latin typeface="Poppins Medium"/>
                <a:ea typeface="Poppins Medium"/>
                <a:cs typeface="Poppins Medium"/>
                <a:sym typeface="Poppins Medium"/>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sp>
        <p:nvSpPr>
          <p:cNvPr id="88" name="Google Shape;88;g26b641b03cd_1_92"/>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ctr">
              <a:lnSpc>
                <a:spcPct val="100000"/>
              </a:lnSpc>
              <a:spcBef>
                <a:spcPts val="0"/>
              </a:spcBef>
              <a:spcAft>
                <a:spcPts val="0"/>
              </a:spcAft>
              <a:buClr>
                <a:srgbClr val="FFFFFF"/>
              </a:buClr>
              <a:buSzPts val="3600"/>
              <a:buNone/>
              <a:defRPr sz="3600">
                <a:solidFill>
                  <a:srgbClr val="FFFFFF"/>
                </a:solidFill>
              </a:defRPr>
            </a:lvl2pPr>
            <a:lvl3pPr lvl="2" algn="ctr">
              <a:lnSpc>
                <a:spcPct val="100000"/>
              </a:lnSpc>
              <a:spcBef>
                <a:spcPts val="0"/>
              </a:spcBef>
              <a:spcAft>
                <a:spcPts val="0"/>
              </a:spcAft>
              <a:buClr>
                <a:srgbClr val="FFFFFF"/>
              </a:buClr>
              <a:buSzPts val="3600"/>
              <a:buNone/>
              <a:defRPr sz="3600">
                <a:solidFill>
                  <a:srgbClr val="FFFFFF"/>
                </a:solidFill>
              </a:defRPr>
            </a:lvl3pPr>
            <a:lvl4pPr lvl="3" algn="ctr">
              <a:lnSpc>
                <a:spcPct val="100000"/>
              </a:lnSpc>
              <a:spcBef>
                <a:spcPts val="0"/>
              </a:spcBef>
              <a:spcAft>
                <a:spcPts val="0"/>
              </a:spcAft>
              <a:buClr>
                <a:srgbClr val="FFFFFF"/>
              </a:buClr>
              <a:buSzPts val="3600"/>
              <a:buNone/>
              <a:defRPr sz="3600">
                <a:solidFill>
                  <a:srgbClr val="FFFFFF"/>
                </a:solidFill>
              </a:defRPr>
            </a:lvl4pPr>
            <a:lvl5pPr lvl="4" algn="ctr">
              <a:lnSpc>
                <a:spcPct val="100000"/>
              </a:lnSpc>
              <a:spcBef>
                <a:spcPts val="0"/>
              </a:spcBef>
              <a:spcAft>
                <a:spcPts val="0"/>
              </a:spcAft>
              <a:buClr>
                <a:srgbClr val="FFFFFF"/>
              </a:buClr>
              <a:buSzPts val="3600"/>
              <a:buNone/>
              <a:defRPr sz="3600">
                <a:solidFill>
                  <a:srgbClr val="FFFFFF"/>
                </a:solidFill>
              </a:defRPr>
            </a:lvl5pPr>
            <a:lvl6pPr lvl="5" algn="ctr">
              <a:lnSpc>
                <a:spcPct val="100000"/>
              </a:lnSpc>
              <a:spcBef>
                <a:spcPts val="0"/>
              </a:spcBef>
              <a:spcAft>
                <a:spcPts val="0"/>
              </a:spcAft>
              <a:buClr>
                <a:srgbClr val="FFFFFF"/>
              </a:buClr>
              <a:buSzPts val="3600"/>
              <a:buNone/>
              <a:defRPr sz="3600">
                <a:solidFill>
                  <a:srgbClr val="FFFFFF"/>
                </a:solidFill>
              </a:defRPr>
            </a:lvl6pPr>
            <a:lvl7pPr lvl="6" algn="ctr">
              <a:lnSpc>
                <a:spcPct val="100000"/>
              </a:lnSpc>
              <a:spcBef>
                <a:spcPts val="0"/>
              </a:spcBef>
              <a:spcAft>
                <a:spcPts val="0"/>
              </a:spcAft>
              <a:buClr>
                <a:srgbClr val="FFFFFF"/>
              </a:buClr>
              <a:buSzPts val="3600"/>
              <a:buNone/>
              <a:defRPr sz="3600">
                <a:solidFill>
                  <a:srgbClr val="FFFFFF"/>
                </a:solidFill>
              </a:defRPr>
            </a:lvl7pPr>
            <a:lvl8pPr lvl="7" algn="ctr">
              <a:lnSpc>
                <a:spcPct val="100000"/>
              </a:lnSpc>
              <a:spcBef>
                <a:spcPts val="0"/>
              </a:spcBef>
              <a:spcAft>
                <a:spcPts val="0"/>
              </a:spcAft>
              <a:buClr>
                <a:srgbClr val="FFFFFF"/>
              </a:buClr>
              <a:buSzPts val="3600"/>
              <a:buNone/>
              <a:defRPr sz="3600">
                <a:solidFill>
                  <a:srgbClr val="FFFFFF"/>
                </a:solidFill>
              </a:defRPr>
            </a:lvl8pPr>
            <a:lvl9pPr lvl="8" algn="ctr">
              <a:lnSpc>
                <a:spcPct val="100000"/>
              </a:lnSpc>
              <a:spcBef>
                <a:spcPts val="0"/>
              </a:spcBef>
              <a:spcAft>
                <a:spcPts val="0"/>
              </a:spcAft>
              <a:buClr>
                <a:srgbClr val="FFFFFF"/>
              </a:buClr>
              <a:buSzPts val="3600"/>
              <a:buNone/>
              <a:defRPr sz="3600">
                <a:solidFill>
                  <a:srgbClr val="FFFFFF"/>
                </a:solidFill>
              </a:defRPr>
            </a:lvl9pPr>
          </a:lstStyle>
          <a:p>
            <a:endParaRPr/>
          </a:p>
        </p:txBody>
      </p:sp>
      <p:cxnSp>
        <p:nvCxnSpPr>
          <p:cNvPr id="89" name="Google Shape;8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90" name="Google Shape;90;g26b641b03cd_1_92"/>
          <p:cNvGrpSpPr/>
          <p:nvPr/>
        </p:nvGrpSpPr>
        <p:grpSpPr>
          <a:xfrm>
            <a:off x="-36800" y="-52000"/>
            <a:ext cx="9236100" cy="543750"/>
            <a:chOff x="-36800" y="-52000"/>
            <a:chExt cx="9236100" cy="543750"/>
          </a:xfrm>
        </p:grpSpPr>
        <p:sp>
          <p:nvSpPr>
            <p:cNvPr id="91" name="Google Shape;91;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2" name="Google Shape;92;g26b641b03cd_1_92"/>
            <p:cNvGrpSpPr/>
            <p:nvPr/>
          </p:nvGrpSpPr>
          <p:grpSpPr>
            <a:xfrm>
              <a:off x="565600" y="88250"/>
              <a:ext cx="1337400" cy="403500"/>
              <a:chOff x="565600" y="88250"/>
              <a:chExt cx="1337400" cy="403500"/>
            </a:xfrm>
          </p:grpSpPr>
          <p:grpSp>
            <p:nvGrpSpPr>
              <p:cNvPr id="93" name="Google Shape;93;g26b641b03cd_1_92"/>
              <p:cNvGrpSpPr/>
              <p:nvPr/>
            </p:nvGrpSpPr>
            <p:grpSpPr>
              <a:xfrm>
                <a:off x="565600" y="88250"/>
                <a:ext cx="1337400" cy="403500"/>
                <a:chOff x="565600" y="88250"/>
                <a:chExt cx="1337400" cy="403500"/>
              </a:xfrm>
            </p:grpSpPr>
            <p:sp>
              <p:nvSpPr>
                <p:cNvPr id="94" name="Google Shape;94;g26b641b03cd_1_92"/>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96" name="Google Shape;96;g26b641b03cd_1_92"/>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97" name="Google Shape;97;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04" name="Google Shape;104;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6" name="Google Shape;106;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7"/>
        <p:cNvGrpSpPr/>
        <p:nvPr/>
      </p:nvGrpSpPr>
      <p:grpSpPr>
        <a:xfrm>
          <a:off x="0" y="0"/>
          <a:ext cx="0" cy="0"/>
          <a:chOff x="0" y="0"/>
          <a:chExt cx="0" cy="0"/>
        </a:xfrm>
      </p:grpSpPr>
      <p:sp>
        <p:nvSpPr>
          <p:cNvPr id="108" name="Google Shape;108;g26b641b03cd_0_3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 name="Google Shape;112;g26b641b03cd_0_3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4" name="Google Shape;114;g26b641b03cd_0_33"/>
          <p:cNvGrpSpPr/>
          <p:nvPr/>
        </p:nvGrpSpPr>
        <p:grpSpPr>
          <a:xfrm>
            <a:off x="662575" y="6212475"/>
            <a:ext cx="586800" cy="571500"/>
            <a:chOff x="662575" y="6212475"/>
            <a:chExt cx="586800" cy="571500"/>
          </a:xfrm>
        </p:grpSpPr>
        <p:sp>
          <p:nvSpPr>
            <p:cNvPr id="115" name="Google Shape;115;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 name="Google Shape;117;g26b641b03cd_0_3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8" name="Google Shape;118;g26b641b03cd_0_33"/>
          <p:cNvGrpSpPr/>
          <p:nvPr/>
        </p:nvGrpSpPr>
        <p:grpSpPr>
          <a:xfrm>
            <a:off x="7894350" y="6212475"/>
            <a:ext cx="586800" cy="571500"/>
            <a:chOff x="7894350" y="6212475"/>
            <a:chExt cx="586800" cy="571500"/>
          </a:xfrm>
        </p:grpSpPr>
        <p:sp>
          <p:nvSpPr>
            <p:cNvPr id="119" name="Google Shape;119;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2" name="Google Shape;122;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'r'</a:t>
            </a:r>
            <a:endParaRPr sz="1800" b="0" i="0" u="none" strike="noStrike" cap="none">
              <a:solidFill>
                <a:srgbClr val="FFFFFF"/>
              </a:solidFill>
              <a:latin typeface="Poppins SemiBold"/>
              <a:ea typeface="Poppins SemiBold"/>
              <a:cs typeface="Poppins SemiBold"/>
              <a:sym typeface="Poppins SemiBold"/>
            </a:endParaRPr>
          </a:p>
        </p:txBody>
      </p:sp>
      <p:sp>
        <p:nvSpPr>
          <p:cNvPr id="123" name="Google Shape;123;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Week 4 - Thursday</a:t>
            </a:r>
            <a:endParaRPr sz="1800" b="0" i="0" u="none" strike="noStrike" cap="none">
              <a:solidFill>
                <a:srgbClr val="F7941D"/>
              </a:solidFill>
              <a:latin typeface="Poppins Medium"/>
              <a:ea typeface="Poppins Medium"/>
              <a:cs typeface="Poppins Medium"/>
              <a:sym typeface="Poppins Medium"/>
            </a:endParaRPr>
          </a:p>
        </p:txBody>
      </p:sp>
      <p:sp>
        <p:nvSpPr>
          <p:cNvPr id="124" name="Google Shape;124;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7941D"/>
                </a:solidFill>
                <a:latin typeface="Poppins Medium"/>
                <a:ea typeface="Poppins Medium"/>
                <a:cs typeface="Poppins Medium"/>
                <a:sym typeface="Poppins Medium"/>
              </a:rPr>
              <a:t>Lesson 19</a:t>
            </a:r>
            <a:endParaRPr sz="1800" b="0" i="0" u="none" strike="noStrike" cap="none">
              <a:solidFill>
                <a:srgbClr val="F7941D"/>
              </a:solidFill>
              <a:latin typeface="Poppins Medium"/>
              <a:ea typeface="Poppins Medium"/>
              <a:cs typeface="Poppins Medium"/>
              <a:sym typeface="Poppins Medium"/>
            </a:endParaRPr>
          </a:p>
        </p:txBody>
      </p:sp>
      <p:sp>
        <p:nvSpPr>
          <p:cNvPr id="125" name="Google Shape;125;g26b641b03cd_0_3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2 - Letter Sounds</a:t>
            </a:r>
            <a:endParaRPr sz="1800" b="0" i="0" u="none" strike="noStrike" cap="none">
              <a:solidFill>
                <a:srgbClr val="FFFFFF"/>
              </a:solidFill>
              <a:latin typeface="Poppins SemiBold"/>
              <a:ea typeface="Poppins SemiBold"/>
              <a:cs typeface="Poppins SemiBold"/>
              <a:sym typeface="Poppins SemiBold"/>
            </a:endParaRPr>
          </a:p>
        </p:txBody>
      </p:sp>
      <p:sp>
        <p:nvSpPr>
          <p:cNvPr id="126" name="Google Shape;126;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27" name="Google Shape;127;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28" name="Google Shape;128;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F7941D"/>
              </a:buClr>
              <a:buSzPts val="3200"/>
              <a:buFont typeface="Poppins Medium"/>
              <a:buNone/>
              <a:defRPr sz="3200">
                <a:solidFill>
                  <a:srgbClr val="F7941D"/>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29" name="Google Shape;129;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30"/>
        <p:cNvGrpSpPr/>
        <p:nvPr/>
      </p:nvGrpSpPr>
      <p:grpSpPr>
        <a:xfrm>
          <a:off x="0" y="0"/>
          <a:ext cx="0" cy="0"/>
          <a:chOff x="0" y="0"/>
          <a:chExt cx="0" cy="0"/>
        </a:xfrm>
      </p:grpSpPr>
      <p:sp>
        <p:nvSpPr>
          <p:cNvPr id="131" name="Google Shape;13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32" name="Google Shape;13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F7941D"/>
                </a:solidFill>
                <a:latin typeface="Poppins Medium"/>
                <a:ea typeface="Poppins Medium"/>
                <a:cs typeface="Poppins Medium"/>
                <a:sym typeface="Poppins Medium"/>
              </a:rPr>
              <a:t>End of Session</a:t>
            </a:r>
            <a:endParaRPr sz="3200" b="0" i="0" u="none" strike="noStrike" cap="none">
              <a:solidFill>
                <a:srgbClr val="F7941D"/>
              </a:solidFill>
              <a:latin typeface="Poppins Medium"/>
              <a:ea typeface="Poppins Medium"/>
              <a:cs typeface="Poppins Medium"/>
              <a:sym typeface="Poppins Medium"/>
            </a:endParaRPr>
          </a:p>
        </p:txBody>
      </p:sp>
      <p:cxnSp>
        <p:nvCxnSpPr>
          <p:cNvPr id="133" name="Google Shape;13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4" name="Google Shape;13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6" name="Google Shape;136;g26b641b03cd_0_260"/>
          <p:cNvGrpSpPr/>
          <p:nvPr/>
        </p:nvGrpSpPr>
        <p:grpSpPr>
          <a:xfrm>
            <a:off x="8199150" y="5983875"/>
            <a:ext cx="586800" cy="571500"/>
            <a:chOff x="7894350" y="6212475"/>
            <a:chExt cx="586800" cy="571500"/>
          </a:xfrm>
        </p:grpSpPr>
        <p:sp>
          <p:nvSpPr>
            <p:cNvPr id="137" name="Google Shape;137;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8" name="Google Shape;138;g26b641b03cd_0_26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9" name="Google Shape;139;g26b641b03cd_0_26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0" name="Google Shape;140;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41" name="Google Shape;141;g26b641b03cd_0_260"/>
          <p:cNvGrpSpPr/>
          <p:nvPr/>
        </p:nvGrpSpPr>
        <p:grpSpPr>
          <a:xfrm>
            <a:off x="-36800" y="-52000"/>
            <a:ext cx="9236100" cy="543750"/>
            <a:chOff x="-36800" y="-52000"/>
            <a:chExt cx="9236100" cy="543750"/>
          </a:xfrm>
        </p:grpSpPr>
        <p:sp>
          <p:nvSpPr>
            <p:cNvPr id="142" name="Google Shape;14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3" name="Google Shape;143;g26b641b03cd_0_260"/>
            <p:cNvGrpSpPr/>
            <p:nvPr/>
          </p:nvGrpSpPr>
          <p:grpSpPr>
            <a:xfrm>
              <a:off x="565600" y="88250"/>
              <a:ext cx="1337400" cy="403500"/>
              <a:chOff x="565600" y="88250"/>
              <a:chExt cx="1337400" cy="403500"/>
            </a:xfrm>
          </p:grpSpPr>
          <p:grpSp>
            <p:nvGrpSpPr>
              <p:cNvPr id="144" name="Google Shape;144;g26b641b03cd_0_260"/>
              <p:cNvGrpSpPr/>
              <p:nvPr/>
            </p:nvGrpSpPr>
            <p:grpSpPr>
              <a:xfrm>
                <a:off x="565600" y="88250"/>
                <a:ext cx="1337400" cy="403500"/>
                <a:chOff x="565600" y="88250"/>
                <a:chExt cx="1337400" cy="403500"/>
              </a:xfrm>
            </p:grpSpPr>
            <p:sp>
              <p:nvSpPr>
                <p:cNvPr id="145" name="Google Shape;145;g26b641b03cd_0_260"/>
                <p:cNvSpPr/>
                <p:nvPr/>
              </p:nvSpPr>
              <p:spPr>
                <a:xfrm>
                  <a:off x="565600" y="88250"/>
                  <a:ext cx="1337400" cy="240000"/>
                </a:xfrm>
                <a:prstGeom prst="roundRect">
                  <a:avLst>
                    <a:gd name="adj" fmla="val 16667"/>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6" name="Google Shape;146;g26b641b03cd_0_260"/>
                <p:cNvSpPr/>
                <p:nvPr/>
              </p:nvSpPr>
              <p:spPr>
                <a:xfrm>
                  <a:off x="565600" y="251750"/>
                  <a:ext cx="1337400" cy="2400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47" name="Google Shape;147;g26b641b03cd_0_260"/>
              <p:cNvSpPr txBox="1"/>
              <p:nvPr/>
            </p:nvSpPr>
            <p:spPr>
              <a:xfrm>
                <a:off x="747250"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300" b="0" i="0" u="none" strike="noStrike" cap="none">
                    <a:solidFill>
                      <a:srgbClr val="FFFFFF"/>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148" name="Google Shape;148;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51" name="Google Shape;151;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53" name="Google Shape;153;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4" name="Google Shape;154;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55" name="Google Shape;155;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6" name="Google Shape;156;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7" name="Google Shape;157;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92"/>
        <p:cNvGrpSpPr/>
        <p:nvPr/>
      </p:nvGrpSpPr>
      <p:grpSpPr>
        <a:xfrm>
          <a:off x="0" y="0"/>
          <a:ext cx="0" cy="0"/>
          <a:chOff x="0" y="0"/>
          <a:chExt cx="0" cy="0"/>
        </a:xfrm>
      </p:grpSpPr>
      <p:sp>
        <p:nvSpPr>
          <p:cNvPr id="193" name="Google Shape;193;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4" name="Google Shape;194;g2c235dd0dad_1_8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7" name="Google Shape;197;g2c235dd0dad_1_8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8" name="Google Shape;198;g2c235dd0dad_1_8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9" name="Google Shape;199;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09" name="Google Shape;209;g2c235dd0dad_1_87"/>
          <p:cNvSpPr txBox="1">
            <a:spLocks noGrp="1"/>
          </p:cNvSpPr>
          <p:nvPr>
            <p:ph type="subTitle" idx="2"/>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0" name="Google Shape;210;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11" name="Google Shape;211;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2" name="Google Shape;212;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13" name="Google Shape;213;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14" name="Google Shape;214;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sp>
        <p:nvSpPr>
          <p:cNvPr id="215" name="Google Shape;215;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6" name="Google Shape;216;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17" name="Google Shape;217;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18" name="Google Shape;218;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19" name="Google Shape;219;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0" name="Google Shape;220;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1" name="Google Shape;221;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2" name="Google Shape;222;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3" name="Google Shape;223;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24"/>
        <p:cNvGrpSpPr/>
        <p:nvPr/>
      </p:nvGrpSpPr>
      <p:grpSpPr>
        <a:xfrm>
          <a:off x="0" y="0"/>
          <a:ext cx="0" cy="0"/>
          <a:chOff x="0" y="0"/>
          <a:chExt cx="0" cy="0"/>
        </a:xfrm>
      </p:grpSpPr>
      <p:sp>
        <p:nvSpPr>
          <p:cNvPr id="225" name="Google Shape;225;g1f3daf8a844_0_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7" name="Google Shape;227;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8" name="Google Shape;228;g1f3daf8a844_0_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9" name="Google Shape;229;g1f3daf8a844_0_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31" name="Google Shape;231;g1f3daf8a844_0_32"/>
          <p:cNvGrpSpPr/>
          <p:nvPr/>
        </p:nvGrpSpPr>
        <p:grpSpPr>
          <a:xfrm>
            <a:off x="662575" y="6212475"/>
            <a:ext cx="586800" cy="571500"/>
            <a:chOff x="662575" y="6212475"/>
            <a:chExt cx="586800" cy="571500"/>
          </a:xfrm>
        </p:grpSpPr>
        <p:sp>
          <p:nvSpPr>
            <p:cNvPr id="232" name="Google Shape;23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5" name="Google Shape;235;g1f3daf8a844_0_32"/>
          <p:cNvGrpSpPr/>
          <p:nvPr/>
        </p:nvGrpSpPr>
        <p:grpSpPr>
          <a:xfrm>
            <a:off x="7894350" y="6212475"/>
            <a:ext cx="586800" cy="571500"/>
            <a:chOff x="7894350" y="6212475"/>
            <a:chExt cx="586800" cy="571500"/>
          </a:xfrm>
        </p:grpSpPr>
        <p:sp>
          <p:nvSpPr>
            <p:cNvPr id="236" name="Google Shape;23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9" name="Google Shape;239;g1f3daf8a844_0_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40" name="Google Shape;240;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1" name="Google Shape;241;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42" name="Google Shape;242;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3" name="Google Shape;243;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44" name="Google Shape;244;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45" name="Google Shape;245;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F7941D"/>
                </a:solidFill>
                <a:latin typeface="Poppins Medium"/>
                <a:ea typeface="Poppins Medium"/>
                <a:cs typeface="Poppins Medium"/>
                <a:sym typeface="Poppins Medium"/>
              </a:rPr>
              <a:t>Practise</a:t>
            </a:r>
            <a:r>
              <a:rPr lang="en-US" sz="3000" b="0" i="0" u="none" strike="noStrike" cap="none">
                <a:solidFill>
                  <a:srgbClr val="F7941D"/>
                </a:solidFill>
                <a:latin typeface="Poppins Medium"/>
                <a:ea typeface="Poppins Medium"/>
                <a:cs typeface="Poppins Medium"/>
                <a:sym typeface="Poppins Medium"/>
              </a:rPr>
              <a:t> Building Words</a:t>
            </a:r>
            <a:endParaRPr sz="3000" b="0" i="0" u="none" strike="noStrike" cap="none">
              <a:solidFill>
                <a:srgbClr val="F7941D"/>
              </a:solidFill>
              <a:latin typeface="Poppins Medium"/>
              <a:ea typeface="Poppins Medium"/>
              <a:cs typeface="Poppins Medium"/>
              <a:sym typeface="Poppins Medium"/>
            </a:endParaRPr>
          </a:p>
        </p:txBody>
      </p:sp>
      <p:cxnSp>
        <p:nvCxnSpPr>
          <p:cNvPr id="246" name="Google Shape;246;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7" name="Google Shape;247;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48" name="Google Shape;248;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49" name="Google Shape;249;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0" name="Google Shape;250;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1" name="Google Shape;251;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2" name="Google Shape;252;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3" name="Google Shape;253;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4"/>
        <p:cNvGrpSpPr/>
        <p:nvPr/>
      </p:nvGrpSpPr>
      <p:grpSpPr>
        <a:xfrm>
          <a:off x="0" y="0"/>
          <a:ext cx="0" cy="0"/>
          <a:chOff x="0" y="0"/>
          <a:chExt cx="0" cy="0"/>
        </a:xfrm>
      </p:grpSpPr>
      <p:sp>
        <p:nvSpPr>
          <p:cNvPr id="255" name="Google Shape;255;g2c157a2fb06_0_5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6" name="Google Shape;256;g2c157a2fb06_0_5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8" name="Google Shape;258;g2c157a2fb06_0_5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61" name="Google Shape;261;g2c157a2fb06_0_53"/>
          <p:cNvGrpSpPr/>
          <p:nvPr/>
        </p:nvGrpSpPr>
        <p:grpSpPr>
          <a:xfrm>
            <a:off x="662575" y="6212475"/>
            <a:ext cx="586800" cy="571500"/>
            <a:chOff x="662575" y="6212475"/>
            <a:chExt cx="586800" cy="571500"/>
          </a:xfrm>
        </p:grpSpPr>
        <p:sp>
          <p:nvSpPr>
            <p:cNvPr id="262" name="Google Shape;262;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5" name="Google Shape;265;g2c157a2fb06_0_53"/>
          <p:cNvGrpSpPr/>
          <p:nvPr/>
        </p:nvGrpSpPr>
        <p:grpSpPr>
          <a:xfrm>
            <a:off x="7894350" y="6212475"/>
            <a:ext cx="586800" cy="571500"/>
            <a:chOff x="7894350" y="6212475"/>
            <a:chExt cx="586800" cy="571500"/>
          </a:xfrm>
        </p:grpSpPr>
        <p:sp>
          <p:nvSpPr>
            <p:cNvPr id="266" name="Google Shape;266;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157a2fb06_0_5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9" name="Google Shape;269;g2c157a2fb06_0_5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270" name="Google Shape;27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71" name="Google Shape;271;g2c157a2fb06_0_5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3" name="Google Shape;273;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74" name="Google Shape;274;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5" name="Google Shape;275;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Quickwrite</a:t>
            </a:r>
            <a:endParaRPr sz="3000" b="0" i="0" u="none" strike="noStrike" cap="none">
              <a:solidFill>
                <a:srgbClr val="F7941D"/>
              </a:solidFill>
              <a:latin typeface="Poppins Medium"/>
              <a:ea typeface="Poppins Medium"/>
              <a:cs typeface="Poppins Medium"/>
              <a:sym typeface="Poppins Medium"/>
            </a:endParaRPr>
          </a:p>
        </p:txBody>
      </p:sp>
      <p:sp>
        <p:nvSpPr>
          <p:cNvPr id="276" name="Google Shape;276;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7" name="Google Shape;277;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0" name="Google Shape;280;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1" name="Google Shape;281;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2" name="Google Shape;282;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3" name="Google Shape;283;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4" name="Google Shape;284;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85" name="Google Shape;285;g2c157a2fb06_0_53"/>
          <p:cNvGrpSpPr/>
          <p:nvPr/>
        </p:nvGrpSpPr>
        <p:grpSpPr>
          <a:xfrm>
            <a:off x="1403031" y="6958923"/>
            <a:ext cx="6774848" cy="1291477"/>
            <a:chOff x="717231" y="7263723"/>
            <a:chExt cx="6774848" cy="1291477"/>
          </a:xfrm>
        </p:grpSpPr>
        <p:sp>
          <p:nvSpPr>
            <p:cNvPr id="286" name="Google Shape;286;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87" name="Google Shape;287;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88" name="Google Shape;288;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89" name="Google Shape;289;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90" name="Google Shape;290;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91" name="Google Shape;291;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92" name="Google Shape;292;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93" name="Google Shape;293;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94" name="Google Shape;294;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97" name="Google Shape;297;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98" name="Google Shape;298;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9"/>
        <p:cNvGrpSpPr/>
        <p:nvPr/>
      </p:nvGrpSpPr>
      <p:grpSpPr>
        <a:xfrm>
          <a:off x="0" y="0"/>
          <a:ext cx="0" cy="0"/>
          <a:chOff x="0" y="0"/>
          <a:chExt cx="0" cy="0"/>
        </a:xfrm>
      </p:grpSpPr>
      <p:pic>
        <p:nvPicPr>
          <p:cNvPr id="300" name="Google Shape;300;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1" name="Google Shape;301;g2c157a2fb06_0_15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15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6" name="Google Shape;306;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07" name="Google Shape;307;g2c157a2fb06_0_158"/>
          <p:cNvGrpSpPr/>
          <p:nvPr/>
        </p:nvGrpSpPr>
        <p:grpSpPr>
          <a:xfrm>
            <a:off x="662575" y="6212475"/>
            <a:ext cx="586800" cy="571500"/>
            <a:chOff x="662575" y="6212475"/>
            <a:chExt cx="586800" cy="571500"/>
          </a:xfrm>
        </p:grpSpPr>
        <p:sp>
          <p:nvSpPr>
            <p:cNvPr id="308" name="Google Shape;30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9" name="Google Shape;309;g2c157a2fb06_0_15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0" name="Google Shape;310;g2c157a2fb06_0_15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1" name="Google Shape;311;g2c157a2fb06_0_158"/>
          <p:cNvGrpSpPr/>
          <p:nvPr/>
        </p:nvGrpSpPr>
        <p:grpSpPr>
          <a:xfrm>
            <a:off x="7894350" y="6212475"/>
            <a:ext cx="586800" cy="571500"/>
            <a:chOff x="7894350" y="6212475"/>
            <a:chExt cx="586800" cy="571500"/>
          </a:xfrm>
        </p:grpSpPr>
        <p:sp>
          <p:nvSpPr>
            <p:cNvPr id="312" name="Google Shape;31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15" name="Google Shape;315;g2c157a2fb06_0_15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16" name="Google Shape;31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7" name="Google Shape;317;g2c157a2fb06_0_15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18" name="Google Shape;318;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9" name="Google Shape;319;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20" name="Google Shape;320;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21" name="Google Shape;321;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Full Circle</a:t>
            </a:r>
            <a:endParaRPr sz="3000" b="0" i="0" u="none" strike="noStrike" cap="none">
              <a:solidFill>
                <a:srgbClr val="F7941D"/>
              </a:solidFill>
              <a:latin typeface="Poppins Medium"/>
              <a:ea typeface="Poppins Medium"/>
              <a:cs typeface="Poppins Medium"/>
              <a:sym typeface="Poppins Medium"/>
            </a:endParaRPr>
          </a:p>
        </p:txBody>
      </p:sp>
      <p:sp>
        <p:nvSpPr>
          <p:cNvPr id="322" name="Google Shape;322;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3" name="Google Shape;323;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4" name="Google Shape;324;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5" name="Google Shape;325;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26" name="Google Shape;326;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27" name="Google Shape;327;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8"/>
        <p:cNvGrpSpPr/>
        <p:nvPr/>
      </p:nvGrpSpPr>
      <p:grpSpPr>
        <a:xfrm>
          <a:off x="0" y="0"/>
          <a:ext cx="0" cy="0"/>
          <a:chOff x="0" y="0"/>
          <a:chExt cx="0" cy="0"/>
        </a:xfrm>
      </p:grpSpPr>
      <p:sp>
        <p:nvSpPr>
          <p:cNvPr id="329" name="Google Shape;329;g2c157a2fb06_0_263"/>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263"/>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4" name="Google Shape;334;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35" name="Google Shape;335;g2c157a2fb06_0_263"/>
          <p:cNvGrpSpPr/>
          <p:nvPr/>
        </p:nvGrpSpPr>
        <p:grpSpPr>
          <a:xfrm>
            <a:off x="662575" y="6212475"/>
            <a:ext cx="586800" cy="571500"/>
            <a:chOff x="662575" y="6212475"/>
            <a:chExt cx="586800" cy="571500"/>
          </a:xfrm>
        </p:grpSpPr>
        <p:sp>
          <p:nvSpPr>
            <p:cNvPr id="336" name="Google Shape;336;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263">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263">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263"/>
          <p:cNvGrpSpPr/>
          <p:nvPr/>
        </p:nvGrpSpPr>
        <p:grpSpPr>
          <a:xfrm>
            <a:off x="7894350" y="6212475"/>
            <a:ext cx="586800" cy="571500"/>
            <a:chOff x="7894350" y="6212475"/>
            <a:chExt cx="586800" cy="571500"/>
          </a:xfrm>
        </p:grpSpPr>
        <p:sp>
          <p:nvSpPr>
            <p:cNvPr id="340" name="Google Shape;340;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263">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263">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43" name="Google Shape;343;g2c157a2fb06_0_263"/>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44" name="Google Shape;34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5" name="Google Shape;345;g2c157a2fb06_0_263"/>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46" name="Google Shape;346;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7" name="Google Shape;347;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48" name="Google Shape;348;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49" name="Google Shape;349;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Picture Match</a:t>
            </a:r>
            <a:endParaRPr sz="3000" b="0" i="0" u="none" strike="noStrike" cap="none">
              <a:solidFill>
                <a:srgbClr val="F7941D"/>
              </a:solidFill>
              <a:latin typeface="Poppins Medium"/>
              <a:ea typeface="Poppins Medium"/>
              <a:cs typeface="Poppins Medium"/>
              <a:sym typeface="Poppins Medium"/>
            </a:endParaRPr>
          </a:p>
        </p:txBody>
      </p:sp>
      <p:sp>
        <p:nvSpPr>
          <p:cNvPr id="350" name="Google Shape;350;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1" name="Google Shape;351;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2" name="Google Shape;352;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3" name="Google Shape;353;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4" name="Google Shape;354;g2c157a2fb06_0_263"/>
          <p:cNvSpPr>
            <a:spLocks noGrp="1"/>
          </p:cNvSpPr>
          <p:nvPr>
            <p:ph type="pic" idx="8"/>
          </p:nvPr>
        </p:nvSpPr>
        <p:spPr>
          <a:xfrm>
            <a:off x="5086375" y="4412425"/>
            <a:ext cx="2668800" cy="1291500"/>
          </a:xfrm>
          <a:prstGeom prst="rect">
            <a:avLst/>
          </a:prstGeom>
          <a:noFill/>
          <a:ln>
            <a:noFill/>
          </a:ln>
        </p:spPr>
      </p:sp>
      <p:sp>
        <p:nvSpPr>
          <p:cNvPr id="355" name="Google Shape;355;g2c157a2fb06_0_263"/>
          <p:cNvSpPr>
            <a:spLocks noGrp="1"/>
          </p:cNvSpPr>
          <p:nvPr>
            <p:ph type="pic" idx="9"/>
          </p:nvPr>
        </p:nvSpPr>
        <p:spPr>
          <a:xfrm>
            <a:off x="5086375" y="797675"/>
            <a:ext cx="2668800" cy="1291500"/>
          </a:xfrm>
          <a:prstGeom prst="rect">
            <a:avLst/>
          </a:prstGeom>
          <a:noFill/>
          <a:ln>
            <a:noFill/>
          </a:ln>
        </p:spPr>
      </p:sp>
      <p:sp>
        <p:nvSpPr>
          <p:cNvPr id="356" name="Google Shape;356;g2c157a2fb06_0_263"/>
          <p:cNvSpPr>
            <a:spLocks noGrp="1"/>
          </p:cNvSpPr>
          <p:nvPr>
            <p:ph type="pic" idx="13"/>
          </p:nvPr>
        </p:nvSpPr>
        <p:spPr>
          <a:xfrm>
            <a:off x="5086375" y="2002592"/>
            <a:ext cx="2668800" cy="1291500"/>
          </a:xfrm>
          <a:prstGeom prst="rect">
            <a:avLst/>
          </a:prstGeom>
          <a:noFill/>
          <a:ln>
            <a:noFill/>
          </a:ln>
        </p:spPr>
      </p:sp>
      <p:sp>
        <p:nvSpPr>
          <p:cNvPr id="357" name="Google Shape;357;g2c157a2fb06_0_263"/>
          <p:cNvSpPr>
            <a:spLocks noGrp="1"/>
          </p:cNvSpPr>
          <p:nvPr>
            <p:ph type="pic" idx="14"/>
          </p:nvPr>
        </p:nvSpPr>
        <p:spPr>
          <a:xfrm>
            <a:off x="5086375" y="3207508"/>
            <a:ext cx="2668800" cy="1291500"/>
          </a:xfrm>
          <a:prstGeom prst="rect">
            <a:avLst/>
          </a:prstGeom>
          <a:noFill/>
          <a:ln>
            <a:noFill/>
          </a:ln>
        </p:spPr>
      </p:sp>
      <p:sp>
        <p:nvSpPr>
          <p:cNvPr id="358" name="Google Shape;358;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59" name="Google Shape;359;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0"/>
        <p:cNvGrpSpPr/>
        <p:nvPr/>
      </p:nvGrpSpPr>
      <p:grpSpPr>
        <a:xfrm>
          <a:off x="0" y="0"/>
          <a:ext cx="0" cy="0"/>
          <a:chOff x="0" y="0"/>
          <a:chExt cx="0" cy="0"/>
        </a:xfrm>
      </p:grpSpPr>
      <p:cxnSp>
        <p:nvCxnSpPr>
          <p:cNvPr id="361" name="Google Shape;361;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3" name="Google Shape;363;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467"/>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467"/>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7" name="Google Shape;367;g2c157a2fb06_0_467"/>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8" name="Google Shape;368;g2c157a2fb06_0_467"/>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0" name="Google Shape;370;g2c157a2fb06_0_467"/>
          <p:cNvGrpSpPr/>
          <p:nvPr/>
        </p:nvGrpSpPr>
        <p:grpSpPr>
          <a:xfrm>
            <a:off x="662575" y="6212475"/>
            <a:ext cx="586800" cy="571500"/>
            <a:chOff x="662575" y="6212475"/>
            <a:chExt cx="586800" cy="571500"/>
          </a:xfrm>
        </p:grpSpPr>
        <p:sp>
          <p:nvSpPr>
            <p:cNvPr id="371" name="Google Shape;37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467">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4" name="Google Shape;374;g2c157a2fb06_0_467"/>
          <p:cNvGrpSpPr/>
          <p:nvPr/>
        </p:nvGrpSpPr>
        <p:grpSpPr>
          <a:xfrm>
            <a:off x="7894350" y="6212475"/>
            <a:ext cx="586800" cy="571500"/>
            <a:chOff x="7894350" y="6212475"/>
            <a:chExt cx="586800" cy="571500"/>
          </a:xfrm>
        </p:grpSpPr>
        <p:sp>
          <p:nvSpPr>
            <p:cNvPr id="375" name="Google Shape;37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467">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467">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8" name="Google Shape;378;g2c157a2fb06_0_467"/>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0" name="Google Shape;380;g2c157a2fb06_0_46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381" name="Google Shape;381;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2" name="Google Shape;382;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3" name="Google Shape;383;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84" name="Google Shape;384;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Caption</a:t>
            </a:r>
            <a:endParaRPr sz="3000" b="0" i="0" u="none" strike="noStrike" cap="none">
              <a:solidFill>
                <a:srgbClr val="F7941D"/>
              </a:solidFill>
              <a:latin typeface="Poppins Medium"/>
              <a:ea typeface="Poppins Medium"/>
              <a:cs typeface="Poppins Medium"/>
              <a:sym typeface="Poppins Medium"/>
            </a:endParaRPr>
          </a:p>
        </p:txBody>
      </p:sp>
      <p:sp>
        <p:nvSpPr>
          <p:cNvPr id="385" name="Google Shape;385;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86" name="Google Shape;386;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629"/>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4" name="Google Shape;394;g2c157a2fb06_0_629"/>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5" name="Google Shape;395;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96" name="Google Shape;396;g2c157a2fb06_0_629"/>
          <p:cNvGrpSpPr/>
          <p:nvPr/>
        </p:nvGrpSpPr>
        <p:grpSpPr>
          <a:xfrm>
            <a:off x="662575" y="6212475"/>
            <a:ext cx="586800" cy="571500"/>
            <a:chOff x="662575" y="6212475"/>
            <a:chExt cx="586800" cy="571500"/>
          </a:xfrm>
        </p:grpSpPr>
        <p:sp>
          <p:nvSpPr>
            <p:cNvPr id="397" name="Google Shape;39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629">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629"/>
          <p:cNvGrpSpPr/>
          <p:nvPr/>
        </p:nvGrpSpPr>
        <p:grpSpPr>
          <a:xfrm>
            <a:off x="7894350" y="6212475"/>
            <a:ext cx="586800" cy="571500"/>
            <a:chOff x="7894350" y="6212475"/>
            <a:chExt cx="586800" cy="571500"/>
          </a:xfrm>
        </p:grpSpPr>
        <p:sp>
          <p:nvSpPr>
            <p:cNvPr id="401" name="Google Shape;40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629">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629">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629"/>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05" name="Google Shape;40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06" name="Google Shape;406;g2c157a2fb06_0_629"/>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07" name="Google Shape;40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8" name="Google Shape;40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9" name="Google Shape;40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0" name="Google Shape;41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Caption</a:t>
            </a:r>
            <a:endParaRPr sz="3000" b="0" i="0" u="none" strike="noStrike" cap="none">
              <a:solidFill>
                <a:srgbClr val="F7941D"/>
              </a:solidFill>
              <a:latin typeface="Poppins Medium"/>
              <a:ea typeface="Poppins Medium"/>
              <a:cs typeface="Poppins Medium"/>
              <a:sym typeface="Poppins Medium"/>
            </a:endParaRPr>
          </a:p>
        </p:txBody>
      </p:sp>
      <p:sp>
        <p:nvSpPr>
          <p:cNvPr id="411" name="Google Shape;41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3" name="Google Shape;41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4"/>
        <p:cNvGrpSpPr/>
        <p:nvPr/>
      </p:nvGrpSpPr>
      <p:grpSpPr>
        <a:xfrm>
          <a:off x="0" y="0"/>
          <a:ext cx="0" cy="0"/>
          <a:chOff x="0" y="0"/>
          <a:chExt cx="0" cy="0"/>
        </a:xfrm>
      </p:grpSpPr>
      <p:cxnSp>
        <p:nvCxnSpPr>
          <p:cNvPr id="415" name="Google Shape;415;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798"/>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0" name="Google Shape;420;g2c157a2fb06_0_798"/>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1" name="Google Shape;421;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2" name="Google Shape;422;g2c157a2fb06_0_798"/>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25" name="Google Shape;425;g2c157a2fb06_0_798"/>
          <p:cNvGrpSpPr/>
          <p:nvPr/>
        </p:nvGrpSpPr>
        <p:grpSpPr>
          <a:xfrm>
            <a:off x="662575" y="6212475"/>
            <a:ext cx="586800" cy="571500"/>
            <a:chOff x="662575" y="6212475"/>
            <a:chExt cx="586800" cy="571500"/>
          </a:xfrm>
        </p:grpSpPr>
        <p:sp>
          <p:nvSpPr>
            <p:cNvPr id="426" name="Google Shape;42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9" name="Google Shape;429;g2c157a2fb06_0_798"/>
          <p:cNvGrpSpPr/>
          <p:nvPr/>
        </p:nvGrpSpPr>
        <p:grpSpPr>
          <a:xfrm>
            <a:off x="7894350" y="6212475"/>
            <a:ext cx="586800" cy="571500"/>
            <a:chOff x="7894350" y="6212475"/>
            <a:chExt cx="586800" cy="571500"/>
          </a:xfrm>
        </p:grpSpPr>
        <p:sp>
          <p:nvSpPr>
            <p:cNvPr id="430" name="Google Shape;43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798">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798">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3" name="Google Shape;433;g2c157a2fb06_0_798"/>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34" name="Google Shape;43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5" name="Google Shape;435;g2c157a2fb06_0_798"/>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36" name="Google Shape;436;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7" name="Google Shape;437;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38" name="Google Shape;43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39" name="Google Shape;43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Write a Sentence</a:t>
            </a:r>
            <a:endParaRPr sz="3000" b="0" i="0" u="none" strike="noStrike" cap="none">
              <a:solidFill>
                <a:srgbClr val="F7941D"/>
              </a:solidFill>
              <a:latin typeface="Poppins Medium"/>
              <a:ea typeface="Poppins Medium"/>
              <a:cs typeface="Poppins Medium"/>
              <a:sym typeface="Poppins Medium"/>
            </a:endParaRPr>
          </a:p>
        </p:txBody>
      </p:sp>
      <p:sp>
        <p:nvSpPr>
          <p:cNvPr id="440" name="Google Shape;44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1" name="Google Shape;44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2"/>
        <p:cNvGrpSpPr/>
        <p:nvPr/>
      </p:nvGrpSpPr>
      <p:grpSpPr>
        <a:xfrm>
          <a:off x="0" y="0"/>
          <a:ext cx="0" cy="0"/>
          <a:chOff x="0" y="0"/>
          <a:chExt cx="0" cy="0"/>
        </a:xfrm>
      </p:grpSpPr>
      <p:cxnSp>
        <p:nvCxnSpPr>
          <p:cNvPr id="443" name="Google Shape;443;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4" name="Google Shape;444;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5" name="Google Shape;445;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6" name="Google Shape;446;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7" name="Google Shape;447;g2c157a2fb06_0_82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82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0" name="Google Shape;450;g2c157a2fb06_0_82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53" name="Google Shape;453;g2c157a2fb06_0_825"/>
          <p:cNvGrpSpPr/>
          <p:nvPr/>
        </p:nvGrpSpPr>
        <p:grpSpPr>
          <a:xfrm>
            <a:off x="662575" y="6212475"/>
            <a:ext cx="586800" cy="571500"/>
            <a:chOff x="662575" y="6212475"/>
            <a:chExt cx="586800" cy="571500"/>
          </a:xfrm>
        </p:grpSpPr>
        <p:sp>
          <p:nvSpPr>
            <p:cNvPr id="454" name="Google Shape;45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82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7" name="Google Shape;457;g2c157a2fb06_0_825"/>
          <p:cNvGrpSpPr/>
          <p:nvPr/>
        </p:nvGrpSpPr>
        <p:grpSpPr>
          <a:xfrm>
            <a:off x="7894350" y="6212475"/>
            <a:ext cx="586800" cy="571500"/>
            <a:chOff x="7894350" y="6212475"/>
            <a:chExt cx="586800" cy="571500"/>
          </a:xfrm>
        </p:grpSpPr>
        <p:sp>
          <p:nvSpPr>
            <p:cNvPr id="458" name="Google Shape;45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82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82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1" name="Google Shape;461;g2c157a2fb06_0_82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62" name="Google Shape;46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3" name="Google Shape;463;g2c157a2fb06_0_82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5" name="Google Shape;46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6" name="Google Shape;46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67" name="Google Shape;46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Read a Sentence</a:t>
            </a:r>
            <a:endParaRPr sz="3000" b="0" i="0" u="none" strike="noStrike" cap="none">
              <a:solidFill>
                <a:srgbClr val="F7941D"/>
              </a:solidFill>
              <a:latin typeface="Poppins Medium"/>
              <a:ea typeface="Poppins Medium"/>
              <a:cs typeface="Poppins Medium"/>
              <a:sym typeface="Poppins Medium"/>
            </a:endParaRPr>
          </a:p>
        </p:txBody>
      </p:sp>
      <p:sp>
        <p:nvSpPr>
          <p:cNvPr id="468" name="Google Shape;46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9" name="Google Shape;46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70"/>
        <p:cNvGrpSpPr/>
        <p:nvPr/>
      </p:nvGrpSpPr>
      <p:grpSpPr>
        <a:xfrm>
          <a:off x="0" y="0"/>
          <a:ext cx="0" cy="0"/>
          <a:chOff x="0" y="0"/>
          <a:chExt cx="0" cy="0"/>
        </a:xfrm>
      </p:grpSpPr>
      <p:sp>
        <p:nvSpPr>
          <p:cNvPr id="471" name="Google Shape;47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2" name="Google Shape;47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7" name="Google Shape;477;g2c157a2fb06_0_70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80" name="Google Shape;480;g2c157a2fb06_0_700"/>
          <p:cNvGrpSpPr/>
          <p:nvPr/>
        </p:nvGrpSpPr>
        <p:grpSpPr>
          <a:xfrm>
            <a:off x="662575" y="6212475"/>
            <a:ext cx="586800" cy="571500"/>
            <a:chOff x="662575" y="6212475"/>
            <a:chExt cx="586800" cy="571500"/>
          </a:xfrm>
        </p:grpSpPr>
        <p:sp>
          <p:nvSpPr>
            <p:cNvPr id="481" name="Google Shape;481;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84" name="Google Shape;484;g2c157a2fb06_0_700"/>
          <p:cNvGrpSpPr/>
          <p:nvPr/>
        </p:nvGrpSpPr>
        <p:grpSpPr>
          <a:xfrm>
            <a:off x="7894350" y="6212475"/>
            <a:ext cx="586800" cy="571500"/>
            <a:chOff x="7894350" y="6212475"/>
            <a:chExt cx="586800" cy="571500"/>
          </a:xfrm>
        </p:grpSpPr>
        <p:sp>
          <p:nvSpPr>
            <p:cNvPr id="485" name="Google Shape;485;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70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70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88" name="Google Shape;488;g2c157a2fb06_0_70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489" name="Google Shape;48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0" name="Google Shape;490;g2c157a2fb06_0_70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491" name="Google Shape;491;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2" name="Google Shape;492;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3" name="Google Shape;493;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Hands Up, Pair Up</a:t>
            </a:r>
            <a:endParaRPr sz="3000" b="0" i="0" u="none" strike="noStrike" cap="none">
              <a:solidFill>
                <a:srgbClr val="F7941D"/>
              </a:solidFill>
              <a:latin typeface="Poppins Medium"/>
              <a:ea typeface="Poppins Medium"/>
              <a:cs typeface="Poppins Medium"/>
              <a:sym typeface="Poppins Medium"/>
            </a:endParaRPr>
          </a:p>
        </p:txBody>
      </p:sp>
      <p:sp>
        <p:nvSpPr>
          <p:cNvPr id="494" name="Google Shape;494;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5" name="Google Shape;495;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6" name="Google Shape;496;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8" name="Google Shape;498;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9" name="Google Shape;499;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0" name="Google Shape;500;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2" name="Google Shape;502;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4" name="Google Shape;504;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6" name="Google Shape;506;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08" name="Google Shape;508;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09" name="Google Shape;509;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10"/>
        <p:cNvGrpSpPr/>
        <p:nvPr/>
      </p:nvGrpSpPr>
      <p:grpSpPr>
        <a:xfrm>
          <a:off x="0" y="0"/>
          <a:ext cx="0" cy="0"/>
          <a:chOff x="0" y="0"/>
          <a:chExt cx="0" cy="0"/>
        </a:xfrm>
      </p:grpSpPr>
      <p:sp>
        <p:nvSpPr>
          <p:cNvPr id="511" name="Google Shape;511;g2c157a2fb06_0_932"/>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5" name="Google Shape;515;g2c157a2fb06_0_932"/>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17" name="Google Shape;517;g2c157a2fb06_0_932"/>
          <p:cNvGrpSpPr/>
          <p:nvPr/>
        </p:nvGrpSpPr>
        <p:grpSpPr>
          <a:xfrm>
            <a:off x="662575" y="6212475"/>
            <a:ext cx="586800" cy="571500"/>
            <a:chOff x="662575" y="6212475"/>
            <a:chExt cx="586800" cy="571500"/>
          </a:xfrm>
        </p:grpSpPr>
        <p:sp>
          <p:nvSpPr>
            <p:cNvPr id="518" name="Google Shape;51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932">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932">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21" name="Google Shape;521;g2c157a2fb06_0_932"/>
          <p:cNvGrpSpPr/>
          <p:nvPr/>
        </p:nvGrpSpPr>
        <p:grpSpPr>
          <a:xfrm>
            <a:off x="7894350" y="6212475"/>
            <a:ext cx="586800" cy="571500"/>
            <a:chOff x="7894350" y="6212475"/>
            <a:chExt cx="586800" cy="571500"/>
          </a:xfrm>
        </p:grpSpPr>
        <p:sp>
          <p:nvSpPr>
            <p:cNvPr id="522" name="Google Shape;52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3" name="Google Shape;523;g2c157a2fb06_0_932">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932">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5" name="Google Shape;525;g2c157a2fb06_0_932"/>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26" name="Google Shape;52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9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28" name="Google Shape;528;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9" name="Google Shape;529;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30" name="Google Shape;53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Bingo</a:t>
            </a:r>
            <a:endParaRPr sz="3000" b="0" i="0" u="none" strike="noStrike" cap="none">
              <a:solidFill>
                <a:srgbClr val="F7941D"/>
              </a:solidFill>
              <a:latin typeface="Poppins Medium"/>
              <a:ea typeface="Poppins Medium"/>
              <a:cs typeface="Poppins Medium"/>
              <a:sym typeface="Poppins Medium"/>
            </a:endParaRPr>
          </a:p>
        </p:txBody>
      </p:sp>
      <p:cxnSp>
        <p:nvCxnSpPr>
          <p:cNvPr id="531" name="Google Shape;53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2" name="Google Shape;53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3" name="Google Shape;53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4" name="Google Shape;53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35" name="Google Shape;53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6" name="Google Shape;53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7" name="Google Shape;53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38" name="Google Shape;53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39" name="Google Shape;53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40" name="Google Shape;54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41" name="Google Shape;541;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2" name="Google Shape;542;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3" name="Google Shape;543;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4" name="Google Shape;544;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5" name="Google Shape;545;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6" name="Google Shape;546;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7" name="Google Shape;547;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8" name="Google Shape;548;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49" name="Google Shape;549;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50"/>
        <p:cNvGrpSpPr/>
        <p:nvPr/>
      </p:nvGrpSpPr>
      <p:grpSpPr>
        <a:xfrm>
          <a:off x="0" y="0"/>
          <a:ext cx="0" cy="0"/>
          <a:chOff x="0" y="0"/>
          <a:chExt cx="0" cy="0"/>
        </a:xfrm>
      </p:grpSpPr>
      <p:cxnSp>
        <p:nvCxnSpPr>
          <p:cNvPr id="551" name="Google Shape;551;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2" name="Google Shape;552;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3" name="Google Shape;553;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8" name="Google Shape;558;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045"/>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5" name="Google Shape;565;g2c157a2fb06_0_1045"/>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6" name="Google Shape;566;g2c157a2fb06_0_1045"/>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68" name="Google Shape;568;g2c157a2fb06_0_1045"/>
          <p:cNvGrpSpPr/>
          <p:nvPr/>
        </p:nvGrpSpPr>
        <p:grpSpPr>
          <a:xfrm>
            <a:off x="662575" y="6212475"/>
            <a:ext cx="586800" cy="571500"/>
            <a:chOff x="662575" y="6212475"/>
            <a:chExt cx="586800" cy="571500"/>
          </a:xfrm>
        </p:grpSpPr>
        <p:sp>
          <p:nvSpPr>
            <p:cNvPr id="569" name="Google Shape;569;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045">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045">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045"/>
          <p:cNvGrpSpPr/>
          <p:nvPr/>
        </p:nvGrpSpPr>
        <p:grpSpPr>
          <a:xfrm>
            <a:off x="7894350" y="6212475"/>
            <a:ext cx="586800" cy="571500"/>
            <a:chOff x="7894350" y="6212475"/>
            <a:chExt cx="586800" cy="571500"/>
          </a:xfrm>
        </p:grpSpPr>
        <p:sp>
          <p:nvSpPr>
            <p:cNvPr id="573" name="Google Shape;573;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045">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6" name="Google Shape;576;g2c157a2fb06_0_1045"/>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577" name="Google Shape;57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8" name="Google Shape;578;g2c157a2fb06_0_1045"/>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579" name="Google Shape;579;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1" name="Google Shape;58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82" name="Google Shape;58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Lucky Dip</a:t>
            </a:r>
            <a:endParaRPr sz="3000" b="0" i="0" u="none" strike="noStrike" cap="none">
              <a:solidFill>
                <a:srgbClr val="F7941D"/>
              </a:solidFill>
              <a:latin typeface="Poppins Medium"/>
              <a:ea typeface="Poppins Medium"/>
              <a:cs typeface="Poppins Medium"/>
              <a:sym typeface="Poppins Medium"/>
            </a:endParaRPr>
          </a:p>
        </p:txBody>
      </p:sp>
      <p:sp>
        <p:nvSpPr>
          <p:cNvPr id="583" name="Google Shape;583;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4" name="Google Shape;58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85" name="Google Shape;58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86" name="Google Shape;58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7"/>
        <p:cNvGrpSpPr/>
        <p:nvPr/>
      </p:nvGrpSpPr>
      <p:grpSpPr>
        <a:xfrm>
          <a:off x="0" y="0"/>
          <a:ext cx="0" cy="0"/>
          <a:chOff x="0" y="0"/>
          <a:chExt cx="0" cy="0"/>
        </a:xfrm>
      </p:grpSpPr>
      <p:sp>
        <p:nvSpPr>
          <p:cNvPr id="588" name="Google Shape;588;g2c157a2fb06_0_1110"/>
          <p:cNvSpPr/>
          <p:nvPr/>
        </p:nvSpPr>
        <p:spPr>
          <a:xfrm>
            <a:off x="8557475"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8562263"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1" name="Google Shape;591;g2c157a2fb06_0_1110"/>
          <p:cNvSpPr/>
          <p:nvPr/>
        </p:nvSpPr>
        <p:spPr>
          <a:xfrm flipH="1">
            <a:off x="-258" y="-4275"/>
            <a:ext cx="586500" cy="6862200"/>
          </a:xfrm>
          <a:prstGeom prst="rect">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p:cNvSpPr/>
          <p:nvPr/>
        </p:nvSpPr>
        <p:spPr>
          <a:xfrm flipH="1">
            <a:off x="-5045" y="-2100"/>
            <a:ext cx="586500" cy="2453100"/>
          </a:xfrm>
          <a:prstGeom prst="rect">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3" name="Google Shape;593;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594" name="Google Shape;594;g2c157a2fb06_0_1110"/>
          <p:cNvGrpSpPr/>
          <p:nvPr/>
        </p:nvGrpSpPr>
        <p:grpSpPr>
          <a:xfrm>
            <a:off x="662575" y="6212475"/>
            <a:ext cx="586800" cy="571500"/>
            <a:chOff x="662575" y="6212475"/>
            <a:chExt cx="586800" cy="571500"/>
          </a:xfrm>
        </p:grpSpPr>
        <p:sp>
          <p:nvSpPr>
            <p:cNvPr id="595" name="Google Shape;59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a:hlinkClick r:id="" action="ppaction://hlinkshowjump?jump=previousslide"/>
            </p:cNvPr>
            <p:cNvSpPr/>
            <p:nvPr/>
          </p:nvSpPr>
          <p:spPr>
            <a:xfrm>
              <a:off x="767700"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a:hlinkClick r:id="" action="ppaction://hlinkshowjump?jump=previousslide"/>
            </p:cNvPr>
            <p:cNvSpPr/>
            <p:nvPr/>
          </p:nvSpPr>
          <p:spPr>
            <a:xfrm flipH="1">
              <a:off x="869175"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7894350" y="6212475"/>
            <a:ext cx="586800" cy="571500"/>
            <a:chOff x="7894350" y="6212475"/>
            <a:chExt cx="586800" cy="571500"/>
          </a:xfrm>
        </p:grpSpPr>
        <p:sp>
          <p:nvSpPr>
            <p:cNvPr id="599" name="Google Shape;59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a:hlinkClick r:id="" action="ppaction://hlinkshowjump?jump=nextslide"/>
            </p:cNvPr>
            <p:cNvSpPr/>
            <p:nvPr/>
          </p:nvSpPr>
          <p:spPr>
            <a:xfrm flipH="1">
              <a:off x="8000425" y="6313675"/>
              <a:ext cx="375600" cy="375600"/>
            </a:xfrm>
            <a:prstGeom prst="ellipse">
              <a:avLst/>
            </a:prstGeom>
            <a:solidFill>
              <a:srgbClr val="FFE1B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a:hlinkClick r:id="" action="ppaction://hlinkshowjump?jump=nextslide"/>
            </p:cNvPr>
            <p:cNvSpPr/>
            <p:nvPr/>
          </p:nvSpPr>
          <p:spPr>
            <a:xfrm>
              <a:off x="8120950" y="6409225"/>
              <a:ext cx="153600" cy="184500"/>
            </a:xfrm>
            <a:prstGeom prst="chevron">
              <a:avLst>
                <a:gd name="adj" fmla="val 50000"/>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txBox="1"/>
          <p:nvPr/>
        </p:nvSpPr>
        <p:spPr>
          <a:xfrm rot="5400000">
            <a:off x="6707775" y="218850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2 - Letter Sounds</a:t>
            </a:r>
            <a:endParaRPr sz="1800" b="1" i="0" u="none" strike="noStrike" cap="none">
              <a:solidFill>
                <a:srgbClr val="FFFFFF"/>
              </a:solidFill>
              <a:latin typeface="Poppins SemiBold"/>
              <a:ea typeface="Poppins SemiBold"/>
              <a:cs typeface="Poppins SemiBold"/>
              <a:sym typeface="Poppins SemiBold"/>
            </a:endParaRPr>
          </a:p>
        </p:txBody>
      </p:sp>
      <p:sp>
        <p:nvSpPr>
          <p:cNvPr id="603" name="Google Shape;60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110"/>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1" i="0" u="none" strike="noStrike" cap="none">
              <a:solidFill>
                <a:srgbClr val="FFFFFF"/>
              </a:solidFill>
              <a:latin typeface="Poppins SemiBold"/>
              <a:ea typeface="Poppins SemiBold"/>
              <a:cs typeface="Poppins SemiBold"/>
              <a:sym typeface="Poppins SemiBold"/>
            </a:endParaRPr>
          </a:p>
        </p:txBody>
      </p:sp>
      <p:sp>
        <p:nvSpPr>
          <p:cNvPr id="605" name="Google Shape;605;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7941D"/>
              </a:buClr>
              <a:buSzPts val="1800"/>
              <a:buFont typeface="Poppins Medium"/>
              <a:buNone/>
              <a:defRPr sz="1800">
                <a:solidFill>
                  <a:srgbClr val="F7941D"/>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6" name="Google Shape;606;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b="1">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08" name="Google Shape;608;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F7941D"/>
                </a:solidFill>
                <a:latin typeface="Poppins Medium"/>
                <a:ea typeface="Poppins Medium"/>
                <a:cs typeface="Poppins Medium"/>
                <a:sym typeface="Poppins Medium"/>
              </a:rPr>
              <a:t>Countdown</a:t>
            </a:r>
            <a:endParaRPr sz="3000" b="0" i="0" u="none" strike="noStrike" cap="none">
              <a:solidFill>
                <a:srgbClr val="F7941D"/>
              </a:solidFill>
              <a:latin typeface="Poppins Medium"/>
              <a:ea typeface="Poppins Medium"/>
              <a:cs typeface="Poppins Medium"/>
              <a:sym typeface="Poppins Medium"/>
            </a:endParaRPr>
          </a:p>
        </p:txBody>
      </p:sp>
      <p:sp>
        <p:nvSpPr>
          <p:cNvPr id="609" name="Google Shape;609;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0" name="Google Shape;610;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1" name="Google Shape;611;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12" name="Google Shape;612;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13" name="Google Shape;613;g2c157a2fb06_0_1110"/>
          <p:cNvGrpSpPr/>
          <p:nvPr/>
        </p:nvGrpSpPr>
        <p:grpSpPr>
          <a:xfrm>
            <a:off x="5806200" y="1807463"/>
            <a:ext cx="756300" cy="146700"/>
            <a:chOff x="5806200" y="1807463"/>
            <a:chExt cx="756300" cy="146700"/>
          </a:xfrm>
        </p:grpSpPr>
        <p:sp>
          <p:nvSpPr>
            <p:cNvPr id="614" name="Google Shape;61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17" name="Google Shape;617;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8" name="Google Shape;618;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19" name="Google Shape;619;g2c157a2fb06_0_1110"/>
          <p:cNvGrpSpPr/>
          <p:nvPr/>
        </p:nvGrpSpPr>
        <p:grpSpPr>
          <a:xfrm>
            <a:off x="5806200" y="2842438"/>
            <a:ext cx="756300" cy="146700"/>
            <a:chOff x="5806200" y="1807463"/>
            <a:chExt cx="756300" cy="146700"/>
          </a:xfrm>
        </p:grpSpPr>
        <p:sp>
          <p:nvSpPr>
            <p:cNvPr id="620" name="Google Shape;620;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3" name="Google Shape;623;g2c157a2fb06_0_1110"/>
          <p:cNvGrpSpPr/>
          <p:nvPr/>
        </p:nvGrpSpPr>
        <p:grpSpPr>
          <a:xfrm>
            <a:off x="5806200" y="3877413"/>
            <a:ext cx="756300" cy="146700"/>
            <a:chOff x="5806200" y="1807463"/>
            <a:chExt cx="756300" cy="146700"/>
          </a:xfrm>
        </p:grpSpPr>
        <p:sp>
          <p:nvSpPr>
            <p:cNvPr id="624" name="Google Shape;624;g2c157a2fb06_0_1110"/>
            <p:cNvSpPr/>
            <p:nvPr/>
          </p:nvSpPr>
          <p:spPr>
            <a:xfrm>
              <a:off x="58062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157a2fb06_0_1110"/>
            <p:cNvSpPr/>
            <p:nvPr/>
          </p:nvSpPr>
          <p:spPr>
            <a:xfrm>
              <a:off x="61110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6" name="Google Shape;626;g2c157a2fb06_0_1110"/>
            <p:cNvSpPr/>
            <p:nvPr/>
          </p:nvSpPr>
          <p:spPr>
            <a:xfrm>
              <a:off x="6415800" y="1807463"/>
              <a:ext cx="146700" cy="1467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7"/>
        <p:cNvGrpSpPr/>
        <p:nvPr/>
      </p:nvGrpSpPr>
      <p:grpSpPr>
        <a:xfrm>
          <a:off x="0" y="0"/>
          <a:ext cx="0" cy="0"/>
          <a:chOff x="0" y="0"/>
          <a:chExt cx="0" cy="0"/>
        </a:xfrm>
      </p:grpSpPr>
      <p:sp>
        <p:nvSpPr>
          <p:cNvPr id="628" name="Google Shape;62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9" name="Google Shape;62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32" name="Google Shape;63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3" name="Google Shape;63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4" name="Google Shape;63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8" name="Google Shape;63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9" name="Google Shape;63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40" name="Google Shape;64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41" name="Google Shape;641;p30"/>
          <p:cNvGrpSpPr/>
          <p:nvPr/>
        </p:nvGrpSpPr>
        <p:grpSpPr>
          <a:xfrm>
            <a:off x="6022940" y="5341706"/>
            <a:ext cx="594501" cy="305904"/>
            <a:chOff x="5672081" y="1914352"/>
            <a:chExt cx="792668" cy="305904"/>
          </a:xfrm>
        </p:grpSpPr>
        <p:sp>
          <p:nvSpPr>
            <p:cNvPr id="642" name="Google Shape;64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4" name="Google Shape;64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5" name="Google Shape;64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3" name="Google Shape;65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4" name="Google Shape;65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5" name="Google Shape;66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6" name="Google Shape;66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8" name="Google Shape;66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9" name="Google Shape;66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0" name="Google Shape;67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71" name="Google Shape;67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72" name="Google Shape;67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3"/>
        <p:cNvGrpSpPr/>
        <p:nvPr/>
      </p:nvGrpSpPr>
      <p:grpSpPr>
        <a:xfrm>
          <a:off x="0" y="0"/>
          <a:ext cx="0" cy="0"/>
          <a:chOff x="0" y="0"/>
          <a:chExt cx="0" cy="0"/>
        </a:xfrm>
      </p:grpSpPr>
      <p:sp>
        <p:nvSpPr>
          <p:cNvPr id="674" name="Google Shape;67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5" name="Google Shape;67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6" name="Google Shape;67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7"/>
        <p:cNvGrpSpPr/>
        <p:nvPr/>
      </p:nvGrpSpPr>
      <p:grpSpPr>
        <a:xfrm>
          <a:off x="0" y="0"/>
          <a:ext cx="0" cy="0"/>
          <a:chOff x="0" y="0"/>
          <a:chExt cx="0" cy="0"/>
        </a:xfrm>
      </p:grpSpPr>
      <p:sp>
        <p:nvSpPr>
          <p:cNvPr id="678" name="Google Shape;67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9" name="Google Shape;67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80" name="Google Shape;68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7.xml"/><Relationship Id="rId4" Type="http://schemas.openxmlformats.org/officeDocument/2006/relationships/image" Target="../media/image8.png"/><Relationship Id="rId9" Type="http://schemas.openxmlformats.org/officeDocument/2006/relationships/slide" Target="slide15.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notesSlide" Target="../notesSlides/notesSlide3.xml"/><Relationship Id="rId16"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4"/>
        <p:cNvGrpSpPr/>
        <p:nvPr/>
      </p:nvGrpSpPr>
      <p:grpSpPr>
        <a:xfrm>
          <a:off x="0" y="0"/>
          <a:ext cx="0" cy="0"/>
          <a:chOff x="0" y="0"/>
          <a:chExt cx="0" cy="0"/>
        </a:xfrm>
      </p:grpSpPr>
      <p:sp>
        <p:nvSpPr>
          <p:cNvPr id="685" name="Google Shape;68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'r'</a:t>
            </a:r>
            <a:endParaRPr/>
          </a:p>
        </p:txBody>
      </p:sp>
      <p:sp>
        <p:nvSpPr>
          <p:cNvPr id="686" name="Google Shape;686;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19</a:t>
            </a:r>
            <a:endParaRPr/>
          </a:p>
        </p:txBody>
      </p:sp>
      <p:pic>
        <p:nvPicPr>
          <p:cNvPr id="689" name="Google Shape;689;p1"/>
          <p:cNvPicPr preferRelativeResize="0"/>
          <p:nvPr/>
        </p:nvPicPr>
        <p:blipFill rotWithShape="1">
          <a:blip r:embed="rId3">
            <a:alphaModFix/>
          </a:blip>
          <a:srcRect/>
          <a:stretch/>
        </p:blipFill>
        <p:spPr>
          <a:xfrm rot="333546">
            <a:off x="4044741" y="4418160"/>
            <a:ext cx="2493520" cy="997851"/>
          </a:xfrm>
          <a:prstGeom prst="rect">
            <a:avLst/>
          </a:prstGeom>
          <a:noFill/>
          <a:ln>
            <a:noFill/>
          </a:ln>
          <a:effectLst>
            <a:outerShdw blurRad="71438" dist="38100" dir="5220000" algn="bl" rotWithShape="0">
              <a:srgbClr val="000000">
                <a:alpha val="21176"/>
              </a:srgbClr>
            </a:outerShdw>
          </a:effectLst>
        </p:spPr>
      </p:pic>
      <p:pic>
        <p:nvPicPr>
          <p:cNvPr id="690" name="Google Shape;690;p1"/>
          <p:cNvPicPr preferRelativeResize="0"/>
          <p:nvPr/>
        </p:nvPicPr>
        <p:blipFill rotWithShape="1">
          <a:blip r:embed="rId4">
            <a:alphaModFix/>
          </a:blip>
          <a:srcRect/>
          <a:stretch/>
        </p:blipFill>
        <p:spPr>
          <a:xfrm rot="-172072">
            <a:off x="6300356" y="4168364"/>
            <a:ext cx="1078930" cy="1497455"/>
          </a:xfrm>
          <a:prstGeom prst="rect">
            <a:avLst/>
          </a:prstGeom>
          <a:noFill/>
          <a:ln>
            <a:noFill/>
          </a:ln>
          <a:effectLst>
            <a:outerShdw blurRad="71438" dist="19050" dir="5220000" algn="bl" rotWithShape="0">
              <a:srgbClr val="000000">
                <a:alpha val="18039"/>
              </a:srgbClr>
            </a:outerShdw>
          </a:effectLst>
        </p:spPr>
      </p:pic>
      <p:pic>
        <p:nvPicPr>
          <p:cNvPr id="691" name="Google Shape;691;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2" name="Google Shape;692;p1"/>
          <p:cNvGraphicFramePr/>
          <p:nvPr/>
        </p:nvGraphicFramePr>
        <p:xfrm>
          <a:off x="4844200" y="1891197"/>
          <a:ext cx="3785000" cy="1678950"/>
        </p:xfrm>
        <a:graphic>
          <a:graphicData uri="http://schemas.openxmlformats.org/drawingml/2006/table">
            <a:tbl>
              <a:tblPr firstRow="1" bandRow="1">
                <a:noFill/>
                <a:tableStyleId>{92528301-8324-4967-B89B-1C431BBCEB28}</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s</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Arial"/>
                        <a:buNone/>
                      </a:pPr>
                      <a:r>
                        <a:rPr lang="en-US" sz="1600" u="none" strike="noStrike" cap="none">
                          <a:solidFill>
                            <a:schemeClr val="dk1"/>
                          </a:solidFill>
                          <a:latin typeface="Poppins"/>
                          <a:ea typeface="Poppins"/>
                          <a:cs typeface="Poppins"/>
                          <a:sym typeface="Poppins"/>
                        </a:rPr>
                        <a:t>a</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t</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p</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i</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n</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m</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d</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g</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o</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ck</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e</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u</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r</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b</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i="0" u="none" strike="noStrike" cap="none">
                          <a:solidFill>
                            <a:srgbClr val="D9D9D9"/>
                          </a:solidFill>
                          <a:latin typeface="Jost"/>
                          <a:ea typeface="Jost"/>
                          <a:cs typeface="Jost"/>
                          <a:sym typeface="Jost"/>
                        </a:rPr>
                        <a:t>ff</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ll</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ss</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a:t>
            </a:r>
            <a:r>
              <a:rPr lang="en-US">
                <a:solidFill>
                  <a:srgbClr val="8DC63F"/>
                </a:solidFill>
              </a:rPr>
              <a:t> r</a:t>
            </a:r>
            <a:r>
              <a:rPr lang="en-US"/>
              <a:t>.</a:t>
            </a:r>
            <a:endParaRPr/>
          </a:p>
        </p:txBody>
      </p:sp>
      <p:sp>
        <p:nvSpPr>
          <p:cNvPr id="699" name="Google Shape;699;g2bee4f4af4b_0_204"/>
          <p:cNvSpPr txBox="1">
            <a:spLocks noGrp="1"/>
          </p:cNvSpPr>
          <p:nvPr>
            <p:ph type="body" idx="2"/>
          </p:nvPr>
        </p:nvSpPr>
        <p:spPr>
          <a:xfrm>
            <a:off x="3298550" y="2190452"/>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t>
            </a:r>
            <a:r>
              <a:rPr lang="en-US">
                <a:solidFill>
                  <a:srgbClr val="8DC63F"/>
                </a:solidFill>
              </a:rPr>
              <a:t>s a t p i n m d g o c k ck e u</a:t>
            </a:r>
            <a:r>
              <a:rPr lang="en-US"/>
              <a:t> using flashcards.</a:t>
            </a:r>
            <a:endParaRPr/>
          </a:p>
        </p:txBody>
      </p:sp>
      <p:sp>
        <p:nvSpPr>
          <p:cNvPr id="700" name="Google Shape;700;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1" name="Google Shape;701;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2" name="Google Shape;702;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3" name="Google Shape;703;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4" name="Google Shape;704;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5" name="Google Shape;705;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6" name="Google Shape;706;g2bee4f4af4b_0_204"/>
          <p:cNvPicPr preferRelativeResize="0"/>
          <p:nvPr/>
        </p:nvPicPr>
        <p:blipFill rotWithShape="1">
          <a:blip r:embed="rId4">
            <a:alphaModFix/>
          </a:blip>
          <a:srcRect/>
          <a:stretch/>
        </p:blipFill>
        <p:spPr>
          <a:xfrm>
            <a:off x="3786506" y="4169988"/>
            <a:ext cx="813600" cy="977432"/>
          </a:xfrm>
          <a:prstGeom prst="rect">
            <a:avLst/>
          </a:prstGeom>
          <a:noFill/>
          <a:ln>
            <a:noFill/>
          </a:ln>
          <a:effectLst>
            <a:outerShdw blurRad="71438" dist="19050" dir="5220000" algn="bl" rotWithShape="0">
              <a:srgbClr val="D8D8D8"/>
            </a:outerShdw>
          </a:effectLst>
        </p:spPr>
      </p:pic>
      <p:sp>
        <p:nvSpPr>
          <p:cNvPr id="707" name="Google Shape;707;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8" name="Google Shape;708;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9" name="Google Shape;709;g2bee4f4af4b_0_204"/>
          <p:cNvPicPr preferRelativeResize="0"/>
          <p:nvPr/>
        </p:nvPicPr>
        <p:blipFill rotWithShape="1">
          <a:blip r:embed="rId5">
            <a:alphaModFix/>
          </a:blip>
          <a:srcRect/>
          <a:stretch/>
        </p:blipFill>
        <p:spPr>
          <a:xfrm>
            <a:off x="946800" y="4384154"/>
            <a:ext cx="1372151" cy="549100"/>
          </a:xfrm>
          <a:prstGeom prst="rect">
            <a:avLst/>
          </a:prstGeom>
          <a:noFill/>
          <a:ln>
            <a:noFill/>
          </a:ln>
          <a:effectLst>
            <a:outerShdw blurRad="71438" dist="19050" dir="5220000" algn="bl" rotWithShape="0">
              <a:srgbClr val="D8D8D8"/>
            </a:outerShdw>
          </a:effectLst>
        </p:spPr>
      </p:pic>
      <p:sp>
        <p:nvSpPr>
          <p:cNvPr id="710" name="Google Shape;710;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1" name="Google Shape;711;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2" name="Google Shape;712;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3" name="Google Shape;713;g2bee4f4af4b_0_204">
            <a:hlinkClick r:id="rId7" action="ppaction://hlinksldjump"/>
          </p:cNvPr>
          <p:cNvSpPr/>
          <p:nvPr/>
        </p:nvSpPr>
        <p:spPr>
          <a:xfrm>
            <a:off x="856325"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8" action="ppaction://hlinksldjump"/>
          </p:cNvPr>
          <p:cNvSpPr/>
          <p:nvPr/>
        </p:nvSpPr>
        <p:spPr>
          <a:xfrm>
            <a:off x="2423225" y="381742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9" action="ppaction://hlinksldjump"/>
          </p:cNvPr>
          <p:cNvSpPr/>
          <p:nvPr/>
        </p:nvSpPr>
        <p:spPr>
          <a:xfrm>
            <a:off x="3573962" y="377466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6" name="Google Shape;716;g2bee4f4af4b_0_204">
            <a:hlinkClick r:id="rId10" action="ppaction://hlinksldjump"/>
          </p:cNvPr>
          <p:cNvSpPr/>
          <p:nvPr/>
        </p:nvSpPr>
        <p:spPr>
          <a:xfrm>
            <a:off x="4911516" y="3774669"/>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23" name="Google Shape;723;g26b641b03cd_0_165"/>
          <p:cNvSpPr txBox="1">
            <a:spLocks noGrp="1"/>
          </p:cNvSpPr>
          <p:nvPr>
            <p:ph type="title" idx="2"/>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t>
            </a:r>
            <a:r>
              <a:rPr lang="en-US">
                <a:solidFill>
                  <a:srgbClr val="8DC63F"/>
                </a:solidFill>
              </a:rPr>
              <a:t>s a t p i n m d g o c k ck e u</a:t>
            </a:r>
            <a:r>
              <a:rPr lang="en-US"/>
              <a:t> using flashcards.</a:t>
            </a:r>
            <a:endParaRPr/>
          </a:p>
        </p:txBody>
      </p:sp>
      <p:pic>
        <p:nvPicPr>
          <p:cNvPr id="724" name="Google Shape;724;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686"/>
              </a:srgbClr>
            </a:outerShdw>
          </a:effectLst>
        </p:spPr>
      </p:pic>
      <p:pic>
        <p:nvPicPr>
          <p:cNvPr id="725" name="Google Shape;725;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686"/>
              </a:srgbClr>
            </a:outerShdw>
          </a:effectLst>
        </p:spPr>
      </p:pic>
      <p:pic>
        <p:nvPicPr>
          <p:cNvPr id="726" name="Google Shape;726;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7" name="Google Shape;727;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686"/>
              </a:srgbClr>
            </a:outerShdw>
          </a:effectLst>
        </p:spPr>
      </p:pic>
      <p:pic>
        <p:nvPicPr>
          <p:cNvPr id="728" name="Google Shape;728;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686"/>
              </a:srgbClr>
            </a:outerShdw>
          </a:effectLst>
        </p:spPr>
      </p:pic>
      <p:pic>
        <p:nvPicPr>
          <p:cNvPr id="729" name="Google Shape;729;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686"/>
              </a:srgbClr>
            </a:outerShdw>
          </a:effectLst>
        </p:spPr>
      </p:pic>
      <p:pic>
        <p:nvPicPr>
          <p:cNvPr id="730" name="Google Shape;730;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686"/>
              </a:srgbClr>
            </a:outerShdw>
          </a:effectLst>
        </p:spPr>
      </p:pic>
      <p:pic>
        <p:nvPicPr>
          <p:cNvPr id="731" name="Google Shape;731;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686"/>
              </a:srgbClr>
            </a:outerShdw>
          </a:effectLst>
        </p:spPr>
      </p:pic>
      <p:pic>
        <p:nvPicPr>
          <p:cNvPr id="732" name="Google Shape;732;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686"/>
              </a:srgbClr>
            </a:outerShdw>
          </a:effectLst>
        </p:spPr>
      </p:pic>
      <p:pic>
        <p:nvPicPr>
          <p:cNvPr id="733" name="Google Shape;733;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686"/>
              </a:srgbClr>
            </a:outerShdw>
          </a:effectLst>
        </p:spPr>
      </p:pic>
      <p:pic>
        <p:nvPicPr>
          <p:cNvPr id="734" name="Google Shape;734;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5" name="Google Shape;735;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686"/>
              </a:srgbClr>
            </a:outerShdw>
          </a:effectLst>
        </p:spPr>
      </p:pic>
      <p:pic>
        <p:nvPicPr>
          <p:cNvPr id="736" name="Google Shape;736;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686"/>
              </a:srgbClr>
            </a:outerShdw>
          </a:effectLst>
        </p:spPr>
      </p:pic>
      <p:pic>
        <p:nvPicPr>
          <p:cNvPr id="737" name="Google Shape;737;g26b641b03cd_0_165"/>
          <p:cNvPicPr preferRelativeResize="0"/>
          <p:nvPr/>
        </p:nvPicPr>
        <p:blipFill rotWithShape="1">
          <a:blip r:embed="rId16">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686"/>
              </a:srgbClr>
            </a:outerShdw>
          </a:effectLst>
        </p:spPr>
      </p:pic>
      <p:pic>
        <p:nvPicPr>
          <p:cNvPr id="738" name="Google Shape;738;g26b641b03cd_0_165"/>
          <p:cNvPicPr preferRelativeResize="0"/>
          <p:nvPr/>
        </p:nvPicPr>
        <p:blipFill rotWithShape="1">
          <a:blip r:embed="rId17">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686"/>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g2d9d7cecb8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endParaRPr/>
          </a:p>
        </p:txBody>
      </p:sp>
      <p:sp>
        <p:nvSpPr>
          <p:cNvPr id="745" name="Google Shape;745;g2d9d7cecb85_0_0"/>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746" name="Google Shape;746;g2d9d7cecb85_0_0"/>
          <p:cNvPicPr preferRelativeResize="0"/>
          <p:nvPr/>
        </p:nvPicPr>
        <p:blipFill rotWithShape="1">
          <a:blip r:embed="rId3">
            <a:alphaModFix/>
          </a:blip>
          <a:srcRect/>
          <a:stretch/>
        </p:blipFill>
        <p:spPr>
          <a:xfrm>
            <a:off x="2506700" y="4770088"/>
            <a:ext cx="4130601" cy="1243200"/>
          </a:xfrm>
          <a:prstGeom prst="rect">
            <a:avLst/>
          </a:prstGeom>
          <a:noFill/>
          <a:ln>
            <a:noFill/>
          </a:ln>
        </p:spPr>
      </p:pic>
      <p:sp>
        <p:nvSpPr>
          <p:cNvPr id="747" name="Google Shape;747;g2d9d7cecb85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54" name="Google Shape;754;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55" name="Google Shape;755;g2c186218c5a_0_17"/>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56" name="Google Shape;756;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63" name="Google Shape;763;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64" name="Google Shape;764;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65" name="Google Shape;765;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72" name="Google Shape;772;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73" name="Google Shape;773;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74" name="Google Shape;774;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JL686</a:t>
            </a:r>
            <a:endParaRPr/>
          </a:p>
        </p:txBody>
      </p:sp>
      <p:sp>
        <p:nvSpPr>
          <p:cNvPr id="781" name="Google Shape;781;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782" name="Google Shape;782;g26b641b03cd_0_192"/>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627"/>
              </a:srgbClr>
            </a:outerShdw>
          </a:effectLst>
        </p:spPr>
      </p:pic>
      <p:sp>
        <p:nvSpPr>
          <p:cNvPr id="783" name="Google Shape;783;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8"/>
        <p:cNvGrpSpPr/>
        <p:nvPr/>
      </p:nvGrpSpPr>
      <p:grpSpPr>
        <a:xfrm>
          <a:off x="0" y="0"/>
          <a:ext cx="0" cy="0"/>
          <a:chOff x="0" y="0"/>
          <a:chExt cx="0" cy="0"/>
        </a:xfrm>
      </p:grpSpPr>
      <p:sp>
        <p:nvSpPr>
          <p:cNvPr id="789" name="Google Shape;78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790" name="Google Shape;79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791" name="Google Shape;79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g2c2ffdd0de5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798" name="Google Shape;798;g2c2ffdd0de5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799" name="Google Shape;799;g2c2ffdd0de5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0" name="Google Shape;800;g2c2ffdd0de5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1" name="Google Shape;801;g2c2ffdd0de5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2" name="Google Shape;802;g2c2ffdd0de5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03" name="Google Shape;803;g2c2ffdd0de5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04" name="Google Shape;804;g2c2ffdd0de5_0_0"/>
          <p:cNvGrpSpPr/>
          <p:nvPr/>
        </p:nvGrpSpPr>
        <p:grpSpPr>
          <a:xfrm>
            <a:off x="304250" y="6984600"/>
            <a:ext cx="8330829" cy="808600"/>
            <a:chOff x="-152950" y="7365600"/>
            <a:chExt cx="8330829" cy="808600"/>
          </a:xfrm>
        </p:grpSpPr>
        <p:sp>
          <p:nvSpPr>
            <p:cNvPr id="805" name="Google Shape;805;g2c2ffdd0de5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06" name="Google Shape;806;g2c2ffdd0de5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07" name="Google Shape;807;g2c2ffdd0de5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08" name="Google Shape;808;g2c2ffdd0de5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09" name="Google Shape;809;g2c2ffdd0de5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10" name="Google Shape;810;g2c2ffdd0de5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11" name="Google Shape;811;g2c2ffdd0de5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12" name="Google Shape;812;g2c2ffdd0de5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13" name="Google Shape;813;g2c2ffdd0de5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4" name="Google Shape;814;g2c2ffdd0de5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5" name="Google Shape;815;g2c2ffdd0de5_0_0"/>
          <p:cNvSpPr/>
          <p:nvPr/>
        </p:nvSpPr>
        <p:spPr>
          <a:xfrm>
            <a:off x="32492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6" name="Google Shape;816;g2c2ffdd0de5_0_0"/>
          <p:cNvSpPr/>
          <p:nvPr/>
        </p:nvSpPr>
        <p:spPr>
          <a:xfrm>
            <a:off x="43388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7" name="Google Shape;817;g2c2ffdd0de5_0_0"/>
          <p:cNvSpPr/>
          <p:nvPr/>
        </p:nvSpPr>
        <p:spPr>
          <a:xfrm>
            <a:off x="55046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18" name="Google Shape;818;g2c2ffdd0de5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19" name="Google Shape;819;g2c2ffdd0de5_0_0"/>
          <p:cNvSpPr txBox="1">
            <a:spLocks noGrp="1"/>
          </p:cNvSpPr>
          <p:nvPr>
            <p:ph type="subTitle" idx="4294967295"/>
          </p:nvPr>
        </p:nvSpPr>
        <p:spPr>
          <a:xfrm>
            <a:off x="49350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20" name="Google Shape;820;g2c2ffdd0de5_0_0"/>
          <p:cNvSpPr txBox="1">
            <a:spLocks noGrp="1"/>
          </p:cNvSpPr>
          <p:nvPr>
            <p:ph type="subTitle" idx="4294967295"/>
          </p:nvPr>
        </p:nvSpPr>
        <p:spPr>
          <a:xfrm>
            <a:off x="26795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21" name="Google Shape;821;g2c2ffdd0de5_0_0"/>
          <p:cNvSpPr txBox="1"/>
          <p:nvPr/>
        </p:nvSpPr>
        <p:spPr>
          <a:xfrm>
            <a:off x="36461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c42b0179aa_0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28" name="Google Shape;828;g2c42b0179aa_0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29" name="Google Shape;829;g2c42b0179aa_0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0" name="Google Shape;830;g2c42b0179aa_0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1" name="Google Shape;831;g2c42b0179aa_0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2" name="Google Shape;832;g2c42b0179aa_0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33" name="Google Shape;833;g2c42b0179aa_0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34" name="Google Shape;834;g2c42b0179aa_0_0"/>
          <p:cNvGrpSpPr/>
          <p:nvPr/>
        </p:nvGrpSpPr>
        <p:grpSpPr>
          <a:xfrm>
            <a:off x="304250" y="6984600"/>
            <a:ext cx="8330829" cy="808600"/>
            <a:chOff x="-152950" y="7365600"/>
            <a:chExt cx="8330829" cy="808600"/>
          </a:xfrm>
        </p:grpSpPr>
        <p:sp>
          <p:nvSpPr>
            <p:cNvPr id="835" name="Google Shape;835;g2c42b0179aa_0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36" name="Google Shape;836;g2c42b0179aa_0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37" name="Google Shape;837;g2c42b0179aa_0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38" name="Google Shape;838;g2c42b0179aa_0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39" name="Google Shape;839;g2c42b0179aa_0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40" name="Google Shape;840;g2c42b0179aa_0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41" name="Google Shape;841;g2c42b0179aa_0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42" name="Google Shape;842;g2c42b0179aa_0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43" name="Google Shape;843;g2c42b0179aa_0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4" name="Google Shape;844;g2c42b0179aa_0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5" name="Google Shape;845;g2c42b0179aa_0_0"/>
          <p:cNvSpPr/>
          <p:nvPr/>
        </p:nvSpPr>
        <p:spPr>
          <a:xfrm>
            <a:off x="3287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6" name="Google Shape;846;g2c42b0179aa_0_0"/>
          <p:cNvSpPr/>
          <p:nvPr/>
        </p:nvSpPr>
        <p:spPr>
          <a:xfrm>
            <a:off x="43770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7" name="Google Shape;847;g2c42b0179aa_0_0"/>
          <p:cNvSpPr/>
          <p:nvPr/>
        </p:nvSpPr>
        <p:spPr>
          <a:xfrm>
            <a:off x="55428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48" name="Google Shape;848;g2c42b0179aa_0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49" name="Google Shape;849;g2c42b0179aa_0_0"/>
          <p:cNvSpPr txBox="1">
            <a:spLocks noGrp="1"/>
          </p:cNvSpPr>
          <p:nvPr>
            <p:ph type="subTitle" idx="4294967295"/>
          </p:nvPr>
        </p:nvSpPr>
        <p:spPr>
          <a:xfrm>
            <a:off x="49731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850" name="Google Shape;850;g2c42b0179aa_0_0"/>
          <p:cNvSpPr txBox="1">
            <a:spLocks noGrp="1"/>
          </p:cNvSpPr>
          <p:nvPr>
            <p:ph type="subTitle" idx="4294967295"/>
          </p:nvPr>
        </p:nvSpPr>
        <p:spPr>
          <a:xfrm>
            <a:off x="2717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51" name="Google Shape;851;g2c42b0179aa_0_0"/>
          <p:cNvSpPr txBox="1">
            <a:spLocks noGrp="1"/>
          </p:cNvSpPr>
          <p:nvPr>
            <p:ph type="subTitle" idx="4294967295"/>
          </p:nvPr>
        </p:nvSpPr>
        <p:spPr>
          <a:xfrm>
            <a:off x="3807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2c42b0179aa_0_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58" name="Google Shape;858;g2c42b0179aa_0_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59" name="Google Shape;859;g2c42b0179aa_0_29"/>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0" name="Google Shape;860;g2c42b0179aa_0_29"/>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1" name="Google Shape;861;g2c42b0179aa_0_29"/>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2" name="Google Shape;862;g2c42b0179aa_0_29"/>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63" name="Google Shape;863;g2c42b0179aa_0_29"/>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64" name="Google Shape;864;g2c42b0179aa_0_29"/>
          <p:cNvGrpSpPr/>
          <p:nvPr/>
        </p:nvGrpSpPr>
        <p:grpSpPr>
          <a:xfrm>
            <a:off x="304250" y="6984600"/>
            <a:ext cx="8330829" cy="808600"/>
            <a:chOff x="-152950" y="7365600"/>
            <a:chExt cx="8330829" cy="808600"/>
          </a:xfrm>
        </p:grpSpPr>
        <p:sp>
          <p:nvSpPr>
            <p:cNvPr id="865" name="Google Shape;865;g2c42b0179aa_0_29"/>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66" name="Google Shape;866;g2c42b0179aa_0_29"/>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67" name="Google Shape;867;g2c42b0179aa_0_29"/>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68" name="Google Shape;868;g2c42b0179aa_0_29"/>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69" name="Google Shape;869;g2c42b0179aa_0_29"/>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70" name="Google Shape;870;g2c42b0179aa_0_29"/>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71" name="Google Shape;871;g2c42b0179aa_0_29"/>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72" name="Google Shape;872;g2c42b0179aa_0_29"/>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73" name="Google Shape;873;g2c42b0179aa_0_29"/>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4" name="Google Shape;874;g2c42b0179aa_0_29"/>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5" name="Google Shape;875;g2c42b0179aa_0_29"/>
          <p:cNvSpPr/>
          <p:nvPr/>
        </p:nvSpPr>
        <p:spPr>
          <a:xfrm>
            <a:off x="3363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c42b0179aa_0_29"/>
          <p:cNvSpPr/>
          <p:nvPr/>
        </p:nvSpPr>
        <p:spPr>
          <a:xfrm>
            <a:off x="4300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7" name="Google Shape;877;g2c42b0179aa_0_29"/>
          <p:cNvSpPr/>
          <p:nvPr/>
        </p:nvSpPr>
        <p:spPr>
          <a:xfrm>
            <a:off x="5390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78" name="Google Shape;878;g2c42b0179aa_0_29"/>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c42b0179aa_0_29"/>
          <p:cNvSpPr txBox="1">
            <a:spLocks noGrp="1"/>
          </p:cNvSpPr>
          <p:nvPr>
            <p:ph type="subTitle" idx="4294967295"/>
          </p:nvPr>
        </p:nvSpPr>
        <p:spPr>
          <a:xfrm>
            <a:off x="4820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
        <p:nvSpPr>
          <p:cNvPr id="880" name="Google Shape;880;g2c42b0179aa_0_29"/>
          <p:cNvSpPr txBox="1">
            <a:spLocks noGrp="1"/>
          </p:cNvSpPr>
          <p:nvPr>
            <p:ph type="subTitle" idx="4294967295"/>
          </p:nvPr>
        </p:nvSpPr>
        <p:spPr>
          <a:xfrm>
            <a:off x="2793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r</a:t>
            </a:r>
            <a:endParaRPr sz="15000" b="0" i="0" u="none" strike="noStrike" cap="none">
              <a:solidFill>
                <a:srgbClr val="2356AF"/>
              </a:solidFill>
              <a:latin typeface="Jost"/>
              <a:ea typeface="Jost"/>
              <a:cs typeface="Jost"/>
              <a:sym typeface="Jost"/>
            </a:endParaRPr>
          </a:p>
        </p:txBody>
      </p:sp>
      <p:sp>
        <p:nvSpPr>
          <p:cNvPr id="881" name="Google Shape;881;g2c42b0179aa_0_29"/>
          <p:cNvSpPr txBox="1">
            <a:spLocks noGrp="1"/>
          </p:cNvSpPr>
          <p:nvPr>
            <p:ph type="subTitle" idx="4294967295"/>
          </p:nvPr>
        </p:nvSpPr>
        <p:spPr>
          <a:xfrm>
            <a:off x="3731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88" name="Google Shape;888;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89" name="Google Shape;889;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6" name="Google Shape;89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7" name="Google Shape;897;g26b641b03cd_0_204"/>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98" name="Google Shape;898;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905" name="Google Shape;905;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06" name="Google Shape;906;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07" name="Google Shape;907;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4" name="Google Shape;914;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5" name="Google Shape;915;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6" name="Google Shape;916;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23" name="Google Shape;923;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24" name="Google Shape;924;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25" name="Google Shape;925;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0"/>
        <p:cNvGrpSpPr/>
        <p:nvPr/>
      </p:nvGrpSpPr>
      <p:grpSpPr>
        <a:xfrm>
          <a:off x="0" y="0"/>
          <a:ext cx="0" cy="0"/>
          <a:chOff x="0" y="0"/>
          <a:chExt cx="0" cy="0"/>
        </a:xfrm>
      </p:grpSpPr>
      <p:sp>
        <p:nvSpPr>
          <p:cNvPr id="931" name="Google Shape;931;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32" name="Google Shape;932;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33" name="Google Shape;933;g1f3daf8a844_0_64"/>
          <p:cNvGrpSpPr/>
          <p:nvPr/>
        </p:nvGrpSpPr>
        <p:grpSpPr>
          <a:xfrm>
            <a:off x="3024000" y="209875"/>
            <a:ext cx="3096000" cy="454800"/>
            <a:chOff x="3024000" y="209875"/>
            <a:chExt cx="3096000" cy="454800"/>
          </a:xfrm>
        </p:grpSpPr>
        <p:sp>
          <p:nvSpPr>
            <p:cNvPr id="934" name="Google Shape;934;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5" name="Google Shape;935;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36" name="Google Shape;936;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37" name="Google Shape;937;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8" name="Google Shape;938;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39" name="Google Shape;939;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40" name="Google Shape;940;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41" name="Google Shape;941;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42" name="Google Shape;942;g1f3daf8a844_0_64"/>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43" name="Google Shape;943;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44" name="Google Shape;944;g1f3daf8a844_0_64"/>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945" name="Google Shape;945;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46" name="Google Shape;946;g1f3daf8a844_0_64"/>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47" name="Google Shape;947;g1f3daf8a844_0_64"/>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48" name="Google Shape;948;g1f3daf8a844_0_64"/>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49" name="Google Shape;949;g1f3daf8a844_0_64"/>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50" name="Google Shape;950;g1f3daf8a844_0_64"/>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cxnSp>
        <p:nvCxnSpPr>
          <p:cNvPr id="951" name="Google Shape;951;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g26c2d1b8919_0_7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58" name="Google Shape;958;g26c2d1b8919_0_7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Practise Building Words</a:t>
            </a:r>
            <a:endParaRPr/>
          </a:p>
        </p:txBody>
      </p:sp>
      <p:grpSp>
        <p:nvGrpSpPr>
          <p:cNvPr id="959" name="Google Shape;959;g26c2d1b8919_0_742"/>
          <p:cNvGrpSpPr/>
          <p:nvPr/>
        </p:nvGrpSpPr>
        <p:grpSpPr>
          <a:xfrm>
            <a:off x="3024000" y="209875"/>
            <a:ext cx="3096000" cy="454800"/>
            <a:chOff x="3024000" y="209875"/>
            <a:chExt cx="3096000" cy="454800"/>
          </a:xfrm>
        </p:grpSpPr>
        <p:sp>
          <p:nvSpPr>
            <p:cNvPr id="960" name="Google Shape;960;g26c2d1b8919_0_74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1" name="Google Shape;961;g26c2d1b8919_0_74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62" name="Google Shape;962;g26c2d1b8919_0_74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63" name="Google Shape;963;g26c2d1b8919_0_74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64" name="Google Shape;964;g26c2d1b8919_0_74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5" name="Google Shape;965;g26c2d1b8919_0_74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66" name="Google Shape;966;g26c2d1b8919_0_74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67" name="Google Shape;967;g26c2d1b8919_0_74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68" name="Google Shape;968;g26c2d1b8919_0_74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n rot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 rock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g r</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rip</a:t>
            </a:r>
            <a:endParaRPr sz="1800" b="0" i="0" u="none" strike="noStrike" cap="none">
              <a:solidFill>
                <a:srgbClr val="B7B7B7"/>
              </a:solidFill>
              <a:latin typeface="Jost"/>
              <a:ea typeface="Jost"/>
              <a:cs typeface="Jost"/>
              <a:sym typeface="Jost"/>
            </a:endParaRPr>
          </a:p>
        </p:txBody>
      </p:sp>
      <p:sp>
        <p:nvSpPr>
          <p:cNvPr id="969" name="Google Shape;969;g26c2d1b8919_0_742"/>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70" name="Google Shape;970;g26c2d1b8919_0_742"/>
          <p:cNvSpPr txBox="1"/>
          <p:nvPr/>
        </p:nvSpPr>
        <p:spPr>
          <a:xfrm>
            <a:off x="579250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971" name="Google Shape;971;g26c2d1b8919_0_74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72" name="Google Shape;972;g26c2d1b8919_0_742"/>
          <p:cNvSpPr txBox="1"/>
          <p:nvPr/>
        </p:nvSpPr>
        <p:spPr>
          <a:xfrm>
            <a:off x="3486802"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973" name="Google Shape;973;g26c2d1b8919_0_74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4" name="Google Shape;974;g26c2d1b8919_0_74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75" name="Google Shape;975;g26c2d1b8919_0_742"/>
          <p:cNvSpPr txBox="1"/>
          <p:nvPr/>
        </p:nvSpPr>
        <p:spPr>
          <a:xfrm>
            <a:off x="463965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976" name="Google Shape;976;g26c2d1b8919_0_742"/>
          <p:cNvSpPr txBox="1"/>
          <p:nvPr/>
        </p:nvSpPr>
        <p:spPr>
          <a:xfrm>
            <a:off x="23339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77" name="Google Shape;977;g26c2d1b8919_0_742"/>
          <p:cNvSpPr txBox="1"/>
          <p:nvPr/>
        </p:nvSpPr>
        <p:spPr>
          <a:xfrm>
            <a:off x="5792504"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78" name="Google Shape;978;g26c2d1b8919_0_742"/>
          <p:cNvSpPr txBox="1"/>
          <p:nvPr/>
        </p:nvSpPr>
        <p:spPr>
          <a:xfrm>
            <a:off x="348680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979" name="Google Shape;979;g26c2d1b8919_0_742"/>
          <p:cNvSpPr txBox="1"/>
          <p:nvPr/>
        </p:nvSpPr>
        <p:spPr>
          <a:xfrm>
            <a:off x="4639654"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Sing ‘Round and Round the garden…' or 'Row, Row, Row your boat'.</a:t>
            </a:r>
            <a:endParaRPr/>
          </a:p>
          <a:p>
            <a:pPr marL="457200" lvl="0" indent="-330200" algn="l" rtl="0">
              <a:lnSpc>
                <a:spcPct val="115000"/>
              </a:lnSpc>
              <a:spcBef>
                <a:spcPts val="0"/>
              </a:spcBef>
              <a:spcAft>
                <a:spcPts val="0"/>
              </a:spcAft>
              <a:buSzPts val="1600"/>
              <a:buChar char="•"/>
            </a:pPr>
            <a:r>
              <a:rPr lang="en-US"/>
              <a:t>Draw ‘</a:t>
            </a:r>
            <a:r>
              <a:rPr lang="en-US">
                <a:solidFill>
                  <a:srgbClr val="8DC63F"/>
                </a:solidFill>
              </a:rPr>
              <a:t>r</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Paint or draw animals beginning with ‘</a:t>
            </a:r>
            <a:r>
              <a:rPr lang="en-US">
                <a:solidFill>
                  <a:srgbClr val="8DC63F"/>
                </a:solidFill>
              </a:rPr>
              <a:t>r</a:t>
            </a:r>
            <a:r>
              <a:rPr lang="en-US"/>
              <a:t>’ e.g. rhino, rat, rabbit.</a:t>
            </a:r>
            <a:endParaRPr/>
          </a:p>
          <a:p>
            <a:pPr marL="457200" lvl="0" indent="-330200" algn="l" rtl="0">
              <a:lnSpc>
                <a:spcPct val="115000"/>
              </a:lnSpc>
              <a:spcBef>
                <a:spcPts val="0"/>
              </a:spcBef>
              <a:spcAft>
                <a:spcPts val="0"/>
              </a:spcAft>
              <a:buSzPts val="1600"/>
              <a:buChar char="•"/>
            </a:pPr>
            <a:r>
              <a:rPr lang="en-US"/>
              <a:t>Draw a large ‘</a:t>
            </a:r>
            <a:r>
              <a:rPr lang="en-US">
                <a:solidFill>
                  <a:srgbClr val="8DC63F"/>
                </a:solidFill>
              </a:rPr>
              <a:t>r</a:t>
            </a:r>
            <a:r>
              <a:rPr lang="en-US"/>
              <a:t>’ and decorate with sequins and buttons.</a:t>
            </a:r>
            <a:endParaRPr/>
          </a:p>
        </p:txBody>
      </p:sp>
      <p:sp>
        <p:nvSpPr>
          <p:cNvPr id="986" name="Google Shape;986;g2c186218c5a_0_118"/>
          <p:cNvSpPr txBox="1"/>
          <p:nvPr/>
        </p:nvSpPr>
        <p:spPr>
          <a:xfrm rot="1026164">
            <a:off x="2323868" y="2085842"/>
            <a:ext cx="293792" cy="713504"/>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r</a:t>
            </a:r>
            <a:endParaRPr sz="10000" b="0" i="0" u="none" strike="noStrike" cap="none">
              <a:solidFill>
                <a:srgbClr val="2356AF"/>
              </a:solidFill>
              <a:latin typeface="Finger Paint"/>
              <a:ea typeface="Finger Paint"/>
              <a:cs typeface="Finger Paint"/>
              <a:sym typeface="Finger Paint"/>
            </a:endParaRPr>
          </a:p>
        </p:txBody>
      </p:sp>
      <p:pic>
        <p:nvPicPr>
          <p:cNvPr id="987" name="Google Shape;987;g2c186218c5a_0_118"/>
          <p:cNvPicPr preferRelativeResize="0"/>
          <p:nvPr/>
        </p:nvPicPr>
        <p:blipFill rotWithShape="1">
          <a:blip r:embed="rId3">
            <a:alphaModFix/>
          </a:blip>
          <a:srcRect/>
          <a:stretch/>
        </p:blipFill>
        <p:spPr>
          <a:xfrm>
            <a:off x="1193225" y="2971575"/>
            <a:ext cx="776050" cy="11568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446</Words>
  <Application>Microsoft Office PowerPoint</Application>
  <PresentationFormat>On-screen Show (4:3)</PresentationFormat>
  <Paragraphs>158</Paragraphs>
  <Slides>20</Slides>
  <Notes>20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vt:i4>
      </vt:variant>
    </vt:vector>
  </HeadingPairs>
  <TitlesOfParts>
    <vt:vector size="30" baseType="lpstr">
      <vt:lpstr>Poppins</vt:lpstr>
      <vt:lpstr>Poppins SemiBold</vt:lpstr>
      <vt:lpstr>Calibri</vt:lpstr>
      <vt:lpstr>Poppins Medium</vt:lpstr>
      <vt:lpstr>Jost</vt:lpstr>
      <vt:lpstr>Mulish</vt:lpstr>
      <vt:lpstr>Finger Paint</vt:lpstr>
      <vt:lpstr>Nunito Black</vt:lpstr>
      <vt:lpstr>Arial</vt:lpstr>
      <vt:lpstr>Office Theme</vt:lpstr>
      <vt:lpstr>PowerPoint Presentation</vt:lpstr>
      <vt:lpstr>PowerPoint Presentation</vt:lpstr>
      <vt:lpstr>PowerPoint Presentation</vt:lpstr>
      <vt:lpstr>PowerPoint Presentation</vt:lpstr>
      <vt:lpstr>Hear Phonemes</vt:lpstr>
      <vt:lpstr>Hear Phonemes</vt:lpstr>
      <vt:lpstr>Teach Grapheme Caption</vt:lpstr>
      <vt:lpstr>Teach Lowercase Formation</vt:lpstr>
      <vt:lpstr>Explain Decoding</vt:lpstr>
      <vt:lpstr>Model Blending Phonemes</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2026-04-24T05:31:37Z</dcterms:modified>
</cp:coreProperties>
</file>