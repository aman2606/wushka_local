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6858000" type="screen4x3"/>
  <p:notesSz cx="6858000" cy="9144000"/>
  <p:embeddedFontLst>
    <p:embeddedFont>
      <p:font typeface="Jost" panose="020B0604020202020204" charset="0"/>
      <p:regular r:id="rId28"/>
      <p:bold r:id="rId29"/>
      <p:italic r:id="rId30"/>
      <p:boldItalic r:id="rId31"/>
    </p:embeddedFont>
    <p:embeddedFont>
      <p:font typeface="Nunito Black" pitchFamily="2" charset="0"/>
      <p:bold r:id="rId32"/>
      <p:boldItalic r:id="rId33"/>
    </p:embeddedFont>
    <p:embeddedFont>
      <p:font typeface="Poppins" panose="00000500000000000000" pitchFamily="2" charset="0"/>
      <p:regular r:id="rId34"/>
      <p:bold r:id="rId35"/>
      <p:italic r:id="rId36"/>
      <p:boldItalic r:id="rId37"/>
    </p:embeddedFont>
    <p:embeddedFont>
      <p:font typeface="Poppins Medium" panose="00000600000000000000" pitchFamily="2" charset="0"/>
      <p:regular r:id="rId38"/>
      <p:bold r:id="rId39"/>
      <p:italic r:id="rId40"/>
      <p:boldItalic r:id="rId41"/>
    </p:embeddedFont>
    <p:embeddedFont>
      <p:font typeface="Poppins SemiBold" panose="00000700000000000000" pitchFamily="2"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hgHW/8ZdRebDg0Lr+7tCR7LEKxX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D3933F3-51AB-4495-9791-CC46B8D3BE8D}">
  <a:tblStyle styleId="{AD3933F3-51AB-4495-9791-CC46B8D3BE8D}"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56"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font" Target="fonts/font14.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3" name="Google Shape;663;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4" name="Google Shape;664;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0"/>
        <p:cNvGrpSpPr/>
        <p:nvPr/>
      </p:nvGrpSpPr>
      <p:grpSpPr>
        <a:xfrm>
          <a:off x="0" y="0"/>
          <a:ext cx="0" cy="0"/>
          <a:chOff x="0" y="0"/>
          <a:chExt cx="0" cy="0"/>
        </a:xfrm>
      </p:grpSpPr>
      <p:sp>
        <p:nvSpPr>
          <p:cNvPr id="681" name="Google Shape;681;g3410272e7d5_0_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2" name="Google Shape;682;g3410272e7d5_0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3" name="Google Shape;683;g3410272e7d5_0_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g3410272e7d5_0_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2" name="Google Shape;712;g3410272e7d5_0_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3" name="Google Shape;713;g3410272e7d5_0_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3410272e7d5_0_6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8" name="Google Shape;748;g3410272e7d5_0_6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9" name="Google Shape;749;g3410272e7d5_0_6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
        <p:cNvGrpSpPr/>
        <p:nvPr/>
      </p:nvGrpSpPr>
      <p:grpSpPr>
        <a:xfrm>
          <a:off x="0" y="0"/>
          <a:ext cx="0" cy="0"/>
          <a:chOff x="0" y="0"/>
          <a:chExt cx="0" cy="0"/>
        </a:xfrm>
      </p:grpSpPr>
      <p:sp>
        <p:nvSpPr>
          <p:cNvPr id="795" name="Google Shape;795;g3410272e7d5_0_1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6" name="Google Shape;796;g3410272e7d5_0_1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7" name="Google Shape;797;g3410272e7d5_0_1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5"/>
        <p:cNvGrpSpPr/>
        <p:nvPr/>
      </p:nvGrpSpPr>
      <p:grpSpPr>
        <a:xfrm>
          <a:off x="0" y="0"/>
          <a:ext cx="0" cy="0"/>
          <a:chOff x="0" y="0"/>
          <a:chExt cx="0" cy="0"/>
        </a:xfrm>
      </p:grpSpPr>
      <p:sp>
        <p:nvSpPr>
          <p:cNvPr id="826" name="Google Shape;826;g3410272e7d5_0_1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7" name="Google Shape;827;g3410272e7d5_0_1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8" name="Google Shape;828;g3410272e7d5_0_1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3410272e7d5_0_16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g3410272e7d5_0_1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9" name="Google Shape;849;g3410272e7d5_0_16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3410272e7d5_0_19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3" name="Google Shape;883;g3410272e7d5_0_19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4" name="Google Shape;884;g3410272e7d5_0_19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g3410272e7d5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3" name="Google Shape;903;g3410272e7d5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4" name="Google Shape;904;g3410272e7d5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g3410272e7d5_0_23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5" name="Google Shape;925;g3410272e7d5_0_2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6" name="Google Shape;926;g3410272e7d5_0_2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p:cNvGrpSpPr/>
        <p:nvPr/>
      </p:nvGrpSpPr>
      <p:grpSpPr>
        <a:xfrm>
          <a:off x="0" y="0"/>
          <a:ext cx="0" cy="0"/>
          <a:chOff x="0" y="0"/>
          <a:chExt cx="0" cy="0"/>
        </a:xfrm>
      </p:grpSpPr>
      <p:sp>
        <p:nvSpPr>
          <p:cNvPr id="951" name="Google Shape;951;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2" name="Google Shape;952;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3" name="Google Shape;953;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0"/>
        <p:cNvGrpSpPr/>
        <p:nvPr/>
      </p:nvGrpSpPr>
      <p:grpSpPr>
        <a:xfrm>
          <a:off x="0" y="0"/>
          <a:ext cx="0" cy="0"/>
          <a:chOff x="0" y="0"/>
          <a:chExt cx="0" cy="0"/>
        </a:xfrm>
      </p:grpSpPr>
      <p:sp>
        <p:nvSpPr>
          <p:cNvPr id="961" name="Google Shape;961;g2e5653a5c66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2" name="Google Shape;962;g2e5653a5c6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3" name="Google Shape;963;g2e5653a5c66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0"/>
        <p:cNvGrpSpPr/>
        <p:nvPr/>
      </p:nvGrpSpPr>
      <p:grpSpPr>
        <a:xfrm>
          <a:off x="0" y="0"/>
          <a:ext cx="0" cy="0"/>
          <a:chOff x="0" y="0"/>
          <a:chExt cx="0" cy="0"/>
        </a:xfrm>
      </p:grpSpPr>
      <p:sp>
        <p:nvSpPr>
          <p:cNvPr id="971" name="Google Shape;971;g273945f7300_0_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2" name="Google Shape;972;g273945f7300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3" name="Google Shape;973;g273945f7300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2"/>
        <p:cNvGrpSpPr/>
        <p:nvPr/>
      </p:nvGrpSpPr>
      <p:grpSpPr>
        <a:xfrm>
          <a:off x="0" y="0"/>
          <a:ext cx="0" cy="0"/>
          <a:chOff x="0" y="0"/>
          <a:chExt cx="0" cy="0"/>
        </a:xfrm>
      </p:grpSpPr>
      <p:sp>
        <p:nvSpPr>
          <p:cNvPr id="983" name="Google Shape;983;g273945f7300_0_2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4" name="Google Shape;984;g273945f7300_0_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5" name="Google Shape;985;g273945f7300_0_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4"/>
        <p:cNvGrpSpPr/>
        <p:nvPr/>
      </p:nvGrpSpPr>
      <p:grpSpPr>
        <a:xfrm>
          <a:off x="0" y="0"/>
          <a:ext cx="0" cy="0"/>
          <a:chOff x="0" y="0"/>
          <a:chExt cx="0" cy="0"/>
        </a:xfrm>
      </p:grpSpPr>
      <p:sp>
        <p:nvSpPr>
          <p:cNvPr id="995" name="Google Shape;995;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6" name="Google Shape;996;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7" name="Google Shape;997;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1"/>
        <p:cNvGrpSpPr/>
        <p:nvPr/>
      </p:nvGrpSpPr>
      <p:grpSpPr>
        <a:xfrm>
          <a:off x="0" y="0"/>
          <a:ext cx="0" cy="0"/>
          <a:chOff x="0" y="0"/>
          <a:chExt cx="0" cy="0"/>
        </a:xfrm>
      </p:grpSpPr>
      <p:sp>
        <p:nvSpPr>
          <p:cNvPr id="1002" name="Google Shape;1002;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3" name="Google Shape;1003;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4" name="Google Shape;1004;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9"/>
        <p:cNvGrpSpPr/>
        <p:nvPr/>
      </p:nvGrpSpPr>
      <p:grpSpPr>
        <a:xfrm>
          <a:off x="0" y="0"/>
          <a:ext cx="0" cy="0"/>
          <a:chOff x="0" y="0"/>
          <a:chExt cx="0" cy="0"/>
        </a:xfrm>
      </p:grpSpPr>
      <p:sp>
        <p:nvSpPr>
          <p:cNvPr id="1040" name="Google Shape;1040;g273945f7300_0_6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1" name="Google Shape;1041;g273945f7300_0_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2" name="Google Shape;1042;g273945f7300_0_6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6"/>
        <p:cNvGrpSpPr/>
        <p:nvPr/>
      </p:nvGrpSpPr>
      <p:grpSpPr>
        <a:xfrm>
          <a:off x="0" y="0"/>
          <a:ext cx="0" cy="0"/>
          <a:chOff x="0" y="0"/>
          <a:chExt cx="0" cy="0"/>
        </a:xfrm>
      </p:grpSpPr>
      <p:sp>
        <p:nvSpPr>
          <p:cNvPr id="1077" name="Google Shape;1077;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8" name="Google Shape;1078;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9" name="Google Shape;1079;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3"/>
        <p:cNvGrpSpPr/>
        <p:nvPr/>
      </p:nvGrpSpPr>
      <p:grpSpPr>
        <a:xfrm>
          <a:off x="0" y="0"/>
          <a:ext cx="0" cy="0"/>
          <a:chOff x="0" y="0"/>
          <a:chExt cx="0" cy="0"/>
        </a:xfrm>
      </p:grpSpPr>
      <p:sp>
        <p:nvSpPr>
          <p:cNvPr id="1084" name="Google Shape;1084;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5" name="Google Shape;1085;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6" name="Google Shape;1086;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4"/>
        <p:cNvGrpSpPr/>
        <p:nvPr/>
      </p:nvGrpSpPr>
      <p:grpSpPr>
        <a:xfrm>
          <a:off x="0" y="0"/>
          <a:ext cx="0" cy="0"/>
          <a:chOff x="0" y="0"/>
          <a:chExt cx="0" cy="0"/>
        </a:xfrm>
      </p:grpSpPr>
      <p:sp>
        <p:nvSpPr>
          <p:cNvPr id="1095" name="Google Shape;1095;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6" name="Google Shape;1096;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7" name="Google Shape;1097;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5"/>
        <p:cNvGrpSpPr/>
        <p:nvPr/>
      </p:nvGrpSpPr>
      <p:grpSpPr>
        <a:xfrm>
          <a:off x="0" y="0"/>
          <a:ext cx="0" cy="0"/>
          <a:chOff x="0" y="0"/>
          <a:chExt cx="0" cy="0"/>
        </a:xfrm>
      </p:grpSpPr>
      <p:sp>
        <p:nvSpPr>
          <p:cNvPr id="1106" name="Google Shape;1106;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7" name="Google Shape;1107;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8" name="Google Shape;1108;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5"/>
        <p:cNvGrpSpPr/>
        <p:nvPr/>
      </p:nvGrpSpPr>
      <p:grpSpPr>
        <a:xfrm>
          <a:off x="0" y="0"/>
          <a:ext cx="0" cy="0"/>
          <a:chOff x="0" y="0"/>
          <a:chExt cx="0" cy="0"/>
        </a:xfrm>
      </p:grpSpPr>
      <p:sp>
        <p:nvSpPr>
          <p:cNvPr id="1116" name="Google Shape;1116;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7" name="Google Shape;1117;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8" name="Google Shape;1118;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5"/>
        <p:cNvGrpSpPr/>
        <p:nvPr/>
      </p:nvGrpSpPr>
      <p:grpSpPr>
        <a:xfrm>
          <a:off x="0" y="0"/>
          <a:ext cx="0" cy="0"/>
          <a:chOff x="0" y="0"/>
          <a:chExt cx="0" cy="0"/>
        </a:xfrm>
      </p:grpSpPr>
      <p:sp>
        <p:nvSpPr>
          <p:cNvPr id="1126" name="Google Shape;1126;g2d1eea302f1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7" name="Google Shape;1127;g2d1eea302f1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8" name="Google Shape;1128;g2d1eea302f1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8"/>
        <p:cNvGrpSpPr/>
        <p:nvPr/>
      </p:nvGrpSpPr>
      <p:grpSpPr>
        <a:xfrm>
          <a:off x="0" y="0"/>
          <a:ext cx="0" cy="0"/>
          <a:chOff x="0" y="0"/>
          <a:chExt cx="0" cy="0"/>
        </a:xfrm>
      </p:grpSpPr>
      <p:sp>
        <p:nvSpPr>
          <p:cNvPr id="1159" name="Google Shape;1159;g273945f7300_0_1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0" name="Google Shape;1160;g273945f7300_0_1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1" name="Google Shape;1161;g273945f7300_0_1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9791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1672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Compare g - /j/ and /g/</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7328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10.2 - Thursday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49</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23.xml"/><Relationship Id="rId3" Type="http://schemas.openxmlformats.org/officeDocument/2006/relationships/image" Target="../media/image8.png"/><Relationship Id="rId7" Type="http://schemas.openxmlformats.org/officeDocument/2006/relationships/slide" Target="slide2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2.xml"/><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1.png"/><Relationship Id="rId21" Type="http://schemas.openxmlformats.org/officeDocument/2006/relationships/image" Target="../media/image28.png"/><Relationship Id="rId7" Type="http://schemas.openxmlformats.org/officeDocument/2006/relationships/image" Target="../media/image15.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4.png"/><Relationship Id="rId11" Type="http://schemas.openxmlformats.org/officeDocument/2006/relationships/image" Target="../media/image8.png"/><Relationship Id="rId24" Type="http://schemas.openxmlformats.org/officeDocument/2006/relationships/image" Target="../media/image31.png"/><Relationship Id="rId5" Type="http://schemas.openxmlformats.org/officeDocument/2006/relationships/image" Target="../media/image13.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8.png"/><Relationship Id="rId19" Type="http://schemas.openxmlformats.org/officeDocument/2006/relationships/image" Target="../media/image26.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55.png"/><Relationship Id="rId3" Type="http://schemas.openxmlformats.org/officeDocument/2006/relationships/image" Target="../media/image33.png"/><Relationship Id="rId21" Type="http://schemas.openxmlformats.org/officeDocument/2006/relationships/image" Target="../media/image50.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6.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24" Type="http://schemas.openxmlformats.org/officeDocument/2006/relationships/image" Target="../media/image53.png"/><Relationship Id="rId5" Type="http://schemas.openxmlformats.org/officeDocument/2006/relationships/image" Target="../media/image35.png"/><Relationship Id="rId15" Type="http://schemas.openxmlformats.org/officeDocument/2006/relationships/image" Target="../media/image45.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40.png"/><Relationship Id="rId19" Type="http://schemas.openxmlformats.org/officeDocument/2006/relationships/image" Target="../media/image7.png"/><Relationship Id="rId31" Type="http://schemas.openxmlformats.org/officeDocument/2006/relationships/image" Target="../media/image60.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9" Type="http://schemas.openxmlformats.org/officeDocument/2006/relationships/image" Target="../media/image97.png"/><Relationship Id="rId21" Type="http://schemas.openxmlformats.org/officeDocument/2006/relationships/image" Target="../media/image79.png"/><Relationship Id="rId34" Type="http://schemas.openxmlformats.org/officeDocument/2006/relationships/image" Target="../media/image92.png"/><Relationship Id="rId42" Type="http://schemas.openxmlformats.org/officeDocument/2006/relationships/image" Target="../media/image100.png"/><Relationship Id="rId7" Type="http://schemas.openxmlformats.org/officeDocument/2006/relationships/image" Target="../media/image65.png"/><Relationship Id="rId2" Type="http://schemas.openxmlformats.org/officeDocument/2006/relationships/notesSlide" Target="../notesSlides/notesSlide5.xml"/><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87.png"/><Relationship Id="rId41" Type="http://schemas.openxmlformats.org/officeDocument/2006/relationships/image" Target="../media/image99.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32" Type="http://schemas.openxmlformats.org/officeDocument/2006/relationships/image" Target="../media/image90.png"/><Relationship Id="rId37" Type="http://schemas.openxmlformats.org/officeDocument/2006/relationships/image" Target="../media/image95.png"/><Relationship Id="rId40" Type="http://schemas.openxmlformats.org/officeDocument/2006/relationships/image" Target="../media/image98.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86.png"/><Relationship Id="rId36" Type="http://schemas.openxmlformats.org/officeDocument/2006/relationships/image" Target="../media/image94.png"/><Relationship Id="rId10" Type="http://schemas.openxmlformats.org/officeDocument/2006/relationships/image" Target="../media/image68.png"/><Relationship Id="rId19" Type="http://schemas.openxmlformats.org/officeDocument/2006/relationships/image" Target="../media/image77.png"/><Relationship Id="rId31" Type="http://schemas.openxmlformats.org/officeDocument/2006/relationships/image" Target="../media/image89.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png"/><Relationship Id="rId30" Type="http://schemas.openxmlformats.org/officeDocument/2006/relationships/image" Target="../media/image88.png"/><Relationship Id="rId35" Type="http://schemas.openxmlformats.org/officeDocument/2006/relationships/image" Target="../media/image93.png"/><Relationship Id="rId43" Type="http://schemas.openxmlformats.org/officeDocument/2006/relationships/image" Target="../media/image101.png"/><Relationship Id="rId8" Type="http://schemas.openxmlformats.org/officeDocument/2006/relationships/image" Target="../media/image66.png"/><Relationship Id="rId3" Type="http://schemas.openxmlformats.org/officeDocument/2006/relationships/image" Target="../media/image61.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33" Type="http://schemas.openxmlformats.org/officeDocument/2006/relationships/image" Target="../media/image91.png"/><Relationship Id="rId38" Type="http://schemas.openxmlformats.org/officeDocument/2006/relationships/image" Target="../media/image96.png"/></Relationships>
</file>

<file path=ppt/slides/_rels/slide6.xml.rels><?xml version="1.0" encoding="UTF-8" standalone="yes"?>
<Relationships xmlns="http://schemas.openxmlformats.org/package/2006/relationships"><Relationship Id="rId8" Type="http://schemas.openxmlformats.org/officeDocument/2006/relationships/image" Target="../media/image107.png"/><Relationship Id="rId13" Type="http://schemas.openxmlformats.org/officeDocument/2006/relationships/image" Target="../media/image112.png"/><Relationship Id="rId18" Type="http://schemas.openxmlformats.org/officeDocument/2006/relationships/image" Target="../media/image117.png"/><Relationship Id="rId26" Type="http://schemas.openxmlformats.org/officeDocument/2006/relationships/image" Target="../media/image123.png"/><Relationship Id="rId3" Type="http://schemas.openxmlformats.org/officeDocument/2006/relationships/image" Target="../media/image102.png"/><Relationship Id="rId21" Type="http://schemas.openxmlformats.org/officeDocument/2006/relationships/image" Target="../media/image120.png"/><Relationship Id="rId7" Type="http://schemas.openxmlformats.org/officeDocument/2006/relationships/image" Target="../media/image106.png"/><Relationship Id="rId12" Type="http://schemas.openxmlformats.org/officeDocument/2006/relationships/image" Target="../media/image111.png"/><Relationship Id="rId17" Type="http://schemas.openxmlformats.org/officeDocument/2006/relationships/image" Target="../media/image116.png"/><Relationship Id="rId25" Type="http://schemas.openxmlformats.org/officeDocument/2006/relationships/image" Target="../media/image5.png"/><Relationship Id="rId2" Type="http://schemas.openxmlformats.org/officeDocument/2006/relationships/notesSlide" Target="../notesSlides/notesSlide6.xml"/><Relationship Id="rId16" Type="http://schemas.openxmlformats.org/officeDocument/2006/relationships/image" Target="../media/image115.png"/><Relationship Id="rId20" Type="http://schemas.openxmlformats.org/officeDocument/2006/relationships/image" Target="../media/image119.png"/><Relationship Id="rId1" Type="http://schemas.openxmlformats.org/officeDocument/2006/relationships/slideLayout" Target="../slideLayouts/slideLayout3.xml"/><Relationship Id="rId6" Type="http://schemas.openxmlformats.org/officeDocument/2006/relationships/image" Target="../media/image105.png"/><Relationship Id="rId11" Type="http://schemas.openxmlformats.org/officeDocument/2006/relationships/image" Target="../media/image110.png"/><Relationship Id="rId24" Type="http://schemas.openxmlformats.org/officeDocument/2006/relationships/image" Target="../media/image6.png"/><Relationship Id="rId5" Type="http://schemas.openxmlformats.org/officeDocument/2006/relationships/image" Target="../media/image104.png"/><Relationship Id="rId15" Type="http://schemas.openxmlformats.org/officeDocument/2006/relationships/image" Target="../media/image114.png"/><Relationship Id="rId23" Type="http://schemas.openxmlformats.org/officeDocument/2006/relationships/image" Target="../media/image122.png"/><Relationship Id="rId10" Type="http://schemas.openxmlformats.org/officeDocument/2006/relationships/image" Target="../media/image109.png"/><Relationship Id="rId19" Type="http://schemas.openxmlformats.org/officeDocument/2006/relationships/image" Target="../media/image118.png"/><Relationship Id="rId4" Type="http://schemas.openxmlformats.org/officeDocument/2006/relationships/image" Target="../media/image103.png"/><Relationship Id="rId9" Type="http://schemas.openxmlformats.org/officeDocument/2006/relationships/image" Target="../media/image108.png"/><Relationship Id="rId14" Type="http://schemas.openxmlformats.org/officeDocument/2006/relationships/image" Target="../media/image113.png"/><Relationship Id="rId22" Type="http://schemas.openxmlformats.org/officeDocument/2006/relationships/image" Target="../media/image121.png"/></Relationships>
</file>

<file path=ppt/slides/_rels/slide7.xml.rels><?xml version="1.0" encoding="UTF-8" standalone="yes"?>
<Relationships xmlns="http://schemas.openxmlformats.org/package/2006/relationships"><Relationship Id="rId8" Type="http://schemas.openxmlformats.org/officeDocument/2006/relationships/image" Target="../media/image129.png"/><Relationship Id="rId13" Type="http://schemas.openxmlformats.org/officeDocument/2006/relationships/image" Target="../media/image134.png"/><Relationship Id="rId3" Type="http://schemas.openxmlformats.org/officeDocument/2006/relationships/image" Target="../media/image124.png"/><Relationship Id="rId7" Type="http://schemas.openxmlformats.org/officeDocument/2006/relationships/image" Target="../media/image128.png"/><Relationship Id="rId12" Type="http://schemas.openxmlformats.org/officeDocument/2006/relationships/image" Target="../media/image133.png"/><Relationship Id="rId2" Type="http://schemas.openxmlformats.org/officeDocument/2006/relationships/notesSlide" Target="../notesSlides/notesSlide7.xml"/><Relationship Id="rId16" Type="http://schemas.openxmlformats.org/officeDocument/2006/relationships/image" Target="../media/image137.png"/><Relationship Id="rId1" Type="http://schemas.openxmlformats.org/officeDocument/2006/relationships/slideLayout" Target="../slideLayouts/slideLayout3.xml"/><Relationship Id="rId6" Type="http://schemas.openxmlformats.org/officeDocument/2006/relationships/image" Target="../media/image127.png"/><Relationship Id="rId11" Type="http://schemas.openxmlformats.org/officeDocument/2006/relationships/image" Target="../media/image132.png"/><Relationship Id="rId5" Type="http://schemas.openxmlformats.org/officeDocument/2006/relationships/image" Target="../media/image126.png"/><Relationship Id="rId15" Type="http://schemas.openxmlformats.org/officeDocument/2006/relationships/image" Target="../media/image136.png"/><Relationship Id="rId10" Type="http://schemas.openxmlformats.org/officeDocument/2006/relationships/image" Target="../media/image131.png"/><Relationship Id="rId4" Type="http://schemas.openxmlformats.org/officeDocument/2006/relationships/image" Target="../media/image125.png"/><Relationship Id="rId9" Type="http://schemas.openxmlformats.org/officeDocument/2006/relationships/image" Target="../media/image130.png"/><Relationship Id="rId14" Type="http://schemas.openxmlformats.org/officeDocument/2006/relationships/image" Target="../media/image135.png"/></Relationships>
</file>

<file path=ppt/slides/_rels/slide8.xml.rels><?xml version="1.0" encoding="UTF-8" standalone="yes"?>
<Relationships xmlns="http://schemas.openxmlformats.org/package/2006/relationships"><Relationship Id="rId8" Type="http://schemas.openxmlformats.org/officeDocument/2006/relationships/image" Target="../media/image143.png"/><Relationship Id="rId13" Type="http://schemas.openxmlformats.org/officeDocument/2006/relationships/image" Target="../media/image148.png"/><Relationship Id="rId18" Type="http://schemas.openxmlformats.org/officeDocument/2006/relationships/image" Target="../media/image153.png"/><Relationship Id="rId26" Type="http://schemas.openxmlformats.org/officeDocument/2006/relationships/image" Target="../media/image161.png"/><Relationship Id="rId3" Type="http://schemas.openxmlformats.org/officeDocument/2006/relationships/image" Target="../media/image138.png"/><Relationship Id="rId21" Type="http://schemas.openxmlformats.org/officeDocument/2006/relationships/image" Target="../media/image156.png"/><Relationship Id="rId7" Type="http://schemas.openxmlformats.org/officeDocument/2006/relationships/image" Target="../media/image142.png"/><Relationship Id="rId12" Type="http://schemas.openxmlformats.org/officeDocument/2006/relationships/image" Target="../media/image147.png"/><Relationship Id="rId17" Type="http://schemas.openxmlformats.org/officeDocument/2006/relationships/image" Target="../media/image152.png"/><Relationship Id="rId25" Type="http://schemas.openxmlformats.org/officeDocument/2006/relationships/image" Target="../media/image160.png"/><Relationship Id="rId2" Type="http://schemas.openxmlformats.org/officeDocument/2006/relationships/notesSlide" Target="../notesSlides/notesSlide8.xml"/><Relationship Id="rId16" Type="http://schemas.openxmlformats.org/officeDocument/2006/relationships/image" Target="../media/image151.png"/><Relationship Id="rId20" Type="http://schemas.openxmlformats.org/officeDocument/2006/relationships/image" Target="../media/image155.png"/><Relationship Id="rId29" Type="http://schemas.openxmlformats.org/officeDocument/2006/relationships/image" Target="../media/image164.png"/><Relationship Id="rId1" Type="http://schemas.openxmlformats.org/officeDocument/2006/relationships/slideLayout" Target="../slideLayouts/slideLayout3.xml"/><Relationship Id="rId6" Type="http://schemas.openxmlformats.org/officeDocument/2006/relationships/image" Target="../media/image141.png"/><Relationship Id="rId11" Type="http://schemas.openxmlformats.org/officeDocument/2006/relationships/image" Target="../media/image146.png"/><Relationship Id="rId24" Type="http://schemas.openxmlformats.org/officeDocument/2006/relationships/image" Target="../media/image159.png"/><Relationship Id="rId5" Type="http://schemas.openxmlformats.org/officeDocument/2006/relationships/image" Target="../media/image140.png"/><Relationship Id="rId15" Type="http://schemas.openxmlformats.org/officeDocument/2006/relationships/image" Target="../media/image150.png"/><Relationship Id="rId23" Type="http://schemas.openxmlformats.org/officeDocument/2006/relationships/image" Target="../media/image158.png"/><Relationship Id="rId28" Type="http://schemas.openxmlformats.org/officeDocument/2006/relationships/image" Target="../media/image163.png"/><Relationship Id="rId10" Type="http://schemas.openxmlformats.org/officeDocument/2006/relationships/image" Target="../media/image145.png"/><Relationship Id="rId19" Type="http://schemas.openxmlformats.org/officeDocument/2006/relationships/image" Target="../media/image154.png"/><Relationship Id="rId4" Type="http://schemas.openxmlformats.org/officeDocument/2006/relationships/image" Target="../media/image139.png"/><Relationship Id="rId9" Type="http://schemas.openxmlformats.org/officeDocument/2006/relationships/image" Target="../media/image144.png"/><Relationship Id="rId14" Type="http://schemas.openxmlformats.org/officeDocument/2006/relationships/image" Target="../media/image149.png"/><Relationship Id="rId22" Type="http://schemas.openxmlformats.org/officeDocument/2006/relationships/image" Target="../media/image157.png"/><Relationship Id="rId27" Type="http://schemas.openxmlformats.org/officeDocument/2006/relationships/image" Target="../media/image162.png"/><Relationship Id="rId30" Type="http://schemas.openxmlformats.org/officeDocument/2006/relationships/image" Target="../media/image165.png"/></Relationships>
</file>

<file path=ppt/slides/_rels/slide9.xml.rels><?xml version="1.0" encoding="UTF-8" standalone="yes"?>
<Relationships xmlns="http://schemas.openxmlformats.org/package/2006/relationships"><Relationship Id="rId8" Type="http://schemas.openxmlformats.org/officeDocument/2006/relationships/image" Target="../media/image171.png"/><Relationship Id="rId13" Type="http://schemas.openxmlformats.org/officeDocument/2006/relationships/image" Target="../media/image176.png"/><Relationship Id="rId3" Type="http://schemas.openxmlformats.org/officeDocument/2006/relationships/image" Target="../media/image166.png"/><Relationship Id="rId7" Type="http://schemas.openxmlformats.org/officeDocument/2006/relationships/image" Target="../media/image170.png"/><Relationship Id="rId12" Type="http://schemas.openxmlformats.org/officeDocument/2006/relationships/image" Target="../media/image175.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69.png"/><Relationship Id="rId11" Type="http://schemas.openxmlformats.org/officeDocument/2006/relationships/image" Target="../media/image174.png"/><Relationship Id="rId5" Type="http://schemas.openxmlformats.org/officeDocument/2006/relationships/image" Target="../media/image168.png"/><Relationship Id="rId15" Type="http://schemas.openxmlformats.org/officeDocument/2006/relationships/image" Target="../media/image178.png"/><Relationship Id="rId10" Type="http://schemas.openxmlformats.org/officeDocument/2006/relationships/image" Target="../media/image173.png"/><Relationship Id="rId4" Type="http://schemas.openxmlformats.org/officeDocument/2006/relationships/image" Target="../media/image167.png"/><Relationship Id="rId9" Type="http://schemas.openxmlformats.org/officeDocument/2006/relationships/image" Target="../media/image172.png"/><Relationship Id="rId14" Type="http://schemas.openxmlformats.org/officeDocument/2006/relationships/image" Target="../media/image177.png"/></Relationships>
</file>

<file path=ppt/slides/_rels/slide10.xml.rels><?xml version="1.0" encoding="UTF-8" standalone="yes"?>
<Relationships xmlns="http://schemas.openxmlformats.org/package/2006/relationships"><Relationship Id="rId8" Type="http://schemas.openxmlformats.org/officeDocument/2006/relationships/image" Target="../media/image184.png"/><Relationship Id="rId13" Type="http://schemas.openxmlformats.org/officeDocument/2006/relationships/image" Target="../media/image189.png"/><Relationship Id="rId3" Type="http://schemas.openxmlformats.org/officeDocument/2006/relationships/image" Target="../media/image179.png"/><Relationship Id="rId7" Type="http://schemas.openxmlformats.org/officeDocument/2006/relationships/image" Target="../media/image183.png"/><Relationship Id="rId12" Type="http://schemas.openxmlformats.org/officeDocument/2006/relationships/image" Target="../media/image188.png"/><Relationship Id="rId17" Type="http://schemas.openxmlformats.org/officeDocument/2006/relationships/image" Target="../media/image193.png"/><Relationship Id="rId2" Type="http://schemas.openxmlformats.org/officeDocument/2006/relationships/notesSlide" Target="../notesSlides/notesSlide10.xml"/><Relationship Id="rId16" Type="http://schemas.openxmlformats.org/officeDocument/2006/relationships/image" Target="../media/image192.png"/><Relationship Id="rId1" Type="http://schemas.openxmlformats.org/officeDocument/2006/relationships/slideLayout" Target="../slideLayouts/slideLayout3.xml"/><Relationship Id="rId6" Type="http://schemas.openxmlformats.org/officeDocument/2006/relationships/image" Target="../media/image182.png"/><Relationship Id="rId11" Type="http://schemas.openxmlformats.org/officeDocument/2006/relationships/image" Target="../media/image187.png"/><Relationship Id="rId5" Type="http://schemas.openxmlformats.org/officeDocument/2006/relationships/image" Target="../media/image181.png"/><Relationship Id="rId15" Type="http://schemas.openxmlformats.org/officeDocument/2006/relationships/image" Target="../media/image191.png"/><Relationship Id="rId10" Type="http://schemas.openxmlformats.org/officeDocument/2006/relationships/image" Target="../media/image186.png"/><Relationship Id="rId4" Type="http://schemas.openxmlformats.org/officeDocument/2006/relationships/image" Target="../media/image180.png"/><Relationship Id="rId9" Type="http://schemas.openxmlformats.org/officeDocument/2006/relationships/image" Target="../media/image185.png"/><Relationship Id="rId14" Type="http://schemas.openxmlformats.org/officeDocument/2006/relationships/image" Target="../media/image190.png"/></Relationships>
</file>

<file path=ppt/slides/_rels/slide11.xml.rels><?xml version="1.0" encoding="UTF-8" standalone="yes"?>
<Relationships xmlns="http://schemas.openxmlformats.org/package/2006/relationships"><Relationship Id="rId8" Type="http://schemas.openxmlformats.org/officeDocument/2006/relationships/image" Target="../media/image199.png"/><Relationship Id="rId13" Type="http://schemas.openxmlformats.org/officeDocument/2006/relationships/image" Target="../media/image204.png"/><Relationship Id="rId18" Type="http://schemas.openxmlformats.org/officeDocument/2006/relationships/image" Target="../media/image209.png"/><Relationship Id="rId3" Type="http://schemas.openxmlformats.org/officeDocument/2006/relationships/image" Target="../media/image194.png"/><Relationship Id="rId21" Type="http://schemas.openxmlformats.org/officeDocument/2006/relationships/image" Target="../media/image212.png"/><Relationship Id="rId7" Type="http://schemas.openxmlformats.org/officeDocument/2006/relationships/image" Target="../media/image198.png"/><Relationship Id="rId12" Type="http://schemas.openxmlformats.org/officeDocument/2006/relationships/image" Target="../media/image203.png"/><Relationship Id="rId17" Type="http://schemas.openxmlformats.org/officeDocument/2006/relationships/image" Target="../media/image208.png"/><Relationship Id="rId2" Type="http://schemas.openxmlformats.org/officeDocument/2006/relationships/notesSlide" Target="../notesSlides/notesSlide11.xml"/><Relationship Id="rId16" Type="http://schemas.openxmlformats.org/officeDocument/2006/relationships/image" Target="../media/image207.png"/><Relationship Id="rId20" Type="http://schemas.openxmlformats.org/officeDocument/2006/relationships/image" Target="../media/image211.png"/><Relationship Id="rId1" Type="http://schemas.openxmlformats.org/officeDocument/2006/relationships/slideLayout" Target="../slideLayouts/slideLayout3.xml"/><Relationship Id="rId6" Type="http://schemas.openxmlformats.org/officeDocument/2006/relationships/image" Target="../media/image197.png"/><Relationship Id="rId11" Type="http://schemas.openxmlformats.org/officeDocument/2006/relationships/image" Target="../media/image202.png"/><Relationship Id="rId5" Type="http://schemas.openxmlformats.org/officeDocument/2006/relationships/image" Target="../media/image196.png"/><Relationship Id="rId15" Type="http://schemas.openxmlformats.org/officeDocument/2006/relationships/image" Target="../media/image206.png"/><Relationship Id="rId23" Type="http://schemas.openxmlformats.org/officeDocument/2006/relationships/image" Target="../media/image214.png"/><Relationship Id="rId10" Type="http://schemas.openxmlformats.org/officeDocument/2006/relationships/image" Target="../media/image201.png"/><Relationship Id="rId19" Type="http://schemas.openxmlformats.org/officeDocument/2006/relationships/image" Target="../media/image210.png"/><Relationship Id="rId4" Type="http://schemas.openxmlformats.org/officeDocument/2006/relationships/image" Target="../media/image195.png"/><Relationship Id="rId9" Type="http://schemas.openxmlformats.org/officeDocument/2006/relationships/image" Target="../media/image200.png"/><Relationship Id="rId14" Type="http://schemas.openxmlformats.org/officeDocument/2006/relationships/image" Target="../media/image205.png"/><Relationship Id="rId22" Type="http://schemas.openxmlformats.org/officeDocument/2006/relationships/image" Target="../media/image213.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215.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216.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217.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218.png"/><Relationship Id="rId4" Type="http://schemas.openxmlformats.org/officeDocument/2006/relationships/image" Target="../media/image216.png"/></Relationships>
</file>

<file path=ppt/slides/_rels/slide16.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21.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222.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223.png"/></Relationships>
</file>

<file path=ppt/slides/_rels/slide22.xml.rels><?xml version="1.0" encoding="UTF-8" standalone="yes"?>
<Relationships xmlns="http://schemas.openxmlformats.org/package/2006/relationships"><Relationship Id="rId3" Type="http://schemas.openxmlformats.org/officeDocument/2006/relationships/image" Target="../media/image224.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225.png"/></Relationships>
</file>

<file path=ppt/slides/_rels/slide23.xml.rels><?xml version="1.0" encoding="UTF-8" standalone="yes"?>
<Relationships xmlns="http://schemas.openxmlformats.org/package/2006/relationships"><Relationship Id="rId3" Type="http://schemas.openxmlformats.org/officeDocument/2006/relationships/image" Target="../media/image226.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grpSp>
        <p:nvGrpSpPr>
          <p:cNvPr id="651" name="Google Shape;651;p1"/>
          <p:cNvGrpSpPr/>
          <p:nvPr/>
        </p:nvGrpSpPr>
        <p:grpSpPr>
          <a:xfrm>
            <a:off x="4730792" y="3966699"/>
            <a:ext cx="4066934" cy="1850151"/>
            <a:chOff x="4730792" y="3966699"/>
            <a:chExt cx="4066934" cy="1850151"/>
          </a:xfrm>
        </p:grpSpPr>
        <p:sp>
          <p:nvSpPr>
            <p:cNvPr id="652" name="Google Shape;652;p1"/>
            <p:cNvSpPr/>
            <p:nvPr/>
          </p:nvSpPr>
          <p:spPr>
            <a:xfrm>
              <a:off x="5600040" y="5085080"/>
              <a:ext cx="139984" cy="8117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53" name="Google Shape;653;p1"/>
            <p:cNvSpPr/>
            <p:nvPr/>
          </p:nvSpPr>
          <p:spPr>
            <a:xfrm>
              <a:off x="5925600" y="5085080"/>
              <a:ext cx="139984" cy="8117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54" name="Google Shape;654;p1" title="JL686-124F.png"/>
            <p:cNvPicPr preferRelativeResize="0"/>
            <p:nvPr/>
          </p:nvPicPr>
          <p:blipFill rotWithShape="1">
            <a:blip r:embed="rId3">
              <a:alphaModFix/>
            </a:blip>
            <a:srcRect l="79" r="79"/>
            <a:stretch/>
          </p:blipFill>
          <p:spPr>
            <a:xfrm rot="713630">
              <a:off x="7581275" y="4131198"/>
              <a:ext cx="1071651" cy="1516788"/>
            </a:xfrm>
            <a:prstGeom prst="rect">
              <a:avLst/>
            </a:prstGeom>
            <a:noFill/>
            <a:ln>
              <a:noFill/>
            </a:ln>
            <a:effectLst>
              <a:outerShdw blurRad="71438" dist="38100" dir="5220000" algn="bl" rotWithShape="0">
                <a:srgbClr val="000000">
                  <a:alpha val="20000"/>
                </a:srgbClr>
              </a:outerShdw>
            </a:effectLst>
          </p:spPr>
        </p:pic>
        <p:pic>
          <p:nvPicPr>
            <p:cNvPr id="655" name="Google Shape;655;p1" title="JL686-123F.png"/>
            <p:cNvPicPr preferRelativeResize="0"/>
            <p:nvPr/>
          </p:nvPicPr>
          <p:blipFill rotWithShape="1">
            <a:blip r:embed="rId4">
              <a:alphaModFix/>
            </a:blip>
            <a:srcRect l="19" r="19"/>
            <a:stretch/>
          </p:blipFill>
          <p:spPr>
            <a:xfrm rot="193083">
              <a:off x="6666994" y="3998204"/>
              <a:ext cx="1071653" cy="1516786"/>
            </a:xfrm>
            <a:prstGeom prst="rect">
              <a:avLst/>
            </a:prstGeom>
            <a:noFill/>
            <a:ln>
              <a:noFill/>
            </a:ln>
            <a:effectLst>
              <a:outerShdw blurRad="71438" dist="38100" dir="5220000" algn="bl" rotWithShape="0">
                <a:srgbClr val="000000">
                  <a:alpha val="20000"/>
                </a:srgbClr>
              </a:outerShdw>
            </a:effectLst>
          </p:spPr>
        </p:pic>
        <p:pic>
          <p:nvPicPr>
            <p:cNvPr id="656" name="Google Shape;656;p1" title="JL686-24F.png"/>
            <p:cNvPicPr preferRelativeResize="0"/>
            <p:nvPr/>
          </p:nvPicPr>
          <p:blipFill rotWithShape="1">
            <a:blip r:embed="rId5">
              <a:alphaModFix/>
            </a:blip>
            <a:srcRect l="79" r="69"/>
            <a:stretch/>
          </p:blipFill>
          <p:spPr>
            <a:xfrm rot="-313764">
              <a:off x="5805285" y="4012380"/>
              <a:ext cx="1071652" cy="1516785"/>
            </a:xfrm>
            <a:prstGeom prst="rect">
              <a:avLst/>
            </a:prstGeom>
            <a:noFill/>
            <a:ln>
              <a:noFill/>
            </a:ln>
            <a:effectLst>
              <a:outerShdw blurRad="71438" dist="38100" dir="5220000" algn="bl" rotWithShape="0">
                <a:srgbClr val="000000">
                  <a:alpha val="20000"/>
                </a:srgbClr>
              </a:outerShdw>
            </a:effectLst>
          </p:spPr>
        </p:pic>
        <p:pic>
          <p:nvPicPr>
            <p:cNvPr id="657" name="Google Shape;657;p1" title="JL686-09F.png"/>
            <p:cNvPicPr preferRelativeResize="0"/>
            <p:nvPr/>
          </p:nvPicPr>
          <p:blipFill rotWithShape="1">
            <a:blip r:embed="rId6">
              <a:alphaModFix/>
            </a:blip>
            <a:srcRect l="79" r="69"/>
            <a:stretch/>
          </p:blipFill>
          <p:spPr>
            <a:xfrm rot="-781538">
              <a:off x="4887937" y="4198809"/>
              <a:ext cx="1071653" cy="1516788"/>
            </a:xfrm>
            <a:prstGeom prst="rect">
              <a:avLst/>
            </a:prstGeom>
            <a:noFill/>
            <a:ln>
              <a:noFill/>
            </a:ln>
            <a:effectLst>
              <a:outerShdw blurRad="71438" dist="38100" dir="5220000" algn="bl" rotWithShape="0">
                <a:srgbClr val="000000">
                  <a:alpha val="20000"/>
                </a:srgbClr>
              </a:outerShdw>
            </a:effectLst>
          </p:spPr>
        </p:pic>
      </p:grpSp>
      <p:sp>
        <p:nvSpPr>
          <p:cNvPr id="658" name="Google Shape;658;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262626"/>
              </a:buClr>
              <a:buSzPts val="3600"/>
              <a:buNone/>
            </a:pPr>
            <a:r>
              <a:rPr lang="en-US" sz="3000"/>
              <a:t>Compare g; </a:t>
            </a:r>
            <a:br>
              <a:rPr lang="en-US" sz="3000"/>
            </a:br>
            <a:r>
              <a:rPr lang="en-US" sz="3000"/>
              <a:t>/j/ and /g/</a:t>
            </a:r>
            <a:endParaRPr sz="3000"/>
          </a:p>
        </p:txBody>
      </p:sp>
      <p:sp>
        <p:nvSpPr>
          <p:cNvPr id="659" name="Google Shape;659;p1"/>
          <p:cNvSpPr txBox="1">
            <a:spLocks noGrp="1"/>
          </p:cNvSpPr>
          <p:nvPr>
            <p:ph type="subTitle" idx="2"/>
          </p:nvPr>
        </p:nvSpPr>
        <p:spPr>
          <a:xfrm>
            <a:off x="884092" y="38455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49</a:t>
            </a:r>
            <a:endParaRPr/>
          </a:p>
        </p:txBody>
      </p:sp>
      <p:graphicFrame>
        <p:nvGraphicFramePr>
          <p:cNvPr id="660" name="Google Shape;660;p1"/>
          <p:cNvGraphicFramePr/>
          <p:nvPr/>
        </p:nvGraphicFramePr>
        <p:xfrm>
          <a:off x="4844200" y="1646527"/>
          <a:ext cx="3784875" cy="2032200"/>
        </p:xfrm>
        <a:graphic>
          <a:graphicData uri="http://schemas.openxmlformats.org/drawingml/2006/table">
            <a:tbl>
              <a:tblPr firstRow="1" bandRow="1">
                <a:noFill/>
                <a:tableStyleId>{AD3933F3-51AB-4495-9791-CC46B8D3BE8D}</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/ch/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/k/</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FFFFFF"/>
                          </a:solidFill>
                          <a:latin typeface="Jost"/>
                          <a:ea typeface="Jost"/>
                          <a:cs typeface="Jost"/>
                          <a:sym typeface="Jost"/>
                        </a:rPr>
                        <a:t>/j/</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/v/</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15000"/>
              </a:lnSpc>
              <a:spcBef>
                <a:spcPts val="0"/>
              </a:spcBef>
              <a:spcAft>
                <a:spcPts val="0"/>
              </a:spcAft>
              <a:buSzPts val="1600"/>
              <a:buChar char="•"/>
            </a:pPr>
            <a:r>
              <a:rPr lang="en-US"/>
              <a:t>Compare alternative phonemes</a:t>
            </a:r>
            <a:r>
              <a:rPr lang="en-US">
                <a:solidFill>
                  <a:srgbClr val="8DC63F"/>
                </a:solidFill>
              </a:rPr>
              <a:t> /j/</a:t>
            </a:r>
            <a:r>
              <a:rPr lang="en-US"/>
              <a:t> and </a:t>
            </a:r>
            <a:r>
              <a:rPr lang="en-US">
                <a:solidFill>
                  <a:srgbClr val="8DC63F"/>
                </a:solidFill>
              </a:rPr>
              <a:t>/g/</a:t>
            </a:r>
            <a:r>
              <a:rPr lang="en-US"/>
              <a:t> for grapheme '</a:t>
            </a:r>
            <a:r>
              <a:rPr lang="en-US">
                <a:solidFill>
                  <a:srgbClr val="8DC63F"/>
                </a:solidFill>
              </a:rPr>
              <a:t>g</a:t>
            </a:r>
            <a:r>
              <a:rPr lang="en-US"/>
              <a:t>'.</a:t>
            </a:r>
            <a:endParaRPr/>
          </a:p>
        </p:txBody>
      </p:sp>
      <p:sp>
        <p:nvSpPr>
          <p:cNvPr id="667" name="Google Shape;667;g2bee4f4af4b_0_204"/>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8" name="Google Shape;668;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9" name="Google Shape;669;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70" name="Google Shape;670;g2bee4f4af4b_0_204" title="JL686-09F.png"/>
          <p:cNvPicPr preferRelativeResize="0"/>
          <p:nvPr/>
        </p:nvPicPr>
        <p:blipFill rotWithShape="1">
          <a:blip r:embed="rId3">
            <a:alphaModFix/>
          </a:blip>
          <a:srcRect l="79" r="79"/>
          <a:stretch/>
        </p:blipFill>
        <p:spPr>
          <a:xfrm>
            <a:off x="995626" y="4101860"/>
            <a:ext cx="786850" cy="1113689"/>
          </a:xfrm>
          <a:prstGeom prst="rect">
            <a:avLst/>
          </a:prstGeom>
          <a:noFill/>
          <a:ln>
            <a:noFill/>
          </a:ln>
          <a:effectLst>
            <a:outerShdw blurRad="71438" dist="19050" dir="5220000" algn="bl" rotWithShape="0">
              <a:srgbClr val="D8D8D8"/>
            </a:outerShdw>
          </a:effectLst>
        </p:spPr>
      </p:pic>
      <p:sp>
        <p:nvSpPr>
          <p:cNvPr id="671" name="Google Shape;671;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72" name="Google Shape;672;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73" name="Google Shape;673;g2bee4f4af4b_0_204" title="JL689-139F.png"/>
          <p:cNvPicPr preferRelativeResize="0"/>
          <p:nvPr/>
        </p:nvPicPr>
        <p:blipFill rotWithShape="1">
          <a:blip r:embed="rId4">
            <a:alphaModFix/>
          </a:blip>
          <a:srcRect l="69" r="69"/>
          <a:stretch/>
        </p:blipFill>
        <p:spPr>
          <a:xfrm>
            <a:off x="2262506" y="4169988"/>
            <a:ext cx="813600" cy="977433"/>
          </a:xfrm>
          <a:prstGeom prst="rect">
            <a:avLst/>
          </a:prstGeom>
          <a:noFill/>
          <a:ln>
            <a:noFill/>
          </a:ln>
          <a:effectLst>
            <a:outerShdw blurRad="71438" dist="19050" dir="5220000" algn="bl" rotWithShape="0">
              <a:srgbClr val="D8D8D8"/>
            </a:outerShdw>
          </a:effectLst>
        </p:spPr>
      </p:pic>
      <p:sp>
        <p:nvSpPr>
          <p:cNvPr id="674" name="Google Shape;674;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75" name="Google Shape;675;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6" name="Google Shape;676;g2bee4f4af4b_0_204" title="JL692-138F.png"/>
          <p:cNvPicPr preferRelativeResize="0"/>
          <p:nvPr/>
        </p:nvPicPr>
        <p:blipFill rotWithShape="1">
          <a:blip r:embed="rId5">
            <a:alphaModFix/>
          </a:blip>
          <a:srcRect t="89" b="99"/>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77" name="Google Shape;677;g2bee4f4af4b_0_204">
            <a:hlinkClick r:id="rId6" action="ppaction://hlinksldjump"/>
          </p:cNvPr>
          <p:cNvSpPr/>
          <p:nvPr/>
        </p:nvSpPr>
        <p:spPr>
          <a:xfrm>
            <a:off x="1006852" y="3632779"/>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8" name="Google Shape;678;g2bee4f4af4b_0_204">
            <a:hlinkClick r:id="rId7" action="ppaction://hlinksldjump"/>
          </p:cNvPr>
          <p:cNvSpPr/>
          <p:nvPr/>
        </p:nvSpPr>
        <p:spPr>
          <a:xfrm>
            <a:off x="2214331" y="375450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9" name="Google Shape;679;g2bee4f4af4b_0_204">
            <a:hlinkClick r:id="rId8" action="ppaction://hlinksldjump"/>
          </p:cNvPr>
          <p:cNvSpPr/>
          <p:nvPr/>
        </p:nvSpPr>
        <p:spPr>
          <a:xfrm>
            <a:off x="3423491" y="3691579"/>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g3410272e7d5_0_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6" name="Google Shape;686;g3410272e7d5_0_2"/>
          <p:cNvGrpSpPr/>
          <p:nvPr/>
        </p:nvGrpSpPr>
        <p:grpSpPr>
          <a:xfrm>
            <a:off x="930400" y="2053244"/>
            <a:ext cx="7283200" cy="3724851"/>
            <a:chOff x="930400" y="2129444"/>
            <a:chExt cx="7283200" cy="3724851"/>
          </a:xfrm>
        </p:grpSpPr>
        <p:pic>
          <p:nvPicPr>
            <p:cNvPr id="687" name="Google Shape;687;g3410272e7d5_0_2"/>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3410272e7d5_0_2"/>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3410272e7d5_0_2"/>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3410272e7d5_0_2"/>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3410272e7d5_0_2"/>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3410272e7d5_0_2"/>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3410272e7d5_0_2"/>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3410272e7d5_0_2"/>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3410272e7d5_0_2"/>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3410272e7d5_0_2"/>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3410272e7d5_0_2"/>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3410272e7d5_0_2"/>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3410272e7d5_0_2"/>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3410272e7d5_0_2"/>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3410272e7d5_0_2"/>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3410272e7d5_0_2"/>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3410272e7d5_0_2"/>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3410272e7d5_0_2"/>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5" name="Google Shape;705;g3410272e7d5_0_2"/>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6" name="Google Shape;706;g3410272e7d5_0_2"/>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7" name="Google Shape;707;g3410272e7d5_0_2"/>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3410272e7d5_0_2"/>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9" name="Google Shape;709;g3410272e7d5_0_2"/>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g3410272e7d5_0_31"/>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6" name="Google Shape;716;g3410272e7d5_0_31"/>
          <p:cNvGrpSpPr/>
          <p:nvPr/>
        </p:nvGrpSpPr>
        <p:grpSpPr>
          <a:xfrm>
            <a:off x="930400" y="2053250"/>
            <a:ext cx="7283201" cy="2971674"/>
            <a:chOff x="930400" y="2129450"/>
            <a:chExt cx="7283201" cy="2971674"/>
          </a:xfrm>
        </p:grpSpPr>
        <p:pic>
          <p:nvPicPr>
            <p:cNvPr id="717" name="Google Shape;717;g3410272e7d5_0_31"/>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8" name="Google Shape;718;g3410272e7d5_0_31"/>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9" name="Google Shape;719;g3410272e7d5_0_31"/>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20" name="Google Shape;720;g3410272e7d5_0_31"/>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1" name="Google Shape;721;g3410272e7d5_0_31"/>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2" name="Google Shape;722;g3410272e7d5_0_31"/>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3410272e7d5_0_31"/>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4" name="Google Shape;724;g3410272e7d5_0_31"/>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5" name="Google Shape;725;g3410272e7d5_0_31"/>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6" name="Google Shape;726;g3410272e7d5_0_31"/>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7" name="Google Shape;727;g3410272e7d5_0_31"/>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3410272e7d5_0_31"/>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9" name="Google Shape;729;g3410272e7d5_0_31"/>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30" name="Google Shape;730;g3410272e7d5_0_31"/>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31" name="Google Shape;731;g3410272e7d5_0_31"/>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32" name="Google Shape;732;g3410272e7d5_0_31"/>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33" name="Google Shape;733;g3410272e7d5_0_31"/>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3410272e7d5_0_31"/>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3410272e7d5_0_31"/>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6" name="Google Shape;736;g3410272e7d5_0_31"/>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7" name="Google Shape;737;g3410272e7d5_0_31"/>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8" name="Google Shape;738;g3410272e7d5_0_31"/>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3410272e7d5_0_31"/>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40" name="Google Shape;740;g3410272e7d5_0_31"/>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41" name="Google Shape;741;g3410272e7d5_0_31"/>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42" name="Google Shape;742;g3410272e7d5_0_31"/>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43" name="Google Shape;743;g3410272e7d5_0_31"/>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44" name="Google Shape;744;g3410272e7d5_0_31"/>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5" name="Google Shape;745;g3410272e7d5_0_31"/>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1" name="Google Shape;751;g3410272e7d5_0_6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2" name="Google Shape;752;g3410272e7d5_0_66"/>
          <p:cNvGrpSpPr/>
          <p:nvPr/>
        </p:nvGrpSpPr>
        <p:grpSpPr>
          <a:xfrm>
            <a:off x="930400" y="2053250"/>
            <a:ext cx="7283201" cy="2971674"/>
            <a:chOff x="930400" y="2053250"/>
            <a:chExt cx="7283201" cy="2971674"/>
          </a:xfrm>
        </p:grpSpPr>
        <p:pic>
          <p:nvPicPr>
            <p:cNvPr id="753" name="Google Shape;753;g3410272e7d5_0_66"/>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54" name="Google Shape;754;g3410272e7d5_0_66"/>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5" name="Google Shape;755;g3410272e7d5_0_66"/>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6" name="Google Shape;756;g3410272e7d5_0_66"/>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7" name="Google Shape;757;g3410272e7d5_0_66"/>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8" name="Google Shape;758;g3410272e7d5_0_66"/>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9" name="Google Shape;759;g3410272e7d5_0_66"/>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3410272e7d5_0_66"/>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61" name="Google Shape;761;g3410272e7d5_0_66"/>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2" name="Google Shape;762;g3410272e7d5_0_66"/>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3" name="Google Shape;763;g3410272e7d5_0_66"/>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64" name="Google Shape;764;g3410272e7d5_0_66"/>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5" name="Google Shape;765;g3410272e7d5_0_66"/>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6" name="Google Shape;766;g3410272e7d5_0_66"/>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7" name="Google Shape;767;g3410272e7d5_0_66"/>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3410272e7d5_0_66"/>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9" name="Google Shape;769;g3410272e7d5_0_66"/>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70" name="Google Shape;770;g3410272e7d5_0_66"/>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1" name="Google Shape;771;g3410272e7d5_0_66"/>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2" name="Google Shape;772;g3410272e7d5_0_66"/>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73" name="Google Shape;773;g3410272e7d5_0_66"/>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74" name="Google Shape;774;g3410272e7d5_0_66"/>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5" name="Google Shape;775;g3410272e7d5_0_66"/>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6" name="Google Shape;776;g3410272e7d5_0_66"/>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7" name="Google Shape;777;g3410272e7d5_0_66"/>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8" name="Google Shape;778;g3410272e7d5_0_66"/>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9" name="Google Shape;779;g3410272e7d5_0_66"/>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80" name="Google Shape;780;g3410272e7d5_0_66"/>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81" name="Google Shape;781;g3410272e7d5_0_66"/>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82" name="Google Shape;782;g3410272e7d5_0_66"/>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83" name="Google Shape;783;g3410272e7d5_0_66"/>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4" name="Google Shape;784;g3410272e7d5_0_66"/>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5" name="Google Shape;785;g3410272e7d5_0_66"/>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6" name="Google Shape;786;g3410272e7d5_0_66"/>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3410272e7d5_0_66"/>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8" name="Google Shape;788;g3410272e7d5_0_66"/>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9" name="Google Shape;789;g3410272e7d5_0_66"/>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90" name="Google Shape;790;g3410272e7d5_0_66"/>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91" name="Google Shape;791;g3410272e7d5_0_66"/>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92" name="Google Shape;792;g3410272e7d5_0_66"/>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93" name="Google Shape;793;g3410272e7d5_0_66"/>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g3410272e7d5_0_113"/>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800" name="Google Shape;800;g3410272e7d5_0_113"/>
          <p:cNvGrpSpPr/>
          <p:nvPr/>
        </p:nvGrpSpPr>
        <p:grpSpPr>
          <a:xfrm>
            <a:off x="930400" y="2053250"/>
            <a:ext cx="7218395" cy="2674799"/>
            <a:chOff x="930400" y="2053250"/>
            <a:chExt cx="7218395" cy="2674799"/>
          </a:xfrm>
        </p:grpSpPr>
        <p:pic>
          <p:nvPicPr>
            <p:cNvPr id="801" name="Google Shape;801;g3410272e7d5_0_113"/>
            <p:cNvPicPr preferRelativeResize="0"/>
            <p:nvPr/>
          </p:nvPicPr>
          <p:blipFill rotWithShape="1">
            <a:blip r:embed="rId3">
              <a:alphaModFix/>
            </a:blip>
            <a:srcRect/>
            <a:stretch/>
          </p:blipFill>
          <p:spPr>
            <a:xfrm>
              <a:off x="4244264" y="2972629"/>
              <a:ext cx="590656" cy="836045"/>
            </a:xfrm>
            <a:prstGeom prst="rect">
              <a:avLst/>
            </a:prstGeom>
            <a:noFill/>
            <a:ln>
              <a:noFill/>
            </a:ln>
            <a:effectLst>
              <a:outerShdw blurRad="71438" dist="28575" dir="5400000" algn="bl" rotWithShape="0">
                <a:srgbClr val="000000">
                  <a:alpha val="14900"/>
                </a:srgbClr>
              </a:outerShdw>
            </a:effectLst>
          </p:spPr>
        </p:pic>
        <p:pic>
          <p:nvPicPr>
            <p:cNvPr id="802" name="Google Shape;802;g3410272e7d5_0_113"/>
            <p:cNvPicPr preferRelativeResize="0"/>
            <p:nvPr/>
          </p:nvPicPr>
          <p:blipFill rotWithShape="1">
            <a:blip r:embed="rId4">
              <a:alphaModFix/>
            </a:blip>
            <a:srcRect/>
            <a:stretch/>
          </p:blipFill>
          <p:spPr>
            <a:xfrm>
              <a:off x="3581491" y="2972629"/>
              <a:ext cx="590656" cy="836045"/>
            </a:xfrm>
            <a:prstGeom prst="rect">
              <a:avLst/>
            </a:prstGeom>
            <a:noFill/>
            <a:ln>
              <a:noFill/>
            </a:ln>
            <a:effectLst>
              <a:outerShdw blurRad="71438" dist="28575" dir="5400000" algn="bl" rotWithShape="0">
                <a:srgbClr val="000000">
                  <a:alpha val="15290"/>
                </a:srgbClr>
              </a:outerShdw>
            </a:effectLst>
          </p:spPr>
        </p:pic>
        <p:pic>
          <p:nvPicPr>
            <p:cNvPr id="803" name="Google Shape;803;g3410272e7d5_0_113"/>
            <p:cNvPicPr preferRelativeResize="0"/>
            <p:nvPr/>
          </p:nvPicPr>
          <p:blipFill rotWithShape="1">
            <a:blip r:embed="rId5">
              <a:alphaModFix/>
            </a:blip>
            <a:srcRect/>
            <a:stretch/>
          </p:blipFill>
          <p:spPr>
            <a:xfrm>
              <a:off x="2918718" y="2972629"/>
              <a:ext cx="590656" cy="836045"/>
            </a:xfrm>
            <a:prstGeom prst="rect">
              <a:avLst/>
            </a:prstGeom>
            <a:noFill/>
            <a:ln>
              <a:noFill/>
            </a:ln>
            <a:effectLst>
              <a:outerShdw blurRad="71438" dist="28575" dir="5400000" algn="bl" rotWithShape="0">
                <a:srgbClr val="000000">
                  <a:alpha val="15290"/>
                </a:srgbClr>
              </a:outerShdw>
            </a:effectLst>
          </p:spPr>
        </p:pic>
        <p:pic>
          <p:nvPicPr>
            <p:cNvPr id="804" name="Google Shape;804;g3410272e7d5_0_113"/>
            <p:cNvPicPr preferRelativeResize="0"/>
            <p:nvPr/>
          </p:nvPicPr>
          <p:blipFill rotWithShape="1">
            <a:blip r:embed="rId6">
              <a:alphaModFix/>
            </a:blip>
            <a:srcRect t="59" b="49"/>
            <a:stretch/>
          </p:blipFill>
          <p:spPr>
            <a:xfrm>
              <a:off x="2255946" y="2972629"/>
              <a:ext cx="590656" cy="836046"/>
            </a:xfrm>
            <a:prstGeom prst="rect">
              <a:avLst/>
            </a:prstGeom>
            <a:noFill/>
            <a:ln>
              <a:noFill/>
            </a:ln>
            <a:effectLst>
              <a:outerShdw blurRad="71438" dist="28575" dir="5400000" algn="bl" rotWithShape="0">
                <a:srgbClr val="000000">
                  <a:alpha val="15290"/>
                </a:srgbClr>
              </a:outerShdw>
            </a:effectLst>
          </p:spPr>
        </p:pic>
        <p:pic>
          <p:nvPicPr>
            <p:cNvPr id="805" name="Google Shape;805;g3410272e7d5_0_113"/>
            <p:cNvPicPr preferRelativeResize="0"/>
            <p:nvPr/>
          </p:nvPicPr>
          <p:blipFill rotWithShape="1">
            <a:blip r:embed="rId7">
              <a:alphaModFix/>
            </a:blip>
            <a:srcRect t="59" b="49"/>
            <a:stretch/>
          </p:blipFill>
          <p:spPr>
            <a:xfrm>
              <a:off x="930400" y="2972629"/>
              <a:ext cx="590656" cy="836046"/>
            </a:xfrm>
            <a:prstGeom prst="rect">
              <a:avLst/>
            </a:prstGeom>
            <a:noFill/>
            <a:ln>
              <a:noFill/>
            </a:ln>
            <a:effectLst>
              <a:outerShdw blurRad="71438" dist="28575" dir="5400000" algn="bl" rotWithShape="0">
                <a:srgbClr val="000000">
                  <a:alpha val="15290"/>
                </a:srgbClr>
              </a:outerShdw>
            </a:effectLst>
          </p:spPr>
        </p:pic>
        <p:pic>
          <p:nvPicPr>
            <p:cNvPr id="806" name="Google Shape;806;g3410272e7d5_0_113"/>
            <p:cNvPicPr preferRelativeResize="0"/>
            <p:nvPr/>
          </p:nvPicPr>
          <p:blipFill rotWithShape="1">
            <a:blip r:embed="rId8">
              <a:alphaModFix/>
            </a:blip>
            <a:srcRect/>
            <a:stretch/>
          </p:blipFill>
          <p:spPr>
            <a:xfrm>
              <a:off x="1593173" y="2972629"/>
              <a:ext cx="590656" cy="836045"/>
            </a:xfrm>
            <a:prstGeom prst="rect">
              <a:avLst/>
            </a:prstGeom>
            <a:noFill/>
            <a:ln>
              <a:noFill/>
            </a:ln>
            <a:effectLst>
              <a:outerShdw blurRad="71438" dist="28575" dir="5400000" algn="bl" rotWithShape="0">
                <a:srgbClr val="000000">
                  <a:alpha val="15290"/>
                </a:srgbClr>
              </a:outerShdw>
            </a:effectLst>
          </p:spPr>
        </p:pic>
        <p:pic>
          <p:nvPicPr>
            <p:cNvPr id="807" name="Google Shape;807;g3410272e7d5_0_113"/>
            <p:cNvPicPr preferRelativeResize="0"/>
            <p:nvPr/>
          </p:nvPicPr>
          <p:blipFill rotWithShape="1">
            <a:blip r:embed="rId9">
              <a:alphaModFix/>
            </a:blip>
            <a:srcRect l="79" r="79"/>
            <a:stretch/>
          </p:blipFill>
          <p:spPr>
            <a:xfrm>
              <a:off x="930400" y="2053250"/>
              <a:ext cx="590656" cy="836045"/>
            </a:xfrm>
            <a:prstGeom prst="rect">
              <a:avLst/>
            </a:prstGeom>
            <a:noFill/>
            <a:ln>
              <a:noFill/>
            </a:ln>
            <a:effectLst>
              <a:outerShdw blurRad="71438" dist="28575" dir="5400000" algn="bl" rotWithShape="0">
                <a:srgbClr val="000000">
                  <a:alpha val="15290"/>
                </a:srgbClr>
              </a:outerShdw>
            </a:effectLst>
          </p:spPr>
        </p:pic>
        <p:pic>
          <p:nvPicPr>
            <p:cNvPr id="808" name="Google Shape;808;g3410272e7d5_0_113"/>
            <p:cNvPicPr preferRelativeResize="0"/>
            <p:nvPr/>
          </p:nvPicPr>
          <p:blipFill rotWithShape="1">
            <a:blip r:embed="rId10">
              <a:alphaModFix/>
            </a:blip>
            <a:srcRect l="79" r="79"/>
            <a:stretch/>
          </p:blipFill>
          <p:spPr>
            <a:xfrm>
              <a:off x="2918718" y="2053250"/>
              <a:ext cx="590656" cy="836045"/>
            </a:xfrm>
            <a:prstGeom prst="rect">
              <a:avLst/>
            </a:prstGeom>
            <a:noFill/>
            <a:ln>
              <a:noFill/>
            </a:ln>
            <a:effectLst>
              <a:outerShdw blurRad="71438" dist="28575" dir="5400000" algn="bl" rotWithShape="0">
                <a:srgbClr val="000000">
                  <a:alpha val="15290"/>
                </a:srgbClr>
              </a:outerShdw>
            </a:effectLst>
          </p:spPr>
        </p:pic>
        <p:pic>
          <p:nvPicPr>
            <p:cNvPr id="809" name="Google Shape;809;g3410272e7d5_0_113"/>
            <p:cNvPicPr preferRelativeResize="0"/>
            <p:nvPr/>
          </p:nvPicPr>
          <p:blipFill rotWithShape="1">
            <a:blip r:embed="rId11">
              <a:alphaModFix/>
            </a:blip>
            <a:srcRect l="19" r="29"/>
            <a:stretch/>
          </p:blipFill>
          <p:spPr>
            <a:xfrm>
              <a:off x="1593172" y="2053250"/>
              <a:ext cx="590656" cy="836046"/>
            </a:xfrm>
            <a:prstGeom prst="rect">
              <a:avLst/>
            </a:prstGeom>
            <a:noFill/>
            <a:ln>
              <a:noFill/>
            </a:ln>
            <a:effectLst>
              <a:outerShdw blurRad="71438" dist="28575" dir="5400000" algn="bl" rotWithShape="0">
                <a:srgbClr val="000000">
                  <a:alpha val="15290"/>
                </a:srgbClr>
              </a:outerShdw>
            </a:effectLst>
          </p:spPr>
        </p:pic>
        <p:pic>
          <p:nvPicPr>
            <p:cNvPr id="810" name="Google Shape;810;g3410272e7d5_0_113"/>
            <p:cNvPicPr preferRelativeResize="0"/>
            <p:nvPr/>
          </p:nvPicPr>
          <p:blipFill rotWithShape="1">
            <a:blip r:embed="rId12">
              <a:alphaModFix/>
            </a:blip>
            <a:srcRect l="19" r="29"/>
            <a:stretch/>
          </p:blipFill>
          <p:spPr>
            <a:xfrm>
              <a:off x="2255946" y="2053250"/>
              <a:ext cx="590656" cy="836046"/>
            </a:xfrm>
            <a:prstGeom prst="rect">
              <a:avLst/>
            </a:prstGeom>
            <a:noFill/>
            <a:ln>
              <a:noFill/>
            </a:ln>
            <a:effectLst>
              <a:outerShdw blurRad="71438" dist="28575" dir="5400000" algn="bl" rotWithShape="0">
                <a:srgbClr val="000000">
                  <a:alpha val="15290"/>
                </a:srgbClr>
              </a:outerShdw>
            </a:effectLst>
          </p:spPr>
        </p:pic>
        <p:pic>
          <p:nvPicPr>
            <p:cNvPr id="811" name="Google Shape;811;g3410272e7d5_0_113"/>
            <p:cNvPicPr preferRelativeResize="0"/>
            <p:nvPr/>
          </p:nvPicPr>
          <p:blipFill rotWithShape="1">
            <a:blip r:embed="rId13">
              <a:alphaModFix/>
            </a:blip>
            <a:srcRect l="19" r="29"/>
            <a:stretch/>
          </p:blipFill>
          <p:spPr>
            <a:xfrm>
              <a:off x="3581490" y="2053250"/>
              <a:ext cx="590656" cy="836046"/>
            </a:xfrm>
            <a:prstGeom prst="rect">
              <a:avLst/>
            </a:prstGeom>
            <a:noFill/>
            <a:ln>
              <a:noFill/>
            </a:ln>
            <a:effectLst>
              <a:outerShdw blurRad="71438" dist="28575" dir="5400000" algn="bl" rotWithShape="0">
                <a:srgbClr val="000000">
                  <a:alpha val="15290"/>
                </a:srgbClr>
              </a:outerShdw>
            </a:effectLst>
          </p:spPr>
        </p:pic>
        <p:pic>
          <p:nvPicPr>
            <p:cNvPr id="812" name="Google Shape;812;g3410272e7d5_0_113"/>
            <p:cNvPicPr preferRelativeResize="0"/>
            <p:nvPr/>
          </p:nvPicPr>
          <p:blipFill rotWithShape="1">
            <a:blip r:embed="rId14">
              <a:alphaModFix/>
            </a:blip>
            <a:srcRect l="79" r="79"/>
            <a:stretch/>
          </p:blipFill>
          <p:spPr>
            <a:xfrm>
              <a:off x="5569808" y="2053250"/>
              <a:ext cx="590656" cy="836045"/>
            </a:xfrm>
            <a:prstGeom prst="rect">
              <a:avLst/>
            </a:prstGeom>
            <a:noFill/>
            <a:ln>
              <a:noFill/>
            </a:ln>
            <a:effectLst>
              <a:outerShdw blurRad="71438" dist="28575" dir="5400000" algn="bl" rotWithShape="0">
                <a:srgbClr val="000000">
                  <a:alpha val="15290"/>
                </a:srgbClr>
              </a:outerShdw>
            </a:effectLst>
          </p:spPr>
        </p:pic>
        <p:pic>
          <p:nvPicPr>
            <p:cNvPr id="813" name="Google Shape;813;g3410272e7d5_0_113"/>
            <p:cNvPicPr preferRelativeResize="0"/>
            <p:nvPr/>
          </p:nvPicPr>
          <p:blipFill rotWithShape="1">
            <a:blip r:embed="rId15">
              <a:alphaModFix/>
            </a:blip>
            <a:srcRect l="79" r="79"/>
            <a:stretch/>
          </p:blipFill>
          <p:spPr>
            <a:xfrm>
              <a:off x="4244264" y="2053250"/>
              <a:ext cx="590656" cy="836045"/>
            </a:xfrm>
            <a:prstGeom prst="rect">
              <a:avLst/>
            </a:prstGeom>
            <a:noFill/>
            <a:ln>
              <a:noFill/>
            </a:ln>
            <a:effectLst>
              <a:outerShdw blurRad="71438" dist="28575" dir="5400000" algn="bl" rotWithShape="0">
                <a:srgbClr val="000000">
                  <a:alpha val="15290"/>
                </a:srgbClr>
              </a:outerShdw>
            </a:effectLst>
          </p:spPr>
        </p:pic>
        <p:pic>
          <p:nvPicPr>
            <p:cNvPr id="814" name="Google Shape;814;g3410272e7d5_0_113"/>
            <p:cNvPicPr preferRelativeResize="0"/>
            <p:nvPr/>
          </p:nvPicPr>
          <p:blipFill rotWithShape="1">
            <a:blip r:embed="rId16">
              <a:alphaModFix/>
            </a:blip>
            <a:srcRect l="79" r="79"/>
            <a:stretch/>
          </p:blipFill>
          <p:spPr>
            <a:xfrm>
              <a:off x="4907036" y="2053250"/>
              <a:ext cx="590656" cy="836045"/>
            </a:xfrm>
            <a:prstGeom prst="rect">
              <a:avLst/>
            </a:prstGeom>
            <a:noFill/>
            <a:ln>
              <a:noFill/>
            </a:ln>
            <a:effectLst>
              <a:outerShdw blurRad="71438" dist="28575" dir="5400000" algn="bl" rotWithShape="0">
                <a:srgbClr val="000000">
                  <a:alpha val="15290"/>
                </a:srgbClr>
              </a:outerShdw>
            </a:effectLst>
          </p:spPr>
        </p:pic>
        <p:pic>
          <p:nvPicPr>
            <p:cNvPr id="815" name="Google Shape;815;g3410272e7d5_0_113"/>
            <p:cNvPicPr preferRelativeResize="0"/>
            <p:nvPr/>
          </p:nvPicPr>
          <p:blipFill rotWithShape="1">
            <a:blip r:embed="rId17">
              <a:alphaModFix/>
            </a:blip>
            <a:srcRect l="19" r="29"/>
            <a:stretch/>
          </p:blipFill>
          <p:spPr>
            <a:xfrm>
              <a:off x="6232578" y="2053250"/>
              <a:ext cx="590656" cy="836046"/>
            </a:xfrm>
            <a:prstGeom prst="rect">
              <a:avLst/>
            </a:prstGeom>
            <a:noFill/>
            <a:ln>
              <a:noFill/>
            </a:ln>
            <a:effectLst>
              <a:outerShdw blurRad="71438" dist="28575" dir="5400000" algn="bl" rotWithShape="0">
                <a:srgbClr val="000000">
                  <a:alpha val="15290"/>
                </a:srgbClr>
              </a:outerShdw>
            </a:effectLst>
          </p:spPr>
        </p:pic>
        <p:pic>
          <p:nvPicPr>
            <p:cNvPr id="816" name="Google Shape;816;g3410272e7d5_0_113"/>
            <p:cNvPicPr preferRelativeResize="0"/>
            <p:nvPr/>
          </p:nvPicPr>
          <p:blipFill rotWithShape="1">
            <a:blip r:embed="rId18">
              <a:alphaModFix/>
            </a:blip>
            <a:srcRect/>
            <a:stretch/>
          </p:blipFill>
          <p:spPr>
            <a:xfrm>
              <a:off x="6895344" y="2053250"/>
              <a:ext cx="590656" cy="836045"/>
            </a:xfrm>
            <a:prstGeom prst="rect">
              <a:avLst/>
            </a:prstGeom>
            <a:noFill/>
            <a:ln>
              <a:noFill/>
            </a:ln>
            <a:effectLst>
              <a:outerShdw blurRad="71438" dist="28575" dir="5400000" algn="bl" rotWithShape="0">
                <a:srgbClr val="000000">
                  <a:alpha val="15290"/>
                </a:srgbClr>
              </a:outerShdw>
            </a:effectLst>
          </p:spPr>
        </p:pic>
        <p:pic>
          <p:nvPicPr>
            <p:cNvPr id="817" name="Google Shape;817;g3410272e7d5_0_113"/>
            <p:cNvPicPr preferRelativeResize="0"/>
            <p:nvPr/>
          </p:nvPicPr>
          <p:blipFill rotWithShape="1">
            <a:blip r:embed="rId19">
              <a:alphaModFix/>
            </a:blip>
            <a:srcRect t="59" b="49"/>
            <a:stretch/>
          </p:blipFill>
          <p:spPr>
            <a:xfrm>
              <a:off x="7558119" y="2053250"/>
              <a:ext cx="590656" cy="836046"/>
            </a:xfrm>
            <a:prstGeom prst="rect">
              <a:avLst/>
            </a:prstGeom>
            <a:noFill/>
            <a:ln>
              <a:noFill/>
            </a:ln>
            <a:effectLst>
              <a:outerShdw blurRad="71438" dist="28575" dir="5400000" algn="bl" rotWithShape="0">
                <a:srgbClr val="000000">
                  <a:alpha val="15290"/>
                </a:srgbClr>
              </a:outerShdw>
            </a:effectLst>
          </p:spPr>
        </p:pic>
        <p:pic>
          <p:nvPicPr>
            <p:cNvPr id="818" name="Google Shape;818;g3410272e7d5_0_113" title="JL686-119F.png"/>
            <p:cNvPicPr preferRelativeResize="0"/>
            <p:nvPr/>
          </p:nvPicPr>
          <p:blipFill rotWithShape="1">
            <a:blip r:embed="rId20">
              <a:alphaModFix/>
            </a:blip>
            <a:srcRect/>
            <a:stretch/>
          </p:blipFill>
          <p:spPr>
            <a:xfrm>
              <a:off x="4907039" y="2972629"/>
              <a:ext cx="590656" cy="836045"/>
            </a:xfrm>
            <a:prstGeom prst="rect">
              <a:avLst/>
            </a:prstGeom>
            <a:noFill/>
            <a:ln>
              <a:noFill/>
            </a:ln>
            <a:effectLst>
              <a:outerShdw blurRad="71438" dist="28575" dir="5400000" algn="bl" rotWithShape="0">
                <a:srgbClr val="000000">
                  <a:alpha val="14900"/>
                </a:srgbClr>
              </a:outerShdw>
            </a:effectLst>
          </p:spPr>
        </p:pic>
        <p:pic>
          <p:nvPicPr>
            <p:cNvPr id="819" name="Google Shape;819;g3410272e7d5_0_113" title="JL686-120F.png"/>
            <p:cNvPicPr preferRelativeResize="0"/>
            <p:nvPr/>
          </p:nvPicPr>
          <p:blipFill rotWithShape="1">
            <a:blip r:embed="rId21">
              <a:alphaModFix/>
            </a:blip>
            <a:srcRect l="79" r="79"/>
            <a:stretch/>
          </p:blipFill>
          <p:spPr>
            <a:xfrm>
              <a:off x="5569814" y="2972629"/>
              <a:ext cx="590656" cy="836045"/>
            </a:xfrm>
            <a:prstGeom prst="rect">
              <a:avLst/>
            </a:prstGeom>
            <a:noFill/>
            <a:ln>
              <a:noFill/>
            </a:ln>
            <a:effectLst>
              <a:outerShdw blurRad="71438" dist="28575" dir="5400000" algn="bl" rotWithShape="0">
                <a:srgbClr val="000000">
                  <a:alpha val="14900"/>
                </a:srgbClr>
              </a:outerShdw>
            </a:effectLst>
          </p:spPr>
        </p:pic>
        <p:pic>
          <p:nvPicPr>
            <p:cNvPr id="820" name="Google Shape;820;g3410272e7d5_0_113" title="JL686-121F.png"/>
            <p:cNvPicPr preferRelativeResize="0"/>
            <p:nvPr/>
          </p:nvPicPr>
          <p:blipFill rotWithShape="1">
            <a:blip r:embed="rId22">
              <a:alphaModFix/>
            </a:blip>
            <a:srcRect l="19" r="29"/>
            <a:stretch/>
          </p:blipFill>
          <p:spPr>
            <a:xfrm>
              <a:off x="6232589" y="2972629"/>
              <a:ext cx="590656" cy="836046"/>
            </a:xfrm>
            <a:prstGeom prst="rect">
              <a:avLst/>
            </a:prstGeom>
            <a:noFill/>
            <a:ln>
              <a:noFill/>
            </a:ln>
            <a:effectLst>
              <a:outerShdw blurRad="71438" dist="28575" dir="5400000" algn="bl" rotWithShape="0">
                <a:srgbClr val="000000">
                  <a:alpha val="14900"/>
                </a:srgbClr>
              </a:outerShdw>
            </a:effectLst>
          </p:spPr>
        </p:pic>
        <p:pic>
          <p:nvPicPr>
            <p:cNvPr id="821" name="Google Shape;821;g3410272e7d5_0_113" title="JL686-122F.png"/>
            <p:cNvPicPr preferRelativeResize="0"/>
            <p:nvPr/>
          </p:nvPicPr>
          <p:blipFill rotWithShape="1">
            <a:blip r:embed="rId23">
              <a:alphaModFix/>
            </a:blip>
            <a:srcRect l="19" r="29"/>
            <a:stretch/>
          </p:blipFill>
          <p:spPr>
            <a:xfrm>
              <a:off x="6895364" y="2972629"/>
              <a:ext cx="590656" cy="836046"/>
            </a:xfrm>
            <a:prstGeom prst="rect">
              <a:avLst/>
            </a:prstGeom>
            <a:noFill/>
            <a:ln>
              <a:noFill/>
            </a:ln>
            <a:effectLst>
              <a:outerShdw blurRad="71438" dist="28575" dir="5400000" algn="bl" rotWithShape="0">
                <a:srgbClr val="000000">
                  <a:alpha val="14900"/>
                </a:srgbClr>
              </a:outerShdw>
            </a:effectLst>
          </p:spPr>
        </p:pic>
        <p:pic>
          <p:nvPicPr>
            <p:cNvPr id="822" name="Google Shape;822;g3410272e7d5_0_113" title="JL686-123F.png"/>
            <p:cNvPicPr preferRelativeResize="0"/>
            <p:nvPr/>
          </p:nvPicPr>
          <p:blipFill rotWithShape="1">
            <a:blip r:embed="rId24">
              <a:alphaModFix/>
            </a:blip>
            <a:srcRect l="19" r="29"/>
            <a:stretch/>
          </p:blipFill>
          <p:spPr>
            <a:xfrm>
              <a:off x="7558139" y="2972629"/>
              <a:ext cx="590656" cy="836046"/>
            </a:xfrm>
            <a:prstGeom prst="rect">
              <a:avLst/>
            </a:prstGeom>
            <a:noFill/>
            <a:ln>
              <a:noFill/>
            </a:ln>
            <a:effectLst>
              <a:outerShdw blurRad="71438" dist="28575" dir="5400000" algn="bl" rotWithShape="0">
                <a:srgbClr val="000000">
                  <a:alpha val="14900"/>
                </a:srgbClr>
              </a:outerShdw>
            </a:effectLst>
          </p:spPr>
        </p:pic>
        <p:pic>
          <p:nvPicPr>
            <p:cNvPr id="823" name="Google Shape;823;g3410272e7d5_0_113" title="JL686-124F.png"/>
            <p:cNvPicPr preferRelativeResize="0"/>
            <p:nvPr/>
          </p:nvPicPr>
          <p:blipFill rotWithShape="1">
            <a:blip r:embed="rId25">
              <a:alphaModFix/>
            </a:blip>
            <a:srcRect l="79" r="79"/>
            <a:stretch/>
          </p:blipFill>
          <p:spPr>
            <a:xfrm>
              <a:off x="930400" y="3892004"/>
              <a:ext cx="590656" cy="836045"/>
            </a:xfrm>
            <a:prstGeom prst="rect">
              <a:avLst/>
            </a:prstGeom>
            <a:noFill/>
            <a:ln>
              <a:noFill/>
            </a:ln>
            <a:effectLst>
              <a:outerShdw blurRad="71438" dist="28575" dir="5400000" algn="bl" rotWithShape="0">
                <a:srgbClr val="000000">
                  <a:alpha val="14900"/>
                </a:srgbClr>
              </a:outerShdw>
            </a:effectLst>
          </p:spPr>
        </p:pic>
        <p:pic>
          <p:nvPicPr>
            <p:cNvPr id="824" name="Google Shape;824;g3410272e7d5_0_113" title="JL686-125F.png"/>
            <p:cNvPicPr preferRelativeResize="0"/>
            <p:nvPr/>
          </p:nvPicPr>
          <p:blipFill rotWithShape="1">
            <a:blip r:embed="rId26">
              <a:alphaModFix/>
            </a:blip>
            <a:srcRect l="79" r="79"/>
            <a:stretch/>
          </p:blipFill>
          <p:spPr>
            <a:xfrm>
              <a:off x="1593175" y="3892004"/>
              <a:ext cx="590656" cy="836045"/>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g3410272e7d5_0_14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31" name="Google Shape;831;g3410272e7d5_0_140"/>
          <p:cNvGrpSpPr/>
          <p:nvPr/>
        </p:nvGrpSpPr>
        <p:grpSpPr>
          <a:xfrm>
            <a:off x="930596" y="2135925"/>
            <a:ext cx="7282807" cy="2686611"/>
            <a:chOff x="867357" y="2129450"/>
            <a:chExt cx="7282807" cy="2686611"/>
          </a:xfrm>
        </p:grpSpPr>
        <p:pic>
          <p:nvPicPr>
            <p:cNvPr id="832" name="Google Shape;832;g3410272e7d5_0_140"/>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3" name="Google Shape;833;g3410272e7d5_0_140"/>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34" name="Google Shape;834;g3410272e7d5_0_140"/>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35" name="Google Shape;835;g3410272e7d5_0_140"/>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36" name="Google Shape;836;g3410272e7d5_0_140"/>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37" name="Google Shape;837;g3410272e7d5_0_140"/>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38" name="Google Shape;838;g3410272e7d5_0_140"/>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9" name="Google Shape;839;g3410272e7d5_0_140"/>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40" name="Google Shape;840;g3410272e7d5_0_140"/>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1" name="Google Shape;841;g3410272e7d5_0_140"/>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2" name="Google Shape;842;g3410272e7d5_0_140"/>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43" name="Google Shape;843;g3410272e7d5_0_140"/>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44" name="Google Shape;844;g3410272e7d5_0_140"/>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45" name="Google Shape;845;g3410272e7d5_0_140"/>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851" name="Google Shape;851;g3410272e7d5_0_16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52" name="Google Shape;852;g3410272e7d5_0_160"/>
          <p:cNvGrpSpPr/>
          <p:nvPr/>
        </p:nvGrpSpPr>
        <p:grpSpPr>
          <a:xfrm>
            <a:off x="931093" y="2119959"/>
            <a:ext cx="7281864" cy="2684601"/>
            <a:chOff x="868300" y="2129450"/>
            <a:chExt cx="7281864" cy="2684601"/>
          </a:xfrm>
        </p:grpSpPr>
        <p:pic>
          <p:nvPicPr>
            <p:cNvPr id="853" name="Google Shape;853;g3410272e7d5_0_160"/>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54" name="Google Shape;854;g3410272e7d5_0_160"/>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55" name="Google Shape;855;g3410272e7d5_0_160"/>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56" name="Google Shape;856;g3410272e7d5_0_160"/>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57" name="Google Shape;857;g3410272e7d5_0_160"/>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58" name="Google Shape;858;g3410272e7d5_0_160"/>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9" name="Google Shape;859;g3410272e7d5_0_160"/>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60" name="Google Shape;860;g3410272e7d5_0_160"/>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61" name="Google Shape;861;g3410272e7d5_0_160"/>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62" name="Google Shape;862;g3410272e7d5_0_160"/>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63" name="Google Shape;863;g3410272e7d5_0_160"/>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4" name="Google Shape;864;g3410272e7d5_0_160"/>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5" name="Google Shape;865;g3410272e7d5_0_160"/>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6" name="Google Shape;866;g3410272e7d5_0_160"/>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7" name="Google Shape;867;g3410272e7d5_0_160"/>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8" name="Google Shape;868;g3410272e7d5_0_160"/>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9" name="Google Shape;869;g3410272e7d5_0_160"/>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70" name="Google Shape;870;g3410272e7d5_0_160"/>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71" name="Google Shape;871;g3410272e7d5_0_160"/>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72" name="Google Shape;872;g3410272e7d5_0_160"/>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73" name="Google Shape;873;g3410272e7d5_0_160"/>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74" name="Google Shape;874;g3410272e7d5_0_160"/>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75" name="Google Shape;875;g3410272e7d5_0_160"/>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76" name="Google Shape;876;g3410272e7d5_0_160"/>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77" name="Google Shape;877;g3410272e7d5_0_160"/>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78" name="Google Shape;878;g3410272e7d5_0_160"/>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79" name="Google Shape;879;g3410272e7d5_0_160"/>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80" name="Google Shape;880;g3410272e7d5_0_160"/>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g3410272e7d5_0_194"/>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87" name="Google Shape;887;g3410272e7d5_0_194"/>
          <p:cNvGrpSpPr/>
          <p:nvPr/>
        </p:nvGrpSpPr>
        <p:grpSpPr>
          <a:xfrm>
            <a:off x="931068" y="2129450"/>
            <a:ext cx="7281864" cy="2684601"/>
            <a:chOff x="868300" y="2053250"/>
            <a:chExt cx="7281864" cy="2684601"/>
          </a:xfrm>
        </p:grpSpPr>
        <p:pic>
          <p:nvPicPr>
            <p:cNvPr id="888" name="Google Shape;888;g3410272e7d5_0_194"/>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89" name="Google Shape;889;g3410272e7d5_0_194"/>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90" name="Google Shape;890;g3410272e7d5_0_194"/>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91" name="Google Shape;891;g3410272e7d5_0_194"/>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92" name="Google Shape;892;g3410272e7d5_0_194"/>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93" name="Google Shape;893;g3410272e7d5_0_194"/>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94" name="Google Shape;894;g3410272e7d5_0_194"/>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95" name="Google Shape;895;g3410272e7d5_0_194"/>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96" name="Google Shape;896;g3410272e7d5_0_194"/>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97" name="Google Shape;897;g3410272e7d5_0_194"/>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98" name="Google Shape;898;g3410272e7d5_0_194"/>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99" name="Google Shape;899;g3410272e7d5_0_194"/>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900" name="Google Shape;900;g3410272e7d5_0_194"/>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sp>
        <p:nvSpPr>
          <p:cNvPr id="906" name="Google Shape;906;g3410272e7d5_0_213"/>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907" name="Google Shape;907;g3410272e7d5_0_213"/>
          <p:cNvGrpSpPr/>
          <p:nvPr/>
        </p:nvGrpSpPr>
        <p:grpSpPr>
          <a:xfrm>
            <a:off x="931068" y="2148475"/>
            <a:ext cx="7281864" cy="2688001"/>
            <a:chOff x="868300" y="2129450"/>
            <a:chExt cx="7281864" cy="2688001"/>
          </a:xfrm>
        </p:grpSpPr>
        <p:pic>
          <p:nvPicPr>
            <p:cNvPr id="908" name="Google Shape;908;g3410272e7d5_0_213"/>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09" name="Google Shape;909;g3410272e7d5_0_213"/>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10" name="Google Shape;910;g3410272e7d5_0_213"/>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11" name="Google Shape;911;g3410272e7d5_0_213"/>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12" name="Google Shape;912;g3410272e7d5_0_213"/>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13" name="Google Shape;913;g3410272e7d5_0_213"/>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14" name="Google Shape;914;g3410272e7d5_0_213"/>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15" name="Google Shape;915;g3410272e7d5_0_213"/>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16" name="Google Shape;916;g3410272e7d5_0_213"/>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17" name="Google Shape;917;g3410272e7d5_0_213"/>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18" name="Google Shape;918;g3410272e7d5_0_213"/>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19" name="Google Shape;919;g3410272e7d5_0_213"/>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20" name="Google Shape;920;g3410272e7d5_0_213"/>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21" name="Google Shape;921;g3410272e7d5_0_213"/>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922" name="Google Shape;922;g3410272e7d5_0_213"/>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27"/>
        <p:cNvGrpSpPr/>
        <p:nvPr/>
      </p:nvGrpSpPr>
      <p:grpSpPr>
        <a:xfrm>
          <a:off x="0" y="0"/>
          <a:ext cx="0" cy="0"/>
          <a:chOff x="0" y="0"/>
          <a:chExt cx="0" cy="0"/>
        </a:xfrm>
      </p:grpSpPr>
      <p:sp>
        <p:nvSpPr>
          <p:cNvPr id="928" name="Google Shape;928;g3410272e7d5_0_234"/>
          <p:cNvSpPr txBox="1">
            <a:spLocks noGrp="1"/>
          </p:cNvSpPr>
          <p:nvPr>
            <p:ph type="title"/>
          </p:nvPr>
        </p:nvSpPr>
        <p:spPr>
          <a:xfrm>
            <a:off x="931800" y="582900"/>
            <a:ext cx="72804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1800"/>
              <a:t>Review Phase 5.5 Common Exception Words </a:t>
            </a:r>
            <a:r>
              <a:rPr lang="en-US" sz="1800">
                <a:solidFill>
                  <a:srgbClr val="2356AF"/>
                </a:solidFill>
              </a:rPr>
              <a:t>people wild child mind kind behind eye oh most only both though through who prove shoe beautiful climb Christmas school sugar</a:t>
            </a:r>
            <a:r>
              <a:rPr lang="en-US" sz="1800"/>
              <a:t>.</a:t>
            </a:r>
            <a:endParaRPr sz="1800"/>
          </a:p>
        </p:txBody>
      </p:sp>
      <p:pic>
        <p:nvPicPr>
          <p:cNvPr id="929" name="Google Shape;929;g3410272e7d5_0_234"/>
          <p:cNvPicPr preferRelativeResize="0"/>
          <p:nvPr/>
        </p:nvPicPr>
        <p:blipFill rotWithShape="1">
          <a:blip r:embed="rId3">
            <a:alphaModFix/>
          </a:blip>
          <a:srcRect l="59" r="59"/>
          <a:stretch/>
        </p:blipFill>
        <p:spPr>
          <a:xfrm>
            <a:off x="931761" y="4928725"/>
            <a:ext cx="1146813" cy="819547"/>
          </a:xfrm>
          <a:prstGeom prst="rect">
            <a:avLst/>
          </a:prstGeom>
          <a:noFill/>
          <a:ln>
            <a:noFill/>
          </a:ln>
          <a:effectLst>
            <a:outerShdw blurRad="71438" dist="19050" dir="5400000" algn="bl" rotWithShape="0">
              <a:srgbClr val="000000">
                <a:alpha val="17250"/>
              </a:srgbClr>
            </a:outerShdw>
          </a:effectLst>
        </p:spPr>
      </p:pic>
      <p:pic>
        <p:nvPicPr>
          <p:cNvPr id="930" name="Google Shape;930;g3410272e7d5_0_234"/>
          <p:cNvPicPr preferRelativeResize="0"/>
          <p:nvPr/>
        </p:nvPicPr>
        <p:blipFill rotWithShape="1">
          <a:blip r:embed="rId4">
            <a:alphaModFix/>
          </a:blip>
          <a:srcRect l="159" r="159"/>
          <a:stretch/>
        </p:blipFill>
        <p:spPr>
          <a:xfrm>
            <a:off x="2157987" y="4928725"/>
            <a:ext cx="1147320" cy="822955"/>
          </a:xfrm>
          <a:prstGeom prst="rect">
            <a:avLst/>
          </a:prstGeom>
          <a:noFill/>
          <a:ln>
            <a:noFill/>
          </a:ln>
          <a:effectLst>
            <a:outerShdw blurRad="71438" dist="19050" dir="5400000" algn="bl" rotWithShape="0">
              <a:srgbClr val="000000">
                <a:alpha val="17250"/>
              </a:srgbClr>
            </a:outerShdw>
          </a:effectLst>
        </p:spPr>
      </p:pic>
      <p:pic>
        <p:nvPicPr>
          <p:cNvPr id="931" name="Google Shape;931;g3410272e7d5_0_234"/>
          <p:cNvPicPr preferRelativeResize="0"/>
          <p:nvPr/>
        </p:nvPicPr>
        <p:blipFill rotWithShape="1">
          <a:blip r:embed="rId5">
            <a:alphaModFix/>
          </a:blip>
          <a:srcRect l="159" r="159"/>
          <a:stretch/>
        </p:blipFill>
        <p:spPr>
          <a:xfrm>
            <a:off x="7064918" y="3994500"/>
            <a:ext cx="1147320" cy="821565"/>
          </a:xfrm>
          <a:prstGeom prst="rect">
            <a:avLst/>
          </a:prstGeom>
          <a:noFill/>
          <a:ln>
            <a:noFill/>
          </a:ln>
          <a:effectLst>
            <a:outerShdw blurRad="71438" dist="19050" dir="5400000" algn="bl" rotWithShape="0">
              <a:srgbClr val="000000">
                <a:alpha val="17650"/>
              </a:srgbClr>
            </a:outerShdw>
          </a:effectLst>
        </p:spPr>
      </p:pic>
      <p:pic>
        <p:nvPicPr>
          <p:cNvPr id="932" name="Google Shape;932;g3410272e7d5_0_234"/>
          <p:cNvPicPr preferRelativeResize="0"/>
          <p:nvPr/>
        </p:nvPicPr>
        <p:blipFill rotWithShape="1">
          <a:blip r:embed="rId6">
            <a:alphaModFix/>
          </a:blip>
          <a:srcRect l="159" r="159"/>
          <a:stretch/>
        </p:blipFill>
        <p:spPr>
          <a:xfrm>
            <a:off x="5838185" y="3994500"/>
            <a:ext cx="1147320" cy="821565"/>
          </a:xfrm>
          <a:prstGeom prst="rect">
            <a:avLst/>
          </a:prstGeom>
          <a:noFill/>
          <a:ln>
            <a:noFill/>
          </a:ln>
          <a:effectLst>
            <a:outerShdw blurRad="71438" dist="19050" dir="5400000" algn="bl" rotWithShape="0">
              <a:srgbClr val="000000">
                <a:alpha val="17650"/>
              </a:srgbClr>
            </a:outerShdw>
          </a:effectLst>
        </p:spPr>
      </p:pic>
      <p:pic>
        <p:nvPicPr>
          <p:cNvPr id="933" name="Google Shape;933;g3410272e7d5_0_234"/>
          <p:cNvPicPr preferRelativeResize="0"/>
          <p:nvPr/>
        </p:nvPicPr>
        <p:blipFill rotWithShape="1">
          <a:blip r:embed="rId7">
            <a:alphaModFix/>
          </a:blip>
          <a:srcRect l="159" r="159"/>
          <a:stretch/>
        </p:blipFill>
        <p:spPr>
          <a:xfrm>
            <a:off x="2157987" y="3994500"/>
            <a:ext cx="1147320" cy="822955"/>
          </a:xfrm>
          <a:prstGeom prst="rect">
            <a:avLst/>
          </a:prstGeom>
          <a:noFill/>
          <a:ln>
            <a:noFill/>
          </a:ln>
          <a:effectLst>
            <a:outerShdw blurRad="71438" dist="19050" dir="5400000" algn="bl" rotWithShape="0">
              <a:srgbClr val="000000">
                <a:alpha val="17650"/>
              </a:srgbClr>
            </a:outerShdw>
          </a:effectLst>
        </p:spPr>
      </p:pic>
      <p:pic>
        <p:nvPicPr>
          <p:cNvPr id="934" name="Google Shape;934;g3410272e7d5_0_234"/>
          <p:cNvPicPr preferRelativeResize="0"/>
          <p:nvPr/>
        </p:nvPicPr>
        <p:blipFill rotWithShape="1">
          <a:blip r:embed="rId8">
            <a:alphaModFix/>
          </a:blip>
          <a:srcRect l="79" r="69"/>
          <a:stretch/>
        </p:blipFill>
        <p:spPr>
          <a:xfrm>
            <a:off x="3384720" y="3994500"/>
            <a:ext cx="1147320" cy="821566"/>
          </a:xfrm>
          <a:prstGeom prst="rect">
            <a:avLst/>
          </a:prstGeom>
          <a:noFill/>
          <a:ln>
            <a:noFill/>
          </a:ln>
          <a:effectLst>
            <a:outerShdw blurRad="71438" dist="19050" dir="5400000" algn="bl" rotWithShape="0">
              <a:srgbClr val="000000">
                <a:alpha val="17650"/>
              </a:srgbClr>
            </a:outerShdw>
          </a:effectLst>
        </p:spPr>
      </p:pic>
      <p:pic>
        <p:nvPicPr>
          <p:cNvPr id="935" name="Google Shape;935;g3410272e7d5_0_234"/>
          <p:cNvPicPr preferRelativeResize="0"/>
          <p:nvPr/>
        </p:nvPicPr>
        <p:blipFill rotWithShape="1">
          <a:blip r:embed="rId9">
            <a:alphaModFix/>
          </a:blip>
          <a:srcRect l="79" r="69"/>
          <a:stretch/>
        </p:blipFill>
        <p:spPr>
          <a:xfrm>
            <a:off x="4611452" y="3994500"/>
            <a:ext cx="1147320" cy="821566"/>
          </a:xfrm>
          <a:prstGeom prst="rect">
            <a:avLst/>
          </a:prstGeom>
          <a:noFill/>
          <a:ln>
            <a:noFill/>
          </a:ln>
          <a:effectLst>
            <a:outerShdw blurRad="71438" dist="19050" dir="5400000" algn="bl" rotWithShape="0">
              <a:srgbClr val="000000">
                <a:alpha val="17650"/>
              </a:srgbClr>
            </a:outerShdw>
          </a:effectLst>
        </p:spPr>
      </p:pic>
      <p:pic>
        <p:nvPicPr>
          <p:cNvPr id="936" name="Google Shape;936;g3410272e7d5_0_234"/>
          <p:cNvPicPr preferRelativeResize="0"/>
          <p:nvPr/>
        </p:nvPicPr>
        <p:blipFill rotWithShape="1">
          <a:blip r:embed="rId10">
            <a:alphaModFix/>
          </a:blip>
          <a:srcRect l="59" r="59"/>
          <a:stretch/>
        </p:blipFill>
        <p:spPr>
          <a:xfrm>
            <a:off x="931761" y="3994500"/>
            <a:ext cx="1146813" cy="819547"/>
          </a:xfrm>
          <a:prstGeom prst="rect">
            <a:avLst/>
          </a:prstGeom>
          <a:noFill/>
          <a:ln>
            <a:noFill/>
          </a:ln>
          <a:effectLst>
            <a:outerShdw blurRad="71438" dist="19050" dir="5400000" algn="bl" rotWithShape="0">
              <a:srgbClr val="000000">
                <a:alpha val="17650"/>
              </a:srgbClr>
            </a:outerShdw>
          </a:effectLst>
        </p:spPr>
      </p:pic>
      <p:pic>
        <p:nvPicPr>
          <p:cNvPr id="937" name="Google Shape;937;g3410272e7d5_0_234"/>
          <p:cNvPicPr preferRelativeResize="0"/>
          <p:nvPr/>
        </p:nvPicPr>
        <p:blipFill rotWithShape="1">
          <a:blip r:embed="rId11">
            <a:alphaModFix/>
          </a:blip>
          <a:srcRect/>
          <a:stretch/>
        </p:blipFill>
        <p:spPr>
          <a:xfrm>
            <a:off x="931761" y="2129450"/>
            <a:ext cx="1146813" cy="819547"/>
          </a:xfrm>
          <a:prstGeom prst="rect">
            <a:avLst/>
          </a:prstGeom>
          <a:noFill/>
          <a:ln>
            <a:noFill/>
          </a:ln>
          <a:effectLst>
            <a:outerShdw blurRad="71438" dist="19050" dir="5400000" algn="bl" rotWithShape="0">
              <a:srgbClr val="000000">
                <a:alpha val="17650"/>
              </a:srgbClr>
            </a:outerShdw>
          </a:effectLst>
        </p:spPr>
      </p:pic>
      <p:pic>
        <p:nvPicPr>
          <p:cNvPr id="938" name="Google Shape;938;g3410272e7d5_0_234"/>
          <p:cNvPicPr preferRelativeResize="0"/>
          <p:nvPr/>
        </p:nvPicPr>
        <p:blipFill rotWithShape="1">
          <a:blip r:embed="rId12">
            <a:alphaModFix/>
          </a:blip>
          <a:srcRect l="189" r="179"/>
          <a:stretch/>
        </p:blipFill>
        <p:spPr>
          <a:xfrm>
            <a:off x="2157987" y="2129450"/>
            <a:ext cx="1147320" cy="822956"/>
          </a:xfrm>
          <a:prstGeom prst="rect">
            <a:avLst/>
          </a:prstGeom>
          <a:noFill/>
          <a:ln>
            <a:noFill/>
          </a:ln>
          <a:effectLst>
            <a:outerShdw blurRad="71438" dist="19050" dir="5400000" algn="bl" rotWithShape="0">
              <a:srgbClr val="000000">
                <a:alpha val="17650"/>
              </a:srgbClr>
            </a:outerShdw>
          </a:effectLst>
        </p:spPr>
      </p:pic>
      <p:pic>
        <p:nvPicPr>
          <p:cNvPr id="939" name="Google Shape;939;g3410272e7d5_0_234"/>
          <p:cNvPicPr preferRelativeResize="0"/>
          <p:nvPr/>
        </p:nvPicPr>
        <p:blipFill rotWithShape="1">
          <a:blip r:embed="rId13">
            <a:alphaModFix/>
          </a:blip>
          <a:srcRect l="99" r="99"/>
          <a:stretch/>
        </p:blipFill>
        <p:spPr>
          <a:xfrm>
            <a:off x="3384720" y="2129450"/>
            <a:ext cx="1147320" cy="821565"/>
          </a:xfrm>
          <a:prstGeom prst="rect">
            <a:avLst/>
          </a:prstGeom>
          <a:noFill/>
          <a:ln>
            <a:noFill/>
          </a:ln>
          <a:effectLst>
            <a:outerShdw blurRad="71438" dist="19050" dir="5400000" algn="bl" rotWithShape="0">
              <a:srgbClr val="000000">
                <a:alpha val="17650"/>
              </a:srgbClr>
            </a:outerShdw>
          </a:effectLst>
        </p:spPr>
      </p:pic>
      <p:pic>
        <p:nvPicPr>
          <p:cNvPr id="940" name="Google Shape;940;g3410272e7d5_0_234"/>
          <p:cNvPicPr preferRelativeResize="0"/>
          <p:nvPr/>
        </p:nvPicPr>
        <p:blipFill rotWithShape="1">
          <a:blip r:embed="rId14">
            <a:alphaModFix/>
          </a:blip>
          <a:srcRect l="19" r="9"/>
          <a:stretch/>
        </p:blipFill>
        <p:spPr>
          <a:xfrm>
            <a:off x="4611452" y="2129450"/>
            <a:ext cx="1147320" cy="821566"/>
          </a:xfrm>
          <a:prstGeom prst="rect">
            <a:avLst/>
          </a:prstGeom>
          <a:noFill/>
          <a:ln>
            <a:noFill/>
          </a:ln>
          <a:effectLst>
            <a:outerShdw blurRad="71438" dist="19050" dir="5400000" algn="bl" rotWithShape="0">
              <a:srgbClr val="000000">
                <a:alpha val="17650"/>
              </a:srgbClr>
            </a:outerShdw>
          </a:effectLst>
        </p:spPr>
      </p:pic>
      <p:pic>
        <p:nvPicPr>
          <p:cNvPr id="941" name="Google Shape;941;g3410272e7d5_0_234"/>
          <p:cNvPicPr preferRelativeResize="0"/>
          <p:nvPr/>
        </p:nvPicPr>
        <p:blipFill rotWithShape="1">
          <a:blip r:embed="rId15">
            <a:alphaModFix/>
          </a:blip>
          <a:srcRect l="99" r="99"/>
          <a:stretch/>
        </p:blipFill>
        <p:spPr>
          <a:xfrm>
            <a:off x="5838185" y="2129450"/>
            <a:ext cx="1147320" cy="821565"/>
          </a:xfrm>
          <a:prstGeom prst="rect">
            <a:avLst/>
          </a:prstGeom>
          <a:noFill/>
          <a:ln>
            <a:noFill/>
          </a:ln>
          <a:effectLst>
            <a:outerShdw blurRad="71438" dist="19050" dir="5400000" algn="bl" rotWithShape="0">
              <a:srgbClr val="000000">
                <a:alpha val="17650"/>
              </a:srgbClr>
            </a:outerShdw>
          </a:effectLst>
        </p:spPr>
      </p:pic>
      <p:pic>
        <p:nvPicPr>
          <p:cNvPr id="942" name="Google Shape;942;g3410272e7d5_0_234"/>
          <p:cNvPicPr preferRelativeResize="0"/>
          <p:nvPr/>
        </p:nvPicPr>
        <p:blipFill rotWithShape="1">
          <a:blip r:embed="rId16">
            <a:alphaModFix/>
          </a:blip>
          <a:srcRect l="19" r="9"/>
          <a:stretch/>
        </p:blipFill>
        <p:spPr>
          <a:xfrm>
            <a:off x="7064918" y="2129450"/>
            <a:ext cx="1147320" cy="821566"/>
          </a:xfrm>
          <a:prstGeom prst="rect">
            <a:avLst/>
          </a:prstGeom>
          <a:noFill/>
          <a:ln>
            <a:noFill/>
          </a:ln>
          <a:effectLst>
            <a:outerShdw blurRad="71438" dist="19050" dir="5400000" algn="bl" rotWithShape="0">
              <a:srgbClr val="000000">
                <a:alpha val="17650"/>
              </a:srgbClr>
            </a:outerShdw>
          </a:effectLst>
        </p:spPr>
      </p:pic>
      <p:pic>
        <p:nvPicPr>
          <p:cNvPr id="943" name="Google Shape;943;g3410272e7d5_0_234"/>
          <p:cNvPicPr preferRelativeResize="0"/>
          <p:nvPr/>
        </p:nvPicPr>
        <p:blipFill rotWithShape="1">
          <a:blip r:embed="rId17">
            <a:alphaModFix/>
          </a:blip>
          <a:srcRect t="79" b="89"/>
          <a:stretch/>
        </p:blipFill>
        <p:spPr>
          <a:xfrm>
            <a:off x="931761" y="3060275"/>
            <a:ext cx="1146813" cy="819547"/>
          </a:xfrm>
          <a:prstGeom prst="rect">
            <a:avLst/>
          </a:prstGeom>
          <a:noFill/>
          <a:ln>
            <a:noFill/>
          </a:ln>
          <a:effectLst>
            <a:outerShdw blurRad="71438" dist="19050" dir="5400000" algn="bl" rotWithShape="0">
              <a:srgbClr val="000000">
                <a:alpha val="17650"/>
              </a:srgbClr>
            </a:outerShdw>
          </a:effectLst>
        </p:spPr>
      </p:pic>
      <p:pic>
        <p:nvPicPr>
          <p:cNvPr id="944" name="Google Shape;944;g3410272e7d5_0_234"/>
          <p:cNvPicPr preferRelativeResize="0"/>
          <p:nvPr/>
        </p:nvPicPr>
        <p:blipFill rotWithShape="1">
          <a:blip r:embed="rId18">
            <a:alphaModFix/>
          </a:blip>
          <a:srcRect l="99" r="99"/>
          <a:stretch/>
        </p:blipFill>
        <p:spPr>
          <a:xfrm>
            <a:off x="2157987" y="3060275"/>
            <a:ext cx="1147320" cy="822955"/>
          </a:xfrm>
          <a:prstGeom prst="rect">
            <a:avLst/>
          </a:prstGeom>
          <a:noFill/>
          <a:ln>
            <a:noFill/>
          </a:ln>
          <a:effectLst>
            <a:outerShdw blurRad="71438" dist="19050" dir="5400000" algn="bl" rotWithShape="0">
              <a:srgbClr val="000000">
                <a:alpha val="17650"/>
              </a:srgbClr>
            </a:outerShdw>
          </a:effectLst>
        </p:spPr>
      </p:pic>
      <p:pic>
        <p:nvPicPr>
          <p:cNvPr id="945" name="Google Shape;945;g3410272e7d5_0_234"/>
          <p:cNvPicPr preferRelativeResize="0"/>
          <p:nvPr/>
        </p:nvPicPr>
        <p:blipFill rotWithShape="1">
          <a:blip r:embed="rId19">
            <a:alphaModFix/>
          </a:blip>
          <a:srcRect l="159" r="159"/>
          <a:stretch/>
        </p:blipFill>
        <p:spPr>
          <a:xfrm>
            <a:off x="3384720" y="3060275"/>
            <a:ext cx="1147320" cy="821565"/>
          </a:xfrm>
          <a:prstGeom prst="rect">
            <a:avLst/>
          </a:prstGeom>
          <a:noFill/>
          <a:ln>
            <a:noFill/>
          </a:ln>
          <a:effectLst>
            <a:outerShdw blurRad="71438" dist="19050" dir="5400000" algn="bl" rotWithShape="0">
              <a:srgbClr val="000000">
                <a:alpha val="17650"/>
              </a:srgbClr>
            </a:outerShdw>
          </a:effectLst>
        </p:spPr>
      </p:pic>
      <p:pic>
        <p:nvPicPr>
          <p:cNvPr id="946" name="Google Shape;946;g3410272e7d5_0_234"/>
          <p:cNvPicPr preferRelativeResize="0"/>
          <p:nvPr/>
        </p:nvPicPr>
        <p:blipFill rotWithShape="1">
          <a:blip r:embed="rId20">
            <a:alphaModFix/>
          </a:blip>
          <a:srcRect l="159" r="159"/>
          <a:stretch/>
        </p:blipFill>
        <p:spPr>
          <a:xfrm>
            <a:off x="4611452" y="3060275"/>
            <a:ext cx="1147320" cy="821565"/>
          </a:xfrm>
          <a:prstGeom prst="rect">
            <a:avLst/>
          </a:prstGeom>
          <a:noFill/>
          <a:ln>
            <a:noFill/>
          </a:ln>
          <a:effectLst>
            <a:outerShdw blurRad="71438" dist="19050" dir="5400000" algn="bl" rotWithShape="0">
              <a:srgbClr val="000000">
                <a:alpha val="17650"/>
              </a:srgbClr>
            </a:outerShdw>
          </a:effectLst>
        </p:spPr>
      </p:pic>
      <p:pic>
        <p:nvPicPr>
          <p:cNvPr id="947" name="Google Shape;947;g3410272e7d5_0_234"/>
          <p:cNvPicPr preferRelativeResize="0"/>
          <p:nvPr/>
        </p:nvPicPr>
        <p:blipFill rotWithShape="1">
          <a:blip r:embed="rId21">
            <a:alphaModFix/>
          </a:blip>
          <a:srcRect l="159" r="159"/>
          <a:stretch/>
        </p:blipFill>
        <p:spPr>
          <a:xfrm>
            <a:off x="5838185" y="3060275"/>
            <a:ext cx="1147320" cy="821565"/>
          </a:xfrm>
          <a:prstGeom prst="rect">
            <a:avLst/>
          </a:prstGeom>
          <a:noFill/>
          <a:ln>
            <a:noFill/>
          </a:ln>
          <a:effectLst>
            <a:outerShdw blurRad="71438" dist="19050" dir="5400000" algn="bl" rotWithShape="0">
              <a:srgbClr val="000000">
                <a:alpha val="17650"/>
              </a:srgbClr>
            </a:outerShdw>
          </a:effectLst>
        </p:spPr>
      </p:pic>
      <p:pic>
        <p:nvPicPr>
          <p:cNvPr id="948" name="Google Shape;948;g3410272e7d5_0_234"/>
          <p:cNvPicPr preferRelativeResize="0"/>
          <p:nvPr/>
        </p:nvPicPr>
        <p:blipFill rotWithShape="1">
          <a:blip r:embed="rId22">
            <a:alphaModFix/>
          </a:blip>
          <a:srcRect l="79" r="69"/>
          <a:stretch/>
        </p:blipFill>
        <p:spPr>
          <a:xfrm>
            <a:off x="7064918" y="3060275"/>
            <a:ext cx="1147320" cy="821566"/>
          </a:xfrm>
          <a:prstGeom prst="rect">
            <a:avLst/>
          </a:prstGeom>
          <a:noFill/>
          <a:ln>
            <a:noFill/>
          </a:ln>
          <a:effectLst>
            <a:outerShdw blurRad="71438" dist="19050" dir="5400000" algn="bl" rotWithShape="0">
              <a:srgbClr val="000000">
                <a:alpha val="17650"/>
              </a:srgbClr>
            </a:outerShdw>
          </a:effectLst>
        </p:spPr>
      </p:pic>
      <p:pic>
        <p:nvPicPr>
          <p:cNvPr id="949" name="Google Shape;949;g3410272e7d5_0_234" title="JL687-80F.png"/>
          <p:cNvPicPr preferRelativeResize="0"/>
          <p:nvPr/>
        </p:nvPicPr>
        <p:blipFill rotWithShape="1">
          <a:blip r:embed="rId23">
            <a:alphaModFix/>
          </a:blip>
          <a:srcRect l="248" r="238"/>
          <a:stretch/>
        </p:blipFill>
        <p:spPr>
          <a:xfrm>
            <a:off x="3384712" y="4928725"/>
            <a:ext cx="1147320" cy="822956"/>
          </a:xfrm>
          <a:prstGeom prst="rect">
            <a:avLst/>
          </a:prstGeom>
          <a:noFill/>
          <a:ln>
            <a:noFill/>
          </a:ln>
          <a:effectLst>
            <a:outerShdw blurRad="71438" dist="19050" dir="5400000" algn="bl" rotWithShape="0">
              <a:srgbClr val="000000">
                <a:alpha val="172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4"/>
        <p:cNvGrpSpPr/>
        <p:nvPr/>
      </p:nvGrpSpPr>
      <p:grpSpPr>
        <a:xfrm>
          <a:off x="0" y="0"/>
          <a:ext cx="0" cy="0"/>
          <a:chOff x="0" y="0"/>
          <a:chExt cx="0" cy="0"/>
        </a:xfrm>
      </p:grpSpPr>
      <p:sp>
        <p:nvSpPr>
          <p:cNvPr id="955" name="Google Shape;955;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56" name="Google Shape;956;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57" name="Google Shape;957;g2c186218c5a_0_25" title="JL686-09F.png"/>
          <p:cNvPicPr preferRelativeResize="0"/>
          <p:nvPr/>
        </p:nvPicPr>
        <p:blipFill rotWithShape="1">
          <a:blip r:embed="rId3">
            <a:alphaModFix/>
          </a:blip>
          <a:srcRect l="79" r="79"/>
          <a:stretch/>
        </p:blipFill>
        <p:spPr>
          <a:xfrm>
            <a:off x="1441162" y="1197025"/>
            <a:ext cx="2826422" cy="4000650"/>
          </a:xfrm>
          <a:prstGeom prst="rect">
            <a:avLst/>
          </a:prstGeom>
          <a:noFill/>
          <a:ln>
            <a:noFill/>
          </a:ln>
          <a:effectLst>
            <a:outerShdw blurRad="71438" dist="19050" dir="5400000" algn="bl" rotWithShape="0">
              <a:srgbClr val="000000">
                <a:alpha val="18039"/>
              </a:srgbClr>
            </a:outerShdw>
          </a:effectLst>
        </p:spPr>
      </p:pic>
      <p:cxnSp>
        <p:nvCxnSpPr>
          <p:cNvPr id="958" name="Google Shape;958;g2c186218c5a_0_25"/>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959" name="Google Shape;959;g2c186218c5a_0_25" title="JL686-123F.png"/>
          <p:cNvPicPr preferRelativeResize="0"/>
          <p:nvPr/>
        </p:nvPicPr>
        <p:blipFill rotWithShape="1">
          <a:blip r:embed="rId4">
            <a:alphaModFix/>
          </a:blip>
          <a:srcRect l="19" r="29"/>
          <a:stretch/>
        </p:blipFill>
        <p:spPr>
          <a:xfrm>
            <a:off x="4876415" y="1197025"/>
            <a:ext cx="2826422" cy="4000649"/>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64"/>
        <p:cNvGrpSpPr/>
        <p:nvPr/>
      </p:nvGrpSpPr>
      <p:grpSpPr>
        <a:xfrm>
          <a:off x="0" y="0"/>
          <a:ext cx="0" cy="0"/>
          <a:chOff x="0" y="0"/>
          <a:chExt cx="0" cy="0"/>
        </a:xfrm>
      </p:grpSpPr>
      <p:sp>
        <p:nvSpPr>
          <p:cNvPr id="965" name="Google Shape;965;g2e5653a5c66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66" name="Google Shape;966;g2e5653a5c66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67" name="Google Shape;967;g2e5653a5c66_0_0" title="JL686-09B.png"/>
          <p:cNvPicPr preferRelativeResize="0"/>
          <p:nvPr/>
        </p:nvPicPr>
        <p:blipFill rotWithShape="1">
          <a:blip r:embed="rId3">
            <a:alphaModFix/>
          </a:blip>
          <a:srcRect l="79" r="79"/>
          <a:stretch/>
        </p:blipFill>
        <p:spPr>
          <a:xfrm>
            <a:off x="1441162" y="1197025"/>
            <a:ext cx="2826422" cy="4000650"/>
          </a:xfrm>
          <a:prstGeom prst="rect">
            <a:avLst/>
          </a:prstGeom>
          <a:noFill/>
          <a:ln>
            <a:noFill/>
          </a:ln>
          <a:effectLst>
            <a:outerShdw blurRad="71438" dist="19050" dir="5400000" algn="bl" rotWithShape="0">
              <a:srgbClr val="000000">
                <a:alpha val="18039"/>
              </a:srgbClr>
            </a:outerShdw>
          </a:effectLst>
        </p:spPr>
      </p:pic>
      <p:cxnSp>
        <p:nvCxnSpPr>
          <p:cNvPr id="968" name="Google Shape;968;g2e5653a5c66_0_0"/>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969" name="Google Shape;969;g2e5653a5c66_0_0" title="JL686-123B.png"/>
          <p:cNvPicPr preferRelativeResize="0"/>
          <p:nvPr/>
        </p:nvPicPr>
        <p:blipFill rotWithShape="1">
          <a:blip r:embed="rId4">
            <a:alphaModFix/>
          </a:blip>
          <a:srcRect l="19" r="29"/>
          <a:stretch/>
        </p:blipFill>
        <p:spPr>
          <a:xfrm>
            <a:off x="4876415" y="1197025"/>
            <a:ext cx="2826422" cy="4000649"/>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74"/>
        <p:cNvGrpSpPr/>
        <p:nvPr/>
      </p:nvGrpSpPr>
      <p:grpSpPr>
        <a:xfrm>
          <a:off x="0" y="0"/>
          <a:ext cx="0" cy="0"/>
          <a:chOff x="0" y="0"/>
          <a:chExt cx="0" cy="0"/>
        </a:xfrm>
      </p:grpSpPr>
      <p:sp>
        <p:nvSpPr>
          <p:cNvPr id="975" name="Google Shape;975;g273945f7300_0_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76" name="Google Shape;976;g273945f7300_0_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77" name="Google Shape;977;g273945f7300_0_8" title="JL686-24F.png"/>
          <p:cNvPicPr preferRelativeResize="0"/>
          <p:nvPr/>
        </p:nvPicPr>
        <p:blipFill rotWithShape="1">
          <a:blip r:embed="rId3">
            <a:alphaModFix/>
          </a:blip>
          <a:srcRect l="79" r="79"/>
          <a:stretch/>
        </p:blipFill>
        <p:spPr>
          <a:xfrm>
            <a:off x="1441162" y="1197025"/>
            <a:ext cx="2826422" cy="4000650"/>
          </a:xfrm>
          <a:prstGeom prst="rect">
            <a:avLst/>
          </a:prstGeom>
          <a:noFill/>
          <a:ln>
            <a:noFill/>
          </a:ln>
          <a:effectLst>
            <a:outerShdw blurRad="71438" dist="19050" dir="5400000" algn="bl" rotWithShape="0">
              <a:srgbClr val="000000">
                <a:alpha val="18039"/>
              </a:srgbClr>
            </a:outerShdw>
          </a:effectLst>
        </p:spPr>
      </p:pic>
      <p:cxnSp>
        <p:nvCxnSpPr>
          <p:cNvPr id="978" name="Google Shape;978;g273945f7300_0_8"/>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grpSp>
        <p:nvGrpSpPr>
          <p:cNvPr id="979" name="Google Shape;979;g273945f7300_0_8"/>
          <p:cNvGrpSpPr/>
          <p:nvPr/>
        </p:nvGrpSpPr>
        <p:grpSpPr>
          <a:xfrm>
            <a:off x="4876415" y="1197025"/>
            <a:ext cx="2826423" cy="4000650"/>
            <a:chOff x="4876415" y="1197025"/>
            <a:chExt cx="2826423" cy="4000650"/>
          </a:xfrm>
        </p:grpSpPr>
        <p:pic>
          <p:nvPicPr>
            <p:cNvPr id="980" name="Google Shape;980;g273945f7300_0_8" title="JL686-123F.png"/>
            <p:cNvPicPr preferRelativeResize="0"/>
            <p:nvPr/>
          </p:nvPicPr>
          <p:blipFill rotWithShape="1">
            <a:blip r:embed="rId4">
              <a:alphaModFix/>
            </a:blip>
            <a:srcRect l="19" r="29"/>
            <a:stretch/>
          </p:blipFill>
          <p:spPr>
            <a:xfrm>
              <a:off x="4876415" y="1197025"/>
              <a:ext cx="1800793" cy="2548929"/>
            </a:xfrm>
            <a:prstGeom prst="rect">
              <a:avLst/>
            </a:prstGeom>
            <a:noFill/>
            <a:ln>
              <a:noFill/>
            </a:ln>
            <a:effectLst>
              <a:outerShdw blurRad="71438" dist="19050" dir="5400000" algn="bl" rotWithShape="0">
                <a:srgbClr val="000000">
                  <a:alpha val="18039"/>
                </a:srgbClr>
              </a:outerShdw>
            </a:effectLst>
          </p:spPr>
        </p:pic>
        <p:pic>
          <p:nvPicPr>
            <p:cNvPr id="981" name="Google Shape;981;g273945f7300_0_8" title="JL686-124F.png"/>
            <p:cNvPicPr preferRelativeResize="0"/>
            <p:nvPr/>
          </p:nvPicPr>
          <p:blipFill rotWithShape="1">
            <a:blip r:embed="rId5">
              <a:alphaModFix/>
            </a:blip>
            <a:srcRect l="79" r="79"/>
            <a:stretch/>
          </p:blipFill>
          <p:spPr>
            <a:xfrm>
              <a:off x="5902045" y="2648735"/>
              <a:ext cx="1800793" cy="2548940"/>
            </a:xfrm>
            <a:prstGeom prst="rect">
              <a:avLst/>
            </a:prstGeom>
            <a:noFill/>
            <a:ln>
              <a:noFill/>
            </a:ln>
            <a:effectLst>
              <a:outerShdw blurRad="71438" dist="19050" dir="5400000" algn="bl" rotWithShape="0">
                <a:srgbClr val="000000">
                  <a:alpha val="18039"/>
                </a:srgbClr>
              </a:outerShdw>
            </a:effectLst>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86"/>
        <p:cNvGrpSpPr/>
        <p:nvPr/>
      </p:nvGrpSpPr>
      <p:grpSpPr>
        <a:xfrm>
          <a:off x="0" y="0"/>
          <a:ext cx="0" cy="0"/>
          <a:chOff x="0" y="0"/>
          <a:chExt cx="0" cy="0"/>
        </a:xfrm>
      </p:grpSpPr>
      <p:sp>
        <p:nvSpPr>
          <p:cNvPr id="987" name="Google Shape;987;g273945f7300_0_2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88" name="Google Shape;988;g273945f7300_0_2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89" name="Google Shape;989;g273945f7300_0_20" title="JL686-24B.png"/>
          <p:cNvPicPr preferRelativeResize="0"/>
          <p:nvPr/>
        </p:nvPicPr>
        <p:blipFill rotWithShape="1">
          <a:blip r:embed="rId3">
            <a:alphaModFix/>
          </a:blip>
          <a:srcRect/>
          <a:stretch/>
        </p:blipFill>
        <p:spPr>
          <a:xfrm>
            <a:off x="1441162" y="1197025"/>
            <a:ext cx="2826423" cy="4000650"/>
          </a:xfrm>
          <a:prstGeom prst="rect">
            <a:avLst/>
          </a:prstGeom>
          <a:noFill/>
          <a:ln>
            <a:noFill/>
          </a:ln>
          <a:effectLst>
            <a:outerShdw blurRad="71438" dist="19050" dir="5400000" algn="bl" rotWithShape="0">
              <a:srgbClr val="000000">
                <a:alpha val="18039"/>
              </a:srgbClr>
            </a:outerShdw>
          </a:effectLst>
        </p:spPr>
      </p:pic>
      <p:cxnSp>
        <p:nvCxnSpPr>
          <p:cNvPr id="990" name="Google Shape;990;g273945f7300_0_20"/>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grpSp>
        <p:nvGrpSpPr>
          <p:cNvPr id="991" name="Google Shape;991;g273945f7300_0_20"/>
          <p:cNvGrpSpPr/>
          <p:nvPr/>
        </p:nvGrpSpPr>
        <p:grpSpPr>
          <a:xfrm>
            <a:off x="4876415" y="1197025"/>
            <a:ext cx="2826423" cy="4000650"/>
            <a:chOff x="4876415" y="1197025"/>
            <a:chExt cx="2826423" cy="4000650"/>
          </a:xfrm>
        </p:grpSpPr>
        <p:pic>
          <p:nvPicPr>
            <p:cNvPr id="992" name="Google Shape;992;g273945f7300_0_20" title="JL686-123B.png"/>
            <p:cNvPicPr preferRelativeResize="0"/>
            <p:nvPr/>
          </p:nvPicPr>
          <p:blipFill rotWithShape="1">
            <a:blip r:embed="rId4">
              <a:alphaModFix/>
            </a:blip>
            <a:srcRect l="19" r="29"/>
            <a:stretch/>
          </p:blipFill>
          <p:spPr>
            <a:xfrm>
              <a:off x="4876415" y="1197025"/>
              <a:ext cx="1800793" cy="2548929"/>
            </a:xfrm>
            <a:prstGeom prst="rect">
              <a:avLst/>
            </a:prstGeom>
            <a:noFill/>
            <a:ln>
              <a:noFill/>
            </a:ln>
            <a:effectLst>
              <a:outerShdw blurRad="71438" dist="19050" dir="5400000" algn="bl" rotWithShape="0">
                <a:srgbClr val="000000">
                  <a:alpha val="18039"/>
                </a:srgbClr>
              </a:outerShdw>
            </a:effectLst>
          </p:spPr>
        </p:pic>
        <p:pic>
          <p:nvPicPr>
            <p:cNvPr id="993" name="Google Shape;993;g273945f7300_0_20" title="JL686-124B.png"/>
            <p:cNvPicPr preferRelativeResize="0"/>
            <p:nvPr/>
          </p:nvPicPr>
          <p:blipFill rotWithShape="1">
            <a:blip r:embed="rId5">
              <a:alphaModFix/>
            </a:blip>
            <a:srcRect l="79" r="79"/>
            <a:stretch/>
          </p:blipFill>
          <p:spPr>
            <a:xfrm>
              <a:off x="5902045" y="2648735"/>
              <a:ext cx="1800793" cy="2548940"/>
            </a:xfrm>
            <a:prstGeom prst="rect">
              <a:avLst/>
            </a:prstGeom>
            <a:noFill/>
            <a:ln>
              <a:noFill/>
            </a:ln>
            <a:effectLst>
              <a:outerShdw blurRad="71438" dist="19050" dir="5400000" algn="bl" rotWithShape="0">
                <a:srgbClr val="000000">
                  <a:alpha val="18039"/>
                </a:srgbClr>
              </a:outerShdw>
            </a:effectLst>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1000" name="Google Shape;1000;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05"/>
        <p:cNvGrpSpPr/>
        <p:nvPr/>
      </p:nvGrpSpPr>
      <p:grpSpPr>
        <a:xfrm>
          <a:off x="0" y="0"/>
          <a:ext cx="0" cy="0"/>
          <a:chOff x="0" y="0"/>
          <a:chExt cx="0" cy="0"/>
        </a:xfrm>
      </p:grpSpPr>
      <p:sp>
        <p:nvSpPr>
          <p:cNvPr id="1006" name="Google Shape;1006;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07" name="Google Shape;1007;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08" name="Google Shape;1008;g2c4fb7f6616_1_0"/>
          <p:cNvSpPr/>
          <p:nvPr/>
        </p:nvSpPr>
        <p:spPr>
          <a:xfrm>
            <a:off x="30588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9" name="Google Shape;1009;g2c4fb7f6616_1_0"/>
          <p:cNvSpPr/>
          <p:nvPr/>
        </p:nvSpPr>
        <p:spPr>
          <a:xfrm>
            <a:off x="57714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10" name="Google Shape;1010;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11" name="Google Shape;1011;g2c4fb7f6616_1_0"/>
          <p:cNvSpPr txBox="1">
            <a:spLocks noGrp="1"/>
          </p:cNvSpPr>
          <p:nvPr>
            <p:ph type="subTitle" idx="4294967295"/>
          </p:nvPr>
        </p:nvSpPr>
        <p:spPr>
          <a:xfrm>
            <a:off x="52017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g</a:t>
            </a:r>
            <a:endParaRPr sz="15000" b="0" i="0" u="none" strike="noStrike" cap="none">
              <a:solidFill>
                <a:srgbClr val="2356AF"/>
              </a:solidFill>
              <a:latin typeface="Jost"/>
              <a:ea typeface="Jost"/>
              <a:cs typeface="Jost"/>
              <a:sym typeface="Jost"/>
            </a:endParaRPr>
          </a:p>
        </p:txBody>
      </p:sp>
      <p:sp>
        <p:nvSpPr>
          <p:cNvPr id="1012" name="Google Shape;1012;g2c4fb7f6616_1_0"/>
          <p:cNvSpPr txBox="1">
            <a:spLocks noGrp="1"/>
          </p:cNvSpPr>
          <p:nvPr>
            <p:ph type="subTitle" idx="4294967295"/>
          </p:nvPr>
        </p:nvSpPr>
        <p:spPr>
          <a:xfrm>
            <a:off x="24891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1013" name="Google Shape;1013;g2c4fb7f6616_1_0"/>
          <p:cNvSpPr txBox="1">
            <a:spLocks noGrp="1"/>
          </p:cNvSpPr>
          <p:nvPr>
            <p:ph type="subTitle" idx="4294967295"/>
          </p:nvPr>
        </p:nvSpPr>
        <p:spPr>
          <a:xfrm>
            <a:off x="3570125" y="1308025"/>
            <a:ext cx="2003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993FA2"/>
                </a:solidFill>
                <a:latin typeface="Jost"/>
                <a:ea typeface="Jost"/>
                <a:cs typeface="Jost"/>
                <a:sym typeface="Jost"/>
              </a:rPr>
              <a:t>er</a:t>
            </a:r>
            <a:endParaRPr sz="15000" b="0" i="0" u="none" strike="noStrike" cap="none">
              <a:solidFill>
                <a:srgbClr val="993FA2"/>
              </a:solidFill>
              <a:latin typeface="Jost"/>
              <a:ea typeface="Jost"/>
              <a:cs typeface="Jost"/>
              <a:sym typeface="Jost"/>
            </a:endParaRPr>
          </a:p>
        </p:txBody>
      </p:sp>
      <p:sp>
        <p:nvSpPr>
          <p:cNvPr id="1014" name="Google Shape;1014;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5" name="Google Shape;1015;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6" name="Google Shape;1016;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7" name="Google Shape;1017;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8" name="Google Shape;1018;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9" name="Google Shape;1019;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0" name="Google Shape;1020;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1" name="Google Shape;1021;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22" name="Google Shape;1022;g2c4fb7f6616_1_0"/>
          <p:cNvGrpSpPr/>
          <p:nvPr/>
        </p:nvGrpSpPr>
        <p:grpSpPr>
          <a:xfrm>
            <a:off x="-550" y="6984600"/>
            <a:ext cx="8596479" cy="808600"/>
            <a:chOff x="-550" y="6984600"/>
            <a:chExt cx="8596479" cy="808600"/>
          </a:xfrm>
        </p:grpSpPr>
        <p:sp>
          <p:nvSpPr>
            <p:cNvPr id="1023" name="Google Shape;1023;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24" name="Google Shape;1024;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25" name="Google Shape;1025;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26" name="Google Shape;1026;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27" name="Google Shape;1027;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28" name="Google Shape;1028;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29" name="Google Shape;1029;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30" name="Google Shape;1030;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31" name="Google Shape;1031;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32" name="Google Shape;1032;g2c4fb7f6616_1_0"/>
          <p:cNvSpPr/>
          <p:nvPr/>
        </p:nvSpPr>
        <p:spPr>
          <a:xfrm>
            <a:off x="199242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3" name="Google Shape;1033;g2c4fb7f6616_1_0"/>
          <p:cNvSpPr txBox="1">
            <a:spLocks noGrp="1"/>
          </p:cNvSpPr>
          <p:nvPr>
            <p:ph type="subTitle" idx="4294967295"/>
          </p:nvPr>
        </p:nvSpPr>
        <p:spPr>
          <a:xfrm>
            <a:off x="14227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
        <p:nvSpPr>
          <p:cNvPr id="1034" name="Google Shape;1034;g2c4fb7f6616_1_0"/>
          <p:cNvSpPr/>
          <p:nvPr/>
        </p:nvSpPr>
        <p:spPr>
          <a:xfrm>
            <a:off x="6823750" y="3906888"/>
            <a:ext cx="390000" cy="390000"/>
          </a:xfrm>
          <a:prstGeom prst="ellipse">
            <a:avLst/>
          </a:prstGeom>
          <a:solidFill>
            <a:srgbClr val="81513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5" name="Google Shape;1035;g2c4fb7f6616_1_0"/>
          <p:cNvSpPr txBox="1">
            <a:spLocks noGrp="1"/>
          </p:cNvSpPr>
          <p:nvPr>
            <p:ph type="subTitle" idx="4294967295"/>
          </p:nvPr>
        </p:nvSpPr>
        <p:spPr>
          <a:xfrm>
            <a:off x="62541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8"/>
                </a:solidFill>
                <a:latin typeface="Jost"/>
                <a:ea typeface="Jost"/>
                <a:cs typeface="Jost"/>
                <a:sym typeface="Jost"/>
              </a:rPr>
              <a:t>y</a:t>
            </a:r>
            <a:endParaRPr sz="15000" b="0" i="0" u="none" strike="noStrike" cap="none">
              <a:solidFill>
                <a:srgbClr val="815138"/>
              </a:solidFill>
              <a:latin typeface="Jost"/>
              <a:ea typeface="Jost"/>
              <a:cs typeface="Jost"/>
              <a:sym typeface="Jost"/>
            </a:endParaRPr>
          </a:p>
        </p:txBody>
      </p:sp>
      <p:sp>
        <p:nvSpPr>
          <p:cNvPr id="1036" name="Google Shape;1036;g2c4fb7f6616_1_0"/>
          <p:cNvSpPr/>
          <p:nvPr/>
        </p:nvSpPr>
        <p:spPr>
          <a:xfrm>
            <a:off x="3807115" y="4011900"/>
            <a:ext cx="15294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7" name="Google Shape;1037;g2c4fb7f6616_1_0"/>
          <p:cNvSpPr/>
          <p:nvPr/>
        </p:nvSpPr>
        <p:spPr>
          <a:xfrm>
            <a:off x="3565563"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8" name="Google Shape;1038;g2c4fb7f6616_1_0"/>
          <p:cNvSpPr/>
          <p:nvPr/>
        </p:nvSpPr>
        <p:spPr>
          <a:xfrm>
            <a:off x="5453263"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3"/>
        <p:cNvGrpSpPr/>
        <p:nvPr/>
      </p:nvGrpSpPr>
      <p:grpSpPr>
        <a:xfrm>
          <a:off x="0" y="0"/>
          <a:ext cx="0" cy="0"/>
          <a:chOff x="0" y="0"/>
          <a:chExt cx="0" cy="0"/>
        </a:xfrm>
      </p:grpSpPr>
      <p:sp>
        <p:nvSpPr>
          <p:cNvPr id="1044" name="Google Shape;1044;g273945f7300_0_6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45" name="Google Shape;1045;g273945f7300_0_6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1046" name="Google Shape;1046;g273945f7300_0_6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47" name="Google Shape;1047;g273945f7300_0_6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8" name="Google Shape;1048;g273945f7300_0_6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9" name="Google Shape;1049;g273945f7300_0_6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50" name="Google Shape;1050;g273945f7300_0_6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51" name="Google Shape;1051;g273945f7300_0_6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52" name="Google Shape;1052;g273945f7300_0_6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3" name="Google Shape;1053;g273945f7300_0_6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4" name="Google Shape;1054;g273945f7300_0_6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55" name="Google Shape;1055;g273945f7300_0_60"/>
          <p:cNvGrpSpPr/>
          <p:nvPr/>
        </p:nvGrpSpPr>
        <p:grpSpPr>
          <a:xfrm>
            <a:off x="-550" y="6984600"/>
            <a:ext cx="8596479" cy="808600"/>
            <a:chOff x="-550" y="6984600"/>
            <a:chExt cx="8596479" cy="808600"/>
          </a:xfrm>
        </p:grpSpPr>
        <p:sp>
          <p:nvSpPr>
            <p:cNvPr id="1056" name="Google Shape;1056;g273945f7300_0_6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57" name="Google Shape;1057;g273945f7300_0_6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58" name="Google Shape;1058;g273945f7300_0_6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59" name="Google Shape;1059;g273945f7300_0_6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60" name="Google Shape;1060;g273945f7300_0_6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61" name="Google Shape;1061;g273945f7300_0_6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62" name="Google Shape;1062;g273945f7300_0_6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63" name="Google Shape;1063;g273945f7300_0_6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64" name="Google Shape;1064;g273945f7300_0_6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65" name="Google Shape;1065;g273945f7300_0_60"/>
          <p:cNvSpPr/>
          <p:nvPr/>
        </p:nvSpPr>
        <p:spPr>
          <a:xfrm>
            <a:off x="353237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6" name="Google Shape;1066;g273945f7300_0_60"/>
          <p:cNvSpPr/>
          <p:nvPr/>
        </p:nvSpPr>
        <p:spPr>
          <a:xfrm>
            <a:off x="4545771"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7" name="Google Shape;1067;g273945f7300_0_60"/>
          <p:cNvSpPr/>
          <p:nvPr/>
        </p:nvSpPr>
        <p:spPr>
          <a:xfrm>
            <a:off x="555917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8" name="Google Shape;1068;g273945f7300_0_60"/>
          <p:cNvSpPr txBox="1"/>
          <p:nvPr/>
        </p:nvSpPr>
        <p:spPr>
          <a:xfrm>
            <a:off x="4989521"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1069" name="Google Shape;1069;g273945f7300_0_60"/>
          <p:cNvSpPr txBox="1"/>
          <p:nvPr/>
        </p:nvSpPr>
        <p:spPr>
          <a:xfrm>
            <a:off x="2962671"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g</a:t>
            </a:r>
            <a:endParaRPr sz="15000" b="0" i="0" u="none" strike="noStrike" cap="none">
              <a:solidFill>
                <a:srgbClr val="2356AF"/>
              </a:solidFill>
              <a:latin typeface="Jost"/>
              <a:ea typeface="Jost"/>
              <a:cs typeface="Jost"/>
              <a:sym typeface="Jost"/>
            </a:endParaRPr>
          </a:p>
        </p:txBody>
      </p:sp>
      <p:sp>
        <p:nvSpPr>
          <p:cNvPr id="1070" name="Google Shape;1070;g273945f7300_0_60"/>
          <p:cNvSpPr txBox="1"/>
          <p:nvPr/>
        </p:nvSpPr>
        <p:spPr>
          <a:xfrm>
            <a:off x="3976096"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
        <p:nvSpPr>
          <p:cNvPr id="1071" name="Google Shape;1071;g273945f7300_0_60"/>
          <p:cNvSpPr/>
          <p:nvPr/>
        </p:nvSpPr>
        <p:spPr>
          <a:xfrm>
            <a:off x="642637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2" name="Google Shape;1072;g273945f7300_0_60"/>
          <p:cNvSpPr txBox="1"/>
          <p:nvPr/>
        </p:nvSpPr>
        <p:spPr>
          <a:xfrm>
            <a:off x="5856721"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1073" name="Google Shape;1073;g273945f7300_0_60"/>
          <p:cNvSpPr/>
          <p:nvPr/>
        </p:nvSpPr>
        <p:spPr>
          <a:xfrm>
            <a:off x="2450579" y="3906888"/>
            <a:ext cx="390000" cy="390000"/>
          </a:xfrm>
          <a:prstGeom prst="ellipse">
            <a:avLst/>
          </a:prstGeom>
          <a:solidFill>
            <a:srgbClr val="81513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4" name="Google Shape;1074;g273945f7300_0_60"/>
          <p:cNvSpPr txBox="1"/>
          <p:nvPr/>
        </p:nvSpPr>
        <p:spPr>
          <a:xfrm>
            <a:off x="1757879" y="1408102"/>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815138"/>
                </a:solidFill>
                <a:latin typeface="Poppins"/>
                <a:ea typeface="Poppins"/>
                <a:cs typeface="Poppins"/>
                <a:sym typeface="Poppins"/>
              </a:rPr>
              <a:t>a</a:t>
            </a:r>
            <a:endParaRPr sz="14000" b="0" i="0" u="none" strike="noStrike" cap="none">
              <a:solidFill>
                <a:srgbClr val="815138"/>
              </a:solidFill>
              <a:latin typeface="Jost"/>
              <a:ea typeface="Jost"/>
              <a:cs typeface="Jost"/>
              <a:sym typeface="Jost"/>
            </a:endParaRPr>
          </a:p>
        </p:txBody>
      </p:sp>
      <p:sp>
        <p:nvSpPr>
          <p:cNvPr id="1075" name="Google Shape;1075;g273945f7300_0_60"/>
          <p:cNvSpPr/>
          <p:nvPr/>
        </p:nvSpPr>
        <p:spPr>
          <a:xfrm>
            <a:off x="3161421"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80"/>
        <p:cNvGrpSpPr/>
        <p:nvPr/>
      </p:nvGrpSpPr>
      <p:grpSpPr>
        <a:xfrm>
          <a:off x="0" y="0"/>
          <a:ext cx="0" cy="0"/>
          <a:chOff x="0" y="0"/>
          <a:chExt cx="0" cy="0"/>
        </a:xfrm>
      </p:grpSpPr>
      <p:sp>
        <p:nvSpPr>
          <p:cNvPr id="1081" name="Google Shape;1081;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82" name="Google Shape;1082;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87"/>
        <p:cNvGrpSpPr/>
        <p:nvPr/>
      </p:nvGrpSpPr>
      <p:grpSpPr>
        <a:xfrm>
          <a:off x="0" y="0"/>
          <a:ext cx="0" cy="0"/>
          <a:chOff x="0" y="0"/>
          <a:chExt cx="0" cy="0"/>
        </a:xfrm>
      </p:grpSpPr>
      <p:sp>
        <p:nvSpPr>
          <p:cNvPr id="1088" name="Google Shape;1088;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89" name="Google Shape;1089;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90" name="Google Shape;1090;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grpSp>
        <p:nvGrpSpPr>
          <p:cNvPr id="1091" name="Google Shape;1091;g26b641b03cd_0_204"/>
          <p:cNvGrpSpPr/>
          <p:nvPr/>
        </p:nvGrpSpPr>
        <p:grpSpPr>
          <a:xfrm>
            <a:off x="1752075" y="1550800"/>
            <a:ext cx="5639849" cy="3233051"/>
            <a:chOff x="1752075" y="1550800"/>
            <a:chExt cx="5639849" cy="3233051"/>
          </a:xfrm>
        </p:grpSpPr>
        <p:pic>
          <p:nvPicPr>
            <p:cNvPr id="1092" name="Google Shape;1092;g26b641b03cd_0_204" title="JL689-139B.png"/>
            <p:cNvPicPr preferRelativeResize="0"/>
            <p:nvPr/>
          </p:nvPicPr>
          <p:blipFill rotWithShape="1">
            <a:blip r:embed="rId3">
              <a:alphaModFix/>
            </a:blip>
            <a:srcRect l="149" r="159"/>
            <a:stretch/>
          </p:blipFill>
          <p:spPr>
            <a:xfrm>
              <a:off x="1752075" y="1550800"/>
              <a:ext cx="2691199" cy="3233051"/>
            </a:xfrm>
            <a:prstGeom prst="rect">
              <a:avLst/>
            </a:prstGeom>
            <a:noFill/>
            <a:ln>
              <a:noFill/>
            </a:ln>
            <a:effectLst>
              <a:outerShdw blurRad="114300" dist="19050" dir="5400000" algn="bl" rotWithShape="0">
                <a:srgbClr val="000000">
                  <a:alpha val="20000"/>
                </a:srgbClr>
              </a:outerShdw>
            </a:effectLst>
          </p:spPr>
        </p:pic>
        <p:pic>
          <p:nvPicPr>
            <p:cNvPr id="1093" name="Google Shape;1093;g26b641b03cd_0_204" title="JL689-140B.png"/>
            <p:cNvPicPr preferRelativeResize="0"/>
            <p:nvPr/>
          </p:nvPicPr>
          <p:blipFill rotWithShape="1">
            <a:blip r:embed="rId4">
              <a:alphaModFix/>
            </a:blip>
            <a:srcRect l="149" r="159"/>
            <a:stretch/>
          </p:blipFill>
          <p:spPr>
            <a:xfrm>
              <a:off x="4700725" y="1550800"/>
              <a:ext cx="2691199" cy="3233051"/>
            </a:xfrm>
            <a:prstGeom prst="rect">
              <a:avLst/>
            </a:prstGeom>
            <a:noFill/>
            <a:ln>
              <a:noFill/>
            </a:ln>
            <a:effectLst>
              <a:outerShdw blurRad="114300" dist="19050" dir="5400000" algn="bl" rotWithShape="0">
                <a:srgbClr val="000000">
                  <a:alpha val="20000"/>
                </a:srgbClr>
              </a:outerShdw>
            </a:effectLst>
          </p:spPr>
        </p:pic>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98"/>
        <p:cNvGrpSpPr/>
        <p:nvPr/>
      </p:nvGrpSpPr>
      <p:grpSpPr>
        <a:xfrm>
          <a:off x="0" y="0"/>
          <a:ext cx="0" cy="0"/>
          <a:chOff x="0" y="0"/>
          <a:chExt cx="0" cy="0"/>
        </a:xfrm>
      </p:grpSpPr>
      <p:sp>
        <p:nvSpPr>
          <p:cNvPr id="1099" name="Google Shape;1099;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100" name="Google Shape;1100;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101" name="Google Shape;1101;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grpSp>
        <p:nvGrpSpPr>
          <p:cNvPr id="1102" name="Google Shape;1102;g2c186218c5a_0_48"/>
          <p:cNvGrpSpPr/>
          <p:nvPr/>
        </p:nvGrpSpPr>
        <p:grpSpPr>
          <a:xfrm>
            <a:off x="1752075" y="1550800"/>
            <a:ext cx="5639850" cy="3233051"/>
            <a:chOff x="1752075" y="1550800"/>
            <a:chExt cx="5639850" cy="3233051"/>
          </a:xfrm>
        </p:grpSpPr>
        <p:pic>
          <p:nvPicPr>
            <p:cNvPr id="1103" name="Google Shape;1103;g2c186218c5a_0_48" title="JL689-139F.png"/>
            <p:cNvPicPr preferRelativeResize="0"/>
            <p:nvPr/>
          </p:nvPicPr>
          <p:blipFill rotWithShape="1">
            <a:blip r:embed="rId3">
              <a:alphaModFix/>
            </a:blip>
            <a:srcRect l="69" r="69"/>
            <a:stretch/>
          </p:blipFill>
          <p:spPr>
            <a:xfrm>
              <a:off x="1752075" y="1550800"/>
              <a:ext cx="2691200" cy="3233051"/>
            </a:xfrm>
            <a:prstGeom prst="rect">
              <a:avLst/>
            </a:prstGeom>
            <a:noFill/>
            <a:ln>
              <a:noFill/>
            </a:ln>
            <a:effectLst>
              <a:outerShdw blurRad="114300" dist="19050" dir="5400000" algn="bl" rotWithShape="0">
                <a:srgbClr val="000000">
                  <a:alpha val="20000"/>
                </a:srgbClr>
              </a:outerShdw>
            </a:effectLst>
          </p:spPr>
        </p:pic>
        <p:pic>
          <p:nvPicPr>
            <p:cNvPr id="1104" name="Google Shape;1104;g2c186218c5a_0_48" title="JL689-140F.png"/>
            <p:cNvPicPr preferRelativeResize="0"/>
            <p:nvPr/>
          </p:nvPicPr>
          <p:blipFill rotWithShape="1">
            <a:blip r:embed="rId4">
              <a:alphaModFix/>
            </a:blip>
            <a:srcRect l="69" r="69"/>
            <a:stretch/>
          </p:blipFill>
          <p:spPr>
            <a:xfrm>
              <a:off x="4700725" y="1550800"/>
              <a:ext cx="2691200" cy="3233051"/>
            </a:xfrm>
            <a:prstGeom prst="rect">
              <a:avLst/>
            </a:prstGeom>
            <a:noFill/>
            <a:ln>
              <a:noFill/>
            </a:ln>
            <a:effectLst>
              <a:outerShdw blurRad="114300" dist="19050" dir="5400000" algn="bl" rotWithShape="0">
                <a:srgbClr val="000000">
                  <a:alpha val="20000"/>
                </a:srgbClr>
              </a:outerShdw>
            </a:effectLst>
          </p:spPr>
        </p:pic>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09"/>
        <p:cNvGrpSpPr/>
        <p:nvPr/>
      </p:nvGrpSpPr>
      <p:grpSpPr>
        <a:xfrm>
          <a:off x="0" y="0"/>
          <a:ext cx="0" cy="0"/>
          <a:chOff x="0" y="0"/>
          <a:chExt cx="0" cy="0"/>
        </a:xfrm>
      </p:grpSpPr>
      <p:sp>
        <p:nvSpPr>
          <p:cNvPr id="1110" name="Google Shape;1110;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111" name="Google Shape;1111;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with Alien Word Cards</a:t>
            </a:r>
            <a:endParaRPr/>
          </a:p>
        </p:txBody>
      </p:sp>
      <p:sp>
        <p:nvSpPr>
          <p:cNvPr id="1112" name="Google Shape;1112;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113" name="Google Shape;1113;g26b641b03cd_0_213" title="JL692-139B.png"/>
          <p:cNvPicPr preferRelativeResize="0"/>
          <p:nvPr/>
        </p:nvPicPr>
        <p:blipFill rotWithShape="1">
          <a:blip r:embed="rId3">
            <a:alphaModFix/>
          </a:blip>
          <a:srcRect l="99" r="89"/>
          <a:stretch/>
        </p:blipFill>
        <p:spPr>
          <a:xfrm>
            <a:off x="4738288" y="1365375"/>
            <a:ext cx="2597600" cy="3621551"/>
          </a:xfrm>
          <a:prstGeom prst="rect">
            <a:avLst/>
          </a:prstGeom>
          <a:noFill/>
          <a:ln>
            <a:noFill/>
          </a:ln>
          <a:effectLst>
            <a:outerShdw blurRad="85725" dist="19050" dir="5400000" algn="bl" rotWithShape="0">
              <a:srgbClr val="000000">
                <a:alpha val="20000"/>
              </a:srgbClr>
            </a:outerShdw>
          </a:effectLst>
        </p:spPr>
      </p:pic>
      <p:pic>
        <p:nvPicPr>
          <p:cNvPr id="1114" name="Google Shape;1114;g26b641b03cd_0_213" title="JL692-138B.png"/>
          <p:cNvPicPr preferRelativeResize="0"/>
          <p:nvPr/>
        </p:nvPicPr>
        <p:blipFill rotWithShape="1">
          <a:blip r:embed="rId4">
            <a:alphaModFix/>
          </a:blip>
          <a:srcRect/>
          <a:stretch/>
        </p:blipFill>
        <p:spPr>
          <a:xfrm>
            <a:off x="1808113" y="1365375"/>
            <a:ext cx="2597600" cy="3621551"/>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19"/>
        <p:cNvGrpSpPr/>
        <p:nvPr/>
      </p:nvGrpSpPr>
      <p:grpSpPr>
        <a:xfrm>
          <a:off x="0" y="0"/>
          <a:ext cx="0" cy="0"/>
          <a:chOff x="0" y="0"/>
          <a:chExt cx="0" cy="0"/>
        </a:xfrm>
      </p:grpSpPr>
      <p:sp>
        <p:nvSpPr>
          <p:cNvPr id="1120" name="Google Shape;1120;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121" name="Google Shape;1121;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with Alien Word Cards</a:t>
            </a:r>
            <a:endParaRPr/>
          </a:p>
        </p:txBody>
      </p:sp>
      <p:sp>
        <p:nvSpPr>
          <p:cNvPr id="1122" name="Google Shape;1122;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123" name="Google Shape;1123;g2c186218c5a_0_149" title="JL692-139F.png"/>
          <p:cNvPicPr preferRelativeResize="0"/>
          <p:nvPr/>
        </p:nvPicPr>
        <p:blipFill rotWithShape="1">
          <a:blip r:embed="rId3">
            <a:alphaModFix/>
          </a:blip>
          <a:srcRect l="228" r="228"/>
          <a:stretch/>
        </p:blipFill>
        <p:spPr>
          <a:xfrm>
            <a:off x="4738288" y="1365375"/>
            <a:ext cx="2597600" cy="3621551"/>
          </a:xfrm>
          <a:prstGeom prst="rect">
            <a:avLst/>
          </a:prstGeom>
          <a:noFill/>
          <a:ln>
            <a:noFill/>
          </a:ln>
          <a:effectLst>
            <a:outerShdw blurRad="85725" dist="19050" dir="5400000" algn="bl" rotWithShape="0">
              <a:srgbClr val="000000">
                <a:alpha val="20000"/>
              </a:srgbClr>
            </a:outerShdw>
          </a:effectLst>
        </p:spPr>
      </p:pic>
      <p:pic>
        <p:nvPicPr>
          <p:cNvPr id="1124" name="Google Shape;1124;g2c186218c5a_0_149" title="JL692-138F.png"/>
          <p:cNvPicPr preferRelativeResize="0"/>
          <p:nvPr/>
        </p:nvPicPr>
        <p:blipFill rotWithShape="1">
          <a:blip r:embed="rId4">
            <a:alphaModFix/>
          </a:blip>
          <a:srcRect l="129" r="139"/>
          <a:stretch/>
        </p:blipFill>
        <p:spPr>
          <a:xfrm>
            <a:off x="1808113" y="1365375"/>
            <a:ext cx="2597600" cy="3621551"/>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29"/>
        <p:cNvGrpSpPr/>
        <p:nvPr/>
      </p:nvGrpSpPr>
      <p:grpSpPr>
        <a:xfrm>
          <a:off x="0" y="0"/>
          <a:ext cx="0" cy="0"/>
          <a:chOff x="0" y="0"/>
          <a:chExt cx="0" cy="0"/>
        </a:xfrm>
      </p:grpSpPr>
      <p:sp>
        <p:nvSpPr>
          <p:cNvPr id="1130" name="Google Shape;1130;g2d1eea302f1_0_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31" name="Google Shape;1131;g2d1eea302f1_0_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32" name="Google Shape;1132;g2d1eea302f1_0_6"/>
          <p:cNvGrpSpPr/>
          <p:nvPr/>
        </p:nvGrpSpPr>
        <p:grpSpPr>
          <a:xfrm>
            <a:off x="3024000" y="209875"/>
            <a:ext cx="3096000" cy="454800"/>
            <a:chOff x="3024000" y="209875"/>
            <a:chExt cx="3096000" cy="454800"/>
          </a:xfrm>
        </p:grpSpPr>
        <p:sp>
          <p:nvSpPr>
            <p:cNvPr id="1133" name="Google Shape;1133;g2d1eea302f1_0_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4" name="Google Shape;1134;g2d1eea302f1_0_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35" name="Google Shape;1135;g2d1eea302f1_0_6"/>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36" name="Google Shape;1136;g2d1eea302f1_0_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7" name="Google Shape;1137;g2d1eea302f1_0_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8" name="Google Shape;1138;g2d1eea302f1_0_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39" name="Google Shape;1139;g2d1eea302f1_0_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40" name="Google Shape;1140;g2d1eea302f1_0_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41" name="Google Shape;1141;g2d1eea302f1_0_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42" name="Google Shape;1142;g2d1eea302f1_0_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43" name="Google Shape;1143;g2d1eea302f1_0_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144" name="Google Shape;1144;g2d1eea302f1_0_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45" name="Google Shape;1145;g2d1eea302f1_0_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46" name="Google Shape;1146;g2d1eea302f1_0_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47" name="Google Shape;1147;g2d1eea302f1_0_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48" name="Google Shape;1148;g2d1eea302f1_0_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49" name="Google Shape;1149;g2d1eea302f1_0_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50" name="Google Shape;1150;g2d1eea302f1_0_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ss</a:t>
            </a:r>
            <a:endParaRPr sz="5500" b="0" i="0" u="none" strike="noStrike" cap="none">
              <a:solidFill>
                <a:srgbClr val="FFD403"/>
              </a:solidFill>
              <a:latin typeface="Jost"/>
              <a:ea typeface="Jost"/>
              <a:cs typeface="Jost"/>
              <a:sym typeface="Jost"/>
            </a:endParaRPr>
          </a:p>
        </p:txBody>
      </p:sp>
      <p:sp>
        <p:nvSpPr>
          <p:cNvPr id="1151" name="Google Shape;1151;g2d1eea302f1_0_6"/>
          <p:cNvSpPr txBox="1"/>
          <p:nvPr/>
        </p:nvSpPr>
        <p:spPr>
          <a:xfrm>
            <a:off x="341910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52" name="Google Shape;1152;g2d1eea302f1_0_6"/>
          <p:cNvSpPr txBox="1"/>
          <p:nvPr/>
        </p:nvSpPr>
        <p:spPr>
          <a:xfrm>
            <a:off x="226625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i-e</a:t>
            </a:r>
            <a:endParaRPr sz="5500" b="0" i="0" u="none" strike="noStrike" cap="none">
              <a:solidFill>
                <a:srgbClr val="F7941D"/>
              </a:solidFill>
              <a:latin typeface="Jost"/>
              <a:ea typeface="Jost"/>
              <a:cs typeface="Jost"/>
              <a:sym typeface="Jost"/>
            </a:endParaRPr>
          </a:p>
        </p:txBody>
      </p:sp>
      <p:sp>
        <p:nvSpPr>
          <p:cNvPr id="1153" name="Google Shape;1153;g2d1eea302f1_0_6"/>
          <p:cNvSpPr txBox="1"/>
          <p:nvPr/>
        </p:nvSpPr>
        <p:spPr>
          <a:xfrm>
            <a:off x="457195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oo</a:t>
            </a:r>
            <a:endParaRPr sz="5500" b="0" i="0" u="none" strike="noStrike" cap="none">
              <a:solidFill>
                <a:srgbClr val="815137"/>
              </a:solidFill>
              <a:latin typeface="Jost"/>
              <a:ea typeface="Jost"/>
              <a:cs typeface="Jost"/>
              <a:sym typeface="Jost"/>
            </a:endParaRPr>
          </a:p>
        </p:txBody>
      </p:sp>
      <p:sp>
        <p:nvSpPr>
          <p:cNvPr id="1154" name="Google Shape;1154;g2d1eea302f1_0_6"/>
          <p:cNvSpPr txBox="1"/>
          <p:nvPr/>
        </p:nvSpPr>
        <p:spPr>
          <a:xfrm>
            <a:off x="5589550" y="2740250"/>
            <a:ext cx="1288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500" b="0" i="0" u="none" strike="noStrike" cap="none">
                <a:solidFill>
                  <a:srgbClr val="F7941D"/>
                </a:solidFill>
                <a:latin typeface="Poppins"/>
                <a:ea typeface="Poppins"/>
                <a:cs typeface="Poppins"/>
                <a:sym typeface="Poppins"/>
              </a:rPr>
              <a:t>a</a:t>
            </a:r>
            <a:r>
              <a:rPr lang="en-US" sz="5500" b="0" i="0" u="none" strike="noStrike" cap="none">
                <a:solidFill>
                  <a:srgbClr val="F7941D"/>
                </a:solidFill>
                <a:latin typeface="Jost"/>
                <a:ea typeface="Jost"/>
                <a:cs typeface="Jost"/>
                <a:sym typeface="Jost"/>
              </a:rPr>
              <a:t>-e</a:t>
            </a:r>
            <a:endParaRPr sz="5500" b="0" i="0" u="none" strike="noStrike" cap="none">
              <a:solidFill>
                <a:srgbClr val="F7941D"/>
              </a:solidFill>
              <a:latin typeface="Jost"/>
              <a:ea typeface="Jost"/>
              <a:cs typeface="Jost"/>
              <a:sym typeface="Jost"/>
            </a:endParaRPr>
          </a:p>
        </p:txBody>
      </p:sp>
      <p:sp>
        <p:nvSpPr>
          <p:cNvPr id="1155" name="Google Shape;1155;g2d1eea302f1_0_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156" name="Google Shape;1156;g2d1eea302f1_0_6"/>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cxnSp>
        <p:nvCxnSpPr>
          <p:cNvPr id="1157" name="Google Shape;1157;g2d1eea302f1_0_6"/>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62"/>
        <p:cNvGrpSpPr/>
        <p:nvPr/>
      </p:nvGrpSpPr>
      <p:grpSpPr>
        <a:xfrm>
          <a:off x="0" y="0"/>
          <a:ext cx="0" cy="0"/>
          <a:chOff x="0" y="0"/>
          <a:chExt cx="0" cy="0"/>
        </a:xfrm>
      </p:grpSpPr>
      <p:sp>
        <p:nvSpPr>
          <p:cNvPr id="1163" name="Google Shape;1163;g273945f7300_0_12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64" name="Google Shape;1164;g273945f7300_0_12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65" name="Google Shape;1165;g273945f7300_0_126"/>
          <p:cNvGrpSpPr/>
          <p:nvPr/>
        </p:nvGrpSpPr>
        <p:grpSpPr>
          <a:xfrm>
            <a:off x="3024000" y="209875"/>
            <a:ext cx="3096000" cy="454800"/>
            <a:chOff x="3024000" y="209875"/>
            <a:chExt cx="3096000" cy="454800"/>
          </a:xfrm>
        </p:grpSpPr>
        <p:sp>
          <p:nvSpPr>
            <p:cNvPr id="1166" name="Google Shape;1166;g273945f7300_0_12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7" name="Google Shape;1167;g273945f7300_0_12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68" name="Google Shape;1168;g273945f7300_0_126"/>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69" name="Google Shape;1169;g273945f7300_0_12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70" name="Google Shape;1170;g273945f7300_0_12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71" name="Google Shape;1171;g273945f7300_0_12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72" name="Google Shape;1172;g273945f7300_0_12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73" name="Google Shape;1173;g273945f7300_0_12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74" name="Google Shape;1174;g273945f7300_0_12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75" name="Google Shape;1175;g273945f7300_0_12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76" name="Google Shape;1176;g273945f7300_0_12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77" name="Google Shape;1177;g273945f7300_0_12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cxnSp>
        <p:nvCxnSpPr>
          <p:cNvPr id="1178" name="Google Shape;1178;g273945f7300_0_12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79" name="Google Shape;1179;g273945f7300_0_12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80" name="Google Shape;1180;g273945f7300_0_12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81" name="Google Shape;1181;g273945f7300_0_12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82" name="Google Shape;1182;g273945f7300_0_12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83" name="Google Shape;1183;g273945f7300_0_12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84" name="Google Shape;1184;g273945f7300_0_12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85" name="Google Shape;1185;g273945f7300_0_12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ss</a:t>
            </a:r>
            <a:endParaRPr sz="5500" b="0" i="0" u="none" strike="noStrike" cap="none">
              <a:solidFill>
                <a:srgbClr val="FFD403"/>
              </a:solidFill>
              <a:latin typeface="Jost"/>
              <a:ea typeface="Jost"/>
              <a:cs typeface="Jost"/>
              <a:sym typeface="Jost"/>
            </a:endParaRPr>
          </a:p>
        </p:txBody>
      </p:sp>
      <p:sp>
        <p:nvSpPr>
          <p:cNvPr id="1186" name="Google Shape;1186;g273945f7300_0_126"/>
          <p:cNvSpPr txBox="1"/>
          <p:nvPr/>
        </p:nvSpPr>
        <p:spPr>
          <a:xfrm>
            <a:off x="341910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87" name="Google Shape;1187;g273945f7300_0_126"/>
          <p:cNvSpPr txBox="1"/>
          <p:nvPr/>
        </p:nvSpPr>
        <p:spPr>
          <a:xfrm>
            <a:off x="226625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i-e</a:t>
            </a:r>
            <a:endParaRPr sz="5500" b="0" i="0" u="none" strike="noStrike" cap="none">
              <a:solidFill>
                <a:srgbClr val="F7941D"/>
              </a:solidFill>
              <a:latin typeface="Jost"/>
              <a:ea typeface="Jost"/>
              <a:cs typeface="Jost"/>
              <a:sym typeface="Jost"/>
            </a:endParaRPr>
          </a:p>
        </p:txBody>
      </p:sp>
      <p:sp>
        <p:nvSpPr>
          <p:cNvPr id="1188" name="Google Shape;1188;g273945f7300_0_126"/>
          <p:cNvSpPr txBox="1"/>
          <p:nvPr/>
        </p:nvSpPr>
        <p:spPr>
          <a:xfrm>
            <a:off x="457195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oo</a:t>
            </a:r>
            <a:endParaRPr sz="5500" b="0" i="0" u="none" strike="noStrike" cap="none">
              <a:solidFill>
                <a:srgbClr val="815137"/>
              </a:solidFill>
              <a:latin typeface="Jost"/>
              <a:ea typeface="Jost"/>
              <a:cs typeface="Jost"/>
              <a:sym typeface="Jost"/>
            </a:endParaRPr>
          </a:p>
        </p:txBody>
      </p:sp>
      <p:sp>
        <p:nvSpPr>
          <p:cNvPr id="1189" name="Google Shape;1189;g273945f7300_0_126"/>
          <p:cNvSpPr txBox="1"/>
          <p:nvPr/>
        </p:nvSpPr>
        <p:spPr>
          <a:xfrm>
            <a:off x="5589550" y="2740250"/>
            <a:ext cx="1288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500" b="0" i="0" u="none" strike="noStrike" cap="none">
                <a:solidFill>
                  <a:srgbClr val="F7941D"/>
                </a:solidFill>
                <a:latin typeface="Poppins"/>
                <a:ea typeface="Poppins"/>
                <a:cs typeface="Poppins"/>
                <a:sym typeface="Poppins"/>
              </a:rPr>
              <a:t>a</a:t>
            </a:r>
            <a:r>
              <a:rPr lang="en-US" sz="5500" b="0" i="0" u="none" strike="noStrike" cap="none">
                <a:solidFill>
                  <a:srgbClr val="F7941D"/>
                </a:solidFill>
                <a:latin typeface="Jost"/>
                <a:ea typeface="Jost"/>
                <a:cs typeface="Jost"/>
                <a:sym typeface="Jost"/>
              </a:rPr>
              <a:t>-e</a:t>
            </a:r>
            <a:endParaRPr sz="5500" b="0" i="0" u="none" strike="noStrike" cap="none">
              <a:solidFill>
                <a:srgbClr val="F7941D"/>
              </a:solidFill>
              <a:latin typeface="Jost"/>
              <a:ea typeface="Jost"/>
              <a:cs typeface="Jost"/>
              <a:sym typeface="Jost"/>
            </a:endParaRPr>
          </a:p>
        </p:txBody>
      </p:sp>
      <p:sp>
        <p:nvSpPr>
          <p:cNvPr id="1190" name="Google Shape;1190;g273945f7300_0_126"/>
          <p:cNvSpPr txBox="1"/>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gem germ gist golf guide goose g</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me</a:t>
            </a:r>
            <a:endParaRPr sz="1800" b="0" i="0" u="none" strike="noStrike" cap="none">
              <a:solidFill>
                <a:srgbClr val="B7B7B7"/>
              </a:solidFill>
              <a:latin typeface="Jost"/>
              <a:ea typeface="Jost"/>
              <a:cs typeface="Jost"/>
              <a:sym typeface="Jost"/>
            </a:endParaRPr>
          </a:p>
        </p:txBody>
      </p:sp>
      <p:sp>
        <p:nvSpPr>
          <p:cNvPr id="1191" name="Google Shape;1191;g273945f7300_0_12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192" name="Google Shape;1192;g273945f7300_0_126"/>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481</Words>
  <Application>Microsoft Office PowerPoint</Application>
  <PresentationFormat>On-screen Show (4:3)</PresentationFormat>
  <Paragraphs>163</Paragraphs>
  <Slides>25</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Poppins Medium</vt:lpstr>
      <vt:lpstr>Jost</vt:lpstr>
      <vt:lpstr>Poppins</vt:lpstr>
      <vt:lpstr>Calibri</vt:lpstr>
      <vt:lpstr>Nunito Black</vt:lpstr>
      <vt:lpstr>Arial</vt:lpstr>
      <vt:lpstr>Poppins SemiBold</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 want.</vt:lpstr>
      <vt:lpstr>Review Phase 5.5 Common Exception Words people wild child mind kind behind eye oh most only both though through who prove shoe beautiful climb Christmas school sugar.</vt:lpstr>
      <vt:lpstr>Review Grapheme Caption</vt:lpstr>
      <vt:lpstr>Review Grapheme Caption</vt:lpstr>
      <vt:lpstr>Review Grapheme Caption</vt:lpstr>
      <vt:lpstr>Review Grapheme Caption</vt:lpstr>
      <vt:lpstr>Explain Decoding</vt:lpstr>
      <vt:lpstr>Model Blending Phonemes</vt:lpstr>
      <vt:lpstr>Model Blending Phonemes</vt:lpstr>
      <vt:lpstr>Explain Encoding</vt:lpstr>
      <vt:lpstr>Build a Decodable Word</vt:lpstr>
      <vt:lpstr>Build a Decodable Word</vt:lpstr>
      <vt:lpstr>Practise with Alien Word Cards</vt:lpstr>
      <vt:lpstr>Practise with Alien Word Cards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2026-05-27T05:02:39Z</dcterms:modified>
</cp:coreProperties>
</file>