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c/JCv+rcVJdr5cMLr8SHIOkFN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04F325-17E7-448C-9530-5610E5F7498C}">
  <a:tblStyle styleId="{8A04F325-17E7-448C-9530-5610E5F7498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d05dca365c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d05dca365c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d05dca365c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d05dca365c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d05dca365c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d05dca365c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d05dca365c_0_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d05dca365c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d05dca365c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d05dca365c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d05dca365c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d05dca365c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2d05dca365c_0_9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g2d05dca365c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g2d05dca365c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4"/>
            <a:ext cx="4850100" cy="1597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('st' 'sp' 'sn')</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3 -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13</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7.xml"/><Relationship Id="rId4" Type="http://schemas.openxmlformats.org/officeDocument/2006/relationships/image" Target="../media/image5.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('st' 'sp' 'sn')</a:t>
            </a:r>
            <a:endParaRPr sz="3000"/>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13</a:t>
            </a:r>
            <a:endParaRPr/>
          </a:p>
        </p:txBody>
      </p:sp>
      <p:grpSp>
        <p:nvGrpSpPr>
          <p:cNvPr id="717" name="Google Shape;717;p1"/>
          <p:cNvGrpSpPr/>
          <p:nvPr/>
        </p:nvGrpSpPr>
        <p:grpSpPr>
          <a:xfrm>
            <a:off x="4120711" y="4100642"/>
            <a:ext cx="4508443" cy="1632899"/>
            <a:chOff x="4120711" y="4100642"/>
            <a:chExt cx="4508443" cy="1632899"/>
          </a:xfrm>
        </p:grpSpPr>
        <p:pic>
          <p:nvPicPr>
            <p:cNvPr id="718" name="Google Shape;718;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19" name="Google Shape;719;p1"/>
            <p:cNvPicPr preferRelativeResize="0"/>
            <p:nvPr/>
          </p:nvPicPr>
          <p:blipFill rotWithShape="1">
            <a:blip r:embed="rId4">
              <a:alphaModFix/>
            </a:blip>
            <a:srcRect l="59" r="5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5">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{8A04F325-17E7-448C-9530-5610E5F7498C}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(pl bl gl, sl fl cl,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st sp sn, sm sw)</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a:spLocks noGrp="1"/>
          </p:cNvSpPr>
          <p:nvPr>
            <p:ph type="body" idx="1"/>
          </p:nvPr>
        </p:nvSpPr>
        <p:spPr>
          <a:xfrm>
            <a:off x="3298550" y="1032250"/>
            <a:ext cx="48480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st sp sn</a:t>
            </a:r>
            <a:r>
              <a:rPr lang="en-US"/>
              <a:t>.</a:t>
            </a:r>
            <a:endParaRPr/>
          </a:p>
        </p:txBody>
      </p:sp>
      <p:sp>
        <p:nvSpPr>
          <p:cNvPr id="728" name="Google Shape;728;g2bee4f4af4b_0_204"/>
          <p:cNvSpPr txBox="1">
            <a:spLocks noGrp="1"/>
          </p:cNvSpPr>
          <p:nvPr>
            <p:ph type="body" idx="2"/>
          </p:nvPr>
        </p:nvSpPr>
        <p:spPr>
          <a:xfrm>
            <a:off x="3298550" y="1787475"/>
            <a:ext cx="4848000" cy="1584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729" name="Google Shape;729;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4778674" y="5256525"/>
            <a:ext cx="1446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t="89" b="79"/>
          <a:stretch/>
        </p:blipFill>
        <p:spPr>
          <a:xfrm>
            <a:off x="5035629" y="4326104"/>
            <a:ext cx="931974"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t="89" b="99"/>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1" name="Google Shape;741;g2bee4f4af4b_0_204">
            <a:hlinkClick r:id="rId7" action="ppaction://hlinksldjump"/>
          </p:cNvPr>
          <p:cNvSpPr/>
          <p:nvPr/>
        </p:nvSpPr>
        <p:spPr>
          <a:xfrm>
            <a:off x="897538" y="365260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3781029" y="362499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4847093" y="365794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2512404"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1" name="Google Shape;78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1" name="Google Shape;79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6" name="Google Shape;816;g26b7edf6e71_0_109"/>
          <p:cNvGrpSpPr/>
          <p:nvPr/>
        </p:nvGrpSpPr>
        <p:grpSpPr>
          <a:xfrm>
            <a:off x="865957" y="2135925"/>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solidFill>
                  <a:schemeClr val="dk1"/>
                </a:solidFill>
              </a:rPr>
              <a:t>.</a:t>
            </a:r>
            <a:endParaRPr>
              <a:solidFill>
                <a:schemeClr val="dk1"/>
              </a:solidFill>
            </a:endParaRPr>
          </a:p>
        </p:txBody>
      </p:sp>
      <p:grpSp>
        <p:nvGrpSpPr>
          <p:cNvPr id="837" name="Google Shape;837;g2c298d33e0c_0_6"/>
          <p:cNvGrpSpPr/>
          <p:nvPr/>
        </p:nvGrpSpPr>
        <p:grpSpPr>
          <a:xfrm>
            <a:off x="868300" y="2129450"/>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 out have some come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72" name="Google Shape;872;g26b94af6077_0_0"/>
          <p:cNvPicPr preferRelativeResize="0"/>
          <p:nvPr/>
        </p:nvPicPr>
        <p:blipFill rotWithShape="1">
          <a:blip r:embed="rId3">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8">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4" name="Google Shape;88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5" name="Google Shape;88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2" name="Google Shape;89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3" name="Google Shape;893;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4" name="Google Shape;89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JL691</a:t>
            </a:r>
            <a:endParaRPr dirty="0"/>
          </a:p>
        </p:txBody>
      </p:sp>
      <p:sp>
        <p:nvSpPr>
          <p:cNvPr id="901" name="Google Shape;90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2" name="Google Shape;90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3" name="Google Shape;90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0" name="Google Shape;91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1" name="Google Shape;91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8" name="Google Shape;91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9" name="Google Shape;919;g2c4feb0fda9_1_0"/>
          <p:cNvSpPr/>
          <p:nvPr/>
        </p:nvSpPr>
        <p:spPr>
          <a:xfrm>
            <a:off x="38322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496735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1" name="Google Shape;92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2" name="Google Shape;922;g2c4feb0fda9_1_0"/>
          <p:cNvSpPr txBox="1">
            <a:spLocks noGrp="1"/>
          </p:cNvSpPr>
          <p:nvPr>
            <p:ph type="subTitle" idx="4294967295"/>
          </p:nvPr>
        </p:nvSpPr>
        <p:spPr>
          <a:xfrm>
            <a:off x="541110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ll</a:t>
            </a:r>
            <a:endParaRPr sz="15000" b="0" i="0" u="none" strike="noStrike" cap="none">
              <a:solidFill>
                <a:srgbClr val="FFD400"/>
              </a:solidFill>
              <a:latin typeface="Jost"/>
              <a:ea typeface="Jost"/>
              <a:cs typeface="Jost"/>
              <a:sym typeface="Jost"/>
            </a:endParaRPr>
          </a:p>
        </p:txBody>
      </p:sp>
      <p:sp>
        <p:nvSpPr>
          <p:cNvPr id="923" name="Google Shape;923;g2c4feb0fda9_1_0"/>
          <p:cNvSpPr txBox="1">
            <a:spLocks noGrp="1"/>
          </p:cNvSpPr>
          <p:nvPr>
            <p:ph type="subTitle" idx="4294967295"/>
          </p:nvPr>
        </p:nvSpPr>
        <p:spPr>
          <a:xfrm>
            <a:off x="326251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4" name="Google Shape;924;g2c4feb0fda9_1_0"/>
          <p:cNvSpPr txBox="1">
            <a:spLocks noGrp="1"/>
          </p:cNvSpPr>
          <p:nvPr>
            <p:ph type="subTitle" idx="4294967295"/>
          </p:nvPr>
        </p:nvSpPr>
        <p:spPr>
          <a:xfrm>
            <a:off x="439768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25" name="Google Shape;92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p:nvPr/>
        </p:nvSpPr>
        <p:spPr>
          <a:xfrm>
            <a:off x="277314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eb0fda9_1_0"/>
          <p:cNvSpPr txBox="1">
            <a:spLocks noGrp="1"/>
          </p:cNvSpPr>
          <p:nvPr>
            <p:ph type="subTitle" idx="4294967295"/>
          </p:nvPr>
        </p:nvSpPr>
        <p:spPr>
          <a:xfrm>
            <a:off x="220349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4" name="Google Shape;944;g2c4feb0fda9_1_0"/>
          <p:cNvSpPr/>
          <p:nvPr/>
        </p:nvSpPr>
        <p:spPr>
          <a:xfrm>
            <a:off x="5895309" y="4011900"/>
            <a:ext cx="561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d05dca365c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1" name="Google Shape;951;g2d05dca365c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2" name="Google Shape;952;g2d05dca365c_0_13"/>
          <p:cNvSpPr/>
          <p:nvPr/>
        </p:nvSpPr>
        <p:spPr>
          <a:xfrm>
            <a:off x="386648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d05dca365c_0_13"/>
          <p:cNvSpPr/>
          <p:nvPr/>
        </p:nvSpPr>
        <p:spPr>
          <a:xfrm>
            <a:off x="498674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4" name="Google Shape;954;g2d05dca365c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5" name="Google Shape;955;g2d05dca365c_0_13"/>
          <p:cNvSpPr txBox="1">
            <a:spLocks noGrp="1"/>
          </p:cNvSpPr>
          <p:nvPr>
            <p:ph type="subTitle" idx="4294967295"/>
          </p:nvPr>
        </p:nvSpPr>
        <p:spPr>
          <a:xfrm>
            <a:off x="5377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6" name="Google Shape;956;g2d05dca365c_0_13"/>
          <p:cNvSpPr txBox="1">
            <a:spLocks noGrp="1"/>
          </p:cNvSpPr>
          <p:nvPr>
            <p:ph type="subTitle" idx="4294967295"/>
          </p:nvPr>
        </p:nvSpPr>
        <p:spPr>
          <a:xfrm>
            <a:off x="32967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7" name="Google Shape;957;g2d05dca365c_0_13"/>
          <p:cNvSpPr txBox="1">
            <a:spLocks noGrp="1"/>
          </p:cNvSpPr>
          <p:nvPr>
            <p:ph type="subTitle" idx="4294967295"/>
          </p:nvPr>
        </p:nvSpPr>
        <p:spPr>
          <a:xfrm>
            <a:off x="44170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58" name="Google Shape;958;g2d05dca365c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d05dca365c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d05dca365c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5dca365c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5dca365c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d05dca365c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4" name="Google Shape;964;g2d05dca365c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5" name="Google Shape;965;g2d05dca365c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6" name="Google Shape;966;g2d05dca365c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7" name="Google Shape;967;g2d05dca365c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8" name="Google Shape;968;g2d05dca365c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9" name="Google Shape;969;g2d05dca365c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0" name="Google Shape;970;g2d05dca365c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1" name="Google Shape;971;g2d05dca365c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d05dca365c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5dca365c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5dca365c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5" name="Google Shape;975;g2d05dca365c_0_13"/>
          <p:cNvSpPr/>
          <p:nvPr/>
        </p:nvSpPr>
        <p:spPr>
          <a:xfrm>
            <a:off x="280696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d05dca365c_0_13"/>
          <p:cNvSpPr txBox="1">
            <a:spLocks noGrp="1"/>
          </p:cNvSpPr>
          <p:nvPr>
            <p:ph type="subTitle" idx="4294967295"/>
          </p:nvPr>
        </p:nvSpPr>
        <p:spPr>
          <a:xfrm>
            <a:off x="223731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77" name="Google Shape;977;g2d05dca365c_0_13"/>
          <p:cNvSpPr/>
          <p:nvPr/>
        </p:nvSpPr>
        <p:spPr>
          <a:xfrm>
            <a:off x="5946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d05dca365c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4" name="Google Shape;984;g2d05dca365c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5" name="Google Shape;985;g2d05dca365c_0_45"/>
          <p:cNvSpPr/>
          <p:nvPr/>
        </p:nvSpPr>
        <p:spPr>
          <a:xfrm>
            <a:off x="39884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05dca365c_0_45"/>
          <p:cNvSpPr/>
          <p:nvPr/>
        </p:nvSpPr>
        <p:spPr>
          <a:xfrm>
            <a:off x="47732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7" name="Google Shape;987;g2d05dca365c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8" name="Google Shape;988;g2d05dca365c_0_45"/>
          <p:cNvSpPr txBox="1">
            <a:spLocks noGrp="1"/>
          </p:cNvSpPr>
          <p:nvPr>
            <p:ph type="subTitle" idx="4294967295"/>
          </p:nvPr>
        </p:nvSpPr>
        <p:spPr>
          <a:xfrm>
            <a:off x="5140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89" name="Google Shape;989;g2d05dca365c_0_45"/>
          <p:cNvSpPr txBox="1">
            <a:spLocks noGrp="1"/>
          </p:cNvSpPr>
          <p:nvPr>
            <p:ph type="subTitle" idx="4294967295"/>
          </p:nvPr>
        </p:nvSpPr>
        <p:spPr>
          <a:xfrm>
            <a:off x="3418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90" name="Google Shape;990;g2d05dca365c_0_45"/>
          <p:cNvSpPr txBox="1">
            <a:spLocks noGrp="1"/>
          </p:cNvSpPr>
          <p:nvPr>
            <p:ph type="subTitle" idx="4294967295"/>
          </p:nvPr>
        </p:nvSpPr>
        <p:spPr>
          <a:xfrm>
            <a:off x="4203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91" name="Google Shape;991;g2d05dca365c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5dca365c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5dca365c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5dca365c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dca365c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dca365c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7" name="Google Shape;997;g2d05dca365c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8" name="Google Shape;998;g2d05dca365c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9" name="Google Shape;999;g2d05dca365c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0" name="Google Shape;1000;g2d05dca365c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1" name="Google Shape;1001;g2d05dca365c_0_4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2" name="Google Shape;1002;g2d05dca365c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3" name="Google Shape;1003;g2d05dca365c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4" name="Google Shape;1004;g2d05dca365c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5dca365c_0_4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d05dca365c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d05dca365c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8" name="Google Shape;1008;g2d05dca365c_0_45"/>
          <p:cNvSpPr/>
          <p:nvPr/>
        </p:nvSpPr>
        <p:spPr>
          <a:xfrm>
            <a:off x="30434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dca365c_0_45"/>
          <p:cNvSpPr txBox="1">
            <a:spLocks noGrp="1"/>
          </p:cNvSpPr>
          <p:nvPr>
            <p:ph type="subTitle" idx="4294967295"/>
          </p:nvPr>
        </p:nvSpPr>
        <p:spPr>
          <a:xfrm>
            <a:off x="2473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10" name="Google Shape;1010;g2d05dca365c_0_45"/>
          <p:cNvSpPr/>
          <p:nvPr/>
        </p:nvSpPr>
        <p:spPr>
          <a:xfrm>
            <a:off x="57105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7" name="Google Shape;101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8" name="Google Shape;101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5" name="Google Shape;102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6" name="Google Shape;102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7" name="Google Shape;102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4" name="Google Shape;103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5" name="Google Shape;103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6" name="Google Shape;103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4" name="Google Shape;104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5" name="Google Shape;104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52" name="Google Shape;10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3" name="Google Shape;105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4" name="Google Shape;105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0_301"/>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1" name="Google Shape;106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2" name="Google Shape;1062;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3" name="Google Shape;106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d05dca365c_0_87"/>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0" name="Google Shape;1070;g2d05dca365c_0_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1" name="Google Shape;1071;g2d05dca365c_0_8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2" name="Google Shape;1072;g2d05dca365c_0_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d05dca365c_0_79"/>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9" name="Google Shape;1079;g2d05dca365c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0" name="Google Shape;1080;g2d05dca365c_0_79"/>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1" name="Google Shape;1081;g2d05dca365c_0_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6b641b03cd_0_308"/>
          <p:cNvSpPr txBox="1">
            <a:spLocks noGrp="1"/>
          </p:cNvSpPr>
          <p:nvPr>
            <p:ph type="title"/>
          </p:nvPr>
        </p:nvSpPr>
        <p:spPr>
          <a:xfrm>
            <a:off x="1019025" y="5568500"/>
            <a:ext cx="7105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8" name="Google Shape;108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9" name="Google Shape;1089;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0" name="Google Shape;109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7" name="Google Shape;109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8" name="Google Shape;1098;g1f3daf8a844_0_64"/>
          <p:cNvGrpSpPr/>
          <p:nvPr/>
        </p:nvGrpSpPr>
        <p:grpSpPr>
          <a:xfrm>
            <a:off x="3024000" y="209875"/>
            <a:ext cx="3096000" cy="454800"/>
            <a:chOff x="3024000" y="209875"/>
            <a:chExt cx="3096000" cy="454800"/>
          </a:xfrm>
        </p:grpSpPr>
        <p:sp>
          <p:nvSpPr>
            <p:cNvPr id="1099" name="Google Shape;109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0" name="Google Shape;110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1" name="Google Shape;110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2" name="Google Shape;110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4" name="Google Shape;110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5" name="Google Shape;110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6" name="Google Shape;110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0" name="Google Shape;111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12" name="Google Shape;1112;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4" name="Google Shape;1114;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5" name="Google Shape;1115;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17" name="Google Shape;111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8" name="Google Shape;1118;g1f3daf8a844_0_64"/>
          <p:cNvSpPr txBox="1"/>
          <p:nvPr/>
        </p:nvSpPr>
        <p:spPr>
          <a:xfrm>
            <a:off x="4639655" y="219896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g2d05dca365c_0_9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5" name="Google Shape;1125;g2d05dca365c_0_9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6" name="Google Shape;1126;g2d05dca365c_0_96"/>
          <p:cNvGrpSpPr/>
          <p:nvPr/>
        </p:nvGrpSpPr>
        <p:grpSpPr>
          <a:xfrm>
            <a:off x="3024000" y="209875"/>
            <a:ext cx="3096000" cy="454800"/>
            <a:chOff x="3024000" y="209875"/>
            <a:chExt cx="3096000" cy="454800"/>
          </a:xfrm>
        </p:grpSpPr>
        <p:sp>
          <p:nvSpPr>
            <p:cNvPr id="1127" name="Google Shape;1127;g2d05dca365c_0_9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8" name="Google Shape;1128;g2d05dca365c_0_9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9" name="Google Shape;1129;g2d05dca365c_0_9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0" name="Google Shape;1130;g2d05dca365c_0_96"/>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step stick stem spot spit spin sn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snuck</a:t>
            </a:r>
            <a:endParaRPr sz="1800" b="0" i="0" u="none" strike="noStrike" cap="none">
              <a:solidFill>
                <a:srgbClr val="B7B7B7"/>
              </a:solidFill>
              <a:latin typeface="Jost"/>
              <a:ea typeface="Jost"/>
              <a:cs typeface="Jost"/>
              <a:sym typeface="Jost"/>
            </a:endParaRPr>
          </a:p>
        </p:txBody>
      </p:sp>
      <p:cxnSp>
        <p:nvCxnSpPr>
          <p:cNvPr id="1131" name="Google Shape;1131;g2d05dca365c_0_9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2" name="Google Shape;1132;g2d05dca365c_0_9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2d05dca365c_0_9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2d05dca365c_0_9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5" name="Google Shape;1135;g2d05dca365c_0_9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6" name="Google Shape;1136;g2d05dca365c_0_96"/>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7" name="Google Shape;1137;g2d05dca365c_0_96"/>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2d05dca365c_0_9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9" name="Google Shape;1139;g2d05dca365c_0_96"/>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0" name="Google Shape;1140;g2d05dca365c_0_9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41" name="Google Shape;1141;g2d05dca365c_0_9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2" name="Google Shape;1142;g2d05dca365c_0_9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43" name="Google Shape;1143;g2d05dca365c_0_96"/>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4" name="Google Shape;1144;g2d05dca365c_0_96"/>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5" name="Google Shape;1145;g2d05dca365c_0_9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6" name="Google Shape;1146;g2d05dca365c_0_96"/>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7" name="Google Shape;1147;g2d05dca365c_0_9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8" name="Google Shape;1148;g2d05dca365c_0_96"/>
          <p:cNvSpPr txBox="1"/>
          <p:nvPr/>
        </p:nvSpPr>
        <p:spPr>
          <a:xfrm>
            <a:off x="4639655" y="219896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524</Words>
  <Application>Microsoft Office PowerPoint</Application>
  <PresentationFormat>On-screen Show (4:3)</PresentationFormat>
  <Paragraphs>164</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vt:lpstr>
      <vt:lpstr>Poppins Medium</vt:lpstr>
      <vt:lpstr>Calibri</vt:lpstr>
      <vt:lpstr>Nunito Black</vt:lpstr>
      <vt:lpstr>Poppins SemiBold</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Hear Phonemes</vt:lpstr>
      <vt:lpstr>Hear Phonemes</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2026-05-14T03:54:45Z</dcterms:modified>
</cp:coreProperties>
</file>