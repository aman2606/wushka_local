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k6YN6+XkXIfzYgUvbL1lUKR4a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6283FB-F235-4363-868A-D89B271CD252}">
  <a:tblStyle styleId="{5D6283FB-F235-4363-868A-D89B271CD25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e4ce5cb954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e4ce5cb954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e4ce5cb954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e4ce5cb954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e4ce5cb954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e4ce5cb954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9" name="Google Shape;103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6" name="Google Shape;106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7" name="Google Shape;106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e4ce5cb954_0_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g2e4ce5cb954_0_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2e4ce5cb954_0_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777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/r/ - wr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7.1 -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31</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3.png"/><Relationship Id="rId3" Type="http://schemas.openxmlformats.org/officeDocument/2006/relationships/image" Target="../media/image9.png"/><Relationship Id="rId21" Type="http://schemas.openxmlformats.org/officeDocument/2006/relationships/image" Target="../media/image26.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6.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29.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8.png"/><Relationship Id="rId10" Type="http://schemas.openxmlformats.org/officeDocument/2006/relationships/image" Target="../media/image16.png"/><Relationship Id="rId19" Type="http://schemas.openxmlformats.org/officeDocument/2006/relationships/image" Target="../media/image24.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7.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3" Type="http://schemas.openxmlformats.org/officeDocument/2006/relationships/image" Target="../media/image112.png"/><Relationship Id="rId7" Type="http://schemas.openxmlformats.org/officeDocument/2006/relationships/image" Target="../media/image116.png"/><Relationship Id="rId12" Type="http://schemas.openxmlformats.org/officeDocument/2006/relationships/image" Target="../media/image121.png"/><Relationship Id="rId2" Type="http://schemas.openxmlformats.org/officeDocument/2006/relationships/notesSlide" Target="../notesSlides/notesSlide7.xml"/><Relationship Id="rId16" Type="http://schemas.openxmlformats.org/officeDocument/2006/relationships/image" Target="../media/image125.png"/><Relationship Id="rId1" Type="http://schemas.openxmlformats.org/officeDocument/2006/relationships/slideLayout" Target="../slideLayouts/slideLayout3.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5" Type="http://schemas.openxmlformats.org/officeDocument/2006/relationships/image" Target="../media/image12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s>
</file>

<file path=ppt/slides/_rels/slide8.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18" Type="http://schemas.openxmlformats.org/officeDocument/2006/relationships/image" Target="../media/image141.png"/><Relationship Id="rId26" Type="http://schemas.openxmlformats.org/officeDocument/2006/relationships/image" Target="../media/image149.png"/><Relationship Id="rId3" Type="http://schemas.openxmlformats.org/officeDocument/2006/relationships/image" Target="../media/image126.png"/><Relationship Id="rId21" Type="http://schemas.openxmlformats.org/officeDocument/2006/relationships/image" Target="../media/image144.png"/><Relationship Id="rId7" Type="http://schemas.openxmlformats.org/officeDocument/2006/relationships/image" Target="../media/image130.png"/><Relationship Id="rId12" Type="http://schemas.openxmlformats.org/officeDocument/2006/relationships/image" Target="../media/image135.png"/><Relationship Id="rId17" Type="http://schemas.openxmlformats.org/officeDocument/2006/relationships/image" Target="../media/image140.png"/><Relationship Id="rId25" Type="http://schemas.openxmlformats.org/officeDocument/2006/relationships/image" Target="../media/image148.png"/><Relationship Id="rId2" Type="http://schemas.openxmlformats.org/officeDocument/2006/relationships/notesSlide" Target="../notesSlides/notesSlide8.xml"/><Relationship Id="rId16" Type="http://schemas.openxmlformats.org/officeDocument/2006/relationships/image" Target="../media/image139.png"/><Relationship Id="rId20" Type="http://schemas.openxmlformats.org/officeDocument/2006/relationships/image" Target="../media/image143.png"/><Relationship Id="rId29" Type="http://schemas.openxmlformats.org/officeDocument/2006/relationships/image" Target="../media/image152.png"/><Relationship Id="rId1" Type="http://schemas.openxmlformats.org/officeDocument/2006/relationships/slideLayout" Target="../slideLayouts/slideLayout3.xml"/><Relationship Id="rId6" Type="http://schemas.openxmlformats.org/officeDocument/2006/relationships/image" Target="../media/image129.png"/><Relationship Id="rId11" Type="http://schemas.openxmlformats.org/officeDocument/2006/relationships/image" Target="../media/image134.png"/><Relationship Id="rId24" Type="http://schemas.openxmlformats.org/officeDocument/2006/relationships/image" Target="../media/image147.png"/><Relationship Id="rId5" Type="http://schemas.openxmlformats.org/officeDocument/2006/relationships/image" Target="../media/image128.png"/><Relationship Id="rId15" Type="http://schemas.openxmlformats.org/officeDocument/2006/relationships/image" Target="../media/image138.png"/><Relationship Id="rId23" Type="http://schemas.openxmlformats.org/officeDocument/2006/relationships/image" Target="../media/image146.png"/><Relationship Id="rId28" Type="http://schemas.openxmlformats.org/officeDocument/2006/relationships/image" Target="../media/image151.png"/><Relationship Id="rId10" Type="http://schemas.openxmlformats.org/officeDocument/2006/relationships/image" Target="../media/image133.png"/><Relationship Id="rId19" Type="http://schemas.openxmlformats.org/officeDocument/2006/relationships/image" Target="../media/image142.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 Id="rId22" Type="http://schemas.openxmlformats.org/officeDocument/2006/relationships/image" Target="../media/image145.png"/><Relationship Id="rId27" Type="http://schemas.openxmlformats.org/officeDocument/2006/relationships/image" Target="../media/image150.png"/><Relationship Id="rId30" Type="http://schemas.openxmlformats.org/officeDocument/2006/relationships/image" Target="../media/image153.png"/></Relationships>
</file>

<file path=ppt/slides/_rels/slide9.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4.png"/><Relationship Id="rId3" Type="http://schemas.openxmlformats.org/officeDocument/2006/relationships/image" Target="../media/image154.png"/><Relationship Id="rId7" Type="http://schemas.openxmlformats.org/officeDocument/2006/relationships/image" Target="../media/image158.png"/><Relationship Id="rId12" Type="http://schemas.openxmlformats.org/officeDocument/2006/relationships/image" Target="../media/image16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7.png"/><Relationship Id="rId11" Type="http://schemas.openxmlformats.org/officeDocument/2006/relationships/image" Target="../media/image162.png"/><Relationship Id="rId5" Type="http://schemas.openxmlformats.org/officeDocument/2006/relationships/image" Target="../media/image156.png"/><Relationship Id="rId15" Type="http://schemas.openxmlformats.org/officeDocument/2006/relationships/image" Target="../media/image166.pn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png"/><Relationship Id="rId14" Type="http://schemas.openxmlformats.org/officeDocument/2006/relationships/image" Target="../media/image165.png"/></Relationships>
</file>

<file path=ppt/slides/_rels/slide10.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3" Type="http://schemas.openxmlformats.org/officeDocument/2006/relationships/image" Target="../media/image167.png"/><Relationship Id="rId7" Type="http://schemas.openxmlformats.org/officeDocument/2006/relationships/image" Target="../media/image171.png"/><Relationship Id="rId12" Type="http://schemas.openxmlformats.org/officeDocument/2006/relationships/image" Target="../media/image176.png"/><Relationship Id="rId2" Type="http://schemas.openxmlformats.org/officeDocument/2006/relationships/notesSlide" Target="../notesSlides/notesSlide10.xml"/><Relationship Id="rId16" Type="http://schemas.openxmlformats.org/officeDocument/2006/relationships/image" Target="../media/image180.png"/><Relationship Id="rId1" Type="http://schemas.openxmlformats.org/officeDocument/2006/relationships/slideLayout" Target="../slideLayouts/slideLayout3.xml"/><Relationship Id="rId6" Type="http://schemas.openxmlformats.org/officeDocument/2006/relationships/image" Target="../media/image170.png"/><Relationship Id="rId11" Type="http://schemas.openxmlformats.org/officeDocument/2006/relationships/image" Target="../media/image175.png"/><Relationship Id="rId5" Type="http://schemas.openxmlformats.org/officeDocument/2006/relationships/image" Target="../media/image169.png"/><Relationship Id="rId15" Type="http://schemas.openxmlformats.org/officeDocument/2006/relationships/image" Target="../media/image179.png"/><Relationship Id="rId10" Type="http://schemas.openxmlformats.org/officeDocument/2006/relationships/image" Target="../media/image174.png"/><Relationship Id="rId4" Type="http://schemas.openxmlformats.org/officeDocument/2006/relationships/image" Target="../media/image168.png"/><Relationship Id="rId9" Type="http://schemas.openxmlformats.org/officeDocument/2006/relationships/image" Target="../media/image173.png"/><Relationship Id="rId14" Type="http://schemas.openxmlformats.org/officeDocument/2006/relationships/image" Target="../media/image178.png"/></Relationships>
</file>

<file path=ppt/slides/_rels/slide11.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191.png"/><Relationship Id="rId18" Type="http://schemas.openxmlformats.org/officeDocument/2006/relationships/image" Target="../media/image196.png"/><Relationship Id="rId3" Type="http://schemas.openxmlformats.org/officeDocument/2006/relationships/image" Target="../media/image181.png"/><Relationship Id="rId7" Type="http://schemas.openxmlformats.org/officeDocument/2006/relationships/image" Target="../media/image185.png"/><Relationship Id="rId12" Type="http://schemas.openxmlformats.org/officeDocument/2006/relationships/image" Target="../media/image190.png"/><Relationship Id="rId17" Type="http://schemas.openxmlformats.org/officeDocument/2006/relationships/image" Target="../media/image195.png"/><Relationship Id="rId2" Type="http://schemas.openxmlformats.org/officeDocument/2006/relationships/notesSlide" Target="../notesSlides/notesSlide11.xml"/><Relationship Id="rId16" Type="http://schemas.openxmlformats.org/officeDocument/2006/relationships/image" Target="../media/image194.png"/><Relationship Id="rId1" Type="http://schemas.openxmlformats.org/officeDocument/2006/relationships/slideLayout" Target="../slideLayouts/slideLayout3.xml"/><Relationship Id="rId6" Type="http://schemas.openxmlformats.org/officeDocument/2006/relationships/image" Target="../media/image184.png"/><Relationship Id="rId11" Type="http://schemas.openxmlformats.org/officeDocument/2006/relationships/image" Target="../media/image189.png"/><Relationship Id="rId5" Type="http://schemas.openxmlformats.org/officeDocument/2006/relationships/image" Target="../media/image183.png"/><Relationship Id="rId15" Type="http://schemas.openxmlformats.org/officeDocument/2006/relationships/image" Target="../media/image193.png"/><Relationship Id="rId10" Type="http://schemas.openxmlformats.org/officeDocument/2006/relationships/image" Target="../media/image188.png"/><Relationship Id="rId19" Type="http://schemas.openxmlformats.org/officeDocument/2006/relationships/image" Target="../media/image197.png"/><Relationship Id="rId4" Type="http://schemas.openxmlformats.org/officeDocument/2006/relationships/image" Target="../media/image182.png"/><Relationship Id="rId9" Type="http://schemas.openxmlformats.org/officeDocument/2006/relationships/image" Target="../media/image187.png"/><Relationship Id="rId14" Type="http://schemas.openxmlformats.org/officeDocument/2006/relationships/image" Target="../media/image19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/r/;</a:t>
            </a:r>
            <a:br>
              <a:rPr lang="en-US" sz="3000"/>
            </a:br>
            <a:r>
              <a:rPr lang="en-US" sz="3000"/>
              <a:t>wr</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31</a:t>
            </a:r>
            <a:endParaRPr/>
          </a:p>
        </p:txBody>
      </p:sp>
      <p:pic>
        <p:nvPicPr>
          <p:cNvPr id="653" name="Google Shape;653;p1"/>
          <p:cNvPicPr preferRelativeResize="0"/>
          <p:nvPr/>
        </p:nvPicPr>
        <p:blipFill rotWithShape="1">
          <a:blip r:embed="rId3">
            <a:alphaModFix/>
          </a:blip>
          <a:srcRect t="59" b="59"/>
          <a:stretch/>
        </p:blipFill>
        <p:spPr>
          <a:xfrm rot="540306">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59958"/>
            <a:ext cx="1208038" cy="1709928"/>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{5D6283FB-F235-4363-868A-D89B271CD252}</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/r/</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/r/</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29226"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055204" y="37030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70126" y="373711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4"/>
              </a:srgbClr>
            </a:outerShdw>
          </a:effectLst>
        </p:spPr>
      </p:pic>
      <p:pic>
        <p:nvPicPr>
          <p:cNvPr id="796" name="Google Shape;796;g2cdbdd49f8e_0_0"/>
          <p:cNvPicPr preferRelativeResize="0"/>
          <p:nvPr/>
        </p:nvPicPr>
        <p:blipFill rotWithShape="1">
          <a:blip r:embed="rId4">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4"/>
              </a:srgbClr>
            </a:outerShdw>
          </a:effectLst>
        </p:spPr>
      </p:pic>
      <p:pic>
        <p:nvPicPr>
          <p:cNvPr id="797" name="Google Shape;797;g2cdbdd49f8e_0_0"/>
          <p:cNvPicPr preferRelativeResize="0"/>
          <p:nvPr/>
        </p:nvPicPr>
        <p:blipFill rotWithShape="1">
          <a:blip r:embed="rId5">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4"/>
              </a:srgbClr>
            </a:outerShdw>
          </a:effectLst>
        </p:spPr>
      </p:pic>
      <p:pic>
        <p:nvPicPr>
          <p:cNvPr id="798" name="Google Shape;798;g2cdbdd49f8e_0_0"/>
          <p:cNvPicPr preferRelativeResize="0"/>
          <p:nvPr/>
        </p:nvPicPr>
        <p:blipFill rotWithShape="1">
          <a:blip r:embed="rId6">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4"/>
              </a:srgbClr>
            </a:outerShdw>
          </a:effectLst>
        </p:spPr>
      </p:pic>
      <p:pic>
        <p:nvPicPr>
          <p:cNvPr id="799" name="Google Shape;799;g2cdbdd49f8e_0_0"/>
          <p:cNvPicPr preferRelativeResize="0"/>
          <p:nvPr/>
        </p:nvPicPr>
        <p:blipFill rotWithShape="1">
          <a:blip r:embed="rId7">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4"/>
              </a:srgbClr>
            </a:outerShdw>
          </a:effectLst>
        </p:spPr>
      </p:pic>
      <p:pic>
        <p:nvPicPr>
          <p:cNvPr id="800" name="Google Shape;800;g2cdbdd49f8e_0_0"/>
          <p:cNvPicPr preferRelativeResize="0"/>
          <p:nvPr/>
        </p:nvPicPr>
        <p:blipFill rotWithShape="1">
          <a:blip r:embed="rId8">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4"/>
              </a:srgbClr>
            </a:outerShdw>
          </a:effectLst>
        </p:spPr>
      </p:pic>
      <p:pic>
        <p:nvPicPr>
          <p:cNvPr id="801" name="Google Shape;801;g2cdbdd49f8e_0_0"/>
          <p:cNvPicPr preferRelativeResize="0"/>
          <p:nvPr/>
        </p:nvPicPr>
        <p:blipFill rotWithShape="1">
          <a:blip r:embed="rId9">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4"/>
              </a:srgbClr>
            </a:outerShdw>
          </a:effectLst>
        </p:spPr>
      </p:pic>
      <p:pic>
        <p:nvPicPr>
          <p:cNvPr id="802" name="Google Shape;802;g2cdbdd49f8e_0_0"/>
          <p:cNvPicPr preferRelativeResize="0"/>
          <p:nvPr/>
        </p:nvPicPr>
        <p:blipFill rotWithShape="1">
          <a:blip r:embed="rId10">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4"/>
              </a:srgbClr>
            </a:outerShdw>
          </a:effectLst>
        </p:spPr>
      </p:pic>
      <p:pic>
        <p:nvPicPr>
          <p:cNvPr id="803" name="Google Shape;803;g2cdbdd49f8e_0_0"/>
          <p:cNvPicPr preferRelativeResize="0"/>
          <p:nvPr/>
        </p:nvPicPr>
        <p:blipFill rotWithShape="1">
          <a:blip r:embed="rId11">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4"/>
              </a:srgbClr>
            </a:outerShdw>
          </a:effectLst>
        </p:spPr>
      </p:pic>
      <p:pic>
        <p:nvPicPr>
          <p:cNvPr id="804" name="Google Shape;804;g2cdbdd49f8e_0_0"/>
          <p:cNvPicPr preferRelativeResize="0"/>
          <p:nvPr/>
        </p:nvPicPr>
        <p:blipFill rotWithShape="1">
          <a:blip r:embed="rId12">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4"/>
              </a:srgbClr>
            </a:outerShdw>
          </a:effectLst>
        </p:spPr>
      </p:pic>
      <p:pic>
        <p:nvPicPr>
          <p:cNvPr id="805" name="Google Shape;805;g2cdbdd49f8e_0_0"/>
          <p:cNvPicPr preferRelativeResize="0"/>
          <p:nvPr/>
        </p:nvPicPr>
        <p:blipFill rotWithShape="1">
          <a:blip r:embed="rId13">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2" name="Google Shape;812;g26b7edf6e71_0_109"/>
          <p:cNvGrpSpPr/>
          <p:nvPr/>
        </p:nvGrpSpPr>
        <p:grpSpPr>
          <a:xfrm>
            <a:off x="865957" y="2135925"/>
            <a:ext cx="7282807" cy="2686611"/>
            <a:chOff x="867357" y="2129450"/>
            <a:chExt cx="7282807" cy="2686611"/>
          </a:xfrm>
        </p:grpSpPr>
        <p:pic>
          <p:nvPicPr>
            <p:cNvPr id="813" name="Google Shape;81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3" name="Google Shape;833;g2c298d33e0c_0_6"/>
          <p:cNvGrpSpPr/>
          <p:nvPr/>
        </p:nvGrpSpPr>
        <p:grpSpPr>
          <a:xfrm>
            <a:off x="866900" y="2079100"/>
            <a:ext cx="7281864" cy="2684601"/>
            <a:chOff x="868300" y="2129450"/>
            <a:chExt cx="7281864" cy="2684601"/>
          </a:xfrm>
        </p:grpSpPr>
        <p:pic>
          <p:nvPicPr>
            <p:cNvPr id="834" name="Google Shape;83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8" name="Google Shape;83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8" name="Google Shape;868;g2c298da1f27_0_455"/>
          <p:cNvGrpSpPr/>
          <p:nvPr/>
        </p:nvGrpSpPr>
        <p:grpSpPr>
          <a:xfrm>
            <a:off x="868300" y="2129450"/>
            <a:ext cx="7281864" cy="2684601"/>
            <a:chOff x="868300" y="2053250"/>
            <a:chExt cx="7281864" cy="2684601"/>
          </a:xfrm>
        </p:grpSpPr>
        <p:pic>
          <p:nvPicPr>
            <p:cNvPr id="869" name="Google Shape;86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8" name="Google Shape;888;g2c298da1f27_1_0"/>
          <p:cNvGrpSpPr/>
          <p:nvPr/>
        </p:nvGrpSpPr>
        <p:grpSpPr>
          <a:xfrm>
            <a:off x="868300" y="2129450"/>
            <a:ext cx="7281864" cy="2688001"/>
            <a:chOff x="868300" y="2129450"/>
            <a:chExt cx="7281864" cy="2688001"/>
          </a:xfrm>
        </p:grpSpPr>
        <p:pic>
          <p:nvPicPr>
            <p:cNvPr id="889" name="Google Shape;889;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2cdbdd193bb_0_343"/>
          <p:cNvSpPr txBox="1">
            <a:spLocks noGrp="1"/>
          </p:cNvSpPr>
          <p:nvPr>
            <p:ph type="title"/>
          </p:nvPr>
        </p:nvSpPr>
        <p:spPr>
          <a:xfrm>
            <a:off x="780975" y="582900"/>
            <a:ext cx="7582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 who prove shoe beautiful</a:t>
            </a:r>
            <a:r>
              <a:rPr lang="en-US" sz="2200"/>
              <a:t>.</a:t>
            </a:r>
            <a:endParaRPr sz="2200"/>
          </a:p>
        </p:txBody>
      </p:sp>
      <p:pic>
        <p:nvPicPr>
          <p:cNvPr id="909" name="Google Shape;909;g2cdbdd193bb_0_343"/>
          <p:cNvPicPr preferRelativeResize="0"/>
          <p:nvPr/>
        </p:nvPicPr>
        <p:blipFill rotWithShape="1">
          <a:blip r:embed="rId3">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47"/>
              </a:srgbClr>
            </a:outerShdw>
          </a:effectLst>
        </p:spPr>
      </p:pic>
      <p:pic>
        <p:nvPicPr>
          <p:cNvPr id="910" name="Google Shape;910;g2cdbdd193bb_0_343"/>
          <p:cNvPicPr preferRelativeResize="0"/>
          <p:nvPr/>
        </p:nvPicPr>
        <p:blipFill rotWithShape="1">
          <a:blip r:embed="rId4">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1" name="Google Shape;911;g2cdbdd193bb_0_343"/>
          <p:cNvPicPr preferRelativeResize="0"/>
          <p:nvPr/>
        </p:nvPicPr>
        <p:blipFill rotWithShape="1">
          <a:blip r:embed="rId5">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2" name="Google Shape;912;g2cdbdd193bb_0_343"/>
          <p:cNvPicPr preferRelativeResize="0"/>
          <p:nvPr/>
        </p:nvPicPr>
        <p:blipFill rotWithShape="1">
          <a:blip r:embed="rId6">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7">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8">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9">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10">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11">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12">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3">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4">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5">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6">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7">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8">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9">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2" name="Google Shape;93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3" name="Google Shape;933;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34" name="Google Shape;93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5" name="Google Shape;935;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r</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36" name="Google Shape;936;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r</a:t>
            </a:r>
            <a:r>
              <a:rPr lang="en-US" sz="5800" b="0" i="0" u="none" strike="noStrike" cap="none">
                <a:solidFill>
                  <a:srgbClr val="2356AF"/>
                </a:solidFill>
                <a:latin typeface="Jost"/>
                <a:ea typeface="Jost"/>
                <a:cs typeface="Jost"/>
                <a:sym typeface="Jost"/>
              </a:rPr>
              <a:t>obot</a:t>
            </a:r>
            <a:endParaRPr sz="5800" b="0" i="0" u="none" strike="noStrike" cap="none">
              <a:solidFill>
                <a:srgbClr val="2356AF"/>
              </a:solidFill>
              <a:latin typeface="Jost"/>
              <a:ea typeface="Jost"/>
              <a:cs typeface="Jost"/>
              <a:sym typeface="Jost"/>
            </a:endParaRPr>
          </a:p>
        </p:txBody>
      </p:sp>
      <p:sp>
        <p:nvSpPr>
          <p:cNvPr id="937" name="Google Shape;937;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r</a:t>
            </a:r>
            <a:r>
              <a:rPr lang="en-US" sz="5800" b="0" i="0" u="none" strike="noStrike" cap="none">
                <a:solidFill>
                  <a:srgbClr val="2356AF"/>
                </a:solidFill>
                <a:latin typeface="Jost"/>
                <a:ea typeface="Jost"/>
                <a:cs typeface="Jost"/>
                <a:sym typeface="Jost"/>
              </a:rPr>
              <a:t>ice</a:t>
            </a:r>
            <a:endParaRPr sz="5800" b="0" i="0" u="none" strike="noStrike" cap="none">
              <a:solidFill>
                <a:srgbClr val="2356AF"/>
              </a:solidFill>
              <a:latin typeface="Jost"/>
              <a:ea typeface="Jost"/>
              <a:cs typeface="Jost"/>
              <a:sym typeface="Jost"/>
            </a:endParaRPr>
          </a:p>
        </p:txBody>
      </p:sp>
      <p:sp>
        <p:nvSpPr>
          <p:cNvPr id="938" name="Google Shape;938;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Phase 2, Lesson 19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e4ce5cb954_0_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5" name="Google Shape;945;g2e4ce5cb954_0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46" name="Google Shape;946;g2e4ce5cb954_0_7"/>
          <p:cNvPicPr preferRelativeResize="0"/>
          <p:nvPr/>
        </p:nvPicPr>
        <p:blipFill rotWithShape="1">
          <a:blip r:embed="rId3">
            <a:alphaModFix/>
          </a:blip>
          <a:srcRect t="59" b="49"/>
          <a:stretch/>
        </p:blipFill>
        <p:spPr>
          <a:xfrm>
            <a:off x="1360488" y="996300"/>
            <a:ext cx="2818849" cy="3989962"/>
          </a:xfrm>
          <a:prstGeom prst="rect">
            <a:avLst/>
          </a:prstGeom>
          <a:noFill/>
          <a:ln>
            <a:noFill/>
          </a:ln>
          <a:effectLst>
            <a:outerShdw blurRad="142875" dist="19050" dir="5400000" algn="bl" rotWithShape="0">
              <a:srgbClr val="000000">
                <a:alpha val="27058"/>
              </a:srgbClr>
            </a:outerShdw>
          </a:effectLst>
        </p:spPr>
      </p:pic>
      <p:sp>
        <p:nvSpPr>
          <p:cNvPr id="947" name="Google Shape;947;g2e4ce5cb954_0_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8" name="Google Shape;948;g2e4ce5cb954_0_7"/>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D0CECE"/>
                </a:solidFill>
                <a:latin typeface="Jost"/>
                <a:ea typeface="Jost"/>
                <a:cs typeface="Jost"/>
                <a:sym typeface="Jost"/>
              </a:rPr>
              <a:t>w</a:t>
            </a:r>
            <a:r>
              <a:rPr lang="en-US" sz="5800" b="0" i="0" u="none" strike="noStrike" cap="none">
                <a:solidFill>
                  <a:srgbClr val="1E8EE6"/>
                </a:solidFill>
                <a:latin typeface="Jost"/>
                <a:ea typeface="Jost"/>
                <a:cs typeface="Jost"/>
                <a:sym typeface="Jost"/>
              </a:rPr>
              <a:t>r</a:t>
            </a:r>
            <a:r>
              <a:rPr lang="en-US" sz="5800" b="0" i="0" u="none" strike="noStrike" cap="none">
                <a:solidFill>
                  <a:srgbClr val="2356AF"/>
                </a:solidFill>
                <a:latin typeface="Jost"/>
                <a:ea typeface="Jost"/>
                <a:cs typeface="Jost"/>
                <a:sym typeface="Jost"/>
              </a:rPr>
              <a:t>ong</a:t>
            </a:r>
            <a:endParaRPr sz="5800" b="0" i="0" u="none" strike="noStrike" cap="none">
              <a:solidFill>
                <a:srgbClr val="2356AF"/>
              </a:solidFill>
              <a:latin typeface="Jost"/>
              <a:ea typeface="Jost"/>
              <a:cs typeface="Jost"/>
              <a:sym typeface="Jost"/>
            </a:endParaRPr>
          </a:p>
        </p:txBody>
      </p:sp>
      <p:sp>
        <p:nvSpPr>
          <p:cNvPr id="949" name="Google Shape;949;g2e4ce5cb954_0_7"/>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D0CECE"/>
                </a:solidFill>
                <a:latin typeface="Jost"/>
                <a:ea typeface="Jost"/>
                <a:cs typeface="Jost"/>
                <a:sym typeface="Jost"/>
              </a:rPr>
              <a:t>w</a:t>
            </a:r>
            <a:r>
              <a:rPr lang="en-US" sz="5800" b="0" i="0" u="none" strike="noStrike" cap="none">
                <a:solidFill>
                  <a:srgbClr val="1E8EE6"/>
                </a:solidFill>
                <a:latin typeface="Jost"/>
                <a:ea typeface="Jost"/>
                <a:cs typeface="Jost"/>
                <a:sym typeface="Jost"/>
              </a:rPr>
              <a:t>r</a:t>
            </a:r>
            <a:r>
              <a:rPr lang="en-US" sz="5800" b="0" i="0" u="none" strike="noStrike" cap="none">
                <a:solidFill>
                  <a:srgbClr val="2356AF"/>
                </a:solidFill>
                <a:latin typeface="Jost"/>
                <a:ea typeface="Jost"/>
                <a:cs typeface="Jost"/>
                <a:sym typeface="Jost"/>
              </a:rPr>
              <a:t>inkle</a:t>
            </a:r>
            <a:endParaRPr sz="5800" b="0" i="0" u="none" strike="noStrike" cap="none">
              <a:solidFill>
                <a:srgbClr val="2356AF"/>
              </a:solidFill>
              <a:latin typeface="Jost"/>
              <a:ea typeface="Jost"/>
              <a:cs typeface="Jost"/>
              <a:sym typeface="Jost"/>
            </a:endParaRPr>
          </a:p>
        </p:txBody>
      </p:sp>
      <p:sp>
        <p:nvSpPr>
          <p:cNvPr id="950" name="Google Shape;950;g2e4ce5cb954_0_7"/>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D0CECE"/>
                </a:solidFill>
                <a:latin typeface="Jost"/>
                <a:ea typeface="Jost"/>
                <a:cs typeface="Jost"/>
                <a:sym typeface="Jost"/>
              </a:rPr>
              <a:t>w</a:t>
            </a:r>
            <a:r>
              <a:rPr lang="en-US" sz="5800" b="0" i="0" u="none" strike="noStrike" cap="none">
                <a:solidFill>
                  <a:srgbClr val="1E8EE6"/>
                </a:solidFill>
                <a:latin typeface="Jost"/>
                <a:ea typeface="Jost"/>
                <a:cs typeface="Jost"/>
                <a:sym typeface="Jost"/>
              </a:rPr>
              <a:t>r</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p</a:t>
            </a:r>
            <a:endParaRPr sz="5800" b="0" i="0" u="none" strike="noStrike" cap="none">
              <a:solidFill>
                <a:srgbClr val="2356AF"/>
              </a:solidFill>
              <a:latin typeface="Jost"/>
              <a:ea typeface="Jost"/>
              <a:cs typeface="Jost"/>
              <a:sym typeface="Jost"/>
            </a:endParaRPr>
          </a:p>
        </p:txBody>
      </p:sp>
      <p:sp>
        <p:nvSpPr>
          <p:cNvPr id="951" name="Google Shape;951;g2e4ce5cb954_0_7"/>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31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58" name="Google Shape;95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e4ce5cb954_0_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5" name="Google Shape;965;g2e4ce5cb954_0_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6" name="Google Shape;966;g2e4ce5cb954_0_26"/>
          <p:cNvSpPr/>
          <p:nvPr/>
        </p:nvSpPr>
        <p:spPr>
          <a:xfrm>
            <a:off x="441507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e4ce5cb954_0_26"/>
          <p:cNvSpPr/>
          <p:nvPr/>
        </p:nvSpPr>
        <p:spPr>
          <a:xfrm>
            <a:off x="5047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8" name="Google Shape;968;g2e4ce5cb954_0_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9" name="Google Shape;969;g2e4ce5cb954_0_26"/>
          <p:cNvSpPr txBox="1">
            <a:spLocks noGrp="1"/>
          </p:cNvSpPr>
          <p:nvPr>
            <p:ph type="subTitle" idx="4294967295"/>
          </p:nvPr>
        </p:nvSpPr>
        <p:spPr>
          <a:xfrm>
            <a:off x="4477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70" name="Google Shape;970;g2e4ce5cb954_0_26"/>
          <p:cNvSpPr txBox="1">
            <a:spLocks noGrp="1"/>
          </p:cNvSpPr>
          <p:nvPr>
            <p:ph type="subTitle" idx="4294967295"/>
          </p:nvPr>
        </p:nvSpPr>
        <p:spPr>
          <a:xfrm>
            <a:off x="2146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w</a:t>
            </a:r>
            <a:endParaRPr sz="15000" b="0" i="0" u="none" strike="noStrike" cap="none">
              <a:solidFill>
                <a:srgbClr val="D0CECE"/>
              </a:solidFill>
              <a:latin typeface="Jost"/>
              <a:ea typeface="Jost"/>
              <a:cs typeface="Jost"/>
              <a:sym typeface="Jost"/>
            </a:endParaRPr>
          </a:p>
        </p:txBody>
      </p:sp>
      <p:sp>
        <p:nvSpPr>
          <p:cNvPr id="971" name="Google Shape;971;g2e4ce5cb954_0_26"/>
          <p:cNvSpPr txBox="1">
            <a:spLocks noGrp="1"/>
          </p:cNvSpPr>
          <p:nvPr>
            <p:ph type="subTitle" idx="4294967295"/>
          </p:nvPr>
        </p:nvSpPr>
        <p:spPr>
          <a:xfrm>
            <a:off x="4171050" y="1308025"/>
            <a:ext cx="87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i</a:t>
            </a:r>
            <a:endParaRPr sz="15000" b="0" i="0" u="none" strike="noStrike" cap="none">
              <a:solidFill>
                <a:srgbClr val="F7941D"/>
              </a:solidFill>
              <a:latin typeface="Jost"/>
              <a:ea typeface="Jost"/>
              <a:cs typeface="Jost"/>
              <a:sym typeface="Jost"/>
            </a:endParaRPr>
          </a:p>
        </p:txBody>
      </p:sp>
      <p:sp>
        <p:nvSpPr>
          <p:cNvPr id="972" name="Google Shape;972;g2e4ce5cb954_0_2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e4ce5cb954_0_2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e4ce5cb954_0_2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e4ce5cb954_0_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e4ce5cb954_0_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e4ce5cb954_0_2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e4ce5cb954_0_2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e4ce5cb954_0_2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0" name="Google Shape;980;g2e4ce5cb954_0_26"/>
          <p:cNvGrpSpPr/>
          <p:nvPr/>
        </p:nvGrpSpPr>
        <p:grpSpPr>
          <a:xfrm>
            <a:off x="-550" y="6984600"/>
            <a:ext cx="8596479" cy="808600"/>
            <a:chOff x="-550" y="6984600"/>
            <a:chExt cx="8596479" cy="808600"/>
          </a:xfrm>
        </p:grpSpPr>
        <p:sp>
          <p:nvSpPr>
            <p:cNvPr id="981" name="Google Shape;981;g2e4ce5cb954_0_2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2" name="Google Shape;982;g2e4ce5cb954_0_2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3" name="Google Shape;983;g2e4ce5cb954_0_2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4" name="Google Shape;984;g2e4ce5cb954_0_2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5" name="Google Shape;985;g2e4ce5cb954_0_2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6" name="Google Shape;986;g2e4ce5cb954_0_2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7" name="Google Shape;987;g2e4ce5cb954_0_2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8" name="Google Shape;988;g2e4ce5cb954_0_2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9" name="Google Shape;989;g2e4ce5cb954_0_2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0" name="Google Shape;990;g2e4ce5cb954_0_26"/>
          <p:cNvSpPr txBox="1">
            <a:spLocks noGrp="1"/>
          </p:cNvSpPr>
          <p:nvPr>
            <p:ph type="subTitle" idx="4294967295"/>
          </p:nvPr>
        </p:nvSpPr>
        <p:spPr>
          <a:xfrm>
            <a:off x="3136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91" name="Google Shape;991;g2e4ce5cb954_0_26"/>
          <p:cNvSpPr txBox="1">
            <a:spLocks noGrp="1"/>
          </p:cNvSpPr>
          <p:nvPr>
            <p:ph type="subTitle" idx="4294967295"/>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992" name="Google Shape;992;g2e4ce5cb954_0_26"/>
          <p:cNvSpPr/>
          <p:nvPr/>
        </p:nvSpPr>
        <p:spPr>
          <a:xfrm>
            <a:off x="2445275" y="4011900"/>
            <a:ext cx="1651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3" name="Google Shape;993;g2e4ce5cb954_0_26"/>
          <p:cNvGrpSpPr/>
          <p:nvPr/>
        </p:nvGrpSpPr>
        <p:grpSpPr>
          <a:xfrm>
            <a:off x="4543300" y="1128025"/>
            <a:ext cx="1605975" cy="688400"/>
            <a:chOff x="3883750" y="1128025"/>
            <a:chExt cx="1605975" cy="688400"/>
          </a:xfrm>
        </p:grpSpPr>
        <p:sp>
          <p:nvSpPr>
            <p:cNvPr id="994" name="Google Shape;994;g2e4ce5cb954_0_26"/>
            <p:cNvSpPr/>
            <p:nvPr/>
          </p:nvSpPr>
          <p:spPr>
            <a:xfrm rot="-5400000">
              <a:off x="3721475" y="1358875"/>
              <a:ext cx="4617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e4ce5cb954_0_26"/>
            <p:cNvSpPr/>
            <p:nvPr/>
          </p:nvSpPr>
          <p:spPr>
            <a:xfrm>
              <a:off x="3883750" y="1128025"/>
              <a:ext cx="16059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e4ce5cb954_0_26"/>
            <p:cNvSpPr/>
            <p:nvPr/>
          </p:nvSpPr>
          <p:spPr>
            <a:xfrm rot="5400000">
              <a:off x="5110075" y="1436775"/>
              <a:ext cx="6222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3" name="Google Shape;100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04" name="Google Shape;100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5" name="Google Shape;1005;g2c4fb7f6616_1_0"/>
          <p:cNvSpPr txBox="1">
            <a:spLocks noGrp="1"/>
          </p:cNvSpPr>
          <p:nvPr>
            <p:ph type="subTitle" idx="4294967295"/>
          </p:nvPr>
        </p:nvSpPr>
        <p:spPr>
          <a:xfrm>
            <a:off x="5507725" y="1308025"/>
            <a:ext cx="2117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1006" name="Google Shape;1006;g2c4fb7f6616_1_0"/>
          <p:cNvSpPr txBox="1">
            <a:spLocks noGrp="1"/>
          </p:cNvSpPr>
          <p:nvPr>
            <p:ph type="subTitle" idx="4294967295"/>
          </p:nvPr>
        </p:nvSpPr>
        <p:spPr>
          <a:xfrm>
            <a:off x="2566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07" name="Google Shape;1007;g2c4fb7f6616_1_0"/>
          <p:cNvSpPr txBox="1">
            <a:spLocks noGrp="1"/>
          </p:cNvSpPr>
          <p:nvPr>
            <p:ph type="subTitle" idx="4294967295"/>
          </p:nvPr>
        </p:nvSpPr>
        <p:spPr>
          <a:xfrm>
            <a:off x="3489825" y="1308025"/>
            <a:ext cx="2387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e</a:t>
            </a:r>
            <a:r>
              <a:rPr lang="en-US" sz="13000" b="0" i="0" u="none" strike="noStrike" cap="none">
                <a:solidFill>
                  <a:srgbClr val="815137"/>
                </a:solidFill>
                <a:latin typeface="Poppins"/>
                <a:ea typeface="Poppins"/>
                <a:cs typeface="Poppins"/>
                <a:sym typeface="Poppins"/>
              </a:rPr>
              <a:t>a</a:t>
            </a:r>
            <a:endParaRPr sz="15000" b="0" i="0" u="none" strike="noStrike" cap="none">
              <a:solidFill>
                <a:srgbClr val="815137"/>
              </a:solidFill>
              <a:latin typeface="Jost"/>
              <a:ea typeface="Jost"/>
              <a:cs typeface="Jost"/>
              <a:sym typeface="Jost"/>
            </a:endParaRPr>
          </a:p>
        </p:txBody>
      </p:sp>
      <p:sp>
        <p:nvSpPr>
          <p:cNvPr id="1008" name="Google Shape;1008;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4" name="Google Shape;1014;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6" name="Google Shape;1016;g2c4fb7f6616_1_0"/>
          <p:cNvGrpSpPr/>
          <p:nvPr/>
        </p:nvGrpSpPr>
        <p:grpSpPr>
          <a:xfrm>
            <a:off x="-550" y="6984600"/>
            <a:ext cx="8596479" cy="808600"/>
            <a:chOff x="-550" y="6984600"/>
            <a:chExt cx="8596479" cy="808600"/>
          </a:xfrm>
        </p:grpSpPr>
        <p:sp>
          <p:nvSpPr>
            <p:cNvPr id="1017" name="Google Shape;101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8" name="Google Shape;101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9" name="Google Shape;101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0" name="Google Shape;102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1" name="Google Shape;102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2" name="Google Shape;1022;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3" name="Google Shape;102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4" name="Google Shape;102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5" name="Google Shape;1025;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6" name="Google Shape;1026;g2c4fb7f6616_1_0"/>
          <p:cNvSpPr txBox="1">
            <a:spLocks noGrp="1"/>
          </p:cNvSpPr>
          <p:nvPr>
            <p:ph type="subTitle" idx="4294967295"/>
          </p:nvPr>
        </p:nvSpPr>
        <p:spPr>
          <a:xfrm>
            <a:off x="1518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w</a:t>
            </a:r>
            <a:endParaRPr sz="15000" b="0" i="0" u="none" strike="noStrike" cap="none">
              <a:solidFill>
                <a:srgbClr val="D0CECE"/>
              </a:solidFill>
              <a:latin typeface="Jost"/>
              <a:ea typeface="Jost"/>
              <a:cs typeface="Jost"/>
              <a:sym typeface="Jost"/>
            </a:endParaRPr>
          </a:p>
        </p:txBody>
      </p:sp>
      <p:sp>
        <p:nvSpPr>
          <p:cNvPr id="1027" name="Google Shape;1027;g2c4fb7f6616_1_0"/>
          <p:cNvSpPr/>
          <p:nvPr/>
        </p:nvSpPr>
        <p:spPr>
          <a:xfrm>
            <a:off x="3748675" y="4011900"/>
            <a:ext cx="18987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c4fb7f6616_1_0"/>
          <p:cNvSpPr/>
          <p:nvPr/>
        </p:nvSpPr>
        <p:spPr>
          <a:xfrm>
            <a:off x="5945875" y="4011900"/>
            <a:ext cx="1241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c4fb7f6616_1_0"/>
          <p:cNvSpPr/>
          <p:nvPr/>
        </p:nvSpPr>
        <p:spPr>
          <a:xfrm>
            <a:off x="1798800" y="4011900"/>
            <a:ext cx="1651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6" name="Google Shape;103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3" name="Google Shape;104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4" name="Google Shape;1044;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5" name="Google Shape;104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2" name="Google Shape;105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3" name="Google Shape;1053;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4" name="Google Shape;105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1" name="Google Shape;106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2" name="Google Shape;1062;g26b641b03cd_0_213"/>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3" name="Google Shape;106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0" name="Google Shape;107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1" name="Google Shape;1071;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2" name="Google Shape;107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9" name="Google Shape;1079;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0" name="Google Shape;1080;g2d1eea302f1_0_6"/>
          <p:cNvGrpSpPr/>
          <p:nvPr/>
        </p:nvGrpSpPr>
        <p:grpSpPr>
          <a:xfrm>
            <a:off x="3024000" y="209875"/>
            <a:ext cx="3096000" cy="454800"/>
            <a:chOff x="3024000" y="209875"/>
            <a:chExt cx="3096000" cy="454800"/>
          </a:xfrm>
        </p:grpSpPr>
        <p:sp>
          <p:nvSpPr>
            <p:cNvPr id="1081" name="Google Shape;1081;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2" name="Google Shape;1082;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3" name="Google Shape;1083;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4" name="Google Shape;1084;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6" name="Google Shape;1086;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7" name="Google Shape;1087;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8" name="Google Shape;1088;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089" name="Google Shape;1089;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90" name="Google Shape;1090;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1" name="Google Shape;1091;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2" name="Google Shape;1092;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93" name="Google Shape;1093;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4" name="Google Shape;1094;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5" name="Google Shape;1095;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6" name="Google Shape;1096;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97" name="Google Shape;1097;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00904D"/>
              </a:solidFill>
              <a:latin typeface="Jost"/>
              <a:ea typeface="Jost"/>
              <a:cs typeface="Jost"/>
              <a:sym typeface="Jost"/>
            </a:endParaRPr>
          </a:p>
        </p:txBody>
      </p:sp>
      <p:sp>
        <p:nvSpPr>
          <p:cNvPr id="1098" name="Google Shape;1098;g2d1eea302f1_0_6"/>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9" name="Google Shape;1099;g2d1eea302f1_0_6"/>
          <p:cNvSpPr txBox="1"/>
          <p:nvPr/>
        </p:nvSpPr>
        <p:spPr>
          <a:xfrm>
            <a:off x="406320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00" name="Google Shape;1100;g2d1eea302f1_0_6"/>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01" name="Google Shape;1101;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02" name="Google Shape;1102;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cxnSp>
        <p:nvCxnSpPr>
          <p:cNvPr id="1103" name="Google Shape;1103;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4" name="Google Shape;1104;g2d1eea302f1_0_6"/>
          <p:cNvSpPr txBox="1"/>
          <p:nvPr/>
        </p:nvSpPr>
        <p:spPr>
          <a:xfrm>
            <a:off x="3486800" y="87416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g2e4ce5cb954_0_6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1" name="Google Shape;1111;g2e4ce5cb954_0_6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2" name="Google Shape;1112;g2e4ce5cb954_0_69"/>
          <p:cNvGrpSpPr/>
          <p:nvPr/>
        </p:nvGrpSpPr>
        <p:grpSpPr>
          <a:xfrm>
            <a:off x="3024000" y="209875"/>
            <a:ext cx="3096000" cy="454800"/>
            <a:chOff x="3024000" y="209875"/>
            <a:chExt cx="3096000" cy="454800"/>
          </a:xfrm>
        </p:grpSpPr>
        <p:sp>
          <p:nvSpPr>
            <p:cNvPr id="1113" name="Google Shape;1113;g2e4ce5cb954_0_6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4" name="Google Shape;1114;g2e4ce5cb954_0_6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5" name="Google Shape;1115;g2e4ce5cb954_0_6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6" name="Google Shape;1116;g2e4ce5cb954_0_69"/>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7" name="Google Shape;1117;g2e4ce5cb954_0_69"/>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8" name="Google Shape;1118;g2e4ce5cb954_0_69"/>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9" name="Google Shape;1119;g2e4ce5cb954_0_69"/>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0" name="Google Shape;1120;g2e4ce5cb954_0_69"/>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1" name="Google Shape;1121;g2e4ce5cb954_0_69"/>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22" name="Google Shape;1122;g2e4ce5cb954_0_69"/>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23" name="Google Shape;1123;g2e4ce5cb954_0_69"/>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124" name="Google Shape;1124;g2e4ce5cb954_0_69"/>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5" name="Google Shape;1125;g2e4ce5cb954_0_69"/>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6" name="Google Shape;1126;g2e4ce5cb954_0_69"/>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7" name="Google Shape;1127;g2e4ce5cb954_0_69"/>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8" name="Google Shape;1128;g2e4ce5cb954_0_69"/>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9" name="Google Shape;1129;g2e4ce5cb954_0_69"/>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0" name="Google Shape;1130;g2e4ce5cb954_0_69"/>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31" name="Google Shape;1131;g2e4ce5cb954_0_69"/>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00904D"/>
              </a:solidFill>
              <a:latin typeface="Jost"/>
              <a:ea typeface="Jost"/>
              <a:cs typeface="Jost"/>
              <a:sym typeface="Jost"/>
            </a:endParaRPr>
          </a:p>
        </p:txBody>
      </p:sp>
      <p:sp>
        <p:nvSpPr>
          <p:cNvPr id="1132" name="Google Shape;1132;g2e4ce5cb954_0_69"/>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33" name="Google Shape;1133;g2e4ce5cb954_0_69"/>
          <p:cNvSpPr txBox="1"/>
          <p:nvPr/>
        </p:nvSpPr>
        <p:spPr>
          <a:xfrm>
            <a:off x="406320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34" name="Google Shape;1134;g2e4ce5cb954_0_69"/>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35" name="Google Shape;1135;g2e4ce5cb954_0_69"/>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wr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write wrist wrinkle wriggle wrong wreck</a:t>
            </a:r>
            <a:endParaRPr sz="1800" b="0" i="0" u="none" strike="noStrike" cap="none">
              <a:solidFill>
                <a:srgbClr val="B7B7B7"/>
              </a:solidFill>
              <a:latin typeface="Jost"/>
              <a:ea typeface="Jost"/>
              <a:cs typeface="Jost"/>
              <a:sym typeface="Jost"/>
            </a:endParaRPr>
          </a:p>
        </p:txBody>
      </p:sp>
      <p:sp>
        <p:nvSpPr>
          <p:cNvPr id="1136" name="Google Shape;1136;g2e4ce5cb954_0_6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37" name="Google Shape;1137;g2e4ce5cb954_0_69"/>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38" name="Google Shape;1138;g2e4ce5cb954_0_69"/>
          <p:cNvSpPr txBox="1"/>
          <p:nvPr/>
        </p:nvSpPr>
        <p:spPr>
          <a:xfrm>
            <a:off x="3486800" y="87416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471</Words>
  <Application>Microsoft Office PowerPoint</Application>
  <PresentationFormat>On-screen Show (4:3)</PresentationFormat>
  <Paragraphs>164</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Jost</vt:lpstr>
      <vt:lpstr>Poppins</vt:lpstr>
      <vt:lpstr>Nunito Black</vt:lpstr>
      <vt:lpstr>Calibri</vt:lpstr>
      <vt:lpstr>Poppins SemiBold</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2026-05-25T05:46:04Z</dcterms:modified>
</cp:coreProperties>
</file>