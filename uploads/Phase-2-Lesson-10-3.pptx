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Mulish" panose="020B0604020202020204" charset="0"/>
      <p:regular r:id="rId32"/>
      <p:bold r:id="rId33"/>
      <p:italic r:id="rId34"/>
      <p:boldItalic r:id="rId35"/>
    </p:embeddedFont>
    <p:embeddedFont>
      <p:font typeface="Nunito Black" pitchFamily="2" charset="0"/>
      <p:bold r:id="rId36"/>
      <p:boldItalic r:id="rId37"/>
    </p:embeddedFont>
    <p:embeddedFont>
      <p:font typeface="Poppins" panose="00000500000000000000" pitchFamily="2" charset="0"/>
      <p:regular r:id="rId38"/>
      <p:bold r:id="rId39"/>
      <p:italic r:id="rId40"/>
      <p:boldItalic r:id="rId41"/>
    </p:embeddedFont>
    <p:embeddedFont>
      <p:font typeface="Poppins Medium" panose="00000600000000000000" pitchFamily="2" charset="0"/>
      <p:regular r:id="rId42"/>
      <p:bold r:id="rId43"/>
      <p:italic r:id="rId44"/>
      <p:boldItalic r:id="rId45"/>
    </p:embeddedFont>
    <p:embeddedFont>
      <p:font typeface="Poppins SemiBold" panose="000007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hQS1l+LXjUtv0eBA6ngw+UZYJa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38DDD43-8765-4E25-AF4F-3723DD88BC74}">
  <a:tblStyle styleId="{638DDD43-8765-4E25-AF4F-3723DD88BC7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font" Target="fonts/font22.fntdata"/><Relationship Id="rId5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4" name="Google Shape;75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5" name="Google Shape;75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7" name="Google Shape;78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2d9e05eb8a1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0" name="Google Shape;800;g2d9e05eb8a1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1" name="Google Shape;801;g2d9e05eb8a1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9" name="Google Shape;809;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0" name="Google Shape;810;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1" name="Google Shape;821;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2" name="Google Shape;822;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5" name="Google Shape;845;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6" name="Google Shape;846;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7" name="Google Shape;857;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8" name="Google Shape;858;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6bae5103b7_0_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6bae5103b7_0_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6bae5103b7_0_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6bae5103b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g26bae5103b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6" name="Google Shape;896;g26bae5103b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6bae5103b7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26bae5103b7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26bae5103b7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4" name="Google Shape;964;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5" name="Google Shape;975;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6" name="Google Shape;976;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7" name="Google Shape;98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8" name="Google Shape;98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2" name="Google Shape;1022;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1" name="Google Shape;1031;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2" name="Google Shape;1032;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26c2c23605e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5" name="Google Shape;1085;g26c2c23605e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6" name="Google Shape;1086;g26c2c23605e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1" name="Google Shape;1111;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2" name="Google Shape;1112;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26bae50fd3a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4" name="Google Shape;1124;g26bae50fd3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5" name="Google Shape;1125;g26bae50fd3a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8" name="Google Shape;8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9" name="Google Shape;89;g26b641b03cd_1_92"/>
          <p:cNvGrpSpPr/>
          <p:nvPr/>
        </p:nvGrpSpPr>
        <p:grpSpPr>
          <a:xfrm>
            <a:off x="-36800" y="-52000"/>
            <a:ext cx="9236100" cy="543750"/>
            <a:chOff x="-36800" y="-52000"/>
            <a:chExt cx="9236100" cy="543750"/>
          </a:xfrm>
        </p:grpSpPr>
        <p:sp>
          <p:nvSpPr>
            <p:cNvPr id="90" name="Google Shape;90;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1" name="Google Shape;91;g26b641b03cd_1_92"/>
            <p:cNvGrpSpPr/>
            <p:nvPr/>
          </p:nvGrpSpPr>
          <p:grpSpPr>
            <a:xfrm>
              <a:off x="565600" y="88250"/>
              <a:ext cx="1337400" cy="403500"/>
              <a:chOff x="565600" y="88250"/>
              <a:chExt cx="1337400" cy="403500"/>
            </a:xfrm>
          </p:grpSpPr>
          <p:grpSp>
            <p:nvGrpSpPr>
              <p:cNvPr id="92" name="Google Shape;92;g26b641b03cd_1_92"/>
              <p:cNvGrpSpPr/>
              <p:nvPr/>
            </p:nvGrpSpPr>
            <p:grpSpPr>
              <a:xfrm>
                <a:off x="565600" y="88250"/>
                <a:ext cx="1337400" cy="403500"/>
                <a:chOff x="565600" y="88250"/>
                <a:chExt cx="1337400" cy="403500"/>
              </a:xfrm>
            </p:grpSpPr>
            <p:sp>
              <p:nvSpPr>
                <p:cNvPr id="93" name="Google Shape;93;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 name="Google Shape;94;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5" name="Google Shape;95;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6" name="Google Shape;96;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3" name="Google Shape;103;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5" name="Google Shape;105;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106"/>
        <p:cNvGrpSpPr/>
        <p:nvPr/>
      </p:nvGrpSpPr>
      <p:grpSpPr>
        <a:xfrm>
          <a:off x="0" y="0"/>
          <a:ext cx="0" cy="0"/>
          <a:chOff x="0" y="0"/>
          <a:chExt cx="0" cy="0"/>
        </a:xfrm>
      </p:grpSpPr>
      <p:sp>
        <p:nvSpPr>
          <p:cNvPr id="107" name="Google Shape;107;g2d9e05eb8a1_0_94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8" name="Google Shape;108;g2d9e05eb8a1_0_942"/>
          <p:cNvGrpSpPr/>
          <p:nvPr/>
        </p:nvGrpSpPr>
        <p:grpSpPr>
          <a:xfrm>
            <a:off x="357775" y="5983875"/>
            <a:ext cx="586800" cy="571500"/>
            <a:chOff x="662575" y="6212475"/>
            <a:chExt cx="586800" cy="571500"/>
          </a:xfrm>
        </p:grpSpPr>
        <p:sp>
          <p:nvSpPr>
            <p:cNvPr id="109" name="Google Shape;109;g2d9e05eb8a1_0_94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d9e05eb8a1_0_94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 name="Google Shape;111;g2d9e05eb8a1_0_94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2" name="Google Shape;112;g2d9e05eb8a1_0_942"/>
          <p:cNvGrpSpPr/>
          <p:nvPr/>
        </p:nvGrpSpPr>
        <p:grpSpPr>
          <a:xfrm>
            <a:off x="8199150" y="5983875"/>
            <a:ext cx="586800" cy="571500"/>
            <a:chOff x="7894350" y="6212475"/>
            <a:chExt cx="586800" cy="571500"/>
          </a:xfrm>
        </p:grpSpPr>
        <p:sp>
          <p:nvSpPr>
            <p:cNvPr id="113" name="Google Shape;113;g2d9e05eb8a1_0_94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d9e05eb8a1_0_94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d9e05eb8a1_0_94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16" name="Google Shape;116;g2d9e05eb8a1_0_9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117" name="Google Shape;117;g2d9e05eb8a1_0_94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118" name="Google Shape;118;g2d9e05eb8a1_0_94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19" name="Google Shape;119;g2d9e05eb8a1_0_942"/>
          <p:cNvGrpSpPr/>
          <p:nvPr/>
        </p:nvGrpSpPr>
        <p:grpSpPr>
          <a:xfrm>
            <a:off x="-36800" y="-52000"/>
            <a:ext cx="9236100" cy="543750"/>
            <a:chOff x="-36800" y="-52000"/>
            <a:chExt cx="9236100" cy="543750"/>
          </a:xfrm>
        </p:grpSpPr>
        <p:sp>
          <p:nvSpPr>
            <p:cNvPr id="120" name="Google Shape;120;g2d9e05eb8a1_0_94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1" name="Google Shape;121;g2d9e05eb8a1_0_942"/>
            <p:cNvGrpSpPr/>
            <p:nvPr/>
          </p:nvGrpSpPr>
          <p:grpSpPr>
            <a:xfrm>
              <a:off x="565600" y="88250"/>
              <a:ext cx="1337400" cy="403500"/>
              <a:chOff x="565600" y="88250"/>
              <a:chExt cx="1337400" cy="403500"/>
            </a:xfrm>
          </p:grpSpPr>
          <p:grpSp>
            <p:nvGrpSpPr>
              <p:cNvPr id="122" name="Google Shape;122;g2d9e05eb8a1_0_942"/>
              <p:cNvGrpSpPr/>
              <p:nvPr/>
            </p:nvGrpSpPr>
            <p:grpSpPr>
              <a:xfrm>
                <a:off x="565600" y="88250"/>
                <a:ext cx="1337400" cy="403500"/>
                <a:chOff x="565600" y="88250"/>
                <a:chExt cx="1337400" cy="403500"/>
              </a:xfrm>
            </p:grpSpPr>
            <p:sp>
              <p:nvSpPr>
                <p:cNvPr id="123" name="Google Shape;123;g2d9e05eb8a1_0_94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d9e05eb8a1_0_94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5" name="Google Shape;125;g2d9e05eb8a1_0_94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26" name="Google Shape;126;g2d9e05eb8a1_0_94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27" name="Google Shape;127;g2d9e05eb8a1_0_94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8" name="Google Shape;128;g2d9e05eb8a1_0_94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29" name="Google Shape;129;g2d9e05eb8a1_0_94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0" name="Google Shape;130;g2d9e05eb8a1_0_94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31" name="Google Shape;131;g2d9e05eb8a1_0_94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d9e05eb8a1_0_94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33" name="Google Shape;133;g2d9e05eb8a1_0_94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d9e05eb8a1_0_94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35" name="Google Shape;135;g2d9e05eb8a1_0_94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36"/>
        <p:cNvGrpSpPr/>
        <p:nvPr/>
      </p:nvGrpSpPr>
      <p:grpSpPr>
        <a:xfrm>
          <a:off x="0" y="0"/>
          <a:ext cx="0" cy="0"/>
          <a:chOff x="0" y="0"/>
          <a:chExt cx="0" cy="0"/>
        </a:xfrm>
      </p:grpSpPr>
      <p:sp>
        <p:nvSpPr>
          <p:cNvPr id="137" name="Google Shape;137;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40" name="Google Shape;140;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1" name="Google Shape;141;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2" name="Google Shape;142;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43" name="Google Shape;143;g26b641b03cd_0_33"/>
          <p:cNvGrpSpPr/>
          <p:nvPr/>
        </p:nvGrpSpPr>
        <p:grpSpPr>
          <a:xfrm>
            <a:off x="662575" y="6212475"/>
            <a:ext cx="586800" cy="571500"/>
            <a:chOff x="662575" y="6212475"/>
            <a:chExt cx="586800" cy="571500"/>
          </a:xfrm>
        </p:grpSpPr>
        <p:sp>
          <p:nvSpPr>
            <p:cNvPr id="144" name="Google Shape;14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47" name="Google Shape;147;g26b641b03cd_0_33"/>
          <p:cNvGrpSpPr/>
          <p:nvPr/>
        </p:nvGrpSpPr>
        <p:grpSpPr>
          <a:xfrm>
            <a:off x="7894350" y="6212475"/>
            <a:ext cx="586800" cy="571500"/>
            <a:chOff x="7894350" y="6212475"/>
            <a:chExt cx="586800" cy="571500"/>
          </a:xfrm>
        </p:grpSpPr>
        <p:sp>
          <p:nvSpPr>
            <p:cNvPr id="148" name="Google Shape;14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51" name="Google Shape;15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i n m d</a:t>
            </a:r>
            <a:endParaRPr sz="1800" b="0" i="0" u="none" strike="noStrike" cap="none">
              <a:solidFill>
                <a:srgbClr val="FFFFFF"/>
              </a:solidFill>
              <a:latin typeface="Poppins SemiBold"/>
              <a:ea typeface="Poppins SemiBold"/>
              <a:cs typeface="Poppins SemiBold"/>
              <a:sym typeface="Poppins SemiBold"/>
            </a:endParaRPr>
          </a:p>
        </p:txBody>
      </p:sp>
      <p:sp>
        <p:nvSpPr>
          <p:cNvPr id="152" name="Google Shape;15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2 - Friday</a:t>
            </a:r>
            <a:endParaRPr sz="1800" b="0" i="0" u="none" strike="noStrike" cap="none">
              <a:solidFill>
                <a:srgbClr val="F7941D"/>
              </a:solidFill>
              <a:latin typeface="Poppins Medium"/>
              <a:ea typeface="Poppins Medium"/>
              <a:cs typeface="Poppins Medium"/>
              <a:sym typeface="Poppins Medium"/>
            </a:endParaRPr>
          </a:p>
        </p:txBody>
      </p:sp>
      <p:sp>
        <p:nvSpPr>
          <p:cNvPr id="153" name="Google Shape;15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10</a:t>
            </a:r>
            <a:endParaRPr sz="1800" b="0" i="0" u="none" strike="noStrike" cap="none">
              <a:solidFill>
                <a:srgbClr val="F7941D"/>
              </a:solidFill>
              <a:latin typeface="Poppins Medium"/>
              <a:ea typeface="Poppins Medium"/>
              <a:cs typeface="Poppins Medium"/>
              <a:sym typeface="Poppins Medium"/>
            </a:endParaRPr>
          </a:p>
        </p:txBody>
      </p:sp>
      <p:sp>
        <p:nvSpPr>
          <p:cNvPr id="154" name="Google Shape;154;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55" name="Google Shape;15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56" name="Google Shape;15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57" name="Google Shape;15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58" name="Google Shape;15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5" name="Google Shape;165;g26b641b03cd_0_260"/>
          <p:cNvGrpSpPr/>
          <p:nvPr/>
        </p:nvGrpSpPr>
        <p:grpSpPr>
          <a:xfrm>
            <a:off x="8199150" y="5983875"/>
            <a:ext cx="586800" cy="571500"/>
            <a:chOff x="7894350" y="6212475"/>
            <a:chExt cx="586800" cy="571500"/>
          </a:xfrm>
        </p:grpSpPr>
        <p:sp>
          <p:nvSpPr>
            <p:cNvPr id="166" name="Google Shape;16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7" name="Google Shape;167;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69" name="Google Shape;169;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70" name="Google Shape;170;g26b641b03cd_0_260"/>
          <p:cNvGrpSpPr/>
          <p:nvPr/>
        </p:nvGrpSpPr>
        <p:grpSpPr>
          <a:xfrm>
            <a:off x="-36800" y="-52000"/>
            <a:ext cx="9236100" cy="543750"/>
            <a:chOff x="-36800" y="-52000"/>
            <a:chExt cx="9236100" cy="54375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565600" y="88250"/>
              <a:ext cx="1337400" cy="403500"/>
              <a:chOff x="565600" y="88250"/>
              <a:chExt cx="1337400" cy="403500"/>
            </a:xfrm>
          </p:grpSpPr>
          <p:grpSp>
            <p:nvGrpSpPr>
              <p:cNvPr id="173" name="Google Shape;173;g26b641b03cd_0_260"/>
              <p:cNvGrpSpPr/>
              <p:nvPr/>
            </p:nvGrpSpPr>
            <p:grpSpPr>
              <a:xfrm>
                <a:off x="56560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76" name="Google Shape;176;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77" name="Google Shape;177;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87"/>
        <p:cNvGrpSpPr/>
        <p:nvPr/>
      </p:nvGrpSpPr>
      <p:grpSpPr>
        <a:xfrm>
          <a:off x="0" y="0"/>
          <a:ext cx="0" cy="0"/>
          <a:chOff x="0" y="0"/>
          <a:chExt cx="0" cy="0"/>
        </a:xfrm>
      </p:grpSpPr>
      <p:sp>
        <p:nvSpPr>
          <p:cNvPr id="188" name="Google Shape;188;g26bae50fd3a_0_745"/>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Independent Reading</a:t>
            </a:r>
            <a:endParaRPr sz="3200" b="0" i="0" u="none" strike="noStrike" cap="none">
              <a:solidFill>
                <a:srgbClr val="F7941D"/>
              </a:solidFill>
              <a:latin typeface="Poppins Medium"/>
              <a:ea typeface="Poppins Medium"/>
              <a:cs typeface="Poppins Medium"/>
              <a:sym typeface="Poppins Medium"/>
            </a:endParaRPr>
          </a:p>
        </p:txBody>
      </p:sp>
      <p:cxnSp>
        <p:nvCxnSpPr>
          <p:cNvPr id="189" name="Google Shape;189;g26bae50fd3a_0_745"/>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90" name="Google Shape;190;g26bae50fd3a_0_74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1" name="Google Shape;191;g26bae50fd3a_0_745"/>
          <p:cNvGrpSpPr/>
          <p:nvPr/>
        </p:nvGrpSpPr>
        <p:grpSpPr>
          <a:xfrm>
            <a:off x="8199150" y="5983875"/>
            <a:ext cx="586800" cy="571500"/>
            <a:chOff x="7894350" y="6212475"/>
            <a:chExt cx="586800" cy="571500"/>
          </a:xfrm>
        </p:grpSpPr>
        <p:sp>
          <p:nvSpPr>
            <p:cNvPr id="192" name="Google Shape;192;g26bae50fd3a_0_7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6bae50fd3a_0_7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6bae50fd3a_0_7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95" name="Google Shape;195;g26bae50fd3a_0_745"/>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96" name="Google Shape;196;g26bae50fd3a_0_745"/>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F7941D"/>
                </a:solidFill>
                <a:latin typeface="Poppins Medium"/>
                <a:ea typeface="Poppins Medium"/>
                <a:cs typeface="Poppins Medium"/>
                <a:sym typeface="Poppins Medium"/>
              </a:rPr>
              <a:t>Decodable Readers &amp; Teacher Book Activities</a:t>
            </a:r>
            <a:endParaRPr sz="1100" b="0" i="0" u="none" strike="noStrike" cap="none">
              <a:solidFill>
                <a:srgbClr val="F7941D"/>
              </a:solidFill>
              <a:latin typeface="Poppins Medium"/>
              <a:ea typeface="Poppins Medium"/>
              <a:cs typeface="Poppins Medium"/>
              <a:sym typeface="Poppins Medium"/>
            </a:endParaRPr>
          </a:p>
        </p:txBody>
      </p:sp>
      <p:sp>
        <p:nvSpPr>
          <p:cNvPr id="197" name="Google Shape;197;g26bae50fd3a_0_745"/>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F7941D"/>
                </a:solidFill>
                <a:latin typeface="Poppins Medium"/>
                <a:ea typeface="Poppins Medium"/>
                <a:cs typeface="Poppins Medium"/>
                <a:sym typeface="Poppins Medium"/>
              </a:rPr>
              <a:t>Workbooks</a:t>
            </a:r>
            <a:endParaRPr sz="1100" b="0" i="0" u="none" strike="noStrike" cap="none">
              <a:solidFill>
                <a:srgbClr val="F7941D"/>
              </a:solidFill>
              <a:latin typeface="Poppins Medium"/>
              <a:ea typeface="Poppins Medium"/>
              <a:cs typeface="Poppins Medium"/>
              <a:sym typeface="Poppins Medium"/>
            </a:endParaRPr>
          </a:p>
        </p:txBody>
      </p:sp>
      <p:grpSp>
        <p:nvGrpSpPr>
          <p:cNvPr id="199" name="Google Shape;199;g26bae50fd3a_0_745"/>
          <p:cNvGrpSpPr/>
          <p:nvPr/>
        </p:nvGrpSpPr>
        <p:grpSpPr>
          <a:xfrm>
            <a:off x="-36800" y="-52000"/>
            <a:ext cx="9236100" cy="543750"/>
            <a:chOff x="-36800" y="-52000"/>
            <a:chExt cx="9236100" cy="543750"/>
          </a:xfrm>
        </p:grpSpPr>
        <p:sp>
          <p:nvSpPr>
            <p:cNvPr id="200" name="Google Shape;200;g26bae50fd3a_0_74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1" name="Google Shape;201;g26bae50fd3a_0_745"/>
            <p:cNvGrpSpPr/>
            <p:nvPr/>
          </p:nvGrpSpPr>
          <p:grpSpPr>
            <a:xfrm>
              <a:off x="565600" y="88250"/>
              <a:ext cx="1337400" cy="403500"/>
              <a:chOff x="565600" y="88250"/>
              <a:chExt cx="1337400" cy="403500"/>
            </a:xfrm>
          </p:grpSpPr>
          <p:grpSp>
            <p:nvGrpSpPr>
              <p:cNvPr id="202" name="Google Shape;202;g26bae50fd3a_0_745"/>
              <p:cNvGrpSpPr/>
              <p:nvPr/>
            </p:nvGrpSpPr>
            <p:grpSpPr>
              <a:xfrm>
                <a:off x="565600" y="88250"/>
                <a:ext cx="1337400" cy="403500"/>
                <a:chOff x="565600" y="88250"/>
                <a:chExt cx="1337400" cy="403500"/>
              </a:xfrm>
            </p:grpSpPr>
            <p:sp>
              <p:nvSpPr>
                <p:cNvPr id="203" name="Google Shape;203;g26bae50fd3a_0_74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6bae50fd3a_0_74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5" name="Google Shape;205;g26bae50fd3a_0_74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206" name="Google Shape;206;g26bae50fd3a_0_74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ae50fd3a_0_74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ae50fd3a_0_74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ae50fd3a_0_74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ae50fd3a_0_74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11" name="Google Shape;211;g26bae50fd3a_0_74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ae50fd3a_0_74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3" name="Google Shape;213;g26bae50fd3a_0_74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6bae50fd3a_0_74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5" name="Google Shape;215;g26bae50fd3a_0_74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50"/>
        <p:cNvGrpSpPr/>
        <p:nvPr/>
      </p:nvGrpSpPr>
      <p:grpSpPr>
        <a:xfrm>
          <a:off x="0" y="0"/>
          <a:ext cx="0" cy="0"/>
          <a:chOff x="0" y="0"/>
          <a:chExt cx="0" cy="0"/>
        </a:xfrm>
      </p:grpSpPr>
      <p:sp>
        <p:nvSpPr>
          <p:cNvPr id="251" name="Google Shape;251;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2" name="Google Shape;252;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58" name="Google Shape;258;g2c235dd0dad_1_87"/>
          <p:cNvGrpSpPr/>
          <p:nvPr/>
        </p:nvGrpSpPr>
        <p:grpSpPr>
          <a:xfrm>
            <a:off x="662575" y="6212475"/>
            <a:ext cx="586800" cy="571500"/>
            <a:chOff x="662575" y="6212475"/>
            <a:chExt cx="586800" cy="571500"/>
          </a:xfrm>
        </p:grpSpPr>
        <p:sp>
          <p:nvSpPr>
            <p:cNvPr id="259" name="Google Shape;25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2" name="Google Shape;262;g2c235dd0dad_1_87"/>
          <p:cNvGrpSpPr/>
          <p:nvPr/>
        </p:nvGrpSpPr>
        <p:grpSpPr>
          <a:xfrm>
            <a:off x="7894350" y="6212475"/>
            <a:ext cx="586800" cy="571500"/>
            <a:chOff x="7894350" y="6212475"/>
            <a:chExt cx="586800" cy="571500"/>
          </a:xfrm>
        </p:grpSpPr>
        <p:sp>
          <p:nvSpPr>
            <p:cNvPr id="263" name="Google Shape;26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6" name="Google Shape;266;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7" name="Google Shape;267;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8" name="Google Shape;268;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69" name="Google Shape;269;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0" name="Google Shape;270;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1" name="Google Shape;271;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72" name="Google Shape;272;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 </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73" name="Google Shape;273;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74" name="Google Shape;274;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75" name="Google Shape;275;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76" name="Google Shape;276;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77" name="Google Shape;277;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8" name="Google Shape;278;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9" name="Google Shape;279;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80" name="Google Shape;280;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81" name="Google Shape;281;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82"/>
        <p:cNvGrpSpPr/>
        <p:nvPr/>
      </p:nvGrpSpPr>
      <p:grpSpPr>
        <a:xfrm>
          <a:off x="0" y="0"/>
          <a:ext cx="0" cy="0"/>
          <a:chOff x="0" y="0"/>
          <a:chExt cx="0" cy="0"/>
        </a:xfrm>
      </p:grpSpPr>
      <p:sp>
        <p:nvSpPr>
          <p:cNvPr id="283" name="Google Shape;283;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6" name="Google Shape;286;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89" name="Google Shape;289;g1f3daf8a844_0_32"/>
          <p:cNvGrpSpPr/>
          <p:nvPr/>
        </p:nvGrpSpPr>
        <p:grpSpPr>
          <a:xfrm>
            <a:off x="662575" y="6212475"/>
            <a:ext cx="586800" cy="571500"/>
            <a:chOff x="662575" y="6212475"/>
            <a:chExt cx="586800" cy="571500"/>
          </a:xfrm>
        </p:grpSpPr>
        <p:sp>
          <p:nvSpPr>
            <p:cNvPr id="290" name="Google Shape;29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3" name="Google Shape;293;g1f3daf8a844_0_32"/>
          <p:cNvGrpSpPr/>
          <p:nvPr/>
        </p:nvGrpSpPr>
        <p:grpSpPr>
          <a:xfrm>
            <a:off x="7894350" y="6212475"/>
            <a:ext cx="586800" cy="571500"/>
            <a:chOff x="7894350" y="6212475"/>
            <a:chExt cx="586800" cy="571500"/>
          </a:xfrm>
        </p:grpSpPr>
        <p:sp>
          <p:nvSpPr>
            <p:cNvPr id="294" name="Google Shape;29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7" name="Google Shape;297;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98" name="Google Shape;29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9" name="Google Shape;299;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303" name="Google Shape;30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 </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304" name="Google Shape;30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305" name="Google Shape;30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306" name="Google Shape;30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307" name="Google Shape;30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08" name="Google Shape;30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09" name="Google Shape;30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310" name="Google Shape;31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311" name="Google Shape;311;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312"/>
        <p:cNvGrpSpPr/>
        <p:nvPr/>
      </p:nvGrpSpPr>
      <p:grpSpPr>
        <a:xfrm>
          <a:off x="0" y="0"/>
          <a:ext cx="0" cy="0"/>
          <a:chOff x="0" y="0"/>
          <a:chExt cx="0" cy="0"/>
        </a:xfrm>
      </p:grpSpPr>
      <p:sp>
        <p:nvSpPr>
          <p:cNvPr id="313" name="Google Shape;313;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6" name="Google Shape;316;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19" name="Google Shape;319;g2c157a2fb06_0_53"/>
          <p:cNvGrpSpPr/>
          <p:nvPr/>
        </p:nvGrpSpPr>
        <p:grpSpPr>
          <a:xfrm>
            <a:off x="662575" y="6212475"/>
            <a:ext cx="586800" cy="571500"/>
            <a:chOff x="662575" y="6212475"/>
            <a:chExt cx="586800" cy="571500"/>
          </a:xfrm>
        </p:grpSpPr>
        <p:sp>
          <p:nvSpPr>
            <p:cNvPr id="320" name="Google Shape;320;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3" name="Google Shape;323;g2c157a2fb06_0_53"/>
          <p:cNvGrpSpPr/>
          <p:nvPr/>
        </p:nvGrpSpPr>
        <p:grpSpPr>
          <a:xfrm>
            <a:off x="7894350" y="6212475"/>
            <a:ext cx="586800" cy="571500"/>
            <a:chOff x="7894350" y="6212475"/>
            <a:chExt cx="586800" cy="571500"/>
          </a:xfrm>
        </p:grpSpPr>
        <p:sp>
          <p:nvSpPr>
            <p:cNvPr id="324" name="Google Shape;324;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7" name="Google Shape;327;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28" name="Google Shape;32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9" name="Google Shape;329;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1" name="Google Shape;331;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2" name="Google Shape;33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3" name="Google Shape;33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334" name="Google Shape;334;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5" name="Google Shape;335;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6" name="Google Shape;336;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8" name="Google Shape;33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9" name="Google Shape;33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0" name="Google Shape;34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1" name="Google Shape;34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2" name="Google Shape;34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43" name="Google Shape;343;g2c157a2fb06_0_53"/>
          <p:cNvGrpSpPr/>
          <p:nvPr/>
        </p:nvGrpSpPr>
        <p:grpSpPr>
          <a:xfrm>
            <a:off x="1403031" y="6958923"/>
            <a:ext cx="6774848" cy="1291477"/>
            <a:chOff x="717231" y="7263723"/>
            <a:chExt cx="6774848" cy="1291477"/>
          </a:xfrm>
        </p:grpSpPr>
        <p:sp>
          <p:nvSpPr>
            <p:cNvPr id="344" name="Google Shape;34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45" name="Google Shape;34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46" name="Google Shape;34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47" name="Google Shape;34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48" name="Google Shape;34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49" name="Google Shape;34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50" name="Google Shape;35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51" name="Google Shape;35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52" name="Google Shape;35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5" name="Google Shape;3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56" name="Google Shape;3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57"/>
        <p:cNvGrpSpPr/>
        <p:nvPr/>
      </p:nvGrpSpPr>
      <p:grpSpPr>
        <a:xfrm>
          <a:off x="0" y="0"/>
          <a:ext cx="0" cy="0"/>
          <a:chOff x="0" y="0"/>
          <a:chExt cx="0" cy="0"/>
        </a:xfrm>
      </p:grpSpPr>
      <p:pic>
        <p:nvPicPr>
          <p:cNvPr id="358" name="Google Shape;35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59" name="Google Shape;359;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1" name="Google Shape;361;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5" name="Google Shape;365;g2c157a2fb06_0_158"/>
          <p:cNvGrpSpPr/>
          <p:nvPr/>
        </p:nvGrpSpPr>
        <p:grpSpPr>
          <a:xfrm>
            <a:off x="662575" y="6212475"/>
            <a:ext cx="586800" cy="571500"/>
            <a:chOff x="662575" y="6212475"/>
            <a:chExt cx="586800" cy="571500"/>
          </a:xfrm>
        </p:grpSpPr>
        <p:sp>
          <p:nvSpPr>
            <p:cNvPr id="366" name="Google Shape;36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69" name="Google Shape;369;g2c157a2fb06_0_158"/>
          <p:cNvGrpSpPr/>
          <p:nvPr/>
        </p:nvGrpSpPr>
        <p:grpSpPr>
          <a:xfrm>
            <a:off x="7894350" y="6212475"/>
            <a:ext cx="586800" cy="571500"/>
            <a:chOff x="7894350" y="6212475"/>
            <a:chExt cx="586800" cy="571500"/>
          </a:xfrm>
        </p:grpSpPr>
        <p:sp>
          <p:nvSpPr>
            <p:cNvPr id="370" name="Google Shape;37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3" name="Google Shape;373;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4" name="Google Shape;37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5" name="Google Shape;375;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7" name="Google Shape;37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8" name="Google Shape;3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79" name="Google Shape;3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80" name="Google Shape;38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1" name="Google Shape;38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2" name="Google Shape;38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3" name="Google Shape;38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4" name="Google Shape;3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5" name="Google Shape;3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86"/>
        <p:cNvGrpSpPr/>
        <p:nvPr/>
      </p:nvGrpSpPr>
      <p:grpSpPr>
        <a:xfrm>
          <a:off x="0" y="0"/>
          <a:ext cx="0" cy="0"/>
          <a:chOff x="0" y="0"/>
          <a:chExt cx="0" cy="0"/>
        </a:xfrm>
      </p:grpSpPr>
      <p:sp>
        <p:nvSpPr>
          <p:cNvPr id="387" name="Google Shape;387;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0" name="Google Shape;390;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3" name="Google Shape;393;g2c157a2fb06_0_263"/>
          <p:cNvGrpSpPr/>
          <p:nvPr/>
        </p:nvGrpSpPr>
        <p:grpSpPr>
          <a:xfrm>
            <a:off x="662575" y="6212475"/>
            <a:ext cx="586800" cy="571500"/>
            <a:chOff x="662575" y="6212475"/>
            <a:chExt cx="586800" cy="571500"/>
          </a:xfrm>
        </p:grpSpPr>
        <p:sp>
          <p:nvSpPr>
            <p:cNvPr id="394" name="Google Shape;39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263"/>
          <p:cNvGrpSpPr/>
          <p:nvPr/>
        </p:nvGrpSpPr>
        <p:grpSpPr>
          <a:xfrm>
            <a:off x="7894350" y="6212475"/>
            <a:ext cx="586800" cy="571500"/>
            <a:chOff x="7894350" y="6212475"/>
            <a:chExt cx="586800" cy="571500"/>
          </a:xfrm>
        </p:grpSpPr>
        <p:sp>
          <p:nvSpPr>
            <p:cNvPr id="398" name="Google Shape;39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1" name="Google Shape;401;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3" name="Google Shape;403;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4" name="Google Shape;40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5" name="Google Shape;40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6" name="Google Shape;40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407" name="Google Shape;40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408" name="Google Shape;40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09" name="Google Shape;40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10" name="Google Shape;41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11" name="Google Shape;41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12" name="Google Shape;412;g2c157a2fb06_0_263"/>
          <p:cNvSpPr>
            <a:spLocks noGrp="1"/>
          </p:cNvSpPr>
          <p:nvPr>
            <p:ph type="pic" idx="8"/>
          </p:nvPr>
        </p:nvSpPr>
        <p:spPr>
          <a:xfrm>
            <a:off x="5086375" y="4412425"/>
            <a:ext cx="2668800" cy="1291500"/>
          </a:xfrm>
          <a:prstGeom prst="rect">
            <a:avLst/>
          </a:prstGeom>
          <a:noFill/>
          <a:ln>
            <a:noFill/>
          </a:ln>
        </p:spPr>
      </p:sp>
      <p:sp>
        <p:nvSpPr>
          <p:cNvPr id="413" name="Google Shape;413;g2c157a2fb06_0_263"/>
          <p:cNvSpPr>
            <a:spLocks noGrp="1"/>
          </p:cNvSpPr>
          <p:nvPr>
            <p:ph type="pic" idx="9"/>
          </p:nvPr>
        </p:nvSpPr>
        <p:spPr>
          <a:xfrm>
            <a:off x="5086375" y="797675"/>
            <a:ext cx="2668800" cy="1291500"/>
          </a:xfrm>
          <a:prstGeom prst="rect">
            <a:avLst/>
          </a:prstGeom>
          <a:noFill/>
          <a:ln>
            <a:noFill/>
          </a:ln>
        </p:spPr>
      </p:sp>
      <p:sp>
        <p:nvSpPr>
          <p:cNvPr id="414" name="Google Shape;414;g2c157a2fb06_0_263"/>
          <p:cNvSpPr>
            <a:spLocks noGrp="1"/>
          </p:cNvSpPr>
          <p:nvPr>
            <p:ph type="pic" idx="13"/>
          </p:nvPr>
        </p:nvSpPr>
        <p:spPr>
          <a:xfrm>
            <a:off x="5086375" y="2002592"/>
            <a:ext cx="2668800" cy="1291500"/>
          </a:xfrm>
          <a:prstGeom prst="rect">
            <a:avLst/>
          </a:prstGeom>
          <a:noFill/>
          <a:ln>
            <a:noFill/>
          </a:ln>
        </p:spPr>
      </p:sp>
      <p:sp>
        <p:nvSpPr>
          <p:cNvPr id="415" name="Google Shape;415;g2c157a2fb06_0_263"/>
          <p:cNvSpPr>
            <a:spLocks noGrp="1"/>
          </p:cNvSpPr>
          <p:nvPr>
            <p:ph type="pic" idx="14"/>
          </p:nvPr>
        </p:nvSpPr>
        <p:spPr>
          <a:xfrm>
            <a:off x="5086375" y="3207508"/>
            <a:ext cx="2668800" cy="1291500"/>
          </a:xfrm>
          <a:prstGeom prst="rect">
            <a:avLst/>
          </a:prstGeom>
          <a:noFill/>
          <a:ln>
            <a:noFill/>
          </a:ln>
        </p:spPr>
      </p:sp>
      <p:sp>
        <p:nvSpPr>
          <p:cNvPr id="416" name="Google Shape;41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7" name="Google Shape;41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418"/>
        <p:cNvGrpSpPr/>
        <p:nvPr/>
      </p:nvGrpSpPr>
      <p:grpSpPr>
        <a:xfrm>
          <a:off x="0" y="0"/>
          <a:ext cx="0" cy="0"/>
          <a:chOff x="0" y="0"/>
          <a:chExt cx="0" cy="0"/>
        </a:xfrm>
      </p:grpSpPr>
      <p:cxnSp>
        <p:nvCxnSpPr>
          <p:cNvPr id="419" name="Google Shape;419;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0" name="Google Shape;420;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1" name="Google Shape;421;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422" name="Google Shape;422;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8" name="Google Shape;428;g2c157a2fb06_0_467"/>
          <p:cNvGrpSpPr/>
          <p:nvPr/>
        </p:nvGrpSpPr>
        <p:grpSpPr>
          <a:xfrm>
            <a:off x="662575" y="6212475"/>
            <a:ext cx="586800" cy="571500"/>
            <a:chOff x="662575" y="6212475"/>
            <a:chExt cx="586800" cy="571500"/>
          </a:xfrm>
        </p:grpSpPr>
        <p:sp>
          <p:nvSpPr>
            <p:cNvPr id="429" name="Google Shape;42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2" name="Google Shape;432;g2c157a2fb06_0_467"/>
          <p:cNvGrpSpPr/>
          <p:nvPr/>
        </p:nvGrpSpPr>
        <p:grpSpPr>
          <a:xfrm>
            <a:off x="7894350" y="6212475"/>
            <a:ext cx="586800" cy="571500"/>
            <a:chOff x="7894350" y="6212475"/>
            <a:chExt cx="586800" cy="571500"/>
          </a:xfrm>
        </p:grpSpPr>
        <p:sp>
          <p:nvSpPr>
            <p:cNvPr id="433" name="Google Shape;43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6" name="Google Shape;436;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8" name="Google Shape;438;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9" name="Google Shape;43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0" name="Google Shape;44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1" name="Google Shape;44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2" name="Google Shape;44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443" name="Google Shape;44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4" name="Google Shape;44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45"/>
        <p:cNvGrpSpPr/>
        <p:nvPr/>
      </p:nvGrpSpPr>
      <p:grpSpPr>
        <a:xfrm>
          <a:off x="0" y="0"/>
          <a:ext cx="0" cy="0"/>
          <a:chOff x="0" y="0"/>
          <a:chExt cx="0" cy="0"/>
        </a:xfrm>
      </p:grpSpPr>
      <p:cxnSp>
        <p:nvCxnSpPr>
          <p:cNvPr id="446" name="Google Shape;44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7" name="Google Shape;44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48" name="Google Shape;448;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1" name="Google Shape;451;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4" name="Google Shape;454;g2c157a2fb06_0_629"/>
          <p:cNvGrpSpPr/>
          <p:nvPr/>
        </p:nvGrpSpPr>
        <p:grpSpPr>
          <a:xfrm>
            <a:off x="662575" y="6212475"/>
            <a:ext cx="586800" cy="571500"/>
            <a:chOff x="662575" y="6212475"/>
            <a:chExt cx="586800" cy="571500"/>
          </a:xfrm>
        </p:grpSpPr>
        <p:sp>
          <p:nvSpPr>
            <p:cNvPr id="455" name="Google Shape;45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8" name="Google Shape;458;g2c157a2fb06_0_629"/>
          <p:cNvGrpSpPr/>
          <p:nvPr/>
        </p:nvGrpSpPr>
        <p:grpSpPr>
          <a:xfrm>
            <a:off x="7894350" y="6212475"/>
            <a:ext cx="586800" cy="571500"/>
            <a:chOff x="7894350" y="6212475"/>
            <a:chExt cx="586800" cy="571500"/>
          </a:xfrm>
        </p:grpSpPr>
        <p:sp>
          <p:nvSpPr>
            <p:cNvPr id="459" name="Google Shape;45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2" name="Google Shape;462;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4" name="Google Shape;464;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5" name="Google Shape;46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7" name="Google Shape;46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8" name="Google Shape;46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69" name="Google Shape;46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0" name="Google Shape;47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1" name="Google Shape;47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72"/>
        <p:cNvGrpSpPr/>
        <p:nvPr/>
      </p:nvGrpSpPr>
      <p:grpSpPr>
        <a:xfrm>
          <a:off x="0" y="0"/>
          <a:ext cx="0" cy="0"/>
          <a:chOff x="0" y="0"/>
          <a:chExt cx="0" cy="0"/>
        </a:xfrm>
      </p:grpSpPr>
      <p:cxnSp>
        <p:nvCxnSpPr>
          <p:cNvPr id="473" name="Google Shape;473;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4" name="Google Shape;474;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5" name="Google Shape;475;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6" name="Google Shape;476;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77" name="Google Shape;477;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0" name="Google Shape;480;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3" name="Google Shape;483;g2c157a2fb06_0_798"/>
          <p:cNvGrpSpPr/>
          <p:nvPr/>
        </p:nvGrpSpPr>
        <p:grpSpPr>
          <a:xfrm>
            <a:off x="662575" y="6212475"/>
            <a:ext cx="586800" cy="571500"/>
            <a:chOff x="662575" y="6212475"/>
            <a:chExt cx="586800" cy="571500"/>
          </a:xfrm>
        </p:grpSpPr>
        <p:sp>
          <p:nvSpPr>
            <p:cNvPr id="484" name="Google Shape;484;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7" name="Google Shape;487;g2c157a2fb06_0_798"/>
          <p:cNvGrpSpPr/>
          <p:nvPr/>
        </p:nvGrpSpPr>
        <p:grpSpPr>
          <a:xfrm>
            <a:off x="7894350" y="6212475"/>
            <a:ext cx="586800" cy="571500"/>
            <a:chOff x="7894350" y="6212475"/>
            <a:chExt cx="586800" cy="571500"/>
          </a:xfrm>
        </p:grpSpPr>
        <p:sp>
          <p:nvSpPr>
            <p:cNvPr id="488" name="Google Shape;488;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91" name="Google Shape;491;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92" name="Google Shape;49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3" name="Google Shape;493;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4" name="Google Shape;49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5" name="Google Shape;49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6" name="Google Shape;49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97" name="Google Shape;49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98" name="Google Shape;49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9" name="Google Shape;49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500"/>
        <p:cNvGrpSpPr/>
        <p:nvPr/>
      </p:nvGrpSpPr>
      <p:grpSpPr>
        <a:xfrm>
          <a:off x="0" y="0"/>
          <a:ext cx="0" cy="0"/>
          <a:chOff x="0" y="0"/>
          <a:chExt cx="0" cy="0"/>
        </a:xfrm>
      </p:grpSpPr>
      <p:cxnSp>
        <p:nvCxnSpPr>
          <p:cNvPr id="501" name="Google Shape;50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2" name="Google Shape;50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3" name="Google Shape;50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4" name="Google Shape;50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505" name="Google Shape;505;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8" name="Google Shape;508;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1" name="Google Shape;511;g2c157a2fb06_0_825"/>
          <p:cNvGrpSpPr/>
          <p:nvPr/>
        </p:nvGrpSpPr>
        <p:grpSpPr>
          <a:xfrm>
            <a:off x="662575" y="6212475"/>
            <a:ext cx="586800" cy="571500"/>
            <a:chOff x="662575" y="6212475"/>
            <a:chExt cx="586800" cy="571500"/>
          </a:xfrm>
        </p:grpSpPr>
        <p:sp>
          <p:nvSpPr>
            <p:cNvPr id="512" name="Google Shape;51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5" name="Google Shape;515;g2c157a2fb06_0_825"/>
          <p:cNvGrpSpPr/>
          <p:nvPr/>
        </p:nvGrpSpPr>
        <p:grpSpPr>
          <a:xfrm>
            <a:off x="7894350" y="6212475"/>
            <a:ext cx="586800" cy="571500"/>
            <a:chOff x="7894350" y="6212475"/>
            <a:chExt cx="586800" cy="571500"/>
          </a:xfrm>
        </p:grpSpPr>
        <p:sp>
          <p:nvSpPr>
            <p:cNvPr id="516" name="Google Shape;51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19" name="Google Shape;519;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0" name="Google Shape;52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1" name="Google Shape;521;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2" name="Google Shape;52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3" name="Google Shape;52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4" name="Google Shape;52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25" name="Google Shape;52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526" name="Google Shape;52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7" name="Google Shape;52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528"/>
        <p:cNvGrpSpPr/>
        <p:nvPr/>
      </p:nvGrpSpPr>
      <p:grpSpPr>
        <a:xfrm>
          <a:off x="0" y="0"/>
          <a:ext cx="0" cy="0"/>
          <a:chOff x="0" y="0"/>
          <a:chExt cx="0" cy="0"/>
        </a:xfrm>
      </p:grpSpPr>
      <p:sp>
        <p:nvSpPr>
          <p:cNvPr id="529" name="Google Shape;529;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5" name="Google Shape;535;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38" name="Google Shape;538;g2c157a2fb06_0_700"/>
          <p:cNvGrpSpPr/>
          <p:nvPr/>
        </p:nvGrpSpPr>
        <p:grpSpPr>
          <a:xfrm>
            <a:off x="662575" y="6212475"/>
            <a:ext cx="586800" cy="571500"/>
            <a:chOff x="662575" y="6212475"/>
            <a:chExt cx="586800" cy="571500"/>
          </a:xfrm>
        </p:grpSpPr>
        <p:sp>
          <p:nvSpPr>
            <p:cNvPr id="539" name="Google Shape;53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2" name="Google Shape;542;g2c157a2fb06_0_700"/>
          <p:cNvGrpSpPr/>
          <p:nvPr/>
        </p:nvGrpSpPr>
        <p:grpSpPr>
          <a:xfrm>
            <a:off x="7894350" y="6212475"/>
            <a:ext cx="586800" cy="571500"/>
            <a:chOff x="7894350" y="6212475"/>
            <a:chExt cx="586800" cy="571500"/>
          </a:xfrm>
        </p:grpSpPr>
        <p:sp>
          <p:nvSpPr>
            <p:cNvPr id="543" name="Google Shape;54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6" name="Google Shape;546;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47" name="Google Shape;54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49" name="Google Shape;54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0" name="Google Shape;55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1" name="Google Shape;55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552" name="Google Shape;55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3" name="Google Shape;55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4" name="Google Shape;55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5" name="Google Shape;55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6" name="Google Shape;55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58" name="Google Shape;55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9" name="Google Shape;55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60" name="Google Shape;56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62" name="Google Shape;56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64" name="Google Shape;56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66" name="Google Shape;56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68"/>
        <p:cNvGrpSpPr/>
        <p:nvPr/>
      </p:nvGrpSpPr>
      <p:grpSpPr>
        <a:xfrm>
          <a:off x="0" y="0"/>
          <a:ext cx="0" cy="0"/>
          <a:chOff x="0" y="0"/>
          <a:chExt cx="0" cy="0"/>
        </a:xfrm>
      </p:grpSpPr>
      <p:sp>
        <p:nvSpPr>
          <p:cNvPr id="569" name="Google Shape;569;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2" name="Google Shape;572;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75" name="Google Shape;575;g2c157a2fb06_0_932"/>
          <p:cNvGrpSpPr/>
          <p:nvPr/>
        </p:nvGrpSpPr>
        <p:grpSpPr>
          <a:xfrm>
            <a:off x="662575" y="6212475"/>
            <a:ext cx="586800" cy="571500"/>
            <a:chOff x="662575" y="6212475"/>
            <a:chExt cx="586800" cy="571500"/>
          </a:xfrm>
        </p:grpSpPr>
        <p:sp>
          <p:nvSpPr>
            <p:cNvPr id="576" name="Google Shape;57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932"/>
          <p:cNvGrpSpPr/>
          <p:nvPr/>
        </p:nvGrpSpPr>
        <p:grpSpPr>
          <a:xfrm>
            <a:off x="7894350" y="6212475"/>
            <a:ext cx="586800" cy="571500"/>
            <a:chOff x="7894350" y="6212475"/>
            <a:chExt cx="586800" cy="571500"/>
          </a:xfrm>
        </p:grpSpPr>
        <p:sp>
          <p:nvSpPr>
            <p:cNvPr id="580" name="Google Shape;58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84" name="Google Shape;58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5" name="Google Shape;585;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86" name="Google Shape;58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7" name="Google Shape;58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8" name="Google Shape;58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89" name="Google Shape;58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90" name="Google Shape;59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91" name="Google Shape;59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92" name="Google Shape;59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93" name="Google Shape;59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94" name="Google Shape;59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95" name="Google Shape;59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96" name="Google Shape;59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97" name="Google Shape;59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8" name="Google Shape;59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99" name="Google Shape;59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0" name="Google Shape;60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1" name="Google Shape;60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2" name="Google Shape;60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3" name="Google Shape;60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4" name="Google Shape;60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5" name="Google Shape;60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6" name="Google Shape;60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07" name="Google Shape;60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608"/>
        <p:cNvGrpSpPr/>
        <p:nvPr/>
      </p:nvGrpSpPr>
      <p:grpSpPr>
        <a:xfrm>
          <a:off x="0" y="0"/>
          <a:ext cx="0" cy="0"/>
          <a:chOff x="0" y="0"/>
          <a:chExt cx="0" cy="0"/>
        </a:xfrm>
      </p:grpSpPr>
      <p:cxnSp>
        <p:nvCxnSpPr>
          <p:cNvPr id="609" name="Google Shape;60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610" name="Google Shape;61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611" name="Google Shape;61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2" name="Google Shape;61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3" name="Google Shape;61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4" name="Google Shape;61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5" name="Google Shape;61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6" name="Google Shape;61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7" name="Google Shape;61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9" name="Google Shape;61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0" name="Google Shape;620;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3" name="Google Shape;623;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26" name="Google Shape;626;g2c157a2fb06_0_1045"/>
          <p:cNvGrpSpPr/>
          <p:nvPr/>
        </p:nvGrpSpPr>
        <p:grpSpPr>
          <a:xfrm>
            <a:off x="662575" y="6212475"/>
            <a:ext cx="586800" cy="571500"/>
            <a:chOff x="662575" y="6212475"/>
            <a:chExt cx="586800" cy="571500"/>
          </a:xfrm>
        </p:grpSpPr>
        <p:sp>
          <p:nvSpPr>
            <p:cNvPr id="627" name="Google Shape;62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0" name="Google Shape;630;g2c157a2fb06_0_1045"/>
          <p:cNvGrpSpPr/>
          <p:nvPr/>
        </p:nvGrpSpPr>
        <p:grpSpPr>
          <a:xfrm>
            <a:off x="7894350" y="6212475"/>
            <a:ext cx="586800" cy="571500"/>
            <a:chOff x="7894350" y="6212475"/>
            <a:chExt cx="586800" cy="571500"/>
          </a:xfrm>
        </p:grpSpPr>
        <p:sp>
          <p:nvSpPr>
            <p:cNvPr id="631" name="Google Shape;63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35" name="Google Shape;63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6" name="Google Shape;636;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37" name="Google Shape;637;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8" name="Google Shape;638;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9" name="Google Shape;63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40" name="Google Shape;64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641" name="Google Shape;641;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42" name="Google Shape;64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43" name="Google Shape;64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4" name="Google Shape;64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45"/>
        <p:cNvGrpSpPr/>
        <p:nvPr/>
      </p:nvGrpSpPr>
      <p:grpSpPr>
        <a:xfrm>
          <a:off x="0" y="0"/>
          <a:ext cx="0" cy="0"/>
          <a:chOff x="0" y="0"/>
          <a:chExt cx="0" cy="0"/>
        </a:xfrm>
      </p:grpSpPr>
      <p:sp>
        <p:nvSpPr>
          <p:cNvPr id="646" name="Google Shape;646;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8" name="Google Shape;648;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9" name="Google Shape;649;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52" name="Google Shape;652;g2c157a2fb06_0_1110"/>
          <p:cNvGrpSpPr/>
          <p:nvPr/>
        </p:nvGrpSpPr>
        <p:grpSpPr>
          <a:xfrm>
            <a:off x="662575" y="6212475"/>
            <a:ext cx="586800" cy="571500"/>
            <a:chOff x="662575" y="6212475"/>
            <a:chExt cx="586800" cy="571500"/>
          </a:xfrm>
        </p:grpSpPr>
        <p:sp>
          <p:nvSpPr>
            <p:cNvPr id="653" name="Google Shape;65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4" name="Google Shape;654;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5" name="Google Shape;655;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6" name="Google Shape;656;g2c157a2fb06_0_1110"/>
          <p:cNvGrpSpPr/>
          <p:nvPr/>
        </p:nvGrpSpPr>
        <p:grpSpPr>
          <a:xfrm>
            <a:off x="7894350" y="6212475"/>
            <a:ext cx="586800" cy="571500"/>
            <a:chOff x="7894350" y="6212475"/>
            <a:chExt cx="586800" cy="571500"/>
          </a:xfrm>
        </p:grpSpPr>
        <p:sp>
          <p:nvSpPr>
            <p:cNvPr id="657" name="Google Shape;65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8" name="Google Shape;658;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9" name="Google Shape;659;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0" name="Google Shape;660;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61" name="Google Shape;66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62" name="Google Shape;662;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63" name="Google Shape;663;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4" name="Google Shape;664;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5" name="Google Shape;66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66" name="Google Shape;66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67" name="Google Shape;667;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68" name="Google Shape;668;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69" name="Google Shape;669;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70" name="Google Shape;670;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71" name="Google Shape;671;g2c157a2fb06_0_1110"/>
          <p:cNvGrpSpPr/>
          <p:nvPr/>
        </p:nvGrpSpPr>
        <p:grpSpPr>
          <a:xfrm>
            <a:off x="5806200" y="1807463"/>
            <a:ext cx="756300" cy="146700"/>
            <a:chOff x="5806200" y="1807463"/>
            <a:chExt cx="756300" cy="146700"/>
          </a:xfrm>
        </p:grpSpPr>
        <p:sp>
          <p:nvSpPr>
            <p:cNvPr id="672" name="Google Shape;67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75" name="Google Shape;67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76" name="Google Shape;67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77" name="Google Shape;677;g2c157a2fb06_0_1110"/>
          <p:cNvGrpSpPr/>
          <p:nvPr/>
        </p:nvGrpSpPr>
        <p:grpSpPr>
          <a:xfrm>
            <a:off x="5806200" y="2842438"/>
            <a:ext cx="756300" cy="146700"/>
            <a:chOff x="5806200" y="1807463"/>
            <a:chExt cx="756300" cy="146700"/>
          </a:xfrm>
        </p:grpSpPr>
        <p:sp>
          <p:nvSpPr>
            <p:cNvPr id="678" name="Google Shape;678;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9" name="Google Shape;679;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0" name="Google Shape;680;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81" name="Google Shape;681;g2c157a2fb06_0_1110"/>
          <p:cNvGrpSpPr/>
          <p:nvPr/>
        </p:nvGrpSpPr>
        <p:grpSpPr>
          <a:xfrm>
            <a:off x="5806200" y="3877413"/>
            <a:ext cx="756300" cy="146700"/>
            <a:chOff x="5806200" y="1807463"/>
            <a:chExt cx="756300" cy="146700"/>
          </a:xfrm>
        </p:grpSpPr>
        <p:sp>
          <p:nvSpPr>
            <p:cNvPr id="682" name="Google Shape;68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3" name="Google Shape;68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4" name="Google Shape;68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85"/>
        <p:cNvGrpSpPr/>
        <p:nvPr/>
      </p:nvGrpSpPr>
      <p:grpSpPr>
        <a:xfrm>
          <a:off x="0" y="0"/>
          <a:ext cx="0" cy="0"/>
          <a:chOff x="0" y="0"/>
          <a:chExt cx="0" cy="0"/>
        </a:xfrm>
      </p:grpSpPr>
      <p:sp>
        <p:nvSpPr>
          <p:cNvPr id="686" name="Google Shape;68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90" name="Google Shape;69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2" name="Google Shape;69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93" name="Google Shape;69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94" name="Google Shape;69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95" name="Google Shape;69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96" name="Google Shape;69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97" name="Google Shape;69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98" name="Google Shape;69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99" name="Google Shape;699;p30"/>
          <p:cNvGrpSpPr/>
          <p:nvPr/>
        </p:nvGrpSpPr>
        <p:grpSpPr>
          <a:xfrm>
            <a:off x="6022940" y="5341706"/>
            <a:ext cx="594501" cy="305904"/>
            <a:chOff x="5672081" y="1914352"/>
            <a:chExt cx="792668" cy="305904"/>
          </a:xfrm>
        </p:grpSpPr>
        <p:sp>
          <p:nvSpPr>
            <p:cNvPr id="700" name="Google Shape;70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1" name="Google Shape;70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02" name="Google Shape;70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03" name="Google Shape;70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6" name="Google Shape;70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7" name="Google Shape;70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8" name="Google Shape;70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9" name="Google Shape;70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0" name="Google Shape;71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11" name="Google Shape;71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12" name="Google Shape;71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4" name="Google Shape;71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5" name="Google Shape;71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9" name="Google Shape;71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20" name="Google Shape;72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21" name="Google Shape;72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22" name="Google Shape;72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23" name="Google Shape;72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24" name="Google Shape;72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25" name="Google Shape;72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26" name="Google Shape;72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7" name="Google Shape;72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8" name="Google Shape;72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29" name="Google Shape;72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30" name="Google Shape;73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31"/>
        <p:cNvGrpSpPr/>
        <p:nvPr/>
      </p:nvGrpSpPr>
      <p:grpSpPr>
        <a:xfrm>
          <a:off x="0" y="0"/>
          <a:ext cx="0" cy="0"/>
          <a:chOff x="0" y="0"/>
          <a:chExt cx="0" cy="0"/>
        </a:xfrm>
      </p:grpSpPr>
      <p:sp>
        <p:nvSpPr>
          <p:cNvPr id="732" name="Google Shape;73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3" name="Google Shape;73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34" name="Google Shape;73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35"/>
        <p:cNvGrpSpPr/>
        <p:nvPr/>
      </p:nvGrpSpPr>
      <p:grpSpPr>
        <a:xfrm>
          <a:off x="0" y="0"/>
          <a:ext cx="0" cy="0"/>
          <a:chOff x="0" y="0"/>
          <a:chExt cx="0" cy="0"/>
        </a:xfrm>
      </p:grpSpPr>
      <p:sp>
        <p:nvSpPr>
          <p:cNvPr id="736" name="Google Shape;73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37" name="Google Shape;73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38" name="Google Shape;73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slide" Target="slide18.xml"/><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slide" Target="slide15.xml"/><Relationship Id="rId5" Type="http://schemas.openxmlformats.org/officeDocument/2006/relationships/image" Target="../media/image10.png"/><Relationship Id="rId10" Type="http://schemas.openxmlformats.org/officeDocument/2006/relationships/slide" Target="slide7.xml"/><Relationship Id="rId4" Type="http://schemas.openxmlformats.org/officeDocument/2006/relationships/image" Target="../media/image9.png"/><Relationship Id="rId9" Type="http://schemas.openxmlformats.org/officeDocument/2006/relationships/slide" Target="slide5.xml"/><Relationship Id="rId14"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6.png"/><Relationship Id="rId4" Type="http://schemas.openxmlformats.org/officeDocument/2006/relationships/image" Target="../media/image15.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38.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9.png"/><Relationship Id="rId7"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51.png"/><Relationship Id="rId5" Type="http://schemas.openxmlformats.org/officeDocument/2006/relationships/image" Target="../media/image12.png"/><Relationship Id="rId4" Type="http://schemas.openxmlformats.org/officeDocument/2006/relationships/image" Target="../media/image50.png"/><Relationship Id="rId9" Type="http://schemas.openxmlformats.org/officeDocument/2006/relationships/image" Target="../media/image54.png"/></Relationships>
</file>

<file path=ppt/slides/_rels/slide21.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6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63.png"/><Relationship Id="rId5" Type="http://schemas.openxmlformats.org/officeDocument/2006/relationships/image" Target="../media/image6.png"/><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66.png"/><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i n m d</a:t>
            </a:r>
            <a:endParaRPr/>
          </a:p>
        </p:txBody>
      </p:sp>
      <p:sp>
        <p:nvSpPr>
          <p:cNvPr id="744" name="Google Shape;744;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5" name="Google Shape;745;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46" name="Google Shape;746;p1"/>
          <p:cNvPicPr preferRelativeResize="0"/>
          <p:nvPr/>
        </p:nvPicPr>
        <p:blipFill rotWithShape="1">
          <a:blip r:embed="rId3">
            <a:alphaModFix/>
          </a:blip>
          <a:srcRect l="79" r="79"/>
          <a:stretch/>
        </p:blipFill>
        <p:spPr>
          <a:xfrm rot="713627">
            <a:off x="7410699" y="4034342"/>
            <a:ext cx="1208038" cy="1709827"/>
          </a:xfrm>
          <a:prstGeom prst="rect">
            <a:avLst/>
          </a:prstGeom>
          <a:noFill/>
          <a:ln>
            <a:noFill/>
          </a:ln>
          <a:effectLst>
            <a:outerShdw blurRad="71438" dist="38100" dir="5220000" algn="bl" rotWithShape="0">
              <a:srgbClr val="000000">
                <a:alpha val="20000"/>
              </a:srgbClr>
            </a:outerShdw>
          </a:effectLst>
        </p:spPr>
      </p:pic>
      <p:sp>
        <p:nvSpPr>
          <p:cNvPr id="747" name="Google Shape;747;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10</a:t>
            </a:r>
            <a:endParaRPr/>
          </a:p>
        </p:txBody>
      </p:sp>
      <p:pic>
        <p:nvPicPr>
          <p:cNvPr id="748" name="Google Shape;748;p1"/>
          <p:cNvPicPr preferRelativeResize="0"/>
          <p:nvPr/>
        </p:nvPicPr>
        <p:blipFill rotWithShape="1">
          <a:blip r:embed="rId4">
            <a:alphaModFix/>
          </a:blip>
          <a:srcRect l="19" r="19"/>
          <a:stretch/>
        </p:blipFill>
        <p:spPr>
          <a:xfrm rot="193084">
            <a:off x="6380059" y="3884422"/>
            <a:ext cx="1208041" cy="1709826"/>
          </a:xfrm>
          <a:prstGeom prst="rect">
            <a:avLst/>
          </a:prstGeom>
          <a:noFill/>
          <a:ln>
            <a:noFill/>
          </a:ln>
          <a:effectLst>
            <a:outerShdw blurRad="71438" dist="38100" dir="5220000" algn="bl" rotWithShape="0">
              <a:srgbClr val="000000">
                <a:alpha val="20000"/>
              </a:srgbClr>
            </a:outerShdw>
          </a:effectLst>
        </p:spPr>
      </p:pic>
      <p:pic>
        <p:nvPicPr>
          <p:cNvPr id="749" name="Google Shape;749;p1"/>
          <p:cNvPicPr preferRelativeResize="0"/>
          <p:nvPr/>
        </p:nvPicPr>
        <p:blipFill rotWithShape="1">
          <a:blip r:embed="rId5">
            <a:alphaModFix/>
          </a:blip>
          <a:srcRect l="79" r="69"/>
          <a:stretch/>
        </p:blipFill>
        <p:spPr>
          <a:xfrm rot="-313763">
            <a:off x="5408679" y="3900402"/>
            <a:ext cx="1208040" cy="1709823"/>
          </a:xfrm>
          <a:prstGeom prst="rect">
            <a:avLst/>
          </a:prstGeom>
          <a:noFill/>
          <a:ln>
            <a:noFill/>
          </a:ln>
          <a:effectLst>
            <a:outerShdw blurRad="71438" dist="38100" dir="5220000" algn="bl" rotWithShape="0">
              <a:srgbClr val="000000">
                <a:alpha val="20000"/>
              </a:srgbClr>
            </a:outerShdw>
          </a:effectLst>
        </p:spPr>
      </p:pic>
      <p:pic>
        <p:nvPicPr>
          <p:cNvPr id="750" name="Google Shape;750;p1"/>
          <p:cNvPicPr preferRelativeResize="0"/>
          <p:nvPr/>
        </p:nvPicPr>
        <p:blipFill rotWithShape="1">
          <a:blip r:embed="rId6">
            <a:alphaModFix/>
          </a:blip>
          <a:srcRect l="79" r="69"/>
          <a:stretch/>
        </p:blipFill>
        <p:spPr>
          <a:xfrm rot="-781541">
            <a:off x="4374583" y="4110557"/>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751" name="Google Shape;751;p1"/>
          <p:cNvGraphicFramePr/>
          <p:nvPr/>
        </p:nvGraphicFramePr>
        <p:xfrm>
          <a:off x="4844200" y="1891197"/>
          <a:ext cx="3785000" cy="1678950"/>
        </p:xfrm>
        <a:graphic>
          <a:graphicData uri="http://schemas.openxmlformats.org/drawingml/2006/table">
            <a:tbl>
              <a:tblPr firstRow="1" bandRow="1">
                <a:noFill/>
                <a:tableStyleId>{638DDD43-8765-4E25-AF4F-3723DD88BC74}</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i</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n</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m</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d</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g2bee4f4af4b_0_204"/>
          <p:cNvSpPr txBox="1">
            <a:spLocks noGrp="1"/>
          </p:cNvSpPr>
          <p:nvPr>
            <p:ph type="body" idx="1"/>
          </p:nvPr>
        </p:nvSpPr>
        <p:spPr>
          <a:xfrm>
            <a:off x="3527150" y="1032250"/>
            <a:ext cx="39786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letter / sounds </a:t>
            </a:r>
            <a:r>
              <a:rPr lang="en-US">
                <a:solidFill>
                  <a:srgbClr val="8DC63F"/>
                </a:solidFill>
              </a:rPr>
              <a:t>i n m d</a:t>
            </a:r>
            <a:r>
              <a:rPr lang="en-US"/>
              <a:t>.</a:t>
            </a:r>
            <a:endParaRPr/>
          </a:p>
        </p:txBody>
      </p:sp>
      <p:sp>
        <p:nvSpPr>
          <p:cNvPr id="758" name="Google Shape;758;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Recall </a:t>
            </a:r>
            <a:r>
              <a:rPr lang="en-US">
                <a:solidFill>
                  <a:srgbClr val="8DC63F"/>
                </a:solidFill>
              </a:rPr>
              <a:t>s a t p i n m d</a:t>
            </a:r>
            <a:r>
              <a:rPr lang="en-US"/>
              <a:t> using flashcards.</a:t>
            </a:r>
            <a:endParaRPr/>
          </a:p>
        </p:txBody>
      </p:sp>
      <p:sp>
        <p:nvSpPr>
          <p:cNvPr id="759" name="Google Shape;75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60" name="Google Shape;76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61" name="Google Shape;76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62" name="Google Shape;76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63" name="Google Shape;76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64" name="Google Shape;76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65" name="Google Shape;765;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66" name="Google Shape;76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67" name="Google Shape;76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68" name="Google Shape;768;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69" name="Google Shape;769;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70" name="Google Shape;770;g2bee4f4af4b_0_204"/>
          <p:cNvSpPr txBox="1"/>
          <p:nvPr/>
        </p:nvSpPr>
        <p:spPr>
          <a:xfrm>
            <a:off x="5786327" y="5256525"/>
            <a:ext cx="1564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71" name="Google Shape;771;g2bee4f4af4b_0_204"/>
          <p:cNvPicPr preferRelativeResize="0"/>
          <p:nvPr/>
        </p:nvPicPr>
        <p:blipFill rotWithShape="1">
          <a:blip r:embed="rId6">
            <a:alphaModFix/>
          </a:blip>
          <a:srcRect t="149" b="139"/>
          <a:stretch/>
        </p:blipFill>
        <p:spPr>
          <a:xfrm>
            <a:off x="6102429" y="4326104"/>
            <a:ext cx="931973" cy="665199"/>
          </a:xfrm>
          <a:prstGeom prst="rect">
            <a:avLst/>
          </a:prstGeom>
          <a:noFill/>
          <a:ln>
            <a:noFill/>
          </a:ln>
          <a:effectLst>
            <a:outerShdw blurRad="71438" dist="19050" dir="5220000" algn="bl" rotWithShape="0">
              <a:srgbClr val="D8D8D8"/>
            </a:outerShdw>
          </a:effectLst>
        </p:spPr>
      </p:pic>
      <p:sp>
        <p:nvSpPr>
          <p:cNvPr id="772" name="Google Shape;772;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73" name="Google Shape;773;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74" name="Google Shape;774;g2bee4f4af4b_0_204"/>
          <p:cNvPicPr preferRelativeResize="0"/>
          <p:nvPr/>
        </p:nvPicPr>
        <p:blipFill rotWithShape="1">
          <a:blip r:embed="rId7">
            <a:alphaModFix/>
          </a:blip>
          <a:srcRect/>
          <a:stretch/>
        </p:blipFill>
        <p:spPr>
          <a:xfrm>
            <a:off x="7455246" y="4363493"/>
            <a:ext cx="786850" cy="590422"/>
          </a:xfrm>
          <a:prstGeom prst="rect">
            <a:avLst/>
          </a:prstGeom>
          <a:noFill/>
          <a:ln>
            <a:noFill/>
          </a:ln>
          <a:effectLst>
            <a:outerShdw blurRad="71438" dist="19050" dir="5220000" algn="bl" rotWithShape="0">
              <a:srgbClr val="D8D8D8"/>
            </a:outerShdw>
          </a:effectLst>
        </p:spPr>
      </p:pic>
      <p:sp>
        <p:nvSpPr>
          <p:cNvPr id="775" name="Google Shape;775;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76" name="Google Shape;776;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77" name="Google Shape;777;g2bee4f4af4b_0_204"/>
          <p:cNvPicPr preferRelativeResize="0"/>
          <p:nvPr/>
        </p:nvPicPr>
        <p:blipFill rotWithShape="1">
          <a:blip r:embed="rId8">
            <a:alphaModFix/>
          </a:blip>
          <a:srcRect t="228" b="21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78" name="Google Shape;778;g2bee4f4af4b_0_204">
            <a:hlinkClick r:id="rId9" action="ppaction://hlinksldjump"/>
          </p:cNvPr>
          <p:cNvSpPr/>
          <p:nvPr/>
        </p:nvSpPr>
        <p:spPr>
          <a:xfrm>
            <a:off x="973101" y="393087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79" name="Google Shape;779;g2bee4f4af4b_0_204">
            <a:hlinkClick r:id="rId10" action="ppaction://hlinksldjump"/>
          </p:cNvPr>
          <p:cNvSpPr/>
          <p:nvPr/>
        </p:nvSpPr>
        <p:spPr>
          <a:xfrm>
            <a:off x="2412629" y="382994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0" name="Google Shape;780;g2bee4f4af4b_0_204">
            <a:hlinkClick r:id="rId11" action="ppaction://hlinksldjump"/>
          </p:cNvPr>
          <p:cNvSpPr/>
          <p:nvPr/>
        </p:nvSpPr>
        <p:spPr>
          <a:xfrm>
            <a:off x="3513650" y="370304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1" name="Google Shape;781;g2bee4f4af4b_0_204">
            <a:hlinkClick r:id="rId12" action="ppaction://hlinksldjump"/>
          </p:cNvPr>
          <p:cNvSpPr/>
          <p:nvPr/>
        </p:nvSpPr>
        <p:spPr>
          <a:xfrm>
            <a:off x="4852345" y="379287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2" name="Google Shape;782;g2bee4f4af4b_0_204">
            <a:hlinkClick r:id="rId13" action="ppaction://hlinksldjump"/>
          </p:cNvPr>
          <p:cNvSpPr/>
          <p:nvPr/>
        </p:nvSpPr>
        <p:spPr>
          <a:xfrm>
            <a:off x="5932416" y="372480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783" name="Google Shape;783;g2bee4f4af4b_0_204">
            <a:hlinkClick r:id="rId14" action="ppaction://hlinksldjump"/>
          </p:cNvPr>
          <p:cNvSpPr/>
          <p:nvPr/>
        </p:nvSpPr>
        <p:spPr>
          <a:xfrm>
            <a:off x="7278588" y="379209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60000"/>
              </a:lnSpc>
              <a:spcBef>
                <a:spcPts val="1000"/>
              </a:spcBef>
              <a:spcAft>
                <a:spcPts val="0"/>
              </a:spcAft>
              <a:buSzPts val="2400"/>
              <a:buNone/>
            </a:pPr>
            <a:r>
              <a:rPr lang="en-US"/>
              <a:t>Recall </a:t>
            </a:r>
            <a:r>
              <a:rPr lang="en-US">
                <a:solidFill>
                  <a:srgbClr val="8DC63F"/>
                </a:solidFill>
              </a:rPr>
              <a:t>s a t p i n m d</a:t>
            </a:r>
            <a:r>
              <a:rPr lang="en-US"/>
              <a:t> using flashcards.</a:t>
            </a:r>
            <a:endParaRPr/>
          </a:p>
        </p:txBody>
      </p:sp>
      <p:pic>
        <p:nvPicPr>
          <p:cNvPr id="790" name="Google Shape;790;g26b641b03cd_0_165"/>
          <p:cNvPicPr preferRelativeResize="0"/>
          <p:nvPr/>
        </p:nvPicPr>
        <p:blipFill rotWithShape="1">
          <a:blip r:embed="rId3">
            <a:alphaModFix/>
          </a:blip>
          <a:srcRect l="79" r="79"/>
          <a:stretch/>
        </p:blipFill>
        <p:spPr>
          <a:xfrm>
            <a:off x="1874104" y="2129450"/>
            <a:ext cx="1235786" cy="1749210"/>
          </a:xfrm>
          <a:prstGeom prst="rect">
            <a:avLst/>
          </a:prstGeom>
          <a:noFill/>
          <a:ln>
            <a:noFill/>
          </a:ln>
          <a:effectLst>
            <a:outerShdw blurRad="71438" dist="28575" dir="5400000" algn="bl" rotWithShape="0">
              <a:srgbClr val="000000">
                <a:alpha val="16078"/>
              </a:srgbClr>
            </a:outerShdw>
          </a:effectLst>
        </p:spPr>
      </p:pic>
      <p:pic>
        <p:nvPicPr>
          <p:cNvPr id="791" name="Google Shape;791;g26b641b03cd_0_165"/>
          <p:cNvPicPr preferRelativeResize="0"/>
          <p:nvPr/>
        </p:nvPicPr>
        <p:blipFill rotWithShape="1">
          <a:blip r:embed="rId4">
            <a:alphaModFix/>
          </a:blip>
          <a:srcRect l="19" r="29"/>
          <a:stretch/>
        </p:blipFill>
        <p:spPr>
          <a:xfrm>
            <a:off x="6034126" y="2129450"/>
            <a:ext cx="1235786" cy="1749211"/>
          </a:xfrm>
          <a:prstGeom prst="rect">
            <a:avLst/>
          </a:prstGeom>
          <a:noFill/>
          <a:ln>
            <a:noFill/>
          </a:ln>
          <a:effectLst>
            <a:outerShdw blurRad="71438" dist="28575" dir="5400000" algn="bl" rotWithShape="0">
              <a:srgbClr val="000000">
                <a:alpha val="16078"/>
              </a:srgbClr>
            </a:outerShdw>
          </a:effectLst>
        </p:spPr>
      </p:pic>
      <p:pic>
        <p:nvPicPr>
          <p:cNvPr id="792" name="Google Shape;792;g26b641b03cd_0_165"/>
          <p:cNvPicPr preferRelativeResize="0"/>
          <p:nvPr/>
        </p:nvPicPr>
        <p:blipFill rotWithShape="1">
          <a:blip r:embed="rId5">
            <a:alphaModFix/>
          </a:blip>
          <a:srcRect l="19" r="29"/>
          <a:stretch/>
        </p:blipFill>
        <p:spPr>
          <a:xfrm>
            <a:off x="3260778" y="2129450"/>
            <a:ext cx="1235786" cy="1749211"/>
          </a:xfrm>
          <a:prstGeom prst="rect">
            <a:avLst/>
          </a:prstGeom>
          <a:noFill/>
          <a:ln>
            <a:noFill/>
          </a:ln>
          <a:effectLst>
            <a:outerShdw blurRad="71438" dist="28575" dir="5400000" algn="bl" rotWithShape="0">
              <a:srgbClr val="000000">
                <a:alpha val="16078"/>
              </a:srgbClr>
            </a:outerShdw>
          </a:effectLst>
        </p:spPr>
      </p:pic>
      <p:pic>
        <p:nvPicPr>
          <p:cNvPr id="793" name="Google Shape;793;g26b641b03cd_0_165"/>
          <p:cNvPicPr preferRelativeResize="0"/>
          <p:nvPr/>
        </p:nvPicPr>
        <p:blipFill rotWithShape="1">
          <a:blip r:embed="rId6">
            <a:alphaModFix/>
          </a:blip>
          <a:srcRect l="19" r="29"/>
          <a:stretch/>
        </p:blipFill>
        <p:spPr>
          <a:xfrm>
            <a:off x="4647452" y="2129450"/>
            <a:ext cx="1235786" cy="1749211"/>
          </a:xfrm>
          <a:prstGeom prst="rect">
            <a:avLst/>
          </a:prstGeom>
          <a:noFill/>
          <a:ln>
            <a:noFill/>
          </a:ln>
          <a:effectLst>
            <a:outerShdw blurRad="71438" dist="28575" dir="5400000" algn="bl" rotWithShape="0">
              <a:srgbClr val="000000">
                <a:alpha val="16078"/>
              </a:srgbClr>
            </a:outerShdw>
          </a:effectLst>
        </p:spPr>
      </p:pic>
      <p:pic>
        <p:nvPicPr>
          <p:cNvPr id="794" name="Google Shape;794;g26b641b03cd_0_165"/>
          <p:cNvPicPr preferRelativeResize="0"/>
          <p:nvPr/>
        </p:nvPicPr>
        <p:blipFill rotWithShape="1">
          <a:blip r:embed="rId7">
            <a:alphaModFix/>
          </a:blip>
          <a:srcRect l="79" r="79"/>
          <a:stretch/>
        </p:blipFill>
        <p:spPr>
          <a:xfrm>
            <a:off x="1874088" y="4081939"/>
            <a:ext cx="1235786" cy="1749210"/>
          </a:xfrm>
          <a:prstGeom prst="rect">
            <a:avLst/>
          </a:prstGeom>
          <a:noFill/>
          <a:ln>
            <a:noFill/>
          </a:ln>
          <a:effectLst>
            <a:outerShdw blurRad="71438" dist="28575" dir="5400000" algn="bl" rotWithShape="0">
              <a:srgbClr val="000000">
                <a:alpha val="16078"/>
              </a:srgbClr>
            </a:outerShdw>
          </a:effectLst>
        </p:spPr>
      </p:pic>
      <p:pic>
        <p:nvPicPr>
          <p:cNvPr id="795" name="Google Shape;795;g26b641b03cd_0_165"/>
          <p:cNvPicPr preferRelativeResize="0"/>
          <p:nvPr/>
        </p:nvPicPr>
        <p:blipFill rotWithShape="1">
          <a:blip r:embed="rId8">
            <a:alphaModFix/>
          </a:blip>
          <a:srcRect l="79" r="79"/>
          <a:stretch/>
        </p:blipFill>
        <p:spPr>
          <a:xfrm>
            <a:off x="6034109" y="4081939"/>
            <a:ext cx="1235786" cy="1749210"/>
          </a:xfrm>
          <a:prstGeom prst="rect">
            <a:avLst/>
          </a:prstGeom>
          <a:noFill/>
          <a:ln>
            <a:noFill/>
          </a:ln>
          <a:effectLst>
            <a:outerShdw blurRad="71438" dist="28575" dir="5400000" algn="bl" rotWithShape="0">
              <a:srgbClr val="000000">
                <a:alpha val="16078"/>
              </a:srgbClr>
            </a:outerShdw>
          </a:effectLst>
        </p:spPr>
      </p:pic>
      <p:pic>
        <p:nvPicPr>
          <p:cNvPr id="796" name="Google Shape;796;g26b641b03cd_0_165"/>
          <p:cNvPicPr preferRelativeResize="0"/>
          <p:nvPr/>
        </p:nvPicPr>
        <p:blipFill rotWithShape="1">
          <a:blip r:embed="rId9">
            <a:alphaModFix/>
          </a:blip>
          <a:srcRect l="79" r="79"/>
          <a:stretch/>
        </p:blipFill>
        <p:spPr>
          <a:xfrm>
            <a:off x="3260762" y="4081939"/>
            <a:ext cx="1235786" cy="1749210"/>
          </a:xfrm>
          <a:prstGeom prst="rect">
            <a:avLst/>
          </a:prstGeom>
          <a:noFill/>
          <a:ln>
            <a:noFill/>
          </a:ln>
          <a:effectLst>
            <a:outerShdw blurRad="71438" dist="28575" dir="5400000" algn="bl" rotWithShape="0">
              <a:srgbClr val="000000">
                <a:alpha val="16078"/>
              </a:srgbClr>
            </a:outerShdw>
          </a:effectLst>
        </p:spPr>
      </p:pic>
      <p:pic>
        <p:nvPicPr>
          <p:cNvPr id="797" name="Google Shape;797;g26b641b03cd_0_165"/>
          <p:cNvPicPr preferRelativeResize="0"/>
          <p:nvPr/>
        </p:nvPicPr>
        <p:blipFill rotWithShape="1">
          <a:blip r:embed="rId10">
            <a:alphaModFix/>
          </a:blip>
          <a:srcRect l="19" r="29"/>
          <a:stretch/>
        </p:blipFill>
        <p:spPr>
          <a:xfrm>
            <a:off x="4647436" y="4081939"/>
            <a:ext cx="1235786" cy="1749211"/>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g2d9e05eb8a1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804" name="Google Shape;804;g2d9e05eb8a1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05" name="Google Shape;805;g2d9e05eb8a1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806" name="Google Shape;806;g2d9e05eb8a1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13" name="Google Shape;813;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14" name="Google Shape;814;g2c186218c5a_0_17"/>
          <p:cNvPicPr preferRelativeResize="0"/>
          <p:nvPr/>
        </p:nvPicPr>
        <p:blipFill rotWithShape="1">
          <a:blip r:embed="rId3">
            <a:alphaModFix/>
          </a:blip>
          <a:srcRect/>
          <a:stretch/>
        </p:blipFill>
        <p:spPr>
          <a:xfrm>
            <a:off x="889350" y="1723975"/>
            <a:ext cx="3588137" cy="1434669"/>
          </a:xfrm>
          <a:prstGeom prst="rect">
            <a:avLst/>
          </a:prstGeom>
          <a:noFill/>
          <a:ln>
            <a:noFill/>
          </a:ln>
          <a:effectLst>
            <a:outerShdw blurRad="71438" dist="19050" dir="5400000" algn="bl" rotWithShape="0">
              <a:srgbClr val="000000">
                <a:alpha val="20000"/>
              </a:srgbClr>
            </a:outerShdw>
          </a:effectLst>
        </p:spPr>
      </p:pic>
      <p:sp>
        <p:nvSpPr>
          <p:cNvPr id="815" name="Google Shape;815;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16" name="Google Shape;816;g2c186218c5a_0_17"/>
          <p:cNvPicPr preferRelativeResize="0"/>
          <p:nvPr/>
        </p:nvPicPr>
        <p:blipFill rotWithShape="1">
          <a:blip r:embed="rId4">
            <a:alphaModFix/>
          </a:blip>
          <a:srcRect/>
          <a:stretch/>
        </p:blipFill>
        <p:spPr>
          <a:xfrm>
            <a:off x="889350" y="3516780"/>
            <a:ext cx="3588137" cy="1434669"/>
          </a:xfrm>
          <a:prstGeom prst="rect">
            <a:avLst/>
          </a:prstGeom>
          <a:noFill/>
          <a:ln>
            <a:noFill/>
          </a:ln>
          <a:effectLst>
            <a:outerShdw blurRad="71438" dist="19050" dir="5400000" algn="bl" rotWithShape="0">
              <a:srgbClr val="000000">
                <a:alpha val="20000"/>
              </a:srgbClr>
            </a:outerShdw>
          </a:effectLst>
        </p:spPr>
      </p:pic>
      <p:pic>
        <p:nvPicPr>
          <p:cNvPr id="817" name="Google Shape;817;g2c186218c5a_0_17"/>
          <p:cNvPicPr preferRelativeResize="0"/>
          <p:nvPr/>
        </p:nvPicPr>
        <p:blipFill rotWithShape="1">
          <a:blip r:embed="rId5">
            <a:alphaModFix/>
          </a:blip>
          <a:srcRect t="99" b="109"/>
          <a:stretch/>
        </p:blipFill>
        <p:spPr>
          <a:xfrm>
            <a:off x="4666512" y="1723975"/>
            <a:ext cx="3588137" cy="1434669"/>
          </a:xfrm>
          <a:prstGeom prst="rect">
            <a:avLst/>
          </a:prstGeom>
          <a:noFill/>
          <a:ln>
            <a:noFill/>
          </a:ln>
          <a:effectLst>
            <a:outerShdw blurRad="71438" dist="19050" dir="5400000" algn="bl" rotWithShape="0">
              <a:srgbClr val="000000">
                <a:alpha val="20000"/>
              </a:srgbClr>
            </a:outerShdw>
          </a:effectLst>
        </p:spPr>
      </p:pic>
      <p:pic>
        <p:nvPicPr>
          <p:cNvPr id="818" name="Google Shape;818;g2c186218c5a_0_17"/>
          <p:cNvPicPr preferRelativeResize="0"/>
          <p:nvPr/>
        </p:nvPicPr>
        <p:blipFill rotWithShape="1">
          <a:blip r:embed="rId6">
            <a:alphaModFix/>
          </a:blip>
          <a:srcRect/>
          <a:stretch/>
        </p:blipFill>
        <p:spPr>
          <a:xfrm>
            <a:off x="4666512" y="3516780"/>
            <a:ext cx="3588137"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5" name="Google Shape;825;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26" name="Google Shape;826;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27" name="Google Shape;827;g26b641b03cd_0_185"/>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828" name="Google Shape;828;g26b641b03cd_0_185"/>
          <p:cNvPicPr preferRelativeResize="0"/>
          <p:nvPr/>
        </p:nvPicPr>
        <p:blipFill rotWithShape="1">
          <a:blip r:embed="rId4">
            <a:alphaModFix/>
          </a:blip>
          <a:srcRect t="39" b="39"/>
          <a:stretch/>
        </p:blipFill>
        <p:spPr>
          <a:xfrm>
            <a:off x="889350" y="3516780"/>
            <a:ext cx="3588138" cy="1434669"/>
          </a:xfrm>
          <a:prstGeom prst="rect">
            <a:avLst/>
          </a:prstGeom>
          <a:noFill/>
          <a:ln>
            <a:noFill/>
          </a:ln>
          <a:effectLst>
            <a:outerShdw blurRad="71438" dist="19050" dir="5400000" algn="bl" rotWithShape="0">
              <a:srgbClr val="000000">
                <a:alpha val="20000"/>
              </a:srgbClr>
            </a:outerShdw>
          </a:effectLst>
        </p:spPr>
      </p:pic>
      <p:pic>
        <p:nvPicPr>
          <p:cNvPr id="829" name="Google Shape;829;g26b641b03cd_0_185"/>
          <p:cNvPicPr preferRelativeResize="0"/>
          <p:nvPr/>
        </p:nvPicPr>
        <p:blipFill rotWithShape="1">
          <a:blip r:embed="rId5">
            <a:alphaModFix/>
          </a:blip>
          <a:srcRect t="149" b="1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30" name="Google Shape;830;g26b641b03cd_0_185"/>
          <p:cNvPicPr preferRelativeResize="0"/>
          <p:nvPr/>
        </p:nvPicPr>
        <p:blipFill rotWithShape="1">
          <a:blip r:embed="rId6">
            <a:alphaModFix/>
          </a:blip>
          <a:srcRect t="39" b="39"/>
          <a:stretch/>
        </p:blipFill>
        <p:spPr>
          <a:xfrm>
            <a:off x="4666512"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37" name="Google Shape;837;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38" name="Google Shape;838;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39" name="Google Shape;839;g2c186218c5a_0_25"/>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840" name="Google Shape;840;g2c186218c5a_0_25"/>
          <p:cNvPicPr preferRelativeResize="0"/>
          <p:nvPr/>
        </p:nvPicPr>
        <p:blipFill rotWithShape="1">
          <a:blip r:embed="rId4">
            <a:alphaModFix/>
          </a:blip>
          <a:srcRect l="79" r="79"/>
          <a:stretch/>
        </p:blipFill>
        <p:spPr>
          <a:xfrm>
            <a:off x="6466506" y="2001075"/>
            <a:ext cx="1747050" cy="2472849"/>
          </a:xfrm>
          <a:prstGeom prst="rect">
            <a:avLst/>
          </a:prstGeom>
          <a:noFill/>
          <a:ln>
            <a:noFill/>
          </a:ln>
          <a:effectLst>
            <a:outerShdw blurRad="71438" dist="28575" dir="5400000" algn="bl" rotWithShape="0">
              <a:srgbClr val="000000">
                <a:alpha val="15686"/>
              </a:srgbClr>
            </a:outerShdw>
          </a:effectLst>
        </p:spPr>
      </p:pic>
      <p:pic>
        <p:nvPicPr>
          <p:cNvPr id="841" name="Google Shape;841;g2c186218c5a_0_25"/>
          <p:cNvPicPr preferRelativeResize="0"/>
          <p:nvPr/>
        </p:nvPicPr>
        <p:blipFill rotWithShape="1">
          <a:blip r:embed="rId5">
            <a:alphaModFix/>
          </a:blip>
          <a:srcRect l="79" r="79"/>
          <a:stretch/>
        </p:blipFill>
        <p:spPr>
          <a:xfrm>
            <a:off x="2775799" y="2001075"/>
            <a:ext cx="1747050" cy="2472849"/>
          </a:xfrm>
          <a:prstGeom prst="rect">
            <a:avLst/>
          </a:prstGeom>
          <a:noFill/>
          <a:ln>
            <a:noFill/>
          </a:ln>
          <a:effectLst>
            <a:outerShdw blurRad="71438" dist="28575" dir="5400000" algn="bl" rotWithShape="0">
              <a:srgbClr val="000000">
                <a:alpha val="15686"/>
              </a:srgbClr>
            </a:outerShdw>
          </a:effectLst>
        </p:spPr>
      </p:pic>
      <p:pic>
        <p:nvPicPr>
          <p:cNvPr id="842" name="Google Shape;842;g2c186218c5a_0_25"/>
          <p:cNvPicPr preferRelativeResize="0"/>
          <p:nvPr/>
        </p:nvPicPr>
        <p:blipFill rotWithShape="1">
          <a:blip r:embed="rId6">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9" name="Google Shape;849;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50" name="Google Shape;850;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51" name="Google Shape;851;g26b641b03cd_0_192"/>
          <p:cNvPicPr preferRelativeResize="0"/>
          <p:nvPr/>
        </p:nvPicPr>
        <p:blipFill rotWithShape="1">
          <a:blip r:embed="rId3">
            <a:alphaModFix/>
          </a:blip>
          <a:srcRect/>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852" name="Google Shape;852;g26b641b03cd_0_192"/>
          <p:cNvPicPr preferRelativeResize="0"/>
          <p:nvPr/>
        </p:nvPicPr>
        <p:blipFill rotWithShape="1">
          <a:blip r:embed="rId4">
            <a:alphaModFix/>
          </a:blip>
          <a:srcRect/>
          <a:stretch/>
        </p:blipFill>
        <p:spPr>
          <a:xfrm>
            <a:off x="6466506" y="2001075"/>
            <a:ext cx="1747050" cy="2472849"/>
          </a:xfrm>
          <a:prstGeom prst="rect">
            <a:avLst/>
          </a:prstGeom>
          <a:noFill/>
          <a:ln>
            <a:noFill/>
          </a:ln>
          <a:effectLst>
            <a:outerShdw blurRad="71438" dist="28575" dir="5400000" algn="bl" rotWithShape="0">
              <a:srgbClr val="000000">
                <a:alpha val="15686"/>
              </a:srgbClr>
            </a:outerShdw>
          </a:effectLst>
        </p:spPr>
      </p:pic>
      <p:pic>
        <p:nvPicPr>
          <p:cNvPr id="853" name="Google Shape;853;g26b641b03cd_0_192"/>
          <p:cNvPicPr preferRelativeResize="0"/>
          <p:nvPr/>
        </p:nvPicPr>
        <p:blipFill rotWithShape="1">
          <a:blip r:embed="rId5">
            <a:alphaModFix/>
          </a:blip>
          <a:srcRect/>
          <a:stretch/>
        </p:blipFill>
        <p:spPr>
          <a:xfrm>
            <a:off x="2775799" y="2001075"/>
            <a:ext cx="1747050" cy="2472849"/>
          </a:xfrm>
          <a:prstGeom prst="rect">
            <a:avLst/>
          </a:prstGeom>
          <a:noFill/>
          <a:ln>
            <a:noFill/>
          </a:ln>
          <a:effectLst>
            <a:outerShdw blurRad="71438" dist="28575" dir="5400000" algn="bl" rotWithShape="0">
              <a:srgbClr val="000000">
                <a:alpha val="15686"/>
              </a:srgbClr>
            </a:outerShdw>
          </a:effectLst>
        </p:spPr>
      </p:pic>
      <p:pic>
        <p:nvPicPr>
          <p:cNvPr id="854" name="Google Shape;854;g26b641b03cd_0_192"/>
          <p:cNvPicPr preferRelativeResize="0"/>
          <p:nvPr/>
        </p:nvPicPr>
        <p:blipFill rotWithShape="1">
          <a:blip r:embed="rId6">
            <a:alphaModFix/>
          </a:blip>
          <a:srcRect t="59" b="4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61" name="Google Shape;861;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62" name="Google Shape;862;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6bae5103b7_0_5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9" name="Google Shape;869;g26bae5103b7_0_5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70" name="Google Shape;870;g26bae5103b7_0_58"/>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1" name="Google Shape;871;g26bae5103b7_0_58"/>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2" name="Google Shape;872;g26bae5103b7_0_58"/>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3" name="Google Shape;873;g26bae5103b7_0_5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4" name="Google Shape;874;g26bae5103b7_0_5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75" name="Google Shape;875;g26bae5103b7_0_58"/>
          <p:cNvGrpSpPr/>
          <p:nvPr/>
        </p:nvGrpSpPr>
        <p:grpSpPr>
          <a:xfrm>
            <a:off x="304250" y="6984600"/>
            <a:ext cx="8330829" cy="808600"/>
            <a:chOff x="-152950" y="7365600"/>
            <a:chExt cx="8330829" cy="808600"/>
          </a:xfrm>
        </p:grpSpPr>
        <p:sp>
          <p:nvSpPr>
            <p:cNvPr id="876" name="Google Shape;876;g26bae5103b7_0_58"/>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7" name="Google Shape;877;g26bae5103b7_0_58"/>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8" name="Google Shape;878;g26bae5103b7_0_58"/>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9" name="Google Shape;879;g26bae5103b7_0_58"/>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80" name="Google Shape;880;g26bae5103b7_0_58"/>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1" name="Google Shape;881;g26bae5103b7_0_58"/>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2" name="Google Shape;882;g26bae5103b7_0_58"/>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83" name="Google Shape;883;g26bae5103b7_0_58"/>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84" name="Google Shape;884;g26bae5103b7_0_58"/>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5" name="Google Shape;885;g26bae5103b7_0_58"/>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6" name="Google Shape;886;g26bae5103b7_0_58"/>
          <p:cNvSpPr txBox="1"/>
          <p:nvPr/>
        </p:nvSpPr>
        <p:spPr>
          <a:xfrm>
            <a:off x="25566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887" name="Google Shape;887;g26bae5103b7_0_58"/>
          <p:cNvSpPr/>
          <p:nvPr/>
        </p:nvSpPr>
        <p:spPr>
          <a:xfrm>
            <a:off x="32493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8" name="Google Shape;888;g26bae5103b7_0_58"/>
          <p:cNvSpPr/>
          <p:nvPr/>
        </p:nvSpPr>
        <p:spPr>
          <a:xfrm>
            <a:off x="44151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9" name="Google Shape;889;g26bae5103b7_0_58"/>
          <p:cNvSpPr/>
          <p:nvPr/>
        </p:nvSpPr>
        <p:spPr>
          <a:xfrm>
            <a:off x="55047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90" name="Google Shape;890;g26bae5103b7_0_5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1" name="Google Shape;891;g26bae5103b7_0_58"/>
          <p:cNvSpPr txBox="1"/>
          <p:nvPr/>
        </p:nvSpPr>
        <p:spPr>
          <a:xfrm>
            <a:off x="48120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92" name="Google Shape;892;g26bae5103b7_0_58"/>
          <p:cNvSpPr txBox="1"/>
          <p:nvPr/>
        </p:nvSpPr>
        <p:spPr>
          <a:xfrm>
            <a:off x="37224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8" name="Google Shape;898;g26bae5103b7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9" name="Google Shape;899;g26bae5103b7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0" name="Google Shape;900;g26bae5103b7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1" name="Google Shape;901;g26bae5103b7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2" name="Google Shape;902;g26bae5103b7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3" name="Google Shape;903;g26bae5103b7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4" name="Google Shape;904;g26bae5103b7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05" name="Google Shape;905;g26bae5103b7_0_0"/>
          <p:cNvGrpSpPr/>
          <p:nvPr/>
        </p:nvGrpSpPr>
        <p:grpSpPr>
          <a:xfrm>
            <a:off x="304250" y="6984600"/>
            <a:ext cx="8330829" cy="808600"/>
            <a:chOff x="-152950" y="7365600"/>
            <a:chExt cx="8330829" cy="808600"/>
          </a:xfrm>
        </p:grpSpPr>
        <p:sp>
          <p:nvSpPr>
            <p:cNvPr id="906" name="Google Shape;906;g26bae5103b7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7" name="Google Shape;907;g26bae5103b7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8" name="Google Shape;908;g26bae5103b7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09" name="Google Shape;909;g26bae5103b7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0" name="Google Shape;910;g26bae5103b7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1" name="Google Shape;911;g26bae5103b7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2" name="Google Shape;912;g26bae5103b7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3" name="Google Shape;913;g26bae5103b7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14" name="Google Shape;914;g26bae5103b7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5" name="Google Shape;915;g26bae5103b7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6" name="Google Shape;916;g26bae5103b7_0_0"/>
          <p:cNvSpPr txBox="1"/>
          <p:nvPr/>
        </p:nvSpPr>
        <p:spPr>
          <a:xfrm>
            <a:off x="25947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17" name="Google Shape;917;g26bae5103b7_0_0"/>
          <p:cNvSpPr/>
          <p:nvPr/>
        </p:nvSpPr>
        <p:spPr>
          <a:xfrm>
            <a:off x="3287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8" name="Google Shape;918;g26bae5103b7_0_0"/>
          <p:cNvSpPr/>
          <p:nvPr/>
        </p:nvSpPr>
        <p:spPr>
          <a:xfrm>
            <a:off x="43008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9" name="Google Shape;919;g26bae5103b7_0_0"/>
          <p:cNvSpPr/>
          <p:nvPr/>
        </p:nvSpPr>
        <p:spPr>
          <a:xfrm>
            <a:off x="54666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0" name="Google Shape;920;g26bae5103b7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1" name="Google Shape;921;g26bae5103b7_0_0"/>
          <p:cNvSpPr txBox="1"/>
          <p:nvPr/>
        </p:nvSpPr>
        <p:spPr>
          <a:xfrm>
            <a:off x="47739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22" name="Google Shape;922;g26bae5103b7_0_0"/>
          <p:cNvSpPr txBox="1"/>
          <p:nvPr/>
        </p:nvSpPr>
        <p:spPr>
          <a:xfrm>
            <a:off x="36081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26bae5103b7_0_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9" name="Google Shape;929;g26bae5103b7_0_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0" name="Google Shape;930;g26bae5103b7_0_2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1" name="Google Shape;931;g26bae5103b7_0_2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2" name="Google Shape;932;g26bae5103b7_0_2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3" name="Google Shape;933;g26bae5103b7_0_2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4" name="Google Shape;934;g26bae5103b7_0_2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35" name="Google Shape;935;g26bae5103b7_0_29"/>
          <p:cNvGrpSpPr/>
          <p:nvPr/>
        </p:nvGrpSpPr>
        <p:grpSpPr>
          <a:xfrm>
            <a:off x="304250" y="6984600"/>
            <a:ext cx="8330829" cy="808600"/>
            <a:chOff x="-152950" y="7365600"/>
            <a:chExt cx="8330829" cy="808600"/>
          </a:xfrm>
        </p:grpSpPr>
        <p:sp>
          <p:nvSpPr>
            <p:cNvPr id="936" name="Google Shape;936;g26bae5103b7_0_2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7" name="Google Shape;937;g26bae5103b7_0_2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8" name="Google Shape;938;g26bae5103b7_0_2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9" name="Google Shape;939;g26bae5103b7_0_2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0" name="Google Shape;940;g26bae5103b7_0_2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1" name="Google Shape;941;g26bae5103b7_0_2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2" name="Google Shape;942;g26bae5103b7_0_2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3" name="Google Shape;943;g26bae5103b7_0_2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44" name="Google Shape;944;g26bae5103b7_0_2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5" name="Google Shape;945;g26bae5103b7_0_2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6" name="Google Shape;946;g26bae5103b7_0_29"/>
          <p:cNvSpPr txBox="1"/>
          <p:nvPr/>
        </p:nvSpPr>
        <p:spPr>
          <a:xfrm>
            <a:off x="25566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47" name="Google Shape;947;g26bae5103b7_0_29"/>
          <p:cNvSpPr/>
          <p:nvPr/>
        </p:nvSpPr>
        <p:spPr>
          <a:xfrm>
            <a:off x="32493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8" name="Google Shape;948;g26bae5103b7_0_29"/>
          <p:cNvSpPr/>
          <p:nvPr/>
        </p:nvSpPr>
        <p:spPr>
          <a:xfrm>
            <a:off x="44151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6bae5103b7_0_29"/>
          <p:cNvSpPr/>
          <p:nvPr/>
        </p:nvSpPr>
        <p:spPr>
          <a:xfrm>
            <a:off x="55047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0" name="Google Shape;950;g26bae5103b7_0_2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1" name="Google Shape;951;g26bae5103b7_0_29"/>
          <p:cNvSpPr txBox="1"/>
          <p:nvPr/>
        </p:nvSpPr>
        <p:spPr>
          <a:xfrm>
            <a:off x="48120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52" name="Google Shape;952;g26bae5103b7_0_29"/>
          <p:cNvSpPr txBox="1"/>
          <p:nvPr/>
        </p:nvSpPr>
        <p:spPr>
          <a:xfrm>
            <a:off x="37224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59" name="Google Shape;95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60" name="Google Shape;96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67" name="Google Shape;967;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68" name="Google Shape;96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69" name="Google Shape;969;g26b641b03cd_0_204"/>
          <p:cNvPicPr preferRelativeResize="0"/>
          <p:nvPr/>
        </p:nvPicPr>
        <p:blipFill rotWithShape="1">
          <a:blip r:embed="rId3">
            <a:alphaModFix/>
          </a:blip>
          <a:srcRect/>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70" name="Google Shape;970;g26b641b03cd_0_204"/>
          <p:cNvPicPr preferRelativeResize="0"/>
          <p:nvPr/>
        </p:nvPicPr>
        <p:blipFill rotWithShape="1">
          <a:blip r:embed="rId4">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71" name="Google Shape;971;g26b641b03cd_0_204"/>
          <p:cNvPicPr preferRelativeResize="0"/>
          <p:nvPr/>
        </p:nvPicPr>
        <p:blipFill rotWithShape="1">
          <a:blip r:embed="rId5">
            <a:alphaModFix/>
          </a:blip>
          <a:srcRect l="69" r="69"/>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72" name="Google Shape;972;g26b641b03cd_0_204"/>
          <p:cNvPicPr preferRelativeResize="0"/>
          <p:nvPr/>
        </p:nvPicPr>
        <p:blipFill rotWithShape="1">
          <a:blip r:embed="rId6">
            <a:alphaModFix/>
          </a:blip>
          <a:srcRect/>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79" name="Google Shape;979;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80" name="Google Shape;980;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81" name="Google Shape;981;g2c186218c5a_0_48"/>
          <p:cNvPicPr preferRelativeResize="0"/>
          <p:nvPr/>
        </p:nvPicPr>
        <p:blipFill rotWithShape="1">
          <a:blip r:embed="rId3">
            <a:alphaModFix/>
          </a:blip>
          <a:srcRect/>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82" name="Google Shape;982;g2c186218c5a_0_48"/>
          <p:cNvPicPr preferRelativeResize="0"/>
          <p:nvPr/>
        </p:nvPicPr>
        <p:blipFill rotWithShape="1">
          <a:blip r:embed="rId4">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83" name="Google Shape;983;g2c186218c5a_0_48"/>
          <p:cNvPicPr preferRelativeResize="0"/>
          <p:nvPr/>
        </p:nvPicPr>
        <p:blipFill rotWithShape="1">
          <a:blip r:embed="rId5">
            <a:alphaModFix/>
          </a:blip>
          <a:srcRect l="69" r="69"/>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84" name="Google Shape;984;g2c186218c5a_0_48"/>
          <p:cNvPicPr preferRelativeResize="0"/>
          <p:nvPr/>
        </p:nvPicPr>
        <p:blipFill rotWithShape="1">
          <a:blip r:embed="rId6">
            <a:alphaModFix/>
          </a:blip>
          <a:srcRect/>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91" name="Google Shape;99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92" name="Google Shape;99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93" name="Google Shape;993;g26b641b03cd_0_213"/>
          <p:cNvPicPr preferRelativeResize="0"/>
          <p:nvPr/>
        </p:nvPicPr>
        <p:blipFill rotWithShape="1">
          <a:blip r:embed="rId3">
            <a:alphaModFix/>
          </a:blip>
          <a:srcRect l="228" r="228"/>
          <a:stretch/>
        </p:blipFill>
        <p:spPr>
          <a:xfrm>
            <a:off x="2753052" y="1962801"/>
            <a:ext cx="1740570" cy="2426700"/>
          </a:xfrm>
          <a:prstGeom prst="rect">
            <a:avLst/>
          </a:prstGeom>
          <a:noFill/>
          <a:ln>
            <a:noFill/>
          </a:ln>
          <a:effectLst>
            <a:outerShdw blurRad="85725" dist="19050" dir="5400000" algn="bl" rotWithShape="0">
              <a:srgbClr val="000000">
                <a:alpha val="20000"/>
              </a:srgbClr>
            </a:outerShdw>
          </a:effectLst>
        </p:spPr>
      </p:pic>
      <p:pic>
        <p:nvPicPr>
          <p:cNvPr id="994" name="Google Shape;994;g26b641b03cd_0_213"/>
          <p:cNvPicPr preferRelativeResize="0"/>
          <p:nvPr/>
        </p:nvPicPr>
        <p:blipFill rotWithShape="1">
          <a:blip r:embed="rId4">
            <a:alphaModFix/>
          </a:blip>
          <a:srcRect l="129" r="139"/>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995" name="Google Shape;995;g26b641b03cd_0_213"/>
          <p:cNvPicPr preferRelativeResize="0"/>
          <p:nvPr/>
        </p:nvPicPr>
        <p:blipFill rotWithShape="1">
          <a:blip r:embed="rId5">
            <a:alphaModFix/>
          </a:blip>
          <a:srcRect l="129" r="139"/>
          <a:stretch/>
        </p:blipFill>
        <p:spPr>
          <a:xfrm>
            <a:off x="4650379" y="1962801"/>
            <a:ext cx="1740570" cy="2426701"/>
          </a:xfrm>
          <a:prstGeom prst="rect">
            <a:avLst/>
          </a:prstGeom>
          <a:noFill/>
          <a:ln>
            <a:noFill/>
          </a:ln>
          <a:effectLst>
            <a:outerShdw blurRad="85725" dist="19050" dir="5400000" algn="bl" rotWithShape="0">
              <a:srgbClr val="000000">
                <a:alpha val="20000"/>
              </a:srgbClr>
            </a:outerShdw>
          </a:effectLst>
        </p:spPr>
      </p:pic>
      <p:pic>
        <p:nvPicPr>
          <p:cNvPr id="996" name="Google Shape;996;g26b641b03cd_0_213"/>
          <p:cNvPicPr preferRelativeResize="0"/>
          <p:nvPr/>
        </p:nvPicPr>
        <p:blipFill rotWithShape="1">
          <a:blip r:embed="rId6">
            <a:alphaModFix/>
          </a:blip>
          <a:srcRect l="228" r="228"/>
          <a:stretch/>
        </p:blipFill>
        <p:spPr>
          <a:xfrm>
            <a:off x="6547705" y="1962801"/>
            <a:ext cx="1740570" cy="242670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03" name="Google Shape;100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04" name="Google Shape;1004;g2c186218c5a_0_149"/>
          <p:cNvPicPr preferRelativeResize="0"/>
          <p:nvPr/>
        </p:nvPicPr>
        <p:blipFill rotWithShape="1">
          <a:blip r:embed="rId3">
            <a:alphaModFix/>
          </a:blip>
          <a:srcRect l="99" r="89"/>
          <a:stretch/>
        </p:blipFill>
        <p:spPr>
          <a:xfrm>
            <a:off x="2753052" y="1962801"/>
            <a:ext cx="1740570" cy="2426700"/>
          </a:xfrm>
          <a:prstGeom prst="rect">
            <a:avLst/>
          </a:prstGeom>
          <a:noFill/>
          <a:ln>
            <a:noFill/>
          </a:ln>
          <a:effectLst>
            <a:outerShdw blurRad="85725" dist="19050" dir="5400000" algn="bl" rotWithShape="0">
              <a:srgbClr val="000000">
                <a:alpha val="20000"/>
              </a:srgbClr>
            </a:outerShdw>
          </a:effectLst>
        </p:spPr>
      </p:pic>
      <p:sp>
        <p:nvSpPr>
          <p:cNvPr id="1005" name="Google Shape;100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06" name="Google Shape;1006;g2c186218c5a_0_149"/>
          <p:cNvPicPr preferRelativeResize="0"/>
          <p:nvPr/>
        </p:nvPicPr>
        <p:blipFill rotWithShape="1">
          <a:blip r:embed="rId4">
            <a:alphaModFix/>
          </a:blip>
          <a:srcRect/>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07" name="Google Shape;1007;g2c186218c5a_0_149"/>
          <p:cNvPicPr preferRelativeResize="0"/>
          <p:nvPr/>
        </p:nvPicPr>
        <p:blipFill rotWithShape="1">
          <a:blip r:embed="rId5">
            <a:alphaModFix/>
          </a:blip>
          <a:srcRect/>
          <a:stretch/>
        </p:blipFill>
        <p:spPr>
          <a:xfrm>
            <a:off x="4650379"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08" name="Google Shape;1008;g2c186218c5a_0_149"/>
          <p:cNvPicPr preferRelativeResize="0"/>
          <p:nvPr/>
        </p:nvPicPr>
        <p:blipFill rotWithShape="1">
          <a:blip r:embed="rId6">
            <a:alphaModFix/>
          </a:blip>
          <a:srcRect l="99" r="89"/>
          <a:stretch/>
        </p:blipFill>
        <p:spPr>
          <a:xfrm>
            <a:off x="6547705" y="1962801"/>
            <a:ext cx="1740570" cy="242670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g26b641b03cd_0_301"/>
          <p:cNvSpPr txBox="1">
            <a:spLocks noGrp="1"/>
          </p:cNvSpPr>
          <p:nvPr>
            <p:ph type="title"/>
          </p:nvPr>
        </p:nvSpPr>
        <p:spPr>
          <a:xfrm>
            <a:off x="933125" y="5568500"/>
            <a:ext cx="72777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15" name="Google Shape;1015;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16" name="Google Shape;1016;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17" name="Google Shape;1017;g26b641b03cd_0_301"/>
          <p:cNvPicPr preferRelativeResize="0"/>
          <p:nvPr/>
        </p:nvPicPr>
        <p:blipFill rotWithShape="1">
          <a:blip r:embed="rId3">
            <a:alphaModFix/>
          </a:blip>
          <a:srcRect/>
          <a:stretch/>
        </p:blipFill>
        <p:spPr>
          <a:xfrm>
            <a:off x="4671338" y="1889475"/>
            <a:ext cx="3576237" cy="2555700"/>
          </a:xfrm>
          <a:prstGeom prst="rect">
            <a:avLst/>
          </a:prstGeom>
          <a:noFill/>
          <a:ln>
            <a:noFill/>
          </a:ln>
          <a:effectLst>
            <a:outerShdw blurRad="57150" dist="19050" dir="5400000" algn="bl" rotWithShape="0">
              <a:srgbClr val="000000">
                <a:alpha val="20000"/>
              </a:srgbClr>
            </a:outerShdw>
          </a:effectLst>
        </p:spPr>
      </p:pic>
      <p:pic>
        <p:nvPicPr>
          <p:cNvPr id="1018" name="Google Shape;1018;g26b641b03cd_0_301"/>
          <p:cNvPicPr preferRelativeResize="0"/>
          <p:nvPr/>
        </p:nvPicPr>
        <p:blipFill rotWithShape="1">
          <a:blip r:embed="rId4">
            <a:alphaModFix/>
          </a:blip>
          <a:srcRect t="79" b="89"/>
          <a:stretch/>
        </p:blipFill>
        <p:spPr>
          <a:xfrm>
            <a:off x="896425" y="1889475"/>
            <a:ext cx="3576237" cy="255570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g26b641b03cd_0_308"/>
          <p:cNvSpPr txBox="1">
            <a:spLocks noGrp="1"/>
          </p:cNvSpPr>
          <p:nvPr>
            <p:ph type="title"/>
          </p:nvPr>
        </p:nvSpPr>
        <p:spPr>
          <a:xfrm>
            <a:off x="964425" y="5568500"/>
            <a:ext cx="7215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25" name="Google Shape;1025;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26" name="Google Shape;1026;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27" name="Google Shape;1027;g26b641b03cd_0_308"/>
          <p:cNvPicPr preferRelativeResize="0"/>
          <p:nvPr/>
        </p:nvPicPr>
        <p:blipFill rotWithShape="1">
          <a:blip r:embed="rId3">
            <a:alphaModFix/>
          </a:blip>
          <a:srcRect l="59" r="59"/>
          <a:stretch/>
        </p:blipFill>
        <p:spPr>
          <a:xfrm>
            <a:off x="4671338" y="1889475"/>
            <a:ext cx="3576238" cy="2555700"/>
          </a:xfrm>
          <a:prstGeom prst="rect">
            <a:avLst/>
          </a:prstGeom>
          <a:noFill/>
          <a:ln>
            <a:noFill/>
          </a:ln>
          <a:effectLst>
            <a:outerShdw blurRad="57150" dist="19050" dir="5400000" algn="bl" rotWithShape="0">
              <a:srgbClr val="000000">
                <a:alpha val="20000"/>
              </a:srgbClr>
            </a:outerShdw>
          </a:effectLst>
        </p:spPr>
      </p:pic>
      <p:pic>
        <p:nvPicPr>
          <p:cNvPr id="1028" name="Google Shape;1028;g26b641b03cd_0_308"/>
          <p:cNvPicPr preferRelativeResize="0"/>
          <p:nvPr/>
        </p:nvPicPr>
        <p:blipFill rotWithShape="1">
          <a:blip r:embed="rId4">
            <a:alphaModFix/>
          </a:blip>
          <a:srcRect t="19" b="29"/>
          <a:stretch/>
        </p:blipFill>
        <p:spPr>
          <a:xfrm>
            <a:off x="896425" y="1889475"/>
            <a:ext cx="3576238" cy="255570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35" name="Google Shape;1035;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36" name="Google Shape;1036;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37" name="Google Shape;1037;g26b641b03cd_0_315"/>
          <p:cNvPicPr preferRelativeResize="0"/>
          <p:nvPr/>
        </p:nvPicPr>
        <p:blipFill rotWithShape="1">
          <a:blip r:embed="rId3">
            <a:alphaModFix/>
          </a:blip>
          <a:srcRect/>
          <a:stretch/>
        </p:blipFill>
        <p:spPr>
          <a:xfrm>
            <a:off x="3615001" y="849349"/>
            <a:ext cx="1914000" cy="1436197"/>
          </a:xfrm>
          <a:prstGeom prst="rect">
            <a:avLst/>
          </a:prstGeom>
          <a:noFill/>
          <a:ln>
            <a:noFill/>
          </a:ln>
          <a:effectLst>
            <a:outerShdw blurRad="57150" dist="19050" dir="5400000" algn="bl" rotWithShape="0">
              <a:srgbClr val="000000">
                <a:alpha val="20000"/>
              </a:srgbClr>
            </a:outerShdw>
          </a:effectLst>
        </p:spPr>
      </p:pic>
      <p:pic>
        <p:nvPicPr>
          <p:cNvPr id="1038" name="Google Shape;1038;g26b641b03cd_0_315"/>
          <p:cNvPicPr preferRelativeResize="0"/>
          <p:nvPr/>
        </p:nvPicPr>
        <p:blipFill rotWithShape="1">
          <a:blip r:embed="rId4">
            <a:alphaModFix/>
          </a:blip>
          <a:srcRect t="89" b="99"/>
          <a:stretch/>
        </p:blipFill>
        <p:spPr>
          <a:xfrm>
            <a:off x="5626550" y="849349"/>
            <a:ext cx="1914000" cy="1436196"/>
          </a:xfrm>
          <a:prstGeom prst="rect">
            <a:avLst/>
          </a:prstGeom>
          <a:noFill/>
          <a:ln>
            <a:noFill/>
          </a:ln>
          <a:effectLst>
            <a:outerShdw blurRad="57150" dist="19050" dir="5400000" algn="bl" rotWithShape="0">
              <a:srgbClr val="000000">
                <a:alpha val="20000"/>
              </a:srgbClr>
            </a:outerShdw>
          </a:effectLst>
        </p:spPr>
      </p:pic>
      <p:pic>
        <p:nvPicPr>
          <p:cNvPr id="1039" name="Google Shape;1039;g26b641b03cd_0_315"/>
          <p:cNvPicPr preferRelativeResize="0"/>
          <p:nvPr/>
        </p:nvPicPr>
        <p:blipFill rotWithShape="1">
          <a:blip r:embed="rId5">
            <a:alphaModFix/>
          </a:blip>
          <a:srcRect/>
          <a:stretch/>
        </p:blipFill>
        <p:spPr>
          <a:xfrm>
            <a:off x="1603450" y="849349"/>
            <a:ext cx="1914000" cy="1436197"/>
          </a:xfrm>
          <a:prstGeom prst="rect">
            <a:avLst/>
          </a:prstGeom>
          <a:noFill/>
          <a:ln>
            <a:noFill/>
          </a:ln>
          <a:effectLst>
            <a:outerShdw blurRad="57150" dist="19050" dir="5400000" algn="bl" rotWithShape="0">
              <a:srgbClr val="000000">
                <a:alpha val="20000"/>
              </a:srgbClr>
            </a:outerShdw>
          </a:effectLst>
        </p:spPr>
      </p:pic>
      <p:pic>
        <p:nvPicPr>
          <p:cNvPr id="1040" name="Google Shape;1040;g26b641b03cd_0_315"/>
          <p:cNvPicPr preferRelativeResize="0"/>
          <p:nvPr/>
        </p:nvPicPr>
        <p:blipFill rotWithShape="1">
          <a:blip r:embed="rId6">
            <a:alphaModFix/>
          </a:blip>
          <a:srcRect t="19" b="29"/>
          <a:stretch/>
        </p:blipFill>
        <p:spPr>
          <a:xfrm>
            <a:off x="3615001" y="2436738"/>
            <a:ext cx="1914000" cy="1436196"/>
          </a:xfrm>
          <a:prstGeom prst="rect">
            <a:avLst/>
          </a:prstGeom>
          <a:noFill/>
          <a:ln>
            <a:noFill/>
          </a:ln>
          <a:effectLst>
            <a:outerShdw blurRad="57150" dist="19050" dir="5400000" algn="bl" rotWithShape="0">
              <a:srgbClr val="000000">
                <a:alpha val="20000"/>
              </a:srgbClr>
            </a:outerShdw>
          </a:effectLst>
        </p:spPr>
      </p:pic>
      <p:pic>
        <p:nvPicPr>
          <p:cNvPr id="1041" name="Google Shape;1041;g26b641b03cd_0_315"/>
          <p:cNvPicPr preferRelativeResize="0"/>
          <p:nvPr/>
        </p:nvPicPr>
        <p:blipFill rotWithShape="1">
          <a:blip r:embed="rId7">
            <a:alphaModFix/>
          </a:blip>
          <a:srcRect t="19" b="29"/>
          <a:stretch/>
        </p:blipFill>
        <p:spPr>
          <a:xfrm>
            <a:off x="5626550" y="2436738"/>
            <a:ext cx="1914000" cy="1436196"/>
          </a:xfrm>
          <a:prstGeom prst="rect">
            <a:avLst/>
          </a:prstGeom>
          <a:noFill/>
          <a:ln>
            <a:noFill/>
          </a:ln>
          <a:effectLst>
            <a:outerShdw blurRad="57150" dist="19050" dir="5400000" algn="bl" rotWithShape="0">
              <a:srgbClr val="000000">
                <a:alpha val="20000"/>
              </a:srgbClr>
            </a:outerShdw>
          </a:effectLst>
        </p:spPr>
      </p:pic>
      <p:pic>
        <p:nvPicPr>
          <p:cNvPr id="1042" name="Google Shape;1042;g26b641b03cd_0_315"/>
          <p:cNvPicPr preferRelativeResize="0"/>
          <p:nvPr/>
        </p:nvPicPr>
        <p:blipFill rotWithShape="1">
          <a:blip r:embed="rId8">
            <a:alphaModFix/>
          </a:blip>
          <a:srcRect l="69" r="69"/>
          <a:stretch/>
        </p:blipFill>
        <p:spPr>
          <a:xfrm>
            <a:off x="1603450" y="2436738"/>
            <a:ext cx="1914000" cy="1436197"/>
          </a:xfrm>
          <a:prstGeom prst="rect">
            <a:avLst/>
          </a:prstGeom>
          <a:noFill/>
          <a:ln>
            <a:noFill/>
          </a:ln>
          <a:effectLst>
            <a:outerShdw blurRad="57150" dist="19050" dir="5400000" algn="bl" rotWithShape="0">
              <a:srgbClr val="000000">
                <a:alpha val="20000"/>
              </a:srgbClr>
            </a:outerShdw>
          </a:effectLst>
        </p:spPr>
      </p:pic>
      <p:pic>
        <p:nvPicPr>
          <p:cNvPr id="1043" name="Google Shape;1043;g26b641b03cd_0_315"/>
          <p:cNvPicPr preferRelativeResize="0"/>
          <p:nvPr/>
        </p:nvPicPr>
        <p:blipFill rotWithShape="1">
          <a:blip r:embed="rId9">
            <a:alphaModFix/>
          </a:blip>
          <a:srcRect l="69" r="69"/>
          <a:stretch/>
        </p:blipFill>
        <p:spPr>
          <a:xfrm>
            <a:off x="3615001" y="4024127"/>
            <a:ext cx="1914000" cy="143619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50" name="Google Shape;1050;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51" name="Google Shape;1051;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52" name="Google Shape;1052;g26b641b03cd_1_0"/>
          <p:cNvPicPr preferRelativeResize="0"/>
          <p:nvPr/>
        </p:nvPicPr>
        <p:blipFill rotWithShape="1">
          <a:blip r:embed="rId3">
            <a:alphaModFix/>
          </a:blip>
          <a:srcRect/>
          <a:stretch/>
        </p:blipFill>
        <p:spPr>
          <a:xfrm>
            <a:off x="3615001" y="849349"/>
            <a:ext cx="1914000" cy="1436197"/>
          </a:xfrm>
          <a:prstGeom prst="rect">
            <a:avLst/>
          </a:prstGeom>
          <a:noFill/>
          <a:ln>
            <a:noFill/>
          </a:ln>
          <a:effectLst>
            <a:outerShdw blurRad="57150" dist="19050" dir="5400000" algn="bl" rotWithShape="0">
              <a:srgbClr val="000000">
                <a:alpha val="20000"/>
              </a:srgbClr>
            </a:outerShdw>
          </a:effectLst>
        </p:spPr>
      </p:pic>
      <p:pic>
        <p:nvPicPr>
          <p:cNvPr id="1053" name="Google Shape;1053;g26b641b03cd_1_0"/>
          <p:cNvPicPr preferRelativeResize="0"/>
          <p:nvPr/>
        </p:nvPicPr>
        <p:blipFill rotWithShape="1">
          <a:blip r:embed="rId4">
            <a:alphaModFix/>
          </a:blip>
          <a:srcRect t="89" b="99"/>
          <a:stretch/>
        </p:blipFill>
        <p:spPr>
          <a:xfrm>
            <a:off x="5626550" y="849349"/>
            <a:ext cx="1914000" cy="1436196"/>
          </a:xfrm>
          <a:prstGeom prst="rect">
            <a:avLst/>
          </a:prstGeom>
          <a:noFill/>
          <a:ln>
            <a:noFill/>
          </a:ln>
          <a:effectLst>
            <a:outerShdw blurRad="57150" dist="19050" dir="5400000" algn="bl" rotWithShape="0">
              <a:srgbClr val="000000">
                <a:alpha val="20000"/>
              </a:srgbClr>
            </a:outerShdw>
          </a:effectLst>
        </p:spPr>
      </p:pic>
      <p:pic>
        <p:nvPicPr>
          <p:cNvPr id="1054" name="Google Shape;1054;g26b641b03cd_1_0"/>
          <p:cNvPicPr preferRelativeResize="0"/>
          <p:nvPr/>
        </p:nvPicPr>
        <p:blipFill rotWithShape="1">
          <a:blip r:embed="rId5">
            <a:alphaModFix/>
          </a:blip>
          <a:srcRect/>
          <a:stretch/>
        </p:blipFill>
        <p:spPr>
          <a:xfrm>
            <a:off x="1603450" y="849349"/>
            <a:ext cx="1914000" cy="1436197"/>
          </a:xfrm>
          <a:prstGeom prst="rect">
            <a:avLst/>
          </a:prstGeom>
          <a:noFill/>
          <a:ln>
            <a:noFill/>
          </a:ln>
          <a:effectLst>
            <a:outerShdw blurRad="57150" dist="19050" dir="5400000" algn="bl" rotWithShape="0">
              <a:srgbClr val="000000">
                <a:alpha val="20000"/>
              </a:srgbClr>
            </a:outerShdw>
          </a:effectLst>
        </p:spPr>
      </p:pic>
      <p:pic>
        <p:nvPicPr>
          <p:cNvPr id="1055" name="Google Shape;1055;g26b641b03cd_1_0"/>
          <p:cNvPicPr preferRelativeResize="0"/>
          <p:nvPr/>
        </p:nvPicPr>
        <p:blipFill rotWithShape="1">
          <a:blip r:embed="rId6">
            <a:alphaModFix/>
          </a:blip>
          <a:srcRect t="89" b="99"/>
          <a:stretch/>
        </p:blipFill>
        <p:spPr>
          <a:xfrm>
            <a:off x="3615001" y="2436738"/>
            <a:ext cx="1914000" cy="1436196"/>
          </a:xfrm>
          <a:prstGeom prst="rect">
            <a:avLst/>
          </a:prstGeom>
          <a:noFill/>
          <a:ln>
            <a:noFill/>
          </a:ln>
          <a:effectLst>
            <a:outerShdw blurRad="57150" dist="19050" dir="5400000" algn="bl" rotWithShape="0">
              <a:srgbClr val="000000">
                <a:alpha val="20000"/>
              </a:srgbClr>
            </a:outerShdw>
          </a:effectLst>
        </p:spPr>
      </p:pic>
      <p:pic>
        <p:nvPicPr>
          <p:cNvPr id="1056" name="Google Shape;1056;g26b641b03cd_1_0"/>
          <p:cNvPicPr preferRelativeResize="0"/>
          <p:nvPr/>
        </p:nvPicPr>
        <p:blipFill rotWithShape="1">
          <a:blip r:embed="rId7">
            <a:alphaModFix/>
          </a:blip>
          <a:srcRect t="89" b="99"/>
          <a:stretch/>
        </p:blipFill>
        <p:spPr>
          <a:xfrm>
            <a:off x="5626550" y="2436738"/>
            <a:ext cx="1914000" cy="1436196"/>
          </a:xfrm>
          <a:prstGeom prst="rect">
            <a:avLst/>
          </a:prstGeom>
          <a:noFill/>
          <a:ln>
            <a:noFill/>
          </a:ln>
          <a:effectLst>
            <a:outerShdw blurRad="57150" dist="19050" dir="5400000" algn="bl" rotWithShape="0">
              <a:srgbClr val="000000">
                <a:alpha val="20000"/>
              </a:srgbClr>
            </a:outerShdw>
          </a:effectLst>
        </p:spPr>
      </p:pic>
      <p:pic>
        <p:nvPicPr>
          <p:cNvPr id="1057" name="Google Shape;1057;g26b641b03cd_1_0"/>
          <p:cNvPicPr preferRelativeResize="0"/>
          <p:nvPr/>
        </p:nvPicPr>
        <p:blipFill rotWithShape="1">
          <a:blip r:embed="rId8">
            <a:alphaModFix/>
          </a:blip>
          <a:srcRect/>
          <a:stretch/>
        </p:blipFill>
        <p:spPr>
          <a:xfrm>
            <a:off x="1603450" y="2436738"/>
            <a:ext cx="1914000" cy="1436197"/>
          </a:xfrm>
          <a:prstGeom prst="rect">
            <a:avLst/>
          </a:prstGeom>
          <a:noFill/>
          <a:ln>
            <a:noFill/>
          </a:ln>
          <a:effectLst>
            <a:outerShdw blurRad="57150" dist="19050" dir="5400000" algn="bl" rotWithShape="0">
              <a:srgbClr val="000000">
                <a:alpha val="20000"/>
              </a:srgbClr>
            </a:outerShdw>
          </a:effectLst>
        </p:spPr>
      </p:pic>
      <p:pic>
        <p:nvPicPr>
          <p:cNvPr id="1058" name="Google Shape;1058;g26b641b03cd_1_0"/>
          <p:cNvPicPr preferRelativeResize="0"/>
          <p:nvPr/>
        </p:nvPicPr>
        <p:blipFill rotWithShape="1">
          <a:blip r:embed="rId9">
            <a:alphaModFix/>
          </a:blip>
          <a:srcRect/>
          <a:stretch/>
        </p:blipFill>
        <p:spPr>
          <a:xfrm>
            <a:off x="3615001" y="4024127"/>
            <a:ext cx="1914000" cy="143619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65" name="Google Shape;1065;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66" name="Google Shape;1066;g1f3daf8a844_0_64"/>
          <p:cNvGrpSpPr/>
          <p:nvPr/>
        </p:nvGrpSpPr>
        <p:grpSpPr>
          <a:xfrm>
            <a:off x="3024000" y="209875"/>
            <a:ext cx="3096000" cy="454800"/>
            <a:chOff x="3024000" y="209875"/>
            <a:chExt cx="3096000" cy="454800"/>
          </a:xfrm>
        </p:grpSpPr>
        <p:sp>
          <p:nvSpPr>
            <p:cNvPr id="1067" name="Google Shape;1067;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8" name="Google Shape;1068;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9" name="Google Shape;1069;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grpSp>
        <p:nvGrpSpPr>
          <p:cNvPr id="1070" name="Google Shape;1070;g1f3daf8a844_0_64"/>
          <p:cNvGrpSpPr/>
          <p:nvPr/>
        </p:nvGrpSpPr>
        <p:grpSpPr>
          <a:xfrm>
            <a:off x="1562585" y="3625625"/>
            <a:ext cx="6019129" cy="1828800"/>
            <a:chOff x="1828800" y="3625614"/>
            <a:chExt cx="5486400" cy="1828800"/>
          </a:xfrm>
        </p:grpSpPr>
        <p:cxnSp>
          <p:nvCxnSpPr>
            <p:cNvPr id="1071" name="Google Shape;1071;g1f3daf8a844_0_64"/>
            <p:cNvCxnSpPr/>
            <p:nvPr/>
          </p:nvCxnSpPr>
          <p:spPr>
            <a:xfrm>
              <a:off x="1828800" y="4364039"/>
              <a:ext cx="5486400" cy="0"/>
            </a:xfrm>
            <a:prstGeom prst="straightConnector1">
              <a:avLst/>
            </a:prstGeom>
            <a:noFill/>
            <a:ln w="28575" cap="flat" cmpd="sng">
              <a:solidFill>
                <a:srgbClr val="C2EDFF"/>
              </a:solidFill>
              <a:prstDash val="lgDash"/>
              <a:miter lim="800000"/>
              <a:headEnd type="none" w="sm" len="sm"/>
              <a:tailEnd type="none" w="sm" len="sm"/>
            </a:ln>
          </p:spPr>
        </p:cxnSp>
        <p:cxnSp>
          <p:nvCxnSpPr>
            <p:cNvPr id="1072" name="Google Shape;1072;g1f3daf8a844_0_64"/>
            <p:cNvCxnSpPr/>
            <p:nvPr/>
          </p:nvCxnSpPr>
          <p:spPr>
            <a:xfrm>
              <a:off x="1828800" y="4060189"/>
              <a:ext cx="5486400" cy="0"/>
            </a:xfrm>
            <a:prstGeom prst="straightConnector1">
              <a:avLst/>
            </a:prstGeom>
            <a:noFill/>
            <a:ln w="28575" cap="flat" cmpd="sng">
              <a:solidFill>
                <a:srgbClr val="C2EDFF"/>
              </a:solidFill>
              <a:prstDash val="lgDash"/>
              <a:miter lim="800000"/>
              <a:headEnd type="none" w="sm" len="sm"/>
              <a:tailEnd type="none" w="sm" len="sm"/>
            </a:ln>
          </p:spPr>
        </p:cxnSp>
        <p:cxnSp>
          <p:nvCxnSpPr>
            <p:cNvPr id="1073" name="Google Shape;1073;g1f3daf8a844_0_64"/>
            <p:cNvCxnSpPr/>
            <p:nvPr/>
          </p:nvCxnSpPr>
          <p:spPr>
            <a:xfrm>
              <a:off x="1828800" y="4967575"/>
              <a:ext cx="5486400" cy="0"/>
            </a:xfrm>
            <a:prstGeom prst="straightConnector1">
              <a:avLst/>
            </a:prstGeom>
            <a:noFill/>
            <a:ln w="28575" cap="flat" cmpd="sng">
              <a:solidFill>
                <a:srgbClr val="C2EDFF"/>
              </a:solidFill>
              <a:prstDash val="solid"/>
              <a:miter lim="800000"/>
              <a:headEnd type="none" w="sm" len="sm"/>
              <a:tailEnd type="none" w="sm" len="sm"/>
            </a:ln>
          </p:spPr>
        </p:cxnSp>
        <p:cxnSp>
          <p:nvCxnSpPr>
            <p:cNvPr id="1074" name="Google Shape;1074;g1f3daf8a844_0_64"/>
            <p:cNvCxnSpPr/>
            <p:nvPr/>
          </p:nvCxnSpPr>
          <p:spPr>
            <a:xfrm>
              <a:off x="1828800" y="5230914"/>
              <a:ext cx="5486400" cy="0"/>
            </a:xfrm>
            <a:prstGeom prst="straightConnector1">
              <a:avLst/>
            </a:prstGeom>
            <a:noFill/>
            <a:ln w="28575" cap="flat" cmpd="sng">
              <a:solidFill>
                <a:srgbClr val="C2EDFF"/>
              </a:solidFill>
              <a:prstDash val="lgDash"/>
              <a:miter lim="800000"/>
              <a:headEnd type="none" w="sm" len="sm"/>
              <a:tailEnd type="none" w="sm" len="sm"/>
            </a:ln>
          </p:spPr>
        </p:cxnSp>
        <p:sp>
          <p:nvSpPr>
            <p:cNvPr id="1075" name="Google Shape;1075;g1f3daf8a844_0_64"/>
            <p:cNvSpPr/>
            <p:nvPr/>
          </p:nvSpPr>
          <p:spPr>
            <a:xfrm>
              <a:off x="3657600" y="3625614"/>
              <a:ext cx="1828800" cy="1828800"/>
            </a:xfrm>
            <a:prstGeom prst="rect">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6" name="Google Shape;1076;g1f3daf8a844_0_64"/>
            <p:cNvSpPr/>
            <p:nvPr/>
          </p:nvSpPr>
          <p:spPr>
            <a:xfrm rot="5400000">
              <a:off x="5486400" y="3625614"/>
              <a:ext cx="1828800" cy="1828800"/>
            </a:xfrm>
            <a:prstGeom prst="round2SameRect">
              <a:avLst>
                <a:gd name="adj1" fmla="val 5231"/>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7" name="Google Shape;1077;g1f3daf8a844_0_64"/>
            <p:cNvSpPr/>
            <p:nvPr/>
          </p:nvSpPr>
          <p:spPr>
            <a:xfrm rot="-5400000">
              <a:off x="1828800" y="3625614"/>
              <a:ext cx="1828800" cy="1828800"/>
            </a:xfrm>
            <a:prstGeom prst="round2SameRect">
              <a:avLst>
                <a:gd name="adj1" fmla="val 5231"/>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078" name="Google Shape;1078;g1f3daf8a844_0_64"/>
          <p:cNvSpPr txBox="1"/>
          <p:nvPr/>
        </p:nvSpPr>
        <p:spPr>
          <a:xfrm>
            <a:off x="32646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8000" b="0" i="0" u="none" strike="noStrike" cap="none">
              <a:solidFill>
                <a:srgbClr val="2356AF"/>
              </a:solidFill>
              <a:latin typeface="Jost"/>
              <a:ea typeface="Jost"/>
              <a:cs typeface="Jost"/>
              <a:sym typeface="Jost"/>
            </a:endParaRPr>
          </a:p>
        </p:txBody>
      </p:sp>
      <p:sp>
        <p:nvSpPr>
          <p:cNvPr id="1079" name="Google Shape;1079;g1f3daf8a844_0_64"/>
          <p:cNvSpPr txBox="1"/>
          <p:nvPr/>
        </p:nvSpPr>
        <p:spPr>
          <a:xfrm>
            <a:off x="1875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1080" name="Google Shape;1080;g1f3daf8a844_0_64"/>
          <p:cNvSpPr txBox="1"/>
          <p:nvPr/>
        </p:nvSpPr>
        <p:spPr>
          <a:xfrm>
            <a:off x="4653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081" name="Google Shape;1081;g1f3daf8a844_0_64"/>
          <p:cNvSpPr txBox="1"/>
          <p:nvPr/>
        </p:nvSpPr>
        <p:spPr>
          <a:xfrm>
            <a:off x="6042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cxnSp>
        <p:nvCxnSpPr>
          <p:cNvPr id="1082" name="Google Shape;1082;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g26c2c23605e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89" name="Google Shape;1089;g26c2c23605e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0" name="Google Shape;1090;g26c2c23605e_0_742"/>
          <p:cNvGrpSpPr/>
          <p:nvPr/>
        </p:nvGrpSpPr>
        <p:grpSpPr>
          <a:xfrm>
            <a:off x="3024000" y="209875"/>
            <a:ext cx="3096000" cy="454800"/>
            <a:chOff x="3024000" y="209875"/>
            <a:chExt cx="3096000" cy="454800"/>
          </a:xfrm>
        </p:grpSpPr>
        <p:sp>
          <p:nvSpPr>
            <p:cNvPr id="1091" name="Google Shape;1091;g26c2c23605e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2" name="Google Shape;1092;g26c2c23605e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3" name="Google Shape;1093;g26c2c23605e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grpSp>
        <p:nvGrpSpPr>
          <p:cNvPr id="1094" name="Google Shape;1094;g26c2c23605e_0_742"/>
          <p:cNvGrpSpPr/>
          <p:nvPr/>
        </p:nvGrpSpPr>
        <p:grpSpPr>
          <a:xfrm>
            <a:off x="1562585" y="3625625"/>
            <a:ext cx="6019129" cy="1828800"/>
            <a:chOff x="1828800" y="3625614"/>
            <a:chExt cx="5486400" cy="1828800"/>
          </a:xfrm>
        </p:grpSpPr>
        <p:cxnSp>
          <p:nvCxnSpPr>
            <p:cNvPr id="1095" name="Google Shape;1095;g26c2c23605e_0_742"/>
            <p:cNvCxnSpPr/>
            <p:nvPr/>
          </p:nvCxnSpPr>
          <p:spPr>
            <a:xfrm>
              <a:off x="1828800" y="4364039"/>
              <a:ext cx="5486400" cy="0"/>
            </a:xfrm>
            <a:prstGeom prst="straightConnector1">
              <a:avLst/>
            </a:prstGeom>
            <a:noFill/>
            <a:ln w="28575" cap="flat" cmpd="sng">
              <a:solidFill>
                <a:srgbClr val="C2EDFF"/>
              </a:solidFill>
              <a:prstDash val="lgDash"/>
              <a:miter lim="800000"/>
              <a:headEnd type="none" w="sm" len="sm"/>
              <a:tailEnd type="none" w="sm" len="sm"/>
            </a:ln>
          </p:spPr>
        </p:cxnSp>
        <p:cxnSp>
          <p:nvCxnSpPr>
            <p:cNvPr id="1096" name="Google Shape;1096;g26c2c23605e_0_742"/>
            <p:cNvCxnSpPr/>
            <p:nvPr/>
          </p:nvCxnSpPr>
          <p:spPr>
            <a:xfrm>
              <a:off x="1828800" y="4060189"/>
              <a:ext cx="5486400" cy="0"/>
            </a:xfrm>
            <a:prstGeom prst="straightConnector1">
              <a:avLst/>
            </a:prstGeom>
            <a:noFill/>
            <a:ln w="28575" cap="flat" cmpd="sng">
              <a:solidFill>
                <a:srgbClr val="C2EDFF"/>
              </a:solidFill>
              <a:prstDash val="lgDash"/>
              <a:miter lim="800000"/>
              <a:headEnd type="none" w="sm" len="sm"/>
              <a:tailEnd type="none" w="sm" len="sm"/>
            </a:ln>
          </p:spPr>
        </p:cxnSp>
        <p:cxnSp>
          <p:nvCxnSpPr>
            <p:cNvPr id="1097" name="Google Shape;1097;g26c2c23605e_0_742"/>
            <p:cNvCxnSpPr/>
            <p:nvPr/>
          </p:nvCxnSpPr>
          <p:spPr>
            <a:xfrm>
              <a:off x="1828800" y="4967575"/>
              <a:ext cx="5486400" cy="0"/>
            </a:xfrm>
            <a:prstGeom prst="straightConnector1">
              <a:avLst/>
            </a:prstGeom>
            <a:noFill/>
            <a:ln w="28575" cap="flat" cmpd="sng">
              <a:solidFill>
                <a:srgbClr val="C2EDFF"/>
              </a:solidFill>
              <a:prstDash val="solid"/>
              <a:miter lim="800000"/>
              <a:headEnd type="none" w="sm" len="sm"/>
              <a:tailEnd type="none" w="sm" len="sm"/>
            </a:ln>
          </p:spPr>
        </p:cxnSp>
        <p:cxnSp>
          <p:nvCxnSpPr>
            <p:cNvPr id="1098" name="Google Shape;1098;g26c2c23605e_0_742"/>
            <p:cNvCxnSpPr/>
            <p:nvPr/>
          </p:nvCxnSpPr>
          <p:spPr>
            <a:xfrm>
              <a:off x="1828800" y="5230914"/>
              <a:ext cx="5486400" cy="0"/>
            </a:xfrm>
            <a:prstGeom prst="straightConnector1">
              <a:avLst/>
            </a:prstGeom>
            <a:noFill/>
            <a:ln w="28575" cap="flat" cmpd="sng">
              <a:solidFill>
                <a:srgbClr val="C2EDFF"/>
              </a:solidFill>
              <a:prstDash val="lgDash"/>
              <a:miter lim="800000"/>
              <a:headEnd type="none" w="sm" len="sm"/>
              <a:tailEnd type="none" w="sm" len="sm"/>
            </a:ln>
          </p:spPr>
        </p:cxnSp>
        <p:sp>
          <p:nvSpPr>
            <p:cNvPr id="1099" name="Google Shape;1099;g26c2c23605e_0_742"/>
            <p:cNvSpPr/>
            <p:nvPr/>
          </p:nvSpPr>
          <p:spPr>
            <a:xfrm>
              <a:off x="3657600" y="3625614"/>
              <a:ext cx="1828800" cy="1828800"/>
            </a:xfrm>
            <a:prstGeom prst="rect">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0" name="Google Shape;1100;g26c2c23605e_0_742"/>
            <p:cNvSpPr/>
            <p:nvPr/>
          </p:nvSpPr>
          <p:spPr>
            <a:xfrm rot="5400000">
              <a:off x="5486400" y="3625614"/>
              <a:ext cx="1828800" cy="1828800"/>
            </a:xfrm>
            <a:prstGeom prst="round2SameRect">
              <a:avLst>
                <a:gd name="adj1" fmla="val 5231"/>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1" name="Google Shape;1101;g26c2c23605e_0_742"/>
            <p:cNvSpPr/>
            <p:nvPr/>
          </p:nvSpPr>
          <p:spPr>
            <a:xfrm rot="-5400000">
              <a:off x="1828800" y="3625614"/>
              <a:ext cx="1828800" cy="1828800"/>
            </a:xfrm>
            <a:prstGeom prst="round2SameRect">
              <a:avLst>
                <a:gd name="adj1" fmla="val 5231"/>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1102" name="Google Shape;1102;g26c2c23605e_0_742"/>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3" name="Google Shape;1103;g26c2c23605e_0_742"/>
          <p:cNvSpPr txBox="1"/>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s</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t</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 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a:t>
            </a:r>
            <a:endParaRPr sz="1800" b="0" i="0" u="none" strike="noStrike" cap="none">
              <a:solidFill>
                <a:srgbClr val="B7B7B7"/>
              </a:solidFill>
              <a:latin typeface="Jost"/>
              <a:ea typeface="Jost"/>
              <a:cs typeface="Jost"/>
              <a:sym typeface="Jost"/>
            </a:endParaRPr>
          </a:p>
        </p:txBody>
      </p:sp>
      <p:cxnSp>
        <p:nvCxnSpPr>
          <p:cNvPr id="1104" name="Google Shape;1104;g26c2c23605e_0_742"/>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5" name="Google Shape;1105;g26c2c23605e_0_742"/>
          <p:cNvSpPr txBox="1"/>
          <p:nvPr/>
        </p:nvSpPr>
        <p:spPr>
          <a:xfrm>
            <a:off x="32646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8000" b="0" i="0" u="none" strike="noStrike" cap="none">
              <a:solidFill>
                <a:srgbClr val="2356AF"/>
              </a:solidFill>
              <a:latin typeface="Jost"/>
              <a:ea typeface="Jost"/>
              <a:cs typeface="Jost"/>
              <a:sym typeface="Jost"/>
            </a:endParaRPr>
          </a:p>
        </p:txBody>
      </p:sp>
      <p:sp>
        <p:nvSpPr>
          <p:cNvPr id="1106" name="Google Shape;1106;g26c2c23605e_0_742"/>
          <p:cNvSpPr txBox="1"/>
          <p:nvPr/>
        </p:nvSpPr>
        <p:spPr>
          <a:xfrm>
            <a:off x="1875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1107" name="Google Shape;1107;g26c2c23605e_0_742"/>
          <p:cNvSpPr txBox="1"/>
          <p:nvPr/>
        </p:nvSpPr>
        <p:spPr>
          <a:xfrm>
            <a:off x="4653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1108" name="Google Shape;1108;g26c2c23605e_0_742"/>
          <p:cNvSpPr txBox="1"/>
          <p:nvPr/>
        </p:nvSpPr>
        <p:spPr>
          <a:xfrm>
            <a:off x="60426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pic>
        <p:nvPicPr>
          <p:cNvPr id="1114" name="Google Shape;1114;g2c186218c5a_0_118"/>
          <p:cNvPicPr preferRelativeResize="0"/>
          <p:nvPr/>
        </p:nvPicPr>
        <p:blipFill rotWithShape="1">
          <a:blip r:embed="rId3">
            <a:alphaModFix/>
          </a:blip>
          <a:srcRect l="79" r="79"/>
          <a:stretch/>
        </p:blipFill>
        <p:spPr>
          <a:xfrm rot="-467349">
            <a:off x="1122678" y="2862055"/>
            <a:ext cx="801950" cy="1135109"/>
          </a:xfrm>
          <a:prstGeom prst="rect">
            <a:avLst/>
          </a:prstGeom>
          <a:noFill/>
          <a:ln>
            <a:noFill/>
          </a:ln>
        </p:spPr>
      </p:pic>
      <p:sp>
        <p:nvSpPr>
          <p:cNvPr id="1115" name="Google Shape;1115;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Sorting with Feely bags - </a:t>
            </a:r>
            <a:r>
              <a:rPr lang="en-US">
                <a:solidFill>
                  <a:srgbClr val="8DC63F"/>
                </a:solidFill>
              </a:rPr>
              <a:t>i n m d</a:t>
            </a:r>
            <a:r>
              <a:rPr lang="en-US"/>
              <a:t>; Have children sort objects beginning with the letter sounds into the correct bags.</a:t>
            </a:r>
            <a:endParaRPr/>
          </a:p>
        </p:txBody>
      </p:sp>
      <p:pic>
        <p:nvPicPr>
          <p:cNvPr id="1116" name="Google Shape;1116;g2c186218c5a_0_118"/>
          <p:cNvPicPr preferRelativeResize="0"/>
          <p:nvPr/>
        </p:nvPicPr>
        <p:blipFill rotWithShape="1">
          <a:blip r:embed="rId4">
            <a:alphaModFix/>
          </a:blip>
          <a:srcRect/>
          <a:stretch/>
        </p:blipFill>
        <p:spPr>
          <a:xfrm rot="730903">
            <a:off x="849892" y="3258668"/>
            <a:ext cx="1427698" cy="1436829"/>
          </a:xfrm>
          <a:prstGeom prst="rect">
            <a:avLst/>
          </a:prstGeom>
          <a:noFill/>
          <a:ln>
            <a:noFill/>
          </a:ln>
        </p:spPr>
      </p:pic>
      <p:pic>
        <p:nvPicPr>
          <p:cNvPr id="1117" name="Google Shape;1117;g2c186218c5a_0_118"/>
          <p:cNvPicPr preferRelativeResize="0"/>
          <p:nvPr/>
        </p:nvPicPr>
        <p:blipFill rotWithShape="1">
          <a:blip r:embed="rId4">
            <a:alphaModFix/>
          </a:blip>
          <a:srcRect/>
          <a:stretch/>
        </p:blipFill>
        <p:spPr>
          <a:xfrm rot="-713340" flipH="1">
            <a:off x="2524272" y="2998153"/>
            <a:ext cx="1427706" cy="1436830"/>
          </a:xfrm>
          <a:prstGeom prst="rect">
            <a:avLst/>
          </a:prstGeom>
          <a:noFill/>
          <a:ln>
            <a:noFill/>
          </a:ln>
        </p:spPr>
      </p:pic>
      <p:pic>
        <p:nvPicPr>
          <p:cNvPr id="1118" name="Google Shape;1118;g2c186218c5a_0_118"/>
          <p:cNvPicPr preferRelativeResize="0"/>
          <p:nvPr/>
        </p:nvPicPr>
        <p:blipFill rotWithShape="1">
          <a:blip r:embed="rId5">
            <a:alphaModFix/>
          </a:blip>
          <a:srcRect l="19" r="29"/>
          <a:stretch/>
        </p:blipFill>
        <p:spPr>
          <a:xfrm rot="917639">
            <a:off x="2227195" y="2024216"/>
            <a:ext cx="801948" cy="1135109"/>
          </a:xfrm>
          <a:prstGeom prst="rect">
            <a:avLst/>
          </a:prstGeom>
          <a:noFill/>
          <a:ln>
            <a:noFill/>
          </a:ln>
        </p:spPr>
      </p:pic>
      <p:pic>
        <p:nvPicPr>
          <p:cNvPr id="1119" name="Google Shape;1119;g2c186218c5a_0_118"/>
          <p:cNvPicPr preferRelativeResize="0"/>
          <p:nvPr/>
        </p:nvPicPr>
        <p:blipFill rotWithShape="1">
          <a:blip r:embed="rId6">
            <a:alphaModFix/>
          </a:blip>
          <a:srcRect/>
          <a:stretch/>
        </p:blipFill>
        <p:spPr>
          <a:xfrm rot="1652504" flipH="1">
            <a:off x="2987465" y="2632874"/>
            <a:ext cx="573280" cy="508378"/>
          </a:xfrm>
          <a:prstGeom prst="rect">
            <a:avLst/>
          </a:prstGeom>
          <a:noFill/>
          <a:ln>
            <a:noFill/>
          </a:ln>
        </p:spPr>
      </p:pic>
      <p:sp>
        <p:nvSpPr>
          <p:cNvPr id="1120" name="Google Shape;1120;g2c186218c5a_0_118"/>
          <p:cNvSpPr txBox="1">
            <a:spLocks noGrp="1"/>
          </p:cNvSpPr>
          <p:nvPr>
            <p:ph type="title" idx="4294967295"/>
          </p:nvPr>
        </p:nvSpPr>
        <p:spPr>
          <a:xfrm rot="666084">
            <a:off x="1225127" y="3925958"/>
            <a:ext cx="387960" cy="44026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sz="5000">
                <a:solidFill>
                  <a:srgbClr val="FFFFFF"/>
                </a:solidFill>
                <a:latin typeface="Jost"/>
                <a:ea typeface="Jost"/>
                <a:cs typeface="Jost"/>
                <a:sym typeface="Jost"/>
              </a:rPr>
              <a:t>i</a:t>
            </a:r>
            <a:endParaRPr sz="5000">
              <a:solidFill>
                <a:srgbClr val="FFFFFF"/>
              </a:solidFill>
              <a:latin typeface="Jost"/>
              <a:ea typeface="Jost"/>
              <a:cs typeface="Jost"/>
              <a:sym typeface="Jost"/>
            </a:endParaRPr>
          </a:p>
        </p:txBody>
      </p:sp>
      <p:sp>
        <p:nvSpPr>
          <p:cNvPr id="1121" name="Google Shape;1121;g2c186218c5a_0_118"/>
          <p:cNvSpPr txBox="1">
            <a:spLocks noGrp="1"/>
          </p:cNvSpPr>
          <p:nvPr>
            <p:ph type="title" idx="4294967295"/>
          </p:nvPr>
        </p:nvSpPr>
        <p:spPr>
          <a:xfrm rot="-747978">
            <a:off x="3060905" y="3695624"/>
            <a:ext cx="387742" cy="4400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sz="4000">
                <a:solidFill>
                  <a:srgbClr val="FFFFFF"/>
                </a:solidFill>
              </a:rPr>
              <a:t>m</a:t>
            </a:r>
            <a:endParaRPr sz="4000">
              <a:solidFill>
                <a:srgbClr val="FFFF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pic>
        <p:nvPicPr>
          <p:cNvPr id="1127" name="Google Shape;1127;g26bae50fd3a_0_0"/>
          <p:cNvPicPr preferRelativeResize="0"/>
          <p:nvPr/>
        </p:nvPicPr>
        <p:blipFill rotWithShape="1">
          <a:blip r:embed="rId3">
            <a:alphaModFix/>
          </a:blip>
          <a:srcRect l="573" r="572"/>
          <a:stretch/>
        </p:blipFill>
        <p:spPr>
          <a:xfrm>
            <a:off x="4392597" y="2697413"/>
            <a:ext cx="3906212" cy="2453951"/>
          </a:xfrm>
          <a:prstGeom prst="rect">
            <a:avLst/>
          </a:prstGeom>
          <a:noFill/>
          <a:ln>
            <a:noFill/>
          </a:ln>
        </p:spPr>
      </p:pic>
      <p:pic>
        <p:nvPicPr>
          <p:cNvPr id="1128" name="Google Shape;1128;g26bae50fd3a_0_0"/>
          <p:cNvPicPr preferRelativeResize="0"/>
          <p:nvPr/>
        </p:nvPicPr>
        <p:blipFill rotWithShape="1">
          <a:blip r:embed="rId4">
            <a:alphaModFix/>
          </a:blip>
          <a:srcRect/>
          <a:stretch/>
        </p:blipFill>
        <p:spPr>
          <a:xfrm>
            <a:off x="879153" y="2714147"/>
            <a:ext cx="3362575" cy="1091031"/>
          </a:xfrm>
          <a:prstGeom prst="rect">
            <a:avLst/>
          </a:prstGeom>
          <a:noFill/>
          <a:ln>
            <a:noFill/>
          </a:ln>
        </p:spPr>
      </p:pic>
      <p:pic>
        <p:nvPicPr>
          <p:cNvPr id="1129" name="Google Shape;1129;g26bae50fd3a_0_0"/>
          <p:cNvPicPr preferRelativeResize="0"/>
          <p:nvPr/>
        </p:nvPicPr>
        <p:blipFill rotWithShape="1">
          <a:blip r:embed="rId5">
            <a:alphaModFix/>
          </a:blip>
          <a:srcRect/>
          <a:stretch/>
        </p:blipFill>
        <p:spPr>
          <a:xfrm>
            <a:off x="847178" y="3906426"/>
            <a:ext cx="3529583" cy="116174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412</Words>
  <Application>Microsoft Office PowerPoint</Application>
  <PresentationFormat>On-screen Show (4:3)</PresentationFormat>
  <Paragraphs>165</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Calibri</vt:lpstr>
      <vt:lpstr>Nunito Black</vt:lpstr>
      <vt:lpstr>Poppins SemiBold</vt:lpstr>
      <vt:lpstr>Mulish</vt:lpstr>
      <vt:lpstr>Poppins Medium</vt:lpstr>
      <vt:lpstr>Arial</vt:lpstr>
      <vt:lpstr>Poppins</vt:lpstr>
      <vt:lpstr>Jost</vt:lpstr>
      <vt:lpstr>Office Theme</vt:lpstr>
      <vt:lpstr>PowerPoint Presentation</vt:lpstr>
      <vt:lpstr>PowerPoint Presentation</vt:lpstr>
      <vt:lpstr>Recall s a t p i n m d using flashcards.</vt:lpstr>
      <vt:lpstr>PowerPoint Presentation</vt:lpstr>
      <vt:lpstr>Hear Phonemes</vt:lpstr>
      <vt:lpstr>Hear Phonemes</vt:lpstr>
      <vt:lpstr>Review Grapheme Caption</vt:lpstr>
      <vt:lpstr>Review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Practise Building Words</vt:lpstr>
      <vt:lpstr>Practise Building Words</vt:lpstr>
      <vt:lpstr>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2026-04-22T04:42:52Z</dcterms:modified>
</cp:coreProperties>
</file>