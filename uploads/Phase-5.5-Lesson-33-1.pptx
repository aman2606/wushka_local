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hx45VplXdyPf9gq9FCqndwIjV0W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FD3CE28-0F15-44D8-958B-03FA2E6B5549}">
  <a:tblStyle styleId="{2FD3CE28-0F15-44D8-958B-03FA2E6B554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56" autoAdjust="0"/>
    <p:restoredTop sz="94660"/>
  </p:normalViewPr>
  <p:slideViewPr>
    <p:cSldViewPr snapToGrid="0">
      <p:cViewPr>
        <p:scale>
          <a:sx n="200" d="100"/>
          <a:sy n="200" d="100"/>
        </p:scale>
        <p:origin x="-4988" y="-628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0" name="Google Shape;93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1" name="Google Shape;93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e505240498_0_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e505240498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e505240498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7" name="Google Shape;95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e505240498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g2e505240498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4" name="Google Shape;964;g2e505240498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3" name="Google Shape;993;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4" name="Google Shape;994;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0" name="Google Shape;103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6" name="Google Shape;105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4" name="Google Shape;106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5" name="Google Shape;106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3" name="Google Shape;1073;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4" name="Google Shape;1074;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
        <p:cNvGrpSpPr/>
        <p:nvPr/>
      </p:nvGrpSpPr>
      <p:grpSpPr>
        <a:xfrm>
          <a:off x="0" y="0"/>
          <a:ext cx="0" cy="0"/>
          <a:chOff x="0" y="0"/>
          <a:chExt cx="0" cy="0"/>
        </a:xfrm>
      </p:grpSpPr>
      <p:sp>
        <p:nvSpPr>
          <p:cNvPr id="1100" name="Google Shape;1100;g2e505240498_0_6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1" name="Google Shape;1101;g2e505240498_0_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2" name="Google Shape;1102;g2e505240498_0_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4318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/n/ - kn</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7.2 - Wednesday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33</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6.png"/><Relationship Id="rId7"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9.png"/><Relationship Id="rId21" Type="http://schemas.openxmlformats.org/officeDocument/2006/relationships/image" Target="../media/image26.png"/><Relationship Id="rId7" Type="http://schemas.openxmlformats.org/officeDocument/2006/relationships/image" Target="../media/image13.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1.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10.png"/><Relationship Id="rId9" Type="http://schemas.openxmlformats.org/officeDocument/2006/relationships/image" Target="../media/image6.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6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3" Type="http://schemas.openxmlformats.org/officeDocument/2006/relationships/image" Target="../media/image101.png"/><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5" Type="http://schemas.openxmlformats.org/officeDocument/2006/relationships/image" Target="../media/image11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s>
</file>

<file path=ppt/slides/_rels/slide7.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3" Type="http://schemas.openxmlformats.org/officeDocument/2006/relationships/image" Target="../media/image114.png"/><Relationship Id="rId7" Type="http://schemas.openxmlformats.org/officeDocument/2006/relationships/image" Target="../media/image118.png"/><Relationship Id="rId12" Type="http://schemas.openxmlformats.org/officeDocument/2006/relationships/image" Target="../media/image123.png"/><Relationship Id="rId2" Type="http://schemas.openxmlformats.org/officeDocument/2006/relationships/notesSlide" Target="../notesSlides/notesSlide7.xml"/><Relationship Id="rId16" Type="http://schemas.openxmlformats.org/officeDocument/2006/relationships/image" Target="../media/image127.png"/><Relationship Id="rId1" Type="http://schemas.openxmlformats.org/officeDocument/2006/relationships/slideLayout" Target="../slideLayouts/slideLayout3.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8.xml.rels><?xml version="1.0" encoding="UTF-8" standalone="yes"?>
<Relationships xmlns="http://schemas.openxmlformats.org/package/2006/relationships"><Relationship Id="rId8" Type="http://schemas.openxmlformats.org/officeDocument/2006/relationships/image" Target="../media/image133.png"/><Relationship Id="rId13" Type="http://schemas.openxmlformats.org/officeDocument/2006/relationships/image" Target="../media/image138.png"/><Relationship Id="rId18" Type="http://schemas.openxmlformats.org/officeDocument/2006/relationships/image" Target="../media/image143.png"/><Relationship Id="rId26" Type="http://schemas.openxmlformats.org/officeDocument/2006/relationships/image" Target="../media/image151.png"/><Relationship Id="rId3" Type="http://schemas.openxmlformats.org/officeDocument/2006/relationships/image" Target="../media/image128.png"/><Relationship Id="rId21" Type="http://schemas.openxmlformats.org/officeDocument/2006/relationships/image" Target="../media/image146.png"/><Relationship Id="rId7" Type="http://schemas.openxmlformats.org/officeDocument/2006/relationships/image" Target="../media/image132.png"/><Relationship Id="rId12" Type="http://schemas.openxmlformats.org/officeDocument/2006/relationships/image" Target="../media/image137.png"/><Relationship Id="rId17" Type="http://schemas.openxmlformats.org/officeDocument/2006/relationships/image" Target="../media/image142.png"/><Relationship Id="rId25" Type="http://schemas.openxmlformats.org/officeDocument/2006/relationships/image" Target="../media/image150.png"/><Relationship Id="rId2" Type="http://schemas.openxmlformats.org/officeDocument/2006/relationships/notesSlide" Target="../notesSlides/notesSlide8.xml"/><Relationship Id="rId16" Type="http://schemas.openxmlformats.org/officeDocument/2006/relationships/image" Target="../media/image141.png"/><Relationship Id="rId20" Type="http://schemas.openxmlformats.org/officeDocument/2006/relationships/image" Target="../media/image145.png"/><Relationship Id="rId29" Type="http://schemas.openxmlformats.org/officeDocument/2006/relationships/image" Target="../media/image154.png"/><Relationship Id="rId1" Type="http://schemas.openxmlformats.org/officeDocument/2006/relationships/slideLayout" Target="../slideLayouts/slideLayout3.xml"/><Relationship Id="rId6" Type="http://schemas.openxmlformats.org/officeDocument/2006/relationships/image" Target="../media/image131.png"/><Relationship Id="rId11" Type="http://schemas.openxmlformats.org/officeDocument/2006/relationships/image" Target="../media/image136.png"/><Relationship Id="rId24" Type="http://schemas.openxmlformats.org/officeDocument/2006/relationships/image" Target="../media/image149.png"/><Relationship Id="rId5" Type="http://schemas.openxmlformats.org/officeDocument/2006/relationships/image" Target="../media/image130.png"/><Relationship Id="rId15" Type="http://schemas.openxmlformats.org/officeDocument/2006/relationships/image" Target="../media/image140.png"/><Relationship Id="rId23" Type="http://schemas.openxmlformats.org/officeDocument/2006/relationships/image" Target="../media/image148.png"/><Relationship Id="rId28" Type="http://schemas.openxmlformats.org/officeDocument/2006/relationships/image" Target="../media/image153.png"/><Relationship Id="rId10" Type="http://schemas.openxmlformats.org/officeDocument/2006/relationships/image" Target="../media/image135.png"/><Relationship Id="rId19" Type="http://schemas.openxmlformats.org/officeDocument/2006/relationships/image" Target="../media/image144.png"/><Relationship Id="rId4" Type="http://schemas.openxmlformats.org/officeDocument/2006/relationships/image" Target="../media/image129.png"/><Relationship Id="rId9" Type="http://schemas.openxmlformats.org/officeDocument/2006/relationships/image" Target="../media/image134.png"/><Relationship Id="rId14" Type="http://schemas.openxmlformats.org/officeDocument/2006/relationships/image" Target="../media/image139.png"/><Relationship Id="rId22" Type="http://schemas.openxmlformats.org/officeDocument/2006/relationships/image" Target="../media/image147.png"/><Relationship Id="rId27" Type="http://schemas.openxmlformats.org/officeDocument/2006/relationships/image" Target="../media/image152.png"/><Relationship Id="rId30" Type="http://schemas.openxmlformats.org/officeDocument/2006/relationships/image" Target="../media/image155.png"/></Relationships>
</file>

<file path=ppt/slides/_rels/slide9.xml.rels><?xml version="1.0" encoding="UTF-8" standalone="yes"?>
<Relationships xmlns="http://schemas.openxmlformats.org/package/2006/relationships"><Relationship Id="rId8" Type="http://schemas.openxmlformats.org/officeDocument/2006/relationships/image" Target="../media/image161.png"/><Relationship Id="rId13" Type="http://schemas.openxmlformats.org/officeDocument/2006/relationships/image" Target="../media/image166.png"/><Relationship Id="rId3" Type="http://schemas.openxmlformats.org/officeDocument/2006/relationships/image" Target="../media/image156.png"/><Relationship Id="rId7" Type="http://schemas.openxmlformats.org/officeDocument/2006/relationships/image" Target="../media/image160.png"/><Relationship Id="rId12" Type="http://schemas.openxmlformats.org/officeDocument/2006/relationships/image" Target="../media/image16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9.png"/><Relationship Id="rId11" Type="http://schemas.openxmlformats.org/officeDocument/2006/relationships/image" Target="../media/image164.png"/><Relationship Id="rId5" Type="http://schemas.openxmlformats.org/officeDocument/2006/relationships/image" Target="../media/image158.png"/><Relationship Id="rId15" Type="http://schemas.openxmlformats.org/officeDocument/2006/relationships/image" Target="../media/image168.png"/><Relationship Id="rId10" Type="http://schemas.openxmlformats.org/officeDocument/2006/relationships/image" Target="../media/image163.png"/><Relationship Id="rId4" Type="http://schemas.openxmlformats.org/officeDocument/2006/relationships/image" Target="../media/image157.png"/><Relationship Id="rId9" Type="http://schemas.openxmlformats.org/officeDocument/2006/relationships/image" Target="../media/image162.png"/><Relationship Id="rId14" Type="http://schemas.openxmlformats.org/officeDocument/2006/relationships/image" Target="../media/image167.png"/></Relationships>
</file>

<file path=ppt/slides/_rels/slide10.xml.rels><?xml version="1.0" encoding="UTF-8" standalone="yes"?>
<Relationships xmlns="http://schemas.openxmlformats.org/package/2006/relationships"><Relationship Id="rId8" Type="http://schemas.openxmlformats.org/officeDocument/2006/relationships/image" Target="../media/image174.png"/><Relationship Id="rId13" Type="http://schemas.openxmlformats.org/officeDocument/2006/relationships/image" Target="../media/image179.png"/><Relationship Id="rId3" Type="http://schemas.openxmlformats.org/officeDocument/2006/relationships/image" Target="../media/image169.png"/><Relationship Id="rId7" Type="http://schemas.openxmlformats.org/officeDocument/2006/relationships/image" Target="../media/image173.png"/><Relationship Id="rId12" Type="http://schemas.openxmlformats.org/officeDocument/2006/relationships/image" Target="../media/image178.png"/><Relationship Id="rId2" Type="http://schemas.openxmlformats.org/officeDocument/2006/relationships/notesSlide" Target="../notesSlides/notesSlide10.xml"/><Relationship Id="rId16" Type="http://schemas.openxmlformats.org/officeDocument/2006/relationships/image" Target="../media/image182.png"/><Relationship Id="rId1" Type="http://schemas.openxmlformats.org/officeDocument/2006/relationships/slideLayout" Target="../slideLayouts/slideLayout3.xml"/><Relationship Id="rId6" Type="http://schemas.openxmlformats.org/officeDocument/2006/relationships/image" Target="../media/image172.png"/><Relationship Id="rId11" Type="http://schemas.openxmlformats.org/officeDocument/2006/relationships/image" Target="../media/image177.png"/><Relationship Id="rId5" Type="http://schemas.openxmlformats.org/officeDocument/2006/relationships/image" Target="../media/image171.png"/><Relationship Id="rId15" Type="http://schemas.openxmlformats.org/officeDocument/2006/relationships/image" Target="../media/image181.png"/><Relationship Id="rId10" Type="http://schemas.openxmlformats.org/officeDocument/2006/relationships/image" Target="../media/image176.png"/><Relationship Id="rId4" Type="http://schemas.openxmlformats.org/officeDocument/2006/relationships/image" Target="../media/image170.png"/><Relationship Id="rId9" Type="http://schemas.openxmlformats.org/officeDocument/2006/relationships/image" Target="../media/image175.png"/><Relationship Id="rId14" Type="http://schemas.openxmlformats.org/officeDocument/2006/relationships/image" Target="../media/image180.png"/></Relationships>
</file>

<file path=ppt/slides/_rels/slide11.xml.rels><?xml version="1.0" encoding="UTF-8" standalone="yes"?>
<Relationships xmlns="http://schemas.openxmlformats.org/package/2006/relationships"><Relationship Id="rId8" Type="http://schemas.openxmlformats.org/officeDocument/2006/relationships/image" Target="../media/image188.png"/><Relationship Id="rId13" Type="http://schemas.openxmlformats.org/officeDocument/2006/relationships/image" Target="../media/image193.png"/><Relationship Id="rId18" Type="http://schemas.openxmlformats.org/officeDocument/2006/relationships/image" Target="../media/image198.png"/><Relationship Id="rId3" Type="http://schemas.openxmlformats.org/officeDocument/2006/relationships/image" Target="../media/image183.png"/><Relationship Id="rId7" Type="http://schemas.openxmlformats.org/officeDocument/2006/relationships/image" Target="../media/image187.png"/><Relationship Id="rId12" Type="http://schemas.openxmlformats.org/officeDocument/2006/relationships/image" Target="../media/image192.png"/><Relationship Id="rId17" Type="http://schemas.openxmlformats.org/officeDocument/2006/relationships/image" Target="../media/image197.png"/><Relationship Id="rId2" Type="http://schemas.openxmlformats.org/officeDocument/2006/relationships/notesSlide" Target="../notesSlides/notesSlide11.xml"/><Relationship Id="rId16" Type="http://schemas.openxmlformats.org/officeDocument/2006/relationships/image" Target="../media/image196.png"/><Relationship Id="rId1" Type="http://schemas.openxmlformats.org/officeDocument/2006/relationships/slideLayout" Target="../slideLayouts/slideLayout3.xml"/><Relationship Id="rId6" Type="http://schemas.openxmlformats.org/officeDocument/2006/relationships/image" Target="../media/image186.png"/><Relationship Id="rId11" Type="http://schemas.openxmlformats.org/officeDocument/2006/relationships/image" Target="../media/image191.png"/><Relationship Id="rId5" Type="http://schemas.openxmlformats.org/officeDocument/2006/relationships/image" Target="../media/image185.png"/><Relationship Id="rId15" Type="http://schemas.openxmlformats.org/officeDocument/2006/relationships/image" Target="../media/image195.png"/><Relationship Id="rId10" Type="http://schemas.openxmlformats.org/officeDocument/2006/relationships/image" Target="../media/image190.png"/><Relationship Id="rId19" Type="http://schemas.openxmlformats.org/officeDocument/2006/relationships/image" Target="../media/image199.png"/><Relationship Id="rId4" Type="http://schemas.openxmlformats.org/officeDocument/2006/relationships/image" Target="../media/image184.png"/><Relationship Id="rId9" Type="http://schemas.openxmlformats.org/officeDocument/2006/relationships/image" Target="../media/image189.png"/><Relationship Id="rId14" Type="http://schemas.openxmlformats.org/officeDocument/2006/relationships/image" Target="../media/image194.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/n/;</a:t>
            </a:r>
            <a:br>
              <a:rPr lang="en-US" sz="3000"/>
            </a:br>
            <a:r>
              <a:rPr lang="en-US" sz="3000"/>
              <a:t>kn</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33</a:t>
            </a:r>
            <a:endParaRPr/>
          </a:p>
        </p:txBody>
      </p:sp>
      <p:pic>
        <p:nvPicPr>
          <p:cNvPr id="653" name="Google Shape;653;p1"/>
          <p:cNvPicPr preferRelativeResize="0"/>
          <p:nvPr/>
        </p:nvPicPr>
        <p:blipFill rotWithShape="1">
          <a:blip r:embed="rId3">
            <a:alphaModFix/>
          </a:blip>
          <a:srcRect t="59" b="59"/>
          <a:stretch/>
        </p:blipFill>
        <p:spPr>
          <a:xfrm rot="540306">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{2FD3CE28-0F15-44D8-958B-03FA2E6B5549}</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/n/</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/n/</a:t>
            </a:r>
            <a:r>
              <a:rPr lang="en-US"/>
              <a:t> 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JL689</a:t>
            </a:r>
            <a:endParaRPr sz="1000" b="0" i="0" u="none" strike="noStrike" cap="none">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159" r="149"/>
          <a:stretch/>
        </p:blipFill>
        <p:spPr>
          <a:xfrm>
            <a:off x="2262506" y="4169988"/>
            <a:ext cx="813600" cy="977433"/>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951832" y="363277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2162268" y="367863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3383644" y="3748032"/>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4"/>
              </a:srgbClr>
            </a:outerShdw>
          </a:effectLst>
        </p:spPr>
      </p:pic>
      <p:pic>
        <p:nvPicPr>
          <p:cNvPr id="796" name="Google Shape;796;g2cdbdd49f8e_0_0"/>
          <p:cNvPicPr preferRelativeResize="0"/>
          <p:nvPr/>
        </p:nvPicPr>
        <p:blipFill rotWithShape="1">
          <a:blip r:embed="rId4">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4"/>
              </a:srgbClr>
            </a:outerShdw>
          </a:effectLst>
        </p:spPr>
      </p:pic>
      <p:pic>
        <p:nvPicPr>
          <p:cNvPr id="797" name="Google Shape;797;g2cdbdd49f8e_0_0"/>
          <p:cNvPicPr preferRelativeResize="0"/>
          <p:nvPr/>
        </p:nvPicPr>
        <p:blipFill rotWithShape="1">
          <a:blip r:embed="rId5">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798" name="Google Shape;798;g2cdbdd49f8e_0_0"/>
          <p:cNvPicPr preferRelativeResize="0"/>
          <p:nvPr/>
        </p:nvPicPr>
        <p:blipFill rotWithShape="1">
          <a:blip r:embed="rId6">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799" name="Google Shape;799;g2cdbdd49f8e_0_0"/>
          <p:cNvPicPr preferRelativeResize="0"/>
          <p:nvPr/>
        </p:nvPicPr>
        <p:blipFill rotWithShape="1">
          <a:blip r:embed="rId7">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00" name="Google Shape;800;g2cdbdd49f8e_0_0"/>
          <p:cNvPicPr preferRelativeResize="0"/>
          <p:nvPr/>
        </p:nvPicPr>
        <p:blipFill rotWithShape="1">
          <a:blip r:embed="rId8">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9">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10">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11">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12">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13">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4">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15">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4" name="Google Shape;814;g26b7edf6e71_0_109"/>
          <p:cNvGrpSpPr/>
          <p:nvPr/>
        </p:nvGrpSpPr>
        <p:grpSpPr>
          <a:xfrm>
            <a:off x="865957" y="2135925"/>
            <a:ext cx="7282807" cy="2686611"/>
            <a:chOff x="867357" y="2129450"/>
            <a:chExt cx="7282807" cy="2686611"/>
          </a:xfrm>
        </p:grpSpPr>
        <p:pic>
          <p:nvPicPr>
            <p:cNvPr id="815" name="Google Shape;81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35" name="Google Shape;835;g2c298d33e0c_0_6"/>
          <p:cNvGrpSpPr/>
          <p:nvPr/>
        </p:nvGrpSpPr>
        <p:grpSpPr>
          <a:xfrm>
            <a:off x="866900" y="2140884"/>
            <a:ext cx="7281864" cy="2684601"/>
            <a:chOff x="868300" y="2129450"/>
            <a:chExt cx="7281864" cy="2684601"/>
          </a:xfrm>
        </p:grpSpPr>
        <p:pic>
          <p:nvPicPr>
            <p:cNvPr id="836" name="Google Shape;83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0" name="Google Shape;84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0" name="Google Shape;870;g2c298da1f27_0_455"/>
          <p:cNvGrpSpPr/>
          <p:nvPr/>
        </p:nvGrpSpPr>
        <p:grpSpPr>
          <a:xfrm>
            <a:off x="868300" y="2129450"/>
            <a:ext cx="7281864" cy="2684601"/>
            <a:chOff x="868300" y="2053250"/>
            <a:chExt cx="7281864" cy="2684601"/>
          </a:xfrm>
        </p:grpSpPr>
        <p:pic>
          <p:nvPicPr>
            <p:cNvPr id="871" name="Google Shape;871;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90" name="Google Shape;890;g2c298da1f27_1_0"/>
          <p:cNvGrpSpPr/>
          <p:nvPr/>
        </p:nvGrpSpPr>
        <p:grpSpPr>
          <a:xfrm>
            <a:off x="868300" y="2129450"/>
            <a:ext cx="7281864" cy="2688001"/>
            <a:chOff x="868300" y="2129450"/>
            <a:chExt cx="7281864" cy="2688001"/>
          </a:xfrm>
        </p:grpSpPr>
        <p:pic>
          <p:nvPicPr>
            <p:cNvPr id="891" name="Google Shape;891;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8" name="Google Shape;898;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3" name="Google Shape;903;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4" name="Google Shape;904;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cdbdd193bb_0_343"/>
          <p:cNvSpPr txBox="1">
            <a:spLocks noGrp="1"/>
          </p:cNvSpPr>
          <p:nvPr>
            <p:ph type="title"/>
          </p:nvPr>
        </p:nvSpPr>
        <p:spPr>
          <a:xfrm>
            <a:off x="766875" y="582900"/>
            <a:ext cx="76104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200"/>
              <a:t>Review Phase 5.5 Common Exception Words </a:t>
            </a:r>
            <a:r>
              <a:rPr lang="en-US" sz="2200">
                <a:solidFill>
                  <a:srgbClr val="2356AF"/>
                </a:solidFill>
              </a:rPr>
              <a:t>people wild child mind kind behind eye oh most only both though through who prove shoe beautiful</a:t>
            </a:r>
            <a:r>
              <a:rPr lang="en-US" sz="2200"/>
              <a:t>.</a:t>
            </a:r>
            <a:endParaRPr sz="2200"/>
          </a:p>
        </p:txBody>
      </p:sp>
      <p:pic>
        <p:nvPicPr>
          <p:cNvPr id="911" name="Google Shape;911;g2cdbdd193bb_0_343"/>
          <p:cNvPicPr preferRelativeResize="0"/>
          <p:nvPr/>
        </p:nvPicPr>
        <p:blipFill rotWithShape="1">
          <a:blip r:embed="rId3">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7650"/>
              </a:srgbClr>
            </a:outerShdw>
          </a:effectLst>
        </p:spPr>
      </p:pic>
      <p:pic>
        <p:nvPicPr>
          <p:cNvPr id="912" name="Google Shape;912;g2cdbdd193bb_0_343"/>
          <p:cNvPicPr preferRelativeResize="0"/>
          <p:nvPr/>
        </p:nvPicPr>
        <p:blipFill rotWithShape="1">
          <a:blip r:embed="rId4">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13" name="Google Shape;913;g2cdbdd193bb_0_343"/>
          <p:cNvPicPr preferRelativeResize="0"/>
          <p:nvPr/>
        </p:nvPicPr>
        <p:blipFill rotWithShape="1">
          <a:blip r:embed="rId5">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14" name="Google Shape;914;g2cdbdd193bb_0_343"/>
          <p:cNvPicPr preferRelativeResize="0"/>
          <p:nvPr/>
        </p:nvPicPr>
        <p:blipFill rotWithShape="1">
          <a:blip r:embed="rId6">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15" name="Google Shape;915;g2cdbdd193bb_0_343"/>
          <p:cNvPicPr preferRelativeResize="0"/>
          <p:nvPr/>
        </p:nvPicPr>
        <p:blipFill rotWithShape="1">
          <a:blip r:embed="rId7">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16" name="Google Shape;916;g2cdbdd193bb_0_343"/>
          <p:cNvPicPr preferRelativeResize="0"/>
          <p:nvPr/>
        </p:nvPicPr>
        <p:blipFill rotWithShape="1">
          <a:blip r:embed="rId8">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17" name="Google Shape;917;g2cdbdd193bb_0_343"/>
          <p:cNvPicPr preferRelativeResize="0"/>
          <p:nvPr/>
        </p:nvPicPr>
        <p:blipFill rotWithShape="1">
          <a:blip r:embed="rId9">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18" name="Google Shape;918;g2cdbdd193bb_0_343"/>
          <p:cNvPicPr preferRelativeResize="0"/>
          <p:nvPr/>
        </p:nvPicPr>
        <p:blipFill rotWithShape="1">
          <a:blip r:embed="rId10">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19" name="Google Shape;919;g2cdbdd193bb_0_343"/>
          <p:cNvPicPr preferRelativeResize="0"/>
          <p:nvPr/>
        </p:nvPicPr>
        <p:blipFill rotWithShape="1">
          <a:blip r:embed="rId11">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20" name="Google Shape;920;g2cdbdd193bb_0_343"/>
          <p:cNvPicPr preferRelativeResize="0"/>
          <p:nvPr/>
        </p:nvPicPr>
        <p:blipFill rotWithShape="1">
          <a:blip r:embed="rId12">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21" name="Google Shape;921;g2cdbdd193bb_0_343"/>
          <p:cNvPicPr preferRelativeResize="0"/>
          <p:nvPr/>
        </p:nvPicPr>
        <p:blipFill rotWithShape="1">
          <a:blip r:embed="rId13">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22" name="Google Shape;922;g2cdbdd193bb_0_343"/>
          <p:cNvPicPr preferRelativeResize="0"/>
          <p:nvPr/>
        </p:nvPicPr>
        <p:blipFill rotWithShape="1">
          <a:blip r:embed="rId14">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23" name="Google Shape;923;g2cdbdd193bb_0_343"/>
          <p:cNvPicPr preferRelativeResize="0"/>
          <p:nvPr/>
        </p:nvPicPr>
        <p:blipFill rotWithShape="1">
          <a:blip r:embed="rId15">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24" name="Google Shape;924;g2cdbdd193bb_0_343"/>
          <p:cNvPicPr preferRelativeResize="0"/>
          <p:nvPr/>
        </p:nvPicPr>
        <p:blipFill rotWithShape="1">
          <a:blip r:embed="rId16">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25" name="Google Shape;925;g2cdbdd193bb_0_343"/>
          <p:cNvPicPr preferRelativeResize="0"/>
          <p:nvPr/>
        </p:nvPicPr>
        <p:blipFill rotWithShape="1">
          <a:blip r:embed="rId17">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26" name="Google Shape;926;g2cdbdd193bb_0_343"/>
          <p:cNvPicPr preferRelativeResize="0"/>
          <p:nvPr/>
        </p:nvPicPr>
        <p:blipFill rotWithShape="1">
          <a:blip r:embed="rId18">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27" name="Google Shape;927;g2cdbdd193bb_0_343"/>
          <p:cNvPicPr preferRelativeResize="0"/>
          <p:nvPr/>
        </p:nvPicPr>
        <p:blipFill rotWithShape="1">
          <a:blip r:embed="rId19">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4" name="Google Shape;93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35" name="Google Shape;935;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36" name="Google Shape;93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7" name="Google Shape;937;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n</a:t>
            </a:r>
            <a:r>
              <a:rPr lang="en-US" sz="5800" b="0" i="0" u="none" strike="noStrike" cap="none">
                <a:solidFill>
                  <a:srgbClr val="2356AF"/>
                </a:solidFill>
                <a:latin typeface="Jost"/>
                <a:ea typeface="Jost"/>
                <a:cs typeface="Jost"/>
                <a:sym typeface="Jost"/>
              </a:rPr>
              <a:t>et</a:t>
            </a:r>
            <a:endParaRPr sz="5800" b="0" i="0" u="none" strike="noStrike" cap="none">
              <a:solidFill>
                <a:srgbClr val="2356AF"/>
              </a:solidFill>
              <a:latin typeface="Jost"/>
              <a:ea typeface="Jost"/>
              <a:cs typeface="Jost"/>
              <a:sym typeface="Jost"/>
            </a:endParaRPr>
          </a:p>
        </p:txBody>
      </p:sp>
      <p:sp>
        <p:nvSpPr>
          <p:cNvPr id="938" name="Google Shape;938;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n</a:t>
            </a:r>
            <a:r>
              <a:rPr lang="en-US" sz="5800" b="0" i="0" u="none" strike="noStrike" cap="none">
                <a:solidFill>
                  <a:srgbClr val="2356AF"/>
                </a:solidFill>
                <a:latin typeface="Jost"/>
                <a:ea typeface="Jost"/>
                <a:cs typeface="Jost"/>
                <a:sym typeface="Jost"/>
              </a:rPr>
              <a:t>eed</a:t>
            </a:r>
            <a:endParaRPr sz="5800" b="0" i="0" u="none" strike="noStrike" cap="none">
              <a:solidFill>
                <a:srgbClr val="2356AF"/>
              </a:solidFill>
              <a:latin typeface="Jost"/>
              <a:ea typeface="Jost"/>
              <a:cs typeface="Jost"/>
              <a:sym typeface="Jost"/>
            </a:endParaRPr>
          </a:p>
        </p:txBody>
      </p:sp>
      <p:sp>
        <p:nvSpPr>
          <p:cNvPr id="939" name="Google Shape;939;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sp</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1E8EE6"/>
                </a:solidFill>
                <a:latin typeface="Jost"/>
                <a:ea typeface="Jost"/>
                <a:cs typeface="Jost"/>
                <a:sym typeface="Jost"/>
              </a:rPr>
              <a:t>n</a:t>
            </a:r>
            <a:endParaRPr sz="5800" b="0" i="0" u="none" strike="noStrike" cap="none">
              <a:solidFill>
                <a:srgbClr val="2356AF"/>
              </a:solidFill>
              <a:latin typeface="Jost"/>
              <a:ea typeface="Jost"/>
              <a:cs typeface="Jost"/>
              <a:sym typeface="Jost"/>
            </a:endParaRPr>
          </a:p>
        </p:txBody>
      </p:sp>
      <p:sp>
        <p:nvSpPr>
          <p:cNvPr id="940" name="Google Shape;940;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2, Lesson 7</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2e505240498_0_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7" name="Google Shape;947;g2e505240498_0_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48" name="Google Shape;948;g2e505240498_0_7"/>
          <p:cNvPicPr preferRelativeResize="0"/>
          <p:nvPr/>
        </p:nvPicPr>
        <p:blipFill rotWithShape="1">
          <a:blip r:embed="rId3">
            <a:alphaModFix/>
          </a:blip>
          <a:srcRect t="59" b="49"/>
          <a:stretch/>
        </p:blipFill>
        <p:spPr>
          <a:xfrm>
            <a:off x="1360488" y="996300"/>
            <a:ext cx="2818849" cy="3989962"/>
          </a:xfrm>
          <a:prstGeom prst="rect">
            <a:avLst/>
          </a:prstGeom>
          <a:noFill/>
          <a:ln>
            <a:noFill/>
          </a:ln>
          <a:effectLst>
            <a:outerShdw blurRad="142875" dist="19050" dir="5400000" algn="bl" rotWithShape="0">
              <a:srgbClr val="000000">
                <a:alpha val="27058"/>
              </a:srgbClr>
            </a:outerShdw>
          </a:effectLst>
        </p:spPr>
      </p:pic>
      <p:sp>
        <p:nvSpPr>
          <p:cNvPr id="949" name="Google Shape;949;g2e505240498_0_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50" name="Google Shape;950;g2e505240498_0_7"/>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D0CECE"/>
                </a:solidFill>
                <a:latin typeface="Jost"/>
                <a:ea typeface="Jost"/>
                <a:cs typeface="Jost"/>
                <a:sym typeface="Jost"/>
              </a:rPr>
              <a:t>k</a:t>
            </a:r>
            <a:r>
              <a:rPr lang="en-US" sz="5800" b="0" i="0" u="none" strike="noStrike" cap="none">
                <a:solidFill>
                  <a:srgbClr val="1E8EE6"/>
                </a:solidFill>
                <a:latin typeface="Jost"/>
                <a:ea typeface="Jost"/>
                <a:cs typeface="Jost"/>
                <a:sym typeface="Jost"/>
              </a:rPr>
              <a:t>n</a:t>
            </a:r>
            <a:r>
              <a:rPr lang="en-US" sz="5800" b="0" i="0" u="none" strike="noStrike" cap="none">
                <a:solidFill>
                  <a:srgbClr val="2356AF"/>
                </a:solidFill>
                <a:latin typeface="Jost"/>
                <a:ea typeface="Jost"/>
                <a:cs typeface="Jost"/>
                <a:sym typeface="Jost"/>
              </a:rPr>
              <a:t>ight</a:t>
            </a:r>
            <a:endParaRPr sz="5800" b="0" i="0" u="none" strike="noStrike" cap="none">
              <a:solidFill>
                <a:srgbClr val="2356AF"/>
              </a:solidFill>
              <a:latin typeface="Jost"/>
              <a:ea typeface="Jost"/>
              <a:cs typeface="Jost"/>
              <a:sym typeface="Jost"/>
            </a:endParaRPr>
          </a:p>
        </p:txBody>
      </p:sp>
      <p:sp>
        <p:nvSpPr>
          <p:cNvPr id="951" name="Google Shape;951;g2e505240498_0_7"/>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D0CECE"/>
                </a:solidFill>
                <a:latin typeface="Jost"/>
                <a:ea typeface="Jost"/>
                <a:cs typeface="Jost"/>
                <a:sym typeface="Jost"/>
              </a:rPr>
              <a:t>k</a:t>
            </a:r>
            <a:r>
              <a:rPr lang="en-US" sz="5800" b="0" i="0" u="none" strike="noStrike" cap="none">
                <a:solidFill>
                  <a:srgbClr val="1E8EE6"/>
                </a:solidFill>
                <a:latin typeface="Jost"/>
                <a:ea typeface="Jost"/>
                <a:cs typeface="Jost"/>
                <a:sym typeface="Jost"/>
              </a:rPr>
              <a:t>n</a:t>
            </a:r>
            <a:r>
              <a:rPr lang="en-US" sz="5800" b="0" i="0" u="none" strike="noStrike" cap="none">
                <a:solidFill>
                  <a:srgbClr val="2356AF"/>
                </a:solidFill>
                <a:latin typeface="Jost"/>
                <a:ea typeface="Jost"/>
                <a:cs typeface="Jost"/>
                <a:sym typeface="Jost"/>
              </a:rPr>
              <a:t>ow</a:t>
            </a:r>
            <a:endParaRPr sz="5800" b="0" i="0" u="none" strike="noStrike" cap="none">
              <a:solidFill>
                <a:srgbClr val="2356AF"/>
              </a:solidFill>
              <a:latin typeface="Jost"/>
              <a:ea typeface="Jost"/>
              <a:cs typeface="Jost"/>
              <a:sym typeface="Jost"/>
            </a:endParaRPr>
          </a:p>
        </p:txBody>
      </p:sp>
      <p:sp>
        <p:nvSpPr>
          <p:cNvPr id="952" name="Google Shape;952;g2e505240498_0_7"/>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D0CECE"/>
                </a:solidFill>
                <a:latin typeface="Jost"/>
                <a:ea typeface="Jost"/>
                <a:cs typeface="Jost"/>
                <a:sym typeface="Jost"/>
              </a:rPr>
              <a:t>k</a:t>
            </a:r>
            <a:r>
              <a:rPr lang="en-US" sz="5800" b="0" i="0" u="none" strike="noStrike" cap="none">
                <a:solidFill>
                  <a:srgbClr val="1E8EE6"/>
                </a:solidFill>
                <a:latin typeface="Jost"/>
                <a:ea typeface="Jost"/>
                <a:cs typeface="Jost"/>
                <a:sym typeface="Jost"/>
              </a:rPr>
              <a:t>n</a:t>
            </a:r>
            <a:r>
              <a:rPr lang="en-US" sz="5800" b="0" i="0" u="none" strike="noStrike" cap="none">
                <a:solidFill>
                  <a:srgbClr val="2356AF"/>
                </a:solidFill>
                <a:latin typeface="Jost"/>
                <a:ea typeface="Jost"/>
                <a:cs typeface="Jost"/>
                <a:sym typeface="Jost"/>
              </a:rPr>
              <a:t>ot</a:t>
            </a:r>
            <a:endParaRPr sz="5800" b="0" i="0" u="none" strike="noStrike" cap="none">
              <a:solidFill>
                <a:srgbClr val="2356AF"/>
              </a:solidFill>
              <a:latin typeface="Jost"/>
              <a:ea typeface="Jost"/>
              <a:cs typeface="Jost"/>
              <a:sym typeface="Jost"/>
            </a:endParaRPr>
          </a:p>
        </p:txBody>
      </p:sp>
      <p:sp>
        <p:nvSpPr>
          <p:cNvPr id="953" name="Google Shape;953;g2e505240498_0_7"/>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33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60" name="Google Shape;96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g2e505240498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7" name="Google Shape;967;g2e505240498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68" name="Google Shape;968;g2e505240498_0_2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9" name="Google Shape;969;g2e505240498_0_25"/>
          <p:cNvSpPr txBox="1">
            <a:spLocks noGrp="1"/>
          </p:cNvSpPr>
          <p:nvPr>
            <p:ph type="subTitle" idx="4294967295"/>
          </p:nvPr>
        </p:nvSpPr>
        <p:spPr>
          <a:xfrm>
            <a:off x="4363651" y="1308025"/>
            <a:ext cx="2315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ee</a:t>
            </a:r>
            <a:endParaRPr sz="15000" b="0" i="0" u="none" strike="noStrike" cap="none">
              <a:solidFill>
                <a:srgbClr val="00904C"/>
              </a:solidFill>
              <a:latin typeface="Jost"/>
              <a:ea typeface="Jost"/>
              <a:cs typeface="Jost"/>
              <a:sym typeface="Jost"/>
            </a:endParaRPr>
          </a:p>
        </p:txBody>
      </p:sp>
      <p:sp>
        <p:nvSpPr>
          <p:cNvPr id="970" name="Google Shape;970;g2e505240498_0_25"/>
          <p:cNvSpPr txBox="1">
            <a:spLocks noGrp="1"/>
          </p:cNvSpPr>
          <p:nvPr>
            <p:ph type="subTitle" idx="4294967295"/>
          </p:nvPr>
        </p:nvSpPr>
        <p:spPr>
          <a:xfrm>
            <a:off x="2464649" y="1308025"/>
            <a:ext cx="2410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D0CECE"/>
                </a:solidFill>
                <a:latin typeface="Jost"/>
                <a:ea typeface="Jost"/>
                <a:cs typeface="Jost"/>
                <a:sym typeface="Jost"/>
              </a:rPr>
              <a:t>k</a:t>
            </a: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71" name="Google Shape;971;g2e505240498_0_25"/>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e505240498_0_25"/>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e505240498_0_25"/>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e505240498_0_2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e505240498_0_2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e505240498_0_25"/>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7" name="Google Shape;977;g2e505240498_0_25"/>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8" name="Google Shape;978;g2e505240498_0_25"/>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79" name="Google Shape;979;g2e505240498_0_25"/>
          <p:cNvGrpSpPr/>
          <p:nvPr/>
        </p:nvGrpSpPr>
        <p:grpSpPr>
          <a:xfrm>
            <a:off x="-550" y="6984600"/>
            <a:ext cx="8596479" cy="808600"/>
            <a:chOff x="-550" y="6984600"/>
            <a:chExt cx="8596479" cy="808600"/>
          </a:xfrm>
        </p:grpSpPr>
        <p:sp>
          <p:nvSpPr>
            <p:cNvPr id="980" name="Google Shape;980;g2e505240498_0_25"/>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1" name="Google Shape;981;g2e505240498_0_25"/>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2" name="Google Shape;982;g2e505240498_0_25"/>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3" name="Google Shape;983;g2e505240498_0_25"/>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4" name="Google Shape;984;g2e505240498_0_25"/>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5" name="Google Shape;985;g2e505240498_0_25"/>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6" name="Google Shape;986;g2e505240498_0_25"/>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7" name="Google Shape;987;g2e505240498_0_25"/>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8" name="Google Shape;988;g2e505240498_0_25"/>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89" name="Google Shape;989;g2e505240498_0_25"/>
          <p:cNvSpPr/>
          <p:nvPr/>
        </p:nvSpPr>
        <p:spPr>
          <a:xfrm>
            <a:off x="4664701" y="4011900"/>
            <a:ext cx="17136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0" name="Google Shape;990;g2e505240498_0_25"/>
          <p:cNvSpPr/>
          <p:nvPr/>
        </p:nvSpPr>
        <p:spPr>
          <a:xfrm>
            <a:off x="2904899" y="4011900"/>
            <a:ext cx="15297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356A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sp>
        <p:nvSpPr>
          <p:cNvPr id="996" name="Google Shape;996;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7" name="Google Shape;997;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8" name="Google Shape;998;g2c4fb7f6616_1_0"/>
          <p:cNvSpPr/>
          <p:nvPr/>
        </p:nvSpPr>
        <p:spPr>
          <a:xfrm>
            <a:off x="4381519"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9" name="Google Shape;999;g2c4fb7f6616_1_0"/>
          <p:cNvSpPr/>
          <p:nvPr/>
        </p:nvSpPr>
        <p:spPr>
          <a:xfrm>
            <a:off x="498313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0" name="Google Shape;1000;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1" name="Google Shape;1001;g2c4fb7f6616_1_0"/>
          <p:cNvSpPr txBox="1">
            <a:spLocks noGrp="1"/>
          </p:cNvSpPr>
          <p:nvPr>
            <p:ph type="subTitle" idx="4294967295"/>
          </p:nvPr>
        </p:nvSpPr>
        <p:spPr>
          <a:xfrm>
            <a:off x="441348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1002" name="Google Shape;1002;g2c4fb7f6616_1_0"/>
          <p:cNvSpPr txBox="1">
            <a:spLocks noGrp="1"/>
          </p:cNvSpPr>
          <p:nvPr>
            <p:ph type="subTitle" idx="4294967295"/>
          </p:nvPr>
        </p:nvSpPr>
        <p:spPr>
          <a:xfrm>
            <a:off x="2395875" y="1308025"/>
            <a:ext cx="2119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D0CECE"/>
                </a:solidFill>
                <a:latin typeface="Jost"/>
                <a:ea typeface="Jost"/>
                <a:cs typeface="Jost"/>
                <a:sym typeface="Jost"/>
              </a:rPr>
              <a:t>k</a:t>
            </a: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03" name="Google Shape;1003;g2c4fb7f6616_1_0"/>
          <p:cNvSpPr txBox="1">
            <a:spLocks noGrp="1"/>
          </p:cNvSpPr>
          <p:nvPr>
            <p:ph type="subTitle" idx="4294967295"/>
          </p:nvPr>
        </p:nvSpPr>
        <p:spPr>
          <a:xfrm>
            <a:off x="381184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i</a:t>
            </a:r>
            <a:endParaRPr sz="15000" b="0" i="0" u="none" strike="noStrike" cap="none">
              <a:solidFill>
                <a:srgbClr val="F7941D"/>
              </a:solidFill>
              <a:latin typeface="Jost"/>
              <a:ea typeface="Jost"/>
              <a:cs typeface="Jost"/>
              <a:sym typeface="Jost"/>
            </a:endParaRPr>
          </a:p>
        </p:txBody>
      </p:sp>
      <p:sp>
        <p:nvSpPr>
          <p:cNvPr id="1004" name="Google Shape;1004;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5" name="Google Shape;1005;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6" name="Google Shape;1006;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7" name="Google Shape;1007;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8" name="Google Shape;1008;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9" name="Google Shape;1009;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0" name="Google Shape;1010;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1" name="Google Shape;1011;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2" name="Google Shape;1012;g2c4fb7f6616_1_0"/>
          <p:cNvGrpSpPr/>
          <p:nvPr/>
        </p:nvGrpSpPr>
        <p:grpSpPr>
          <a:xfrm>
            <a:off x="-550" y="6984600"/>
            <a:ext cx="8596479" cy="808600"/>
            <a:chOff x="-550" y="6984600"/>
            <a:chExt cx="8596479" cy="808600"/>
          </a:xfrm>
        </p:grpSpPr>
        <p:sp>
          <p:nvSpPr>
            <p:cNvPr id="1013" name="Google Shape;1013;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4" name="Google Shape;1014;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5" name="Google Shape;1015;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6" name="Google Shape;1016;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7" name="Google Shape;1017;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8" name="Google Shape;1018;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9" name="Google Shape;1019;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0" name="Google Shape;1020;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1" name="Google Shape;1021;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22" name="Google Shape;1022;g2c4fb7f6616_1_0"/>
          <p:cNvSpPr txBox="1">
            <a:spLocks noGrp="1"/>
          </p:cNvSpPr>
          <p:nvPr>
            <p:ph type="subTitle" idx="4294967295"/>
          </p:nvPr>
        </p:nvSpPr>
        <p:spPr>
          <a:xfrm>
            <a:off x="522886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sp>
        <p:nvSpPr>
          <p:cNvPr id="1023" name="Google Shape;1023;g2c4fb7f6616_1_0"/>
          <p:cNvSpPr/>
          <p:nvPr/>
        </p:nvSpPr>
        <p:spPr>
          <a:xfrm>
            <a:off x="2690550" y="4011900"/>
            <a:ext cx="15096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4" name="Google Shape;1024;g2c4fb7f6616_1_0"/>
          <p:cNvGrpSpPr/>
          <p:nvPr/>
        </p:nvGrpSpPr>
        <p:grpSpPr>
          <a:xfrm>
            <a:off x="4492613" y="1128025"/>
            <a:ext cx="1605975" cy="688400"/>
            <a:chOff x="3883750" y="1128025"/>
            <a:chExt cx="1605975" cy="688400"/>
          </a:xfrm>
        </p:grpSpPr>
        <p:sp>
          <p:nvSpPr>
            <p:cNvPr id="1025" name="Google Shape;1025;g2c4fb7f6616_1_0"/>
            <p:cNvSpPr/>
            <p:nvPr/>
          </p:nvSpPr>
          <p:spPr>
            <a:xfrm rot="-5400000">
              <a:off x="3721475" y="1358875"/>
              <a:ext cx="4617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6" name="Google Shape;1026;g2c4fb7f6616_1_0"/>
            <p:cNvSpPr/>
            <p:nvPr/>
          </p:nvSpPr>
          <p:spPr>
            <a:xfrm>
              <a:off x="3883750" y="1128025"/>
              <a:ext cx="16059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7" name="Google Shape;1027;g2c4fb7f6616_1_0"/>
            <p:cNvSpPr/>
            <p:nvPr/>
          </p:nvSpPr>
          <p:spPr>
            <a:xfrm rot="5400000">
              <a:off x="5110075" y="1436775"/>
              <a:ext cx="6222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34" name="Google Shape;103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JL689</a:t>
            </a:r>
            <a:endParaRPr/>
          </a:p>
        </p:txBody>
      </p:sp>
      <p:sp>
        <p:nvSpPr>
          <p:cNvPr id="1041" name="Google Shape;104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2" name="Google Shape;1042;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43" name="Google Shape;104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50" name="Google Shape;105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51" name="Google Shape;1051;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52" name="Google Shape;105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9" name="Google Shape;105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0" name="Google Shape;1060;g26b641b03cd_0_213"/>
          <p:cNvPicPr preferRelativeResize="0"/>
          <p:nvPr/>
        </p:nvPicPr>
        <p:blipFill rotWithShape="1">
          <a:blip r:embed="rId3">
            <a:alphaModFix/>
          </a:blip>
          <a:srcRect l="99" r="8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1" name="Google Shape;106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8" name="Google Shape;106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9" name="Google Shape;1069;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70" name="Google Shape;107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7" name="Google Shape;1077;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8" name="Google Shape;1078;g1f3daf8a844_0_64"/>
          <p:cNvGrpSpPr/>
          <p:nvPr/>
        </p:nvGrpSpPr>
        <p:grpSpPr>
          <a:xfrm>
            <a:off x="3024000" y="209875"/>
            <a:ext cx="3096000" cy="454800"/>
            <a:chOff x="3024000" y="209875"/>
            <a:chExt cx="3096000" cy="454800"/>
          </a:xfrm>
        </p:grpSpPr>
        <p:sp>
          <p:nvSpPr>
            <p:cNvPr id="1079" name="Google Shape;1079;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0" name="Google Shape;1080;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1" name="Google Shape;1081;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2" name="Google Shape;1082;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3" name="Google Shape;1083;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4" name="Google Shape;1084;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5" name="Google Shape;1085;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6" name="Google Shape;1086;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87" name="Google Shape;1087;g1f3daf8a844_0_64"/>
          <p:cNvSpPr txBox="1"/>
          <p:nvPr/>
        </p:nvSpPr>
        <p:spPr>
          <a:xfrm>
            <a:off x="5792500" y="960050"/>
            <a:ext cx="1091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ow</a:t>
            </a:r>
            <a:endParaRPr sz="5500" b="0" i="0" u="none" strike="noStrike" cap="none">
              <a:solidFill>
                <a:srgbClr val="815137"/>
              </a:solidFill>
              <a:latin typeface="Jost"/>
              <a:ea typeface="Jost"/>
              <a:cs typeface="Jost"/>
              <a:sym typeface="Jost"/>
            </a:endParaRPr>
          </a:p>
        </p:txBody>
      </p:sp>
      <p:sp>
        <p:nvSpPr>
          <p:cNvPr id="1088" name="Google Shape;1088;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89" name="Google Shape;1089;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090" name="Google Shape;1090;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91" name="Google Shape;1091;g1f3daf8a844_0_64"/>
          <p:cNvSpPr txBox="1"/>
          <p:nvPr/>
        </p:nvSpPr>
        <p:spPr>
          <a:xfrm>
            <a:off x="280970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092" name="Google Shape;1092;g1f3daf8a844_0_64"/>
          <p:cNvSpPr txBox="1"/>
          <p:nvPr/>
        </p:nvSpPr>
        <p:spPr>
          <a:xfrm>
            <a:off x="6268250" y="2160375"/>
            <a:ext cx="1218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igh</a:t>
            </a:r>
            <a:endParaRPr sz="5500" b="0" i="0" u="none" strike="noStrike" cap="none">
              <a:solidFill>
                <a:srgbClr val="00904C"/>
              </a:solidFill>
              <a:latin typeface="Jost"/>
              <a:ea typeface="Jost"/>
              <a:cs typeface="Jost"/>
              <a:sym typeface="Jost"/>
            </a:endParaRPr>
          </a:p>
        </p:txBody>
      </p:sp>
      <p:sp>
        <p:nvSpPr>
          <p:cNvPr id="1093" name="Google Shape;1093;g1f3daf8a844_0_64"/>
          <p:cNvSpPr txBox="1"/>
          <p:nvPr/>
        </p:nvSpPr>
        <p:spPr>
          <a:xfrm>
            <a:off x="165685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4" name="Google Shape;1094;g1f3daf8a844_0_64"/>
          <p:cNvSpPr txBox="1"/>
          <p:nvPr/>
        </p:nvSpPr>
        <p:spPr>
          <a:xfrm>
            <a:off x="396255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95" name="Google Shape;1095;g1f3daf8a844_0_64"/>
          <p:cNvSpPr txBox="1"/>
          <p:nvPr/>
        </p:nvSpPr>
        <p:spPr>
          <a:xfrm>
            <a:off x="511540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96" name="Google Shape;1096;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97" name="Google Shape;1097;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cxnSp>
        <p:nvCxnSpPr>
          <p:cNvPr id="1098" name="Google Shape;109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3"/>
        <p:cNvGrpSpPr/>
        <p:nvPr/>
      </p:nvGrpSpPr>
      <p:grpSpPr>
        <a:xfrm>
          <a:off x="0" y="0"/>
          <a:ext cx="0" cy="0"/>
          <a:chOff x="0" y="0"/>
          <a:chExt cx="0" cy="0"/>
        </a:xfrm>
      </p:grpSpPr>
      <p:sp>
        <p:nvSpPr>
          <p:cNvPr id="1104" name="Google Shape;1104;g2e505240498_0_6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5" name="Google Shape;1105;g2e505240498_0_6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6" name="Google Shape;1106;g2e505240498_0_63"/>
          <p:cNvGrpSpPr/>
          <p:nvPr/>
        </p:nvGrpSpPr>
        <p:grpSpPr>
          <a:xfrm>
            <a:off x="3024000" y="209875"/>
            <a:ext cx="3096000" cy="454800"/>
            <a:chOff x="3024000" y="209875"/>
            <a:chExt cx="3096000" cy="454800"/>
          </a:xfrm>
        </p:grpSpPr>
        <p:sp>
          <p:nvSpPr>
            <p:cNvPr id="1107" name="Google Shape;1107;g2e505240498_0_6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8" name="Google Shape;1108;g2e505240498_0_6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9" name="Google Shape;1109;g2e505240498_0_63"/>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0" name="Google Shape;1110;g2e505240498_0_63"/>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1" name="Google Shape;1111;g2e505240498_0_63"/>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2" name="Google Shape;1112;g2e505240498_0_63"/>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3" name="Google Shape;1113;g2e505240498_0_63"/>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4" name="Google Shape;1114;g2e505240498_0_63"/>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5" name="Google Shape;1115;g2e505240498_0_63"/>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knock know knit knuckle knob knight</a:t>
            </a:r>
            <a:endParaRPr sz="1800" b="0" i="0" u="none" strike="noStrike" cap="none">
              <a:solidFill>
                <a:srgbClr val="B7B7B7"/>
              </a:solidFill>
              <a:latin typeface="Jost"/>
              <a:ea typeface="Jost"/>
              <a:cs typeface="Jost"/>
              <a:sym typeface="Jost"/>
            </a:endParaRPr>
          </a:p>
        </p:txBody>
      </p:sp>
      <p:sp>
        <p:nvSpPr>
          <p:cNvPr id="1116" name="Google Shape;1116;g2e505240498_0_63"/>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7" name="Google Shape;1117;g2e505240498_0_63"/>
          <p:cNvSpPr txBox="1"/>
          <p:nvPr/>
        </p:nvSpPr>
        <p:spPr>
          <a:xfrm>
            <a:off x="5792500" y="960050"/>
            <a:ext cx="1091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ow</a:t>
            </a:r>
            <a:endParaRPr sz="5500" b="0" i="0" u="none" strike="noStrike" cap="none">
              <a:solidFill>
                <a:srgbClr val="815137"/>
              </a:solidFill>
              <a:latin typeface="Jost"/>
              <a:ea typeface="Jost"/>
              <a:cs typeface="Jost"/>
              <a:sym typeface="Jost"/>
            </a:endParaRPr>
          </a:p>
        </p:txBody>
      </p:sp>
      <p:sp>
        <p:nvSpPr>
          <p:cNvPr id="1118" name="Google Shape;1118;g2e505240498_0_63"/>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19" name="Google Shape;1119;g2e505240498_0_63"/>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cxnSp>
        <p:nvCxnSpPr>
          <p:cNvPr id="1120" name="Google Shape;1120;g2e505240498_0_63"/>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1" name="Google Shape;1121;g2e505240498_0_63"/>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22" name="Google Shape;1122;g2e505240498_0_63"/>
          <p:cNvSpPr txBox="1"/>
          <p:nvPr/>
        </p:nvSpPr>
        <p:spPr>
          <a:xfrm>
            <a:off x="280970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23" name="Google Shape;1123;g2e505240498_0_63"/>
          <p:cNvSpPr txBox="1"/>
          <p:nvPr/>
        </p:nvSpPr>
        <p:spPr>
          <a:xfrm>
            <a:off x="6268250" y="2160375"/>
            <a:ext cx="1218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igh</a:t>
            </a:r>
            <a:endParaRPr sz="5500" b="0" i="0" u="none" strike="noStrike" cap="none">
              <a:solidFill>
                <a:srgbClr val="00904C"/>
              </a:solidFill>
              <a:latin typeface="Jost"/>
              <a:ea typeface="Jost"/>
              <a:cs typeface="Jost"/>
              <a:sym typeface="Jost"/>
            </a:endParaRPr>
          </a:p>
        </p:txBody>
      </p:sp>
      <p:sp>
        <p:nvSpPr>
          <p:cNvPr id="1124" name="Google Shape;1124;g2e505240498_0_63"/>
          <p:cNvSpPr txBox="1"/>
          <p:nvPr/>
        </p:nvSpPr>
        <p:spPr>
          <a:xfrm>
            <a:off x="165685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5" name="Google Shape;1125;g2e505240498_0_63"/>
          <p:cNvSpPr txBox="1"/>
          <p:nvPr/>
        </p:nvSpPr>
        <p:spPr>
          <a:xfrm>
            <a:off x="396255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26" name="Google Shape;1126;g2e505240498_0_63"/>
          <p:cNvSpPr txBox="1"/>
          <p:nvPr/>
        </p:nvSpPr>
        <p:spPr>
          <a:xfrm>
            <a:off x="511540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27" name="Google Shape;1127;g2e505240498_0_63"/>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28" name="Google Shape;1128;g2e505240498_0_6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457</Words>
  <Application>Microsoft Office PowerPoint</Application>
  <PresentationFormat>On-screen Show (4:3)</PresentationFormat>
  <Paragraphs>153</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Nunito Black</vt:lpstr>
      <vt:lpstr>Poppins Medium</vt:lpstr>
      <vt:lpstr>Poppins SemiBold</vt:lpstr>
      <vt:lpstr>Jost</vt:lpstr>
      <vt:lpstr>Calibri</vt:lpstr>
      <vt:lpstr>Poppins</vt:lpstr>
      <vt:lpstr>Arial</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 beautiful.</vt:lpstr>
      <vt:lpstr>Review Grapheme Caption</vt:lpstr>
      <vt:lpstr>Review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2026-05-27T03:41:48Z</dcterms:modified>
</cp:coreProperties>
</file>