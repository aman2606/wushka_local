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Mulish"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7RtHOpkuX/5kHrdeGWSDf2H5l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8DE771-DA5F-48E8-AC38-10AD5040B481}">
  <a:tblStyle styleId="{958DE771-DA5F-48E8-AC38-10AD5040B48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7" name="Google Shape;71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8" name="Google Shape;71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6cabc6f7a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6cabc6f7a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6cabc6f7a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6cabc6f7a0_0_7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6cabc6f7a0_0_7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6cabc6f7a0_0_7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5" name="Google Shape;90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6" name="Google Shape;90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6cabc6f7a0_0_7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6cabc6f7a0_0_7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6cabc6f7a0_0_7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'oa'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8 -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36</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7.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Vowel Digraph 'oa'</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36</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{958DE771-DA5F-48E8-AC38-10AD5040B481}</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a:t>
                      </a:r>
                      <a:r>
                        <a:rPr lang="en-US" sz="1500" u="none" strike="noStrike" cap="none">
                          <a:solidFill>
                            <a:srgbClr val="FFFFFF"/>
                          </a:solidFill>
                          <a:latin typeface="Poppins"/>
                          <a:ea typeface="Poppins"/>
                          <a:cs typeface="Poppins"/>
                          <a:sym typeface="Poppins"/>
                        </a:rPr>
                        <a:t>a</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48074">
            <a:off x="3898091" y="447288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vowel digraph </a:t>
            </a:r>
            <a:r>
              <a:rPr lang="en-US">
                <a:solidFill>
                  <a:srgbClr val="8DC63F"/>
                </a:solidFill>
              </a:rPr>
              <a:t>oa</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699" name="Google Shape;699;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1" name="Google Shape;711;g2bee4f4af4b_0_204">
            <a:hlinkClick r:id="rId7" action="ppaction://hlinksldjump"/>
          </p:cNvPr>
          <p:cNvSpPr/>
          <p:nvPr/>
        </p:nvSpPr>
        <p:spPr>
          <a:xfrm>
            <a:off x="953264"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bee4f4af4b_0_204">
            <a:hlinkClick r:id="rId8" action="ppaction://hlinksldjump"/>
          </p:cNvPr>
          <p:cNvSpPr/>
          <p:nvPr/>
        </p:nvSpPr>
        <p:spPr>
          <a:xfrm>
            <a:off x="2418494"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9" action="ppaction://hlinksldjump"/>
          </p:cNvPr>
          <p:cNvSpPr/>
          <p:nvPr/>
        </p:nvSpPr>
        <p:spPr>
          <a:xfrm>
            <a:off x="3605233" y="38453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10" action="ppaction://hlinksldjump"/>
          </p:cNvPr>
          <p:cNvSpPr/>
          <p:nvPr/>
        </p:nvSpPr>
        <p:spPr>
          <a:xfrm>
            <a:off x="4851696" y="379098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1" name="Google Shape;721;g26b641b03cd_0_165"/>
          <p:cNvGrpSpPr/>
          <p:nvPr/>
        </p:nvGrpSpPr>
        <p:grpSpPr>
          <a:xfrm>
            <a:off x="930400" y="2129444"/>
            <a:ext cx="7283200" cy="3724851"/>
            <a:chOff x="930400" y="2129444"/>
            <a:chExt cx="7283200" cy="3724851"/>
          </a:xfrm>
        </p:grpSpPr>
        <p:pic>
          <p:nvPicPr>
            <p:cNvPr id="722" name="Google Shape;72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1" name="Google Shape;751;g26b7edf6e71_0_26"/>
          <p:cNvPicPr preferRelativeResize="0"/>
          <p:nvPr/>
        </p:nvPicPr>
        <p:blipFill rotWithShape="1">
          <a:blip r:embed="rId3">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4">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5">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6">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7">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8">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9">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10">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11">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12">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13">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14">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15">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6">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17">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18">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6cabc6f7a0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773" name="Google Shape;773;g26cabc6f7a0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74" name="Google Shape;774;g26cabc6f7a0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1" name="Google Shape;78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2" name="Google Shape;782;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3" name="Google Shape;78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0" name="Google Shape;79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1" name="Google Shape;79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2" name="Google Shape;79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9" name="Google Shape;79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0" name="Google Shape;800;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01" name="Google Shape;80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8" name="Google Shape;80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09" name="Google Shape;809;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10" name="Google Shape;81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7" name="Google Shape;81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4" name="Google Shape;824;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5" name="Google Shape;825;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0" name="Google Shape;830;g2c4fd7a3c22_2_0"/>
          <p:cNvGrpSpPr/>
          <p:nvPr/>
        </p:nvGrpSpPr>
        <p:grpSpPr>
          <a:xfrm>
            <a:off x="304250" y="6984600"/>
            <a:ext cx="8330829" cy="808600"/>
            <a:chOff x="-152950" y="7365600"/>
            <a:chExt cx="8330829" cy="808600"/>
          </a:xfrm>
        </p:grpSpPr>
        <p:sp>
          <p:nvSpPr>
            <p:cNvPr id="831" name="Google Shape;831;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2" name="Google Shape;832;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3" name="Google Shape;833;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4" name="Google Shape;834;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5" name="Google Shape;835;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6" name="Google Shape;836;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9" name="Google Shape;839;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1" name="Google Shape;841;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2" name="Google Shape;842;g2c4fd7a3c22_2_0"/>
          <p:cNvSpPr/>
          <p:nvPr/>
        </p:nvSpPr>
        <p:spPr>
          <a:xfrm>
            <a:off x="2830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c4fd7a3c22_2_0"/>
          <p:cNvSpPr/>
          <p:nvPr/>
        </p:nvSpPr>
        <p:spPr>
          <a:xfrm>
            <a:off x="5847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5277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45" name="Google Shape;845;g2c4fd7a3c22_2_0"/>
          <p:cNvSpPr txBox="1"/>
          <p:nvPr/>
        </p:nvSpPr>
        <p:spPr>
          <a:xfrm>
            <a:off x="2260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46" name="Google Shape;846;g2c4fd7a3c22_2_0"/>
          <p:cNvSpPr txBox="1"/>
          <p:nvPr/>
        </p:nvSpPr>
        <p:spPr>
          <a:xfrm>
            <a:off x="3333525" y="1391225"/>
            <a:ext cx="2476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oa</a:t>
            </a:r>
            <a:endParaRPr sz="14000" b="0" i="0" u="none" strike="noStrike" cap="none">
              <a:solidFill>
                <a:srgbClr val="00904C"/>
              </a:solidFill>
              <a:latin typeface="Jost"/>
              <a:ea typeface="Jost"/>
              <a:cs typeface="Jost"/>
              <a:sym typeface="Jost"/>
            </a:endParaRPr>
          </a:p>
        </p:txBody>
      </p:sp>
      <p:sp>
        <p:nvSpPr>
          <p:cNvPr id="847" name="Google Shape;847;g2c4fd7a3c22_2_0"/>
          <p:cNvSpPr/>
          <p:nvPr/>
        </p:nvSpPr>
        <p:spPr>
          <a:xfrm>
            <a:off x="3822409"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6cabc6f7a0_0_7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4" name="Google Shape;854;g26cabc6f7a0_0_7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5" name="Google Shape;855;g26cabc6f7a0_0_73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6cabc6f7a0_0_73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6cabc6f7a0_0_73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6cabc6f7a0_0_7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6cabc6f7a0_0_7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0" name="Google Shape;860;g26cabc6f7a0_0_732"/>
          <p:cNvGrpSpPr/>
          <p:nvPr/>
        </p:nvGrpSpPr>
        <p:grpSpPr>
          <a:xfrm>
            <a:off x="304250" y="6984600"/>
            <a:ext cx="8330829" cy="808600"/>
            <a:chOff x="-152950" y="7365600"/>
            <a:chExt cx="8330829" cy="808600"/>
          </a:xfrm>
        </p:grpSpPr>
        <p:sp>
          <p:nvSpPr>
            <p:cNvPr id="861" name="Google Shape;861;g26cabc6f7a0_0_73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2" name="Google Shape;862;g26cabc6f7a0_0_73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3" name="Google Shape;863;g26cabc6f7a0_0_73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4" name="Google Shape;864;g26cabc6f7a0_0_73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5" name="Google Shape;865;g26cabc6f7a0_0_73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6" name="Google Shape;866;g26cabc6f7a0_0_73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7" name="Google Shape;867;g26cabc6f7a0_0_73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8" name="Google Shape;868;g26cabc6f7a0_0_73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9" name="Google Shape;869;g26cabc6f7a0_0_73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6cabc6f7a0_0_73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1" name="Google Shape;871;g26cabc6f7a0_0_7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2" name="Google Shape;872;g26cabc6f7a0_0_732"/>
          <p:cNvSpPr/>
          <p:nvPr/>
        </p:nvSpPr>
        <p:spPr>
          <a:xfrm>
            <a:off x="2792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6cabc6f7a0_0_732"/>
          <p:cNvSpPr/>
          <p:nvPr/>
        </p:nvSpPr>
        <p:spPr>
          <a:xfrm>
            <a:off x="5961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6cabc6f7a0_0_732"/>
          <p:cNvSpPr txBox="1"/>
          <p:nvPr/>
        </p:nvSpPr>
        <p:spPr>
          <a:xfrm>
            <a:off x="5392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75" name="Google Shape;875;g26cabc6f7a0_0_732"/>
          <p:cNvSpPr txBox="1"/>
          <p:nvPr/>
        </p:nvSpPr>
        <p:spPr>
          <a:xfrm>
            <a:off x="2222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76" name="Google Shape;876;g26cabc6f7a0_0_732"/>
          <p:cNvSpPr txBox="1"/>
          <p:nvPr/>
        </p:nvSpPr>
        <p:spPr>
          <a:xfrm>
            <a:off x="3295425" y="1391225"/>
            <a:ext cx="2476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oa</a:t>
            </a:r>
            <a:endParaRPr sz="14000" b="0" i="0" u="none" strike="noStrike" cap="none">
              <a:solidFill>
                <a:srgbClr val="00904C"/>
              </a:solidFill>
              <a:latin typeface="Jost"/>
              <a:ea typeface="Jost"/>
              <a:cs typeface="Jost"/>
              <a:sym typeface="Jost"/>
            </a:endParaRPr>
          </a:p>
        </p:txBody>
      </p:sp>
      <p:sp>
        <p:nvSpPr>
          <p:cNvPr id="877" name="Google Shape;877;g26cabc6f7a0_0_732"/>
          <p:cNvSpPr/>
          <p:nvPr/>
        </p:nvSpPr>
        <p:spPr>
          <a:xfrm>
            <a:off x="3784309" y="4011888"/>
            <a:ext cx="1499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4" name="Google Shape;88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1" name="Google Shape;89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2" name="Google Shape;892;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893" name="Google Shape;89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0" name="Google Shape;90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1" name="Google Shape;901;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2" name="Google Shape;90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09" name="Google Shape;90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0" name="Google Shape;910;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1" name="Google Shape;91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8" name="Google Shape;91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9" name="Google Shape;919;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0" name="Google Shape;920;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27" name="Google Shape;92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28" name="Google Shape;928;g1f3daf8a844_0_64"/>
          <p:cNvGrpSpPr/>
          <p:nvPr/>
        </p:nvGrpSpPr>
        <p:grpSpPr>
          <a:xfrm>
            <a:off x="3024000" y="209875"/>
            <a:ext cx="3096000" cy="454800"/>
            <a:chOff x="3024000" y="209875"/>
            <a:chExt cx="3096000" cy="454800"/>
          </a:xfrm>
        </p:grpSpPr>
        <p:sp>
          <p:nvSpPr>
            <p:cNvPr id="929" name="Google Shape;92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1" name="Google Shape;93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2" name="Google Shape;93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3" name="Google Shape;93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4" name="Google Shape;93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35" name="Google Shape;93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36" name="Google Shape;936;g1f3daf8a844_0_64"/>
          <p:cNvSpPr txBox="1"/>
          <p:nvPr/>
        </p:nvSpPr>
        <p:spPr>
          <a:xfrm>
            <a:off x="233395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37" name="Google Shape;937;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38" name="Google Shape;938;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39" name="Google Shape;939;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40" name="Google Shape;940;g1f3daf8a844_0_64"/>
          <p:cNvSpPr txBox="1"/>
          <p:nvPr/>
        </p:nvSpPr>
        <p:spPr>
          <a:xfrm>
            <a:off x="46396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41" name="Google Shape;941;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42" name="Google Shape;942;g1f3daf8a844_0_64"/>
          <p:cNvSpPr txBox="1"/>
          <p:nvPr/>
        </p:nvSpPr>
        <p:spPr>
          <a:xfrm>
            <a:off x="29103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43" name="Google Shape;943;g1f3daf8a844_0_64"/>
          <p:cNvSpPr txBox="1"/>
          <p:nvPr/>
        </p:nvSpPr>
        <p:spPr>
          <a:xfrm>
            <a:off x="17575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44" name="Google Shape;944;g1f3daf8a844_0_64"/>
          <p:cNvSpPr txBox="1"/>
          <p:nvPr/>
        </p:nvSpPr>
        <p:spPr>
          <a:xfrm>
            <a:off x="40632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45" name="Google Shape;945;g1f3daf8a844_0_64"/>
          <p:cNvSpPr txBox="1"/>
          <p:nvPr/>
        </p:nvSpPr>
        <p:spPr>
          <a:xfrm>
            <a:off x="521608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46" name="Google Shape;946;g1f3daf8a844_0_64"/>
          <p:cNvSpPr txBox="1"/>
          <p:nvPr/>
        </p:nvSpPr>
        <p:spPr>
          <a:xfrm>
            <a:off x="6307825" y="2160375"/>
            <a:ext cx="1078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904C"/>
                </a:solidFill>
                <a:latin typeface="Poppins"/>
                <a:ea typeface="Poppins"/>
                <a:cs typeface="Poppins"/>
                <a:sym typeface="Poppins"/>
              </a:rPr>
              <a:t>oa</a:t>
            </a:r>
            <a:endParaRPr sz="5000" b="0" i="0" u="none" strike="noStrike" cap="none">
              <a:solidFill>
                <a:srgbClr val="00904C"/>
              </a:solidFill>
              <a:latin typeface="Jost"/>
              <a:ea typeface="Jost"/>
              <a:cs typeface="Jost"/>
              <a:sym typeface="Jost"/>
            </a:endParaRPr>
          </a:p>
        </p:txBody>
      </p:sp>
      <p:cxnSp>
        <p:nvCxnSpPr>
          <p:cNvPr id="947" name="Google Shape;94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6cabc6f7a0_0_7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4" name="Google Shape;954;g26cabc6f7a0_0_7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55" name="Google Shape;955;g26cabc6f7a0_0_762"/>
          <p:cNvGrpSpPr/>
          <p:nvPr/>
        </p:nvGrpSpPr>
        <p:grpSpPr>
          <a:xfrm>
            <a:off x="3024000" y="209875"/>
            <a:ext cx="3096000" cy="454800"/>
            <a:chOff x="3024000" y="209875"/>
            <a:chExt cx="3096000" cy="454800"/>
          </a:xfrm>
        </p:grpSpPr>
        <p:sp>
          <p:nvSpPr>
            <p:cNvPr id="956" name="Google Shape;956;g26cabc6f7a0_0_76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6cabc6f7a0_0_76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8" name="Google Shape;958;g26cabc6f7a0_0_76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9" name="Google Shape;959;g26cabc6f7a0_0_76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60" name="Google Shape;960;g26cabc6f7a0_0_76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1" name="Google Shape;961;g26cabc6f7a0_0_76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2" name="Google Shape;962;g26cabc6f7a0_0_76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3" name="Google Shape;963;g26cabc6f7a0_0_76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4" name="Google Shape;964;g26cabc6f7a0_0_76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co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 to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lo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 go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lo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f ro</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d</a:t>
            </a:r>
            <a:endParaRPr sz="1800" b="0" i="0" u="none" strike="noStrike" cap="none">
              <a:solidFill>
                <a:srgbClr val="B7B7B7"/>
              </a:solidFill>
              <a:latin typeface="Jost"/>
              <a:ea typeface="Jost"/>
              <a:cs typeface="Jost"/>
              <a:sym typeface="Jost"/>
            </a:endParaRPr>
          </a:p>
        </p:txBody>
      </p:sp>
      <p:sp>
        <p:nvSpPr>
          <p:cNvPr id="965" name="Google Shape;965;g26cabc6f7a0_0_762"/>
          <p:cNvSpPr txBox="1"/>
          <p:nvPr/>
        </p:nvSpPr>
        <p:spPr>
          <a:xfrm>
            <a:off x="233395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66" name="Google Shape;966;g26cabc6f7a0_0_76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67" name="Google Shape;967;g26cabc6f7a0_0_76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68" name="Google Shape;968;g26cabc6f7a0_0_76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69" name="Google Shape;969;g26cabc6f7a0_0_762"/>
          <p:cNvSpPr txBox="1"/>
          <p:nvPr/>
        </p:nvSpPr>
        <p:spPr>
          <a:xfrm>
            <a:off x="46396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970" name="Google Shape;970;g26cabc6f7a0_0_76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71" name="Google Shape;971;g26cabc6f7a0_0_76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72" name="Google Shape;972;g26cabc6f7a0_0_762"/>
          <p:cNvSpPr txBox="1"/>
          <p:nvPr/>
        </p:nvSpPr>
        <p:spPr>
          <a:xfrm>
            <a:off x="29103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73" name="Google Shape;973;g26cabc6f7a0_0_762"/>
          <p:cNvSpPr txBox="1"/>
          <p:nvPr/>
        </p:nvSpPr>
        <p:spPr>
          <a:xfrm>
            <a:off x="17575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74" name="Google Shape;974;g26cabc6f7a0_0_762"/>
          <p:cNvSpPr txBox="1"/>
          <p:nvPr/>
        </p:nvSpPr>
        <p:spPr>
          <a:xfrm>
            <a:off x="406322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75" name="Google Shape;975;g26cabc6f7a0_0_762"/>
          <p:cNvSpPr txBox="1"/>
          <p:nvPr/>
        </p:nvSpPr>
        <p:spPr>
          <a:xfrm>
            <a:off x="521608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976" name="Google Shape;976;g26cabc6f7a0_0_762"/>
          <p:cNvSpPr txBox="1"/>
          <p:nvPr/>
        </p:nvSpPr>
        <p:spPr>
          <a:xfrm>
            <a:off x="6314225" y="2160375"/>
            <a:ext cx="1072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904C"/>
                </a:solidFill>
                <a:latin typeface="Poppins"/>
                <a:ea typeface="Poppins"/>
                <a:cs typeface="Poppins"/>
                <a:sym typeface="Poppins"/>
              </a:rPr>
              <a:t>oa</a:t>
            </a:r>
            <a:endParaRPr sz="50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345</Words>
  <Application>Microsoft Office PowerPoint</Application>
  <PresentationFormat>On-screen Show (4:3)</PresentationFormat>
  <Paragraphs>146</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Poppins Medium</vt:lpstr>
      <vt:lpstr>Jost</vt:lpstr>
      <vt:lpstr>Poppins SemiBold</vt:lpstr>
      <vt:lpstr>Nunito Black</vt:lpstr>
      <vt:lpstr>Calibri</vt:lpstr>
      <vt:lpstr>Mulish</vt:lpstr>
      <vt:lpstr>Poppins</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2026-04-29T03:46:20Z</dcterms:modified>
</cp:coreProperties>
</file>