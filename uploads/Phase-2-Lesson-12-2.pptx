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embeddedFontLst>
    <p:embeddedFont>
      <p:font typeface="Finger Paint" panose="020B0604020202020204" charset="0"/>
      <p:regular r:id="rId37"/>
    </p:embeddedFont>
    <p:embeddedFont>
      <p:font typeface="Jost" panose="020B0604020202020204" charset="0"/>
      <p:regular r:id="rId38"/>
      <p:bold r:id="rId39"/>
      <p:italic r:id="rId40"/>
      <p:boldItalic r:id="rId41"/>
    </p:embeddedFont>
    <p:embeddedFont>
      <p:font typeface="Mulish" panose="020B0604020202020204" charset="0"/>
      <p:regular r:id="rId42"/>
      <p:bold r:id="rId43"/>
      <p:italic r:id="rId44"/>
      <p:boldItalic r:id="rId45"/>
    </p:embeddedFont>
    <p:embeddedFont>
      <p:font typeface="Nunito Black" pitchFamily="2" charset="0"/>
      <p:bold r:id="rId46"/>
      <p:boldItalic r:id="rId47"/>
    </p:embeddedFont>
    <p:embeddedFont>
      <p:font typeface="Poppins" panose="00000500000000000000" pitchFamily="2" charset="0"/>
      <p:regular r:id="rId48"/>
      <p:bold r:id="rId49"/>
      <p:italic r:id="rId50"/>
      <p:boldItalic r:id="rId51"/>
    </p:embeddedFont>
    <p:embeddedFont>
      <p:font typeface="Poppins Medium" panose="00000600000000000000" pitchFamily="2" charset="0"/>
      <p:regular r:id="rId52"/>
      <p:bold r:id="rId53"/>
      <p:italic r:id="rId54"/>
      <p:boldItalic r:id="rId55"/>
    </p:embeddedFont>
    <p:embeddedFont>
      <p:font typeface="Poppins SemiBold" panose="000007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j78HhQgJHmjh3DR6pbO+5O5W8Ez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3C2808-93BB-45EC-9FF6-4731CD779D52}">
  <a:tblStyle styleId="{323C2808-93BB-45EC-9FF6-4731CD779D5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66"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font" Target="fonts/font2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6" name="Google Shape;69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d9d6764a3b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4" name="Google Shape;744;g2d9d6764a3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g2d9d6764a3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2" name="Google Shape;76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1" name="Google Shape;77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2" name="Google Shape;77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b09065af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b09065af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b09065af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6bb09065af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6bb09065af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6bb09065af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6bb09065af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6bb09065af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6bb09065af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6bb09065af_0_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6bb09065af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6bb09065af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6bb09065af_0_9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6bb09065af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6bb09065af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6bb09065af_0_1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6bb09065af_0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6bb09065af_0_1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6bb09065af_0_1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6bb09065af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6bb09065af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6bb09065af_0_1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6bb09065af_0_1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6bb09065af_0_1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b09065af_0_1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b09065af_0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b09065af_0_1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6bb09065af_0_1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6bb09065af_0_1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6bb09065af_0_1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b09065af_0_1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b09065af_0_1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b09065af_0_1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6bb09065af_0_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6bb09065af_0_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6bb09065af_0_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6c2c9ae849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6c2c9ae849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6c2c9ae849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'o'</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3 - Tuesday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12</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image" Target="../media/image10.png"/><Relationship Id="rId3" Type="http://schemas.openxmlformats.org/officeDocument/2006/relationships/slide" Target="slide5.xml"/><Relationship Id="rId7" Type="http://schemas.openxmlformats.org/officeDocument/2006/relationships/slide" Target="slide18.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7.xml"/><Relationship Id="rId11" Type="http://schemas.openxmlformats.org/officeDocument/2006/relationships/image" Target="../media/image5.png"/><Relationship Id="rId5" Type="http://schemas.openxmlformats.org/officeDocument/2006/relationships/slide" Target="slide15.xml"/><Relationship Id="rId10" Type="http://schemas.openxmlformats.org/officeDocument/2006/relationships/image" Target="../media/image9.png"/><Relationship Id="rId4" Type="http://schemas.openxmlformats.org/officeDocument/2006/relationships/slide" Target="slide7.xml"/><Relationship Id="rId9" Type="http://schemas.openxmlformats.org/officeDocument/2006/relationships/image" Target="../media/image8.png"/><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'o'</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12</a:t>
            </a:r>
            <a:endParaRPr/>
          </a:p>
        </p:txBody>
      </p:sp>
      <p:pic>
        <p:nvPicPr>
          <p:cNvPr id="689" name="Google Shape;689;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l="79" r="89"/>
          <a:stretch/>
        </p:blipFill>
        <p:spPr>
          <a:xfrm rot="342608">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1" name="Google Shape;691;p1"/>
          <p:cNvPicPr preferRelativeResize="0"/>
          <p:nvPr/>
        </p:nvPicPr>
        <p:blipFill rotWithShape="1">
          <a:blip r:embed="rId5">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2" name="Google Shape;692;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3" name="Google Shape;693;p1"/>
          <p:cNvGraphicFramePr/>
          <p:nvPr/>
        </p:nvGraphicFramePr>
        <p:xfrm>
          <a:off x="4844200" y="1891197"/>
          <a:ext cx="3785000" cy="1678950"/>
        </p:xfrm>
        <a:graphic>
          <a:graphicData uri="http://schemas.openxmlformats.org/drawingml/2006/table">
            <a:tbl>
              <a:tblPr firstRow="1" bandRow="1">
                <a:noFill/>
                <a:tableStyleId>{323C2808-93BB-45EC-9FF6-4731CD779D52}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g2bee4f4af4b_0_204">
            <a:hlinkClick r:id="rId3"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g2bee4f4af4b_0_204">
            <a:hlinkClick r:id="rId4" action="ppaction://hlinksldjump"/>
          </p:cNvPr>
          <p:cNvSpPr/>
          <p:nvPr/>
        </p:nvSpPr>
        <p:spPr>
          <a:xfrm>
            <a:off x="242257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1" name="Google Shape;701;g2bee4f4af4b_0_204">
            <a:hlinkClick r:id="rId5" action="ppaction://hlinksldjump"/>
          </p:cNvPr>
          <p:cNvSpPr/>
          <p:nvPr/>
        </p:nvSpPr>
        <p:spPr>
          <a:xfrm>
            <a:off x="3579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2" name="Google Shape;702;g2bee4f4af4b_0_204">
            <a:hlinkClick r:id="rId6" action="ppaction://hlinksldjump"/>
          </p:cNvPr>
          <p:cNvSpPr/>
          <p:nvPr/>
        </p:nvSpPr>
        <p:spPr>
          <a:xfrm>
            <a:off x="48594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3" name="Google Shape;703;g2bee4f4af4b_0_204">
            <a:hlinkClick r:id="rId7" action="ppaction://hlinksldjump"/>
          </p:cNvPr>
          <p:cNvSpPr/>
          <p:nvPr/>
        </p:nvSpPr>
        <p:spPr>
          <a:xfrm>
            <a:off x="59543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4" name="Google Shape;704;g2bee4f4af4b_0_204">
            <a:hlinkClick r:id="rId8" action="ppaction://hlinksldjump"/>
          </p:cNvPr>
          <p:cNvSpPr/>
          <p:nvPr/>
        </p:nvSpPr>
        <p:spPr>
          <a:xfrm>
            <a:off x="7350525"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o</a:t>
            </a:r>
            <a:r>
              <a:rPr lang="en-US"/>
              <a:t>.</a:t>
            </a:r>
            <a:endParaRPr/>
          </a:p>
        </p:txBody>
      </p:sp>
      <p:sp>
        <p:nvSpPr>
          <p:cNvPr id="706" name="Google Shape;706;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 i n m d g</a:t>
            </a:r>
            <a:r>
              <a:rPr lang="en-US"/>
              <a:t> using flashcards.</a:t>
            </a:r>
            <a:endParaRPr/>
          </a:p>
        </p:txBody>
      </p:sp>
      <p:sp>
        <p:nvSpPr>
          <p:cNvPr id="707" name="Google Shape;70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8" name="Google Shape;70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9">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10">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11">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12">
            <a:alphaModFix/>
          </a:blip>
          <a:srcRect t="59" b="59"/>
          <a:stretch/>
        </p:blipFill>
        <p:spPr>
          <a:xfrm>
            <a:off x="6102429" y="4326104"/>
            <a:ext cx="931973" cy="665200"/>
          </a:xfrm>
          <a:prstGeom prst="rect">
            <a:avLst/>
          </a:prstGeom>
          <a:noFill/>
          <a:ln>
            <a:noFill/>
          </a:ln>
          <a:effectLst>
            <a:outerShdw blurRad="71438" dist="19050" dir="5220000" algn="bl" rotWithShape="0">
              <a:srgbClr val="D8D8D8"/>
            </a:outerShdw>
          </a:effectLst>
        </p:spPr>
      </p:pic>
      <p:sp>
        <p:nvSpPr>
          <p:cNvPr id="720" name="Google Shape;720;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21" name="Google Shape;721;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22" name="Google Shape;722;g2bee4f4af4b_0_204"/>
          <p:cNvPicPr preferRelativeResize="0"/>
          <p:nvPr/>
        </p:nvPicPr>
        <p:blipFill rotWithShape="1">
          <a:blip r:embed="rId13">
            <a:alphaModFix/>
          </a:blip>
          <a:srcRect l="69" r="69"/>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23" name="Google Shape;72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24" name="Google Shape;72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25" name="Google Shape;725;g2bee4f4af4b_0_204"/>
          <p:cNvPicPr preferRelativeResize="0"/>
          <p:nvPr/>
        </p:nvPicPr>
        <p:blipFill rotWithShape="1">
          <a:blip r:embed="rId14">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32" name="Google Shape;732;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a:t>
            </a:r>
            <a:r>
              <a:rPr lang="en-US"/>
              <a:t> using flashcards.</a:t>
            </a:r>
            <a:endParaRPr/>
          </a:p>
        </p:txBody>
      </p:sp>
      <p:pic>
        <p:nvPicPr>
          <p:cNvPr id="733" name="Google Shape;73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6078"/>
              </a:srgbClr>
            </a:outerShdw>
          </a:effectLst>
        </p:spPr>
      </p:pic>
      <p:pic>
        <p:nvPicPr>
          <p:cNvPr id="734" name="Google Shape;73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6078"/>
              </a:srgbClr>
            </a:outerShdw>
          </a:effectLst>
        </p:spPr>
      </p:pic>
      <p:pic>
        <p:nvPicPr>
          <p:cNvPr id="735" name="Google Shape;73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6078"/>
              </a:srgbClr>
            </a:outerShdw>
          </a:effectLst>
        </p:spPr>
      </p:pic>
      <p:pic>
        <p:nvPicPr>
          <p:cNvPr id="736" name="Google Shape;73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6078"/>
              </a:srgbClr>
            </a:outerShdw>
          </a:effectLst>
        </p:spPr>
      </p:pic>
      <p:pic>
        <p:nvPicPr>
          <p:cNvPr id="737" name="Google Shape;73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6078"/>
              </a:srgbClr>
            </a:outerShdw>
          </a:effectLst>
        </p:spPr>
      </p:pic>
      <p:pic>
        <p:nvPicPr>
          <p:cNvPr id="738" name="Google Shape;73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6078"/>
              </a:srgbClr>
            </a:outerShdw>
          </a:effectLst>
        </p:spPr>
      </p:pic>
      <p:pic>
        <p:nvPicPr>
          <p:cNvPr id="739" name="Google Shape;73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6078"/>
              </a:srgbClr>
            </a:outerShdw>
          </a:effectLst>
        </p:spPr>
      </p:pic>
      <p:pic>
        <p:nvPicPr>
          <p:cNvPr id="740" name="Google Shape;74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6078"/>
              </a:srgbClr>
            </a:outerShdw>
          </a:effectLst>
        </p:spPr>
      </p:pic>
      <p:pic>
        <p:nvPicPr>
          <p:cNvPr id="741" name="Google Shape;74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g2d9d6764a3b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8" name="Google Shape;748;g2d9d6764a3b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9" name="Google Shape;749;g2d9d6764a3b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50" name="Google Shape;750;g2d9d6764a3b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7" name="Google Shape;75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8" name="Google Shape;75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9" name="Google Shape;75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6" name="Google Shape;76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7" name="Google Shape;76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8" name="Google Shape;76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5" name="Google Shape;77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6" name="Google Shape;77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77" name="Google Shape;77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4" name="Google Shape;78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85" name="Google Shape;785;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86" name="Google Shape;78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93" name="Google Shape;79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4" name="Google Shape;79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01" name="Google Shape;801;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2" name="Google Shape;802;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3" name="Google Shape;803;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4" name="Google Shape;804;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5" name="Google Shape;805;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6" name="Google Shape;806;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7" name="Google Shape;807;g2c2ffdd0de5_0_0"/>
          <p:cNvGrpSpPr/>
          <p:nvPr/>
        </p:nvGrpSpPr>
        <p:grpSpPr>
          <a:xfrm>
            <a:off x="304250" y="6984600"/>
            <a:ext cx="8330829" cy="808600"/>
            <a:chOff x="-152950" y="7365600"/>
            <a:chExt cx="8330829" cy="808600"/>
          </a:xfrm>
        </p:grpSpPr>
        <p:sp>
          <p:nvSpPr>
            <p:cNvPr id="808" name="Google Shape;808;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9" name="Google Shape;809;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10" name="Google Shape;810;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11" name="Google Shape;811;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2" name="Google Shape;812;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13" name="Google Shape;813;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4" name="Google Shape;814;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15" name="Google Shape;815;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6" name="Google Shape;816;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7" name="Google Shape;817;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8" name="Google Shape;818;g2c2ffdd0de5_0_0"/>
          <p:cNvSpPr/>
          <p:nvPr/>
        </p:nvSpPr>
        <p:spPr>
          <a:xfrm>
            <a:off x="37940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9" name="Google Shape;819;g2c2ffdd0de5_0_0"/>
          <p:cNvSpPr/>
          <p:nvPr/>
        </p:nvSpPr>
        <p:spPr>
          <a:xfrm>
            <a:off x="49598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20" name="Google Shape;820;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21" name="Google Shape;821;g2c2ffdd0de5_0_0"/>
          <p:cNvSpPr txBox="1">
            <a:spLocks noGrp="1"/>
          </p:cNvSpPr>
          <p:nvPr>
            <p:ph type="subTitle" idx="4294967295"/>
          </p:nvPr>
        </p:nvSpPr>
        <p:spPr>
          <a:xfrm>
            <a:off x="43902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22" name="Google Shape;822;g2c2ffdd0de5_0_0"/>
          <p:cNvSpPr txBox="1">
            <a:spLocks noGrp="1"/>
          </p:cNvSpPr>
          <p:nvPr>
            <p:ph type="subTitle" idx="4294967295"/>
          </p:nvPr>
        </p:nvSpPr>
        <p:spPr>
          <a:xfrm>
            <a:off x="3224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b09065af_0_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9" name="Google Shape;829;g26bb09065af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0" name="Google Shape;830;g26bb09065af_0_2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6bb09065af_0_2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6bb09065af_0_2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6bb09065af_0_2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6bb09065af_0_2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5" name="Google Shape;835;g26bb09065af_0_23"/>
          <p:cNvGrpSpPr/>
          <p:nvPr/>
        </p:nvGrpSpPr>
        <p:grpSpPr>
          <a:xfrm>
            <a:off x="304250" y="6984600"/>
            <a:ext cx="8330829" cy="808600"/>
            <a:chOff x="-152950" y="7365600"/>
            <a:chExt cx="8330829" cy="808600"/>
          </a:xfrm>
        </p:grpSpPr>
        <p:sp>
          <p:nvSpPr>
            <p:cNvPr id="836" name="Google Shape;836;g26bb09065af_0_2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7" name="Google Shape;837;g26bb09065af_0_2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8" name="Google Shape;838;g26bb09065af_0_2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9" name="Google Shape;839;g26bb09065af_0_2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0" name="Google Shape;840;g26bb09065af_0_2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1" name="Google Shape;841;g26bb09065af_0_2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2" name="Google Shape;842;g26bb09065af_0_2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3" name="Google Shape;843;g26bb09065af_0_2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4" name="Google Shape;844;g26bb09065af_0_2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6bb09065af_0_2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6bb09065af_0_23"/>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6bb09065af_0_23"/>
          <p:cNvSpPr/>
          <p:nvPr/>
        </p:nvSpPr>
        <p:spPr>
          <a:xfrm>
            <a:off x="4415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8" name="Google Shape;848;g26bb09065af_0_23"/>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9" name="Google Shape;849;g26bb09065af_0_2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0" name="Google Shape;850;g26bb09065af_0_23"/>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51" name="Google Shape;851;g26bb09065af_0_23"/>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52" name="Google Shape;852;g26bb09065af_0_23"/>
          <p:cNvSpPr txBox="1">
            <a:spLocks noGrp="1"/>
          </p:cNvSpPr>
          <p:nvPr>
            <p:ph type="subTitle" idx="4294967295"/>
          </p:nvPr>
        </p:nvSpPr>
        <p:spPr>
          <a:xfrm>
            <a:off x="3845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26bb09065af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9" name="Google Shape;859;g26bb09065af_0_5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0" name="Google Shape;860;g26bb09065af_0_5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6bb09065af_0_5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6bb09065af_0_5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6bb09065af_0_5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6bb09065af_0_5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5" name="Google Shape;865;g26bb09065af_0_52"/>
          <p:cNvGrpSpPr/>
          <p:nvPr/>
        </p:nvGrpSpPr>
        <p:grpSpPr>
          <a:xfrm>
            <a:off x="304250" y="6984600"/>
            <a:ext cx="8330829" cy="808600"/>
            <a:chOff x="-152950" y="7365600"/>
            <a:chExt cx="8330829" cy="808600"/>
          </a:xfrm>
        </p:grpSpPr>
        <p:sp>
          <p:nvSpPr>
            <p:cNvPr id="866" name="Google Shape;866;g26bb09065af_0_5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7" name="Google Shape;867;g26bb09065af_0_5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8" name="Google Shape;868;g26bb09065af_0_5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9" name="Google Shape;869;g26bb09065af_0_5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0" name="Google Shape;870;g26bb09065af_0_5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1" name="Google Shape;871;g26bb09065af_0_5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2" name="Google Shape;872;g26bb09065af_0_5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3" name="Google Shape;873;g26bb09065af_0_5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4" name="Google Shape;874;g26bb09065af_0_5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6bb09065af_0_5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bb09065af_0_52"/>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6bb09065af_0_52"/>
          <p:cNvSpPr/>
          <p:nvPr/>
        </p:nvSpPr>
        <p:spPr>
          <a:xfrm>
            <a:off x="44150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6bb09065af_0_52"/>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9" name="Google Shape;879;g26bb09065af_0_5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0" name="Google Shape;880;g26bb09065af_0_52"/>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81" name="Google Shape;881;g26bb09065af_0_52"/>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882" name="Google Shape;882;g26bb09065af_0_52"/>
          <p:cNvSpPr txBox="1">
            <a:spLocks noGrp="1"/>
          </p:cNvSpPr>
          <p:nvPr>
            <p:ph type="subTitle" idx="4294967295"/>
          </p:nvPr>
        </p:nvSpPr>
        <p:spPr>
          <a:xfrm>
            <a:off x="38454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9" name="Google Shape;88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0" name="Google Shape;89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7" name="Google Shape;89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8" name="Google Shape;898;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9" name="Google Shape;89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6" name="Google Shape;90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7" name="Google Shape;907;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8" name="Google Shape;90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5" name="Google Shape;91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6" name="Google Shape;916;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7" name="Google Shape;91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4" name="Google Shape;92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5" name="Google Shape;925;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6" name="Google Shape;92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6b641b03cd_0_301"/>
          <p:cNvSpPr txBox="1">
            <a:spLocks noGrp="1"/>
          </p:cNvSpPr>
          <p:nvPr>
            <p:ph type="title"/>
          </p:nvPr>
        </p:nvSpPr>
        <p:spPr>
          <a:xfrm>
            <a:off x="657525" y="5568500"/>
            <a:ext cx="78288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33" name="Google Shape;93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34" name="Google Shape;934;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35" name="Google Shape;93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g26b641b03cd_0_308"/>
          <p:cNvSpPr txBox="1">
            <a:spLocks noGrp="1"/>
          </p:cNvSpPr>
          <p:nvPr>
            <p:ph type="title"/>
          </p:nvPr>
        </p:nvSpPr>
        <p:spPr>
          <a:xfrm>
            <a:off x="626225" y="5568500"/>
            <a:ext cx="78915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42" name="Google Shape;94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43" name="Google Shape;943;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4" name="Google Shape;94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6bb09065af_0_81"/>
          <p:cNvSpPr txBox="1">
            <a:spLocks noGrp="1"/>
          </p:cNvSpPr>
          <p:nvPr>
            <p:ph type="title"/>
          </p:nvPr>
        </p:nvSpPr>
        <p:spPr>
          <a:xfrm>
            <a:off x="613700" y="5568500"/>
            <a:ext cx="79164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51" name="Google Shape;951;g26bb09065af_0_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2" name="Google Shape;952;g26bb09065af_0_8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3" name="Google Shape;953;g26bb09065af_0_8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6bb09065af_0_89"/>
          <p:cNvSpPr txBox="1">
            <a:spLocks noGrp="1"/>
          </p:cNvSpPr>
          <p:nvPr>
            <p:ph type="title"/>
          </p:nvPr>
        </p:nvSpPr>
        <p:spPr>
          <a:xfrm>
            <a:off x="619975" y="5568500"/>
            <a:ext cx="79041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60" name="Google Shape;960;g26bb09065af_0_8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61" name="Google Shape;961;g26bb09065af_0_89"/>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2" name="Google Shape;962;g26bb09065af_0_8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26bb09065af_0_97"/>
          <p:cNvSpPr txBox="1">
            <a:spLocks noGrp="1"/>
          </p:cNvSpPr>
          <p:nvPr>
            <p:ph type="title"/>
          </p:nvPr>
        </p:nvSpPr>
        <p:spPr>
          <a:xfrm>
            <a:off x="588650" y="5568500"/>
            <a:ext cx="79665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69" name="Google Shape;969;g26bb09065af_0_9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70" name="Google Shape;970;g26bb09065af_0_97"/>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71" name="Google Shape;971;g26bb09065af_0_9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6bb09065af_0_105"/>
          <p:cNvSpPr txBox="1">
            <a:spLocks noGrp="1"/>
          </p:cNvSpPr>
          <p:nvPr>
            <p:ph type="title"/>
          </p:nvPr>
        </p:nvSpPr>
        <p:spPr>
          <a:xfrm>
            <a:off x="594900" y="5568500"/>
            <a:ext cx="79542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78" name="Google Shape;978;g26bb09065af_0_10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79" name="Google Shape;979;g26bb09065af_0_105"/>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0" name="Google Shape;980;g26bb09065af_0_10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6bb09065af_0_113"/>
          <p:cNvSpPr txBox="1">
            <a:spLocks noGrp="1"/>
          </p:cNvSpPr>
          <p:nvPr>
            <p:ph type="title"/>
          </p:nvPr>
        </p:nvSpPr>
        <p:spPr>
          <a:xfrm>
            <a:off x="607425" y="5568500"/>
            <a:ext cx="7929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87" name="Google Shape;987;g26bb09065af_0_1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88" name="Google Shape;988;g26bb09065af_0_113"/>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9" name="Google Shape;989;g26bb09065af_0_1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6bb09065af_0_121"/>
          <p:cNvSpPr txBox="1">
            <a:spLocks noGrp="1"/>
          </p:cNvSpPr>
          <p:nvPr>
            <p:ph type="title"/>
          </p:nvPr>
        </p:nvSpPr>
        <p:spPr>
          <a:xfrm>
            <a:off x="601175" y="5568500"/>
            <a:ext cx="79416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96" name="Google Shape;996;g26bb09065af_0_12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97" name="Google Shape;997;g26bb09065af_0_12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8" name="Google Shape;998;g26bb09065af_0_12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05" name="Google Shape;1005;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06" name="Google Shape;1006;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07" name="Google Shape;100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14" name="Google Shape;1014;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15" name="Google Shape;1015;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16" name="Google Shape;1016;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b09065af_0_1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23" name="Google Shape;1023;g26bb09065af_0_1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24" name="Google Shape;1024;g26bb09065af_0_129"/>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25" name="Google Shape;1025;g26bb09065af_0_1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6bb09065af_0_1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32" name="Google Shape;1032;g26bb09065af_0_1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33" name="Google Shape;1033;g26bb09065af_0_137"/>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34" name="Google Shape;1034;g26bb09065af_0_13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b09065af_0_1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41" name="Google Shape;1041;g26bb09065af_0_1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42" name="Google Shape;1042;g26bb09065af_0_14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43" name="Google Shape;1043;g26bb09065af_0_1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6bb09065af_0_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50" name="Google Shape;1050;g26bb09065af_0_15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51" name="Google Shape;1051;g26bb09065af_0_153"/>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52" name="Google Shape;1052;g26bb09065af_0_15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9" name="Google Shape;105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1060" name="Google Shape;1060;g1f3daf8a844_0_64"/>
          <p:cNvGrpSpPr/>
          <p:nvPr/>
        </p:nvGrpSpPr>
        <p:grpSpPr>
          <a:xfrm>
            <a:off x="3024000" y="209875"/>
            <a:ext cx="3096000" cy="454800"/>
            <a:chOff x="3024000" y="209875"/>
            <a:chExt cx="3096000" cy="454800"/>
          </a:xfrm>
        </p:grpSpPr>
        <p:sp>
          <p:nvSpPr>
            <p:cNvPr id="1061" name="Google Shape;106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2" name="Google Shape;106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3" name="Google Shape;106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4" name="Google Shape;1064;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5" name="Google Shape;1065;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6" name="Google Shape;106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7" name="Google Shape;1067;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8" name="Google Shape;1068;g1f3daf8a844_0_64"/>
          <p:cNvSpPr txBox="1"/>
          <p:nvPr/>
        </p:nvSpPr>
        <p:spPr>
          <a:xfrm>
            <a:off x="4073250"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1241019"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070" name="Google Shape;1070;g1f3daf8a844_0_64"/>
          <p:cNvSpPr txBox="1"/>
          <p:nvPr/>
        </p:nvSpPr>
        <p:spPr>
          <a:xfrm>
            <a:off x="2766034"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3552842"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ED1C24"/>
              </a:solidFill>
              <a:latin typeface="Jost"/>
              <a:ea typeface="Jost"/>
              <a:cs typeface="Jost"/>
              <a:sym typeface="Jost"/>
            </a:endParaRPr>
          </a:p>
        </p:txBody>
      </p:sp>
      <p:sp>
        <p:nvSpPr>
          <p:cNvPr id="1072" name="Google Shape;1072;g1f3daf8a844_0_64"/>
          <p:cNvSpPr txBox="1"/>
          <p:nvPr/>
        </p:nvSpPr>
        <p:spPr>
          <a:xfrm>
            <a:off x="4707658"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1073" name="Google Shape;1073;g1f3daf8a844_0_64"/>
          <p:cNvSpPr txBox="1"/>
          <p:nvPr/>
        </p:nvSpPr>
        <p:spPr>
          <a:xfrm>
            <a:off x="6205073"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1074" name="Google Shape;1074;g1f3daf8a844_0_64"/>
          <p:cNvSpPr txBox="1"/>
          <p:nvPr/>
        </p:nvSpPr>
        <p:spPr>
          <a:xfrm>
            <a:off x="2027827"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200" b="0" i="0" u="none" strike="noStrike" cap="none">
                <a:solidFill>
                  <a:srgbClr val="ED1C24"/>
                </a:solidFill>
                <a:latin typeface="Poppins"/>
                <a:ea typeface="Poppins"/>
                <a:cs typeface="Poppins"/>
                <a:sym typeface="Poppins"/>
              </a:rPr>
              <a:t>a</a:t>
            </a:r>
            <a:endParaRPr sz="72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541826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6991881"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2356AF"/>
              </a:solidFill>
              <a:latin typeface="Jost"/>
              <a:ea typeface="Jost"/>
              <a:cs typeface="Jost"/>
              <a:sym typeface="Jost"/>
            </a:endParaRPr>
          </a:p>
        </p:txBody>
      </p:sp>
      <p:cxnSp>
        <p:nvCxnSpPr>
          <p:cNvPr id="1077" name="Google Shape;1077;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6c2c9ae849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4" name="Google Shape;1084;g26c2c9ae849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cxnSp>
        <p:nvCxnSpPr>
          <p:cNvPr id="1085" name="Google Shape;1085;g26c2c9ae849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86" name="Google Shape;1086;g26c2c9ae849_0_742"/>
          <p:cNvGrpSpPr/>
          <p:nvPr/>
        </p:nvGrpSpPr>
        <p:grpSpPr>
          <a:xfrm>
            <a:off x="3024000" y="209875"/>
            <a:ext cx="3096000" cy="454800"/>
            <a:chOff x="3024000" y="209875"/>
            <a:chExt cx="3096000" cy="454800"/>
          </a:xfrm>
        </p:grpSpPr>
        <p:sp>
          <p:nvSpPr>
            <p:cNvPr id="1087" name="Google Shape;1087;g26c2c9ae849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26c2c9ae849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9" name="Google Shape;1089;g26c2c9ae849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0" name="Google Shape;1090;g26c2c9ae849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1" name="Google Shape;1091;g26c2c9ae849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26c2c9ae849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3" name="Google Shape;1093;g26c2c9ae849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4" name="Google Shape;1094;g26c2c9ae849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5" name="Google Shape;1095;g26c2c9ae849_0_7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pot nod dog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top pop dig got on not</a:t>
            </a:r>
            <a:endParaRPr sz="1800" b="0" i="0" u="none" strike="noStrike" cap="none">
              <a:solidFill>
                <a:srgbClr val="B7B7B7"/>
              </a:solidFill>
              <a:latin typeface="Jost"/>
              <a:ea typeface="Jost"/>
              <a:cs typeface="Jost"/>
              <a:sym typeface="Jost"/>
            </a:endParaRPr>
          </a:p>
        </p:txBody>
      </p:sp>
      <p:sp>
        <p:nvSpPr>
          <p:cNvPr id="1096" name="Google Shape;1096;g26c2c9ae849_0_742"/>
          <p:cNvSpPr txBox="1"/>
          <p:nvPr/>
        </p:nvSpPr>
        <p:spPr>
          <a:xfrm>
            <a:off x="4073250"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2356AF"/>
              </a:solidFill>
              <a:latin typeface="Jost"/>
              <a:ea typeface="Jost"/>
              <a:cs typeface="Jost"/>
              <a:sym typeface="Jost"/>
            </a:endParaRPr>
          </a:p>
        </p:txBody>
      </p:sp>
      <p:sp>
        <p:nvSpPr>
          <p:cNvPr id="1097" name="Google Shape;1097;g26c2c9ae849_0_742"/>
          <p:cNvSpPr txBox="1"/>
          <p:nvPr/>
        </p:nvSpPr>
        <p:spPr>
          <a:xfrm>
            <a:off x="1241019"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098" name="Google Shape;1098;g26c2c9ae849_0_742"/>
          <p:cNvSpPr txBox="1"/>
          <p:nvPr/>
        </p:nvSpPr>
        <p:spPr>
          <a:xfrm>
            <a:off x="2766034"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99" name="Google Shape;1099;g26c2c9ae849_0_742"/>
          <p:cNvSpPr txBox="1"/>
          <p:nvPr/>
        </p:nvSpPr>
        <p:spPr>
          <a:xfrm>
            <a:off x="3552842" y="1341050"/>
            <a:ext cx="568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ED1C24"/>
              </a:solidFill>
              <a:latin typeface="Jost"/>
              <a:ea typeface="Jost"/>
              <a:cs typeface="Jost"/>
              <a:sym typeface="Jost"/>
            </a:endParaRPr>
          </a:p>
        </p:txBody>
      </p:sp>
      <p:sp>
        <p:nvSpPr>
          <p:cNvPr id="1100" name="Google Shape;1100;g26c2c9ae849_0_742"/>
          <p:cNvSpPr txBox="1"/>
          <p:nvPr/>
        </p:nvSpPr>
        <p:spPr>
          <a:xfrm>
            <a:off x="4707658"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1101" name="Google Shape;1101;g26c2c9ae849_0_742"/>
          <p:cNvSpPr txBox="1"/>
          <p:nvPr/>
        </p:nvSpPr>
        <p:spPr>
          <a:xfrm>
            <a:off x="6205073"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g</a:t>
            </a:r>
            <a:endParaRPr sz="8000" b="0" i="0" u="none" strike="noStrike" cap="none">
              <a:solidFill>
                <a:srgbClr val="2356AF"/>
              </a:solidFill>
              <a:latin typeface="Jost"/>
              <a:ea typeface="Jost"/>
              <a:cs typeface="Jost"/>
              <a:sym typeface="Jost"/>
            </a:endParaRPr>
          </a:p>
        </p:txBody>
      </p:sp>
      <p:sp>
        <p:nvSpPr>
          <p:cNvPr id="1102" name="Google Shape;1102;g26c2c9ae849_0_742"/>
          <p:cNvSpPr txBox="1"/>
          <p:nvPr/>
        </p:nvSpPr>
        <p:spPr>
          <a:xfrm>
            <a:off x="2027827" y="1382550"/>
            <a:ext cx="862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200" b="0" i="0" u="none" strike="noStrike" cap="none">
                <a:solidFill>
                  <a:srgbClr val="ED1C24"/>
                </a:solidFill>
                <a:latin typeface="Poppins"/>
                <a:ea typeface="Poppins"/>
                <a:cs typeface="Poppins"/>
                <a:sym typeface="Poppins"/>
              </a:rPr>
              <a:t>a</a:t>
            </a:r>
            <a:endParaRPr sz="7200" b="0" i="0" u="none" strike="noStrike" cap="none">
              <a:solidFill>
                <a:srgbClr val="2356AF"/>
              </a:solidFill>
              <a:latin typeface="Jost"/>
              <a:ea typeface="Jost"/>
              <a:cs typeface="Jost"/>
              <a:sym typeface="Jost"/>
            </a:endParaRPr>
          </a:p>
        </p:txBody>
      </p:sp>
      <p:sp>
        <p:nvSpPr>
          <p:cNvPr id="1103" name="Google Shape;1103;g26c2c9ae849_0_742"/>
          <p:cNvSpPr txBox="1"/>
          <p:nvPr/>
        </p:nvSpPr>
        <p:spPr>
          <a:xfrm>
            <a:off x="5418266"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1104" name="Google Shape;1104;g26c2c9ae849_0_742"/>
          <p:cNvSpPr txBox="1"/>
          <p:nvPr/>
        </p:nvSpPr>
        <p:spPr>
          <a:xfrm>
            <a:off x="6991881" y="1341050"/>
            <a:ext cx="911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o</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‘Oh the Grand Old Duke of York’.</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o</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p:txBody>
      </p:sp>
      <p:sp>
        <p:nvSpPr>
          <p:cNvPr id="1111" name="Google Shape;1111;g2c186218c5a_0_118"/>
          <p:cNvSpPr txBox="1"/>
          <p:nvPr/>
        </p:nvSpPr>
        <p:spPr>
          <a:xfrm rot="362194">
            <a:off x="2400002" y="20096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ED1C24"/>
                </a:solidFill>
                <a:latin typeface="Finger Paint"/>
                <a:ea typeface="Finger Paint"/>
                <a:cs typeface="Finger Paint"/>
                <a:sym typeface="Finger Paint"/>
              </a:rPr>
              <a:t>o</a:t>
            </a:r>
            <a:endParaRPr sz="10000" b="0" i="0" u="none" strike="noStrike" cap="none">
              <a:solidFill>
                <a:srgbClr val="ED1C24"/>
              </a:solidFill>
              <a:latin typeface="Finger Paint"/>
              <a:ea typeface="Finger Paint"/>
              <a:cs typeface="Finger Paint"/>
              <a:sym typeface="Finger Paint"/>
            </a:endParaRPr>
          </a:p>
        </p:txBody>
      </p:sp>
      <p:pic>
        <p:nvPicPr>
          <p:cNvPr id="1112" name="Google Shape;1112;g2c186218c5a_0_118"/>
          <p:cNvPicPr preferRelativeResize="0"/>
          <p:nvPr/>
        </p:nvPicPr>
        <p:blipFill rotWithShape="1">
          <a:blip r:embed="rId3">
            <a:alphaModFix/>
          </a:blip>
          <a:srcRect/>
          <a:stretch/>
        </p:blipFill>
        <p:spPr>
          <a:xfrm>
            <a:off x="1033825" y="2806523"/>
            <a:ext cx="1075200" cy="9142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537</Words>
  <Application>Microsoft Office PowerPoint</Application>
  <PresentationFormat>On-screen Show (4:3)</PresentationFormat>
  <Paragraphs>216</Paragraphs>
  <Slides>34</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Poppins</vt:lpstr>
      <vt:lpstr>Nunito Black</vt:lpstr>
      <vt:lpstr>Poppins Medium</vt:lpstr>
      <vt:lpstr>Calibri</vt:lpstr>
      <vt:lpstr>Poppins SemiBold</vt:lpstr>
      <vt:lpstr>Finger Paint</vt:lpstr>
      <vt:lpstr>Arial</vt:lpstr>
      <vt:lpstr>Mulish</vt:lpstr>
      <vt:lpstr>Jost</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2026-04-22T05:31:17Z</dcterms:modified>
</cp:coreProperties>
</file>