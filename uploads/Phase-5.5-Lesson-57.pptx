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jwzlI2rkesvV0IEZ+8CL3oKs1e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A7CD0C6-F5DA-43B6-BA21-E541FED4502E}">
  <a:tblStyle styleId="{2A7CD0C6-F5DA-43B6-BA21-E541FED4502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9" name="Google Shape;82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9" name="Google Shape;84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4" name="Google Shape;904;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5" name="Google Shape;905;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dbdd193bb_0_3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dbdd193bb_0_3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dbdd193bb_0_3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2cdbdd193bb_0_37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6" name="Google Shape;956;g2cdbdd193bb_0_3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7" name="Google Shape;957;g2cdbdd193bb_0_37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8" name="Google Shape;96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9" name="Google Shape;96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g2e5653a5c6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g2e5653a5c6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2" name="Google Shape;982;g2e5653a5c6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1" name="Google Shape;1001;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2" name="Google Shape;1002;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73c535f196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73c535f196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73c535f196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6" name="Google Shape;1066;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2" name="Google Shape;107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3" name="Google Shape;107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2" name="Google Shape;108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0" name="Google Shape;109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9" name="Google Shape;109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0" name="Google Shape;110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8" name="Google Shape;110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9" name="Google Shape;110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6"/>
        <p:cNvGrpSpPr/>
        <p:nvPr/>
      </p:nvGrpSpPr>
      <p:grpSpPr>
        <a:xfrm>
          <a:off x="0" y="0"/>
          <a:ext cx="0" cy="0"/>
          <a:chOff x="0" y="0"/>
          <a:chExt cx="0" cy="0"/>
        </a:xfrm>
      </p:grpSpPr>
      <p:sp>
        <p:nvSpPr>
          <p:cNvPr id="1117" name="Google Shape;111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8" name="Google Shape;111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9" name="Google Shape;111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g273c535f196_0_7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8" name="Google Shape;1128;g273c535f196_0_7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9" name="Google Shape;1129;g273c535f196_0_7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9" name="Google Shape;115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0" name="Google Shape;116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2392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/s/ - se</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12 -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57</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20.xml"/><Relationship Id="rId3" Type="http://schemas.openxmlformats.org/officeDocument/2006/relationships/image" Target="../media/image6.png"/><Relationship Id="rId7" Type="http://schemas.openxmlformats.org/officeDocument/2006/relationships/slide" Target="slide1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23.xml"/><Relationship Id="rId4" Type="http://schemas.openxmlformats.org/officeDocument/2006/relationships/image" Target="../media/image7.png"/><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6.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9" Type="http://schemas.openxmlformats.org/officeDocument/2006/relationships/image" Target="../media/image97.png"/><Relationship Id="rId21" Type="http://schemas.openxmlformats.org/officeDocument/2006/relationships/image" Target="../media/image79.png"/><Relationship Id="rId34" Type="http://schemas.openxmlformats.org/officeDocument/2006/relationships/image" Target="../media/image92.png"/><Relationship Id="rId42" Type="http://schemas.openxmlformats.org/officeDocument/2006/relationships/image" Target="../media/image100.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7.png"/><Relationship Id="rId41" Type="http://schemas.openxmlformats.org/officeDocument/2006/relationships/image" Target="../media/image99.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90.png"/><Relationship Id="rId37" Type="http://schemas.openxmlformats.org/officeDocument/2006/relationships/image" Target="../media/image95.png"/><Relationship Id="rId40" Type="http://schemas.openxmlformats.org/officeDocument/2006/relationships/image" Target="../media/image98.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86.png"/><Relationship Id="rId36" Type="http://schemas.openxmlformats.org/officeDocument/2006/relationships/image" Target="../media/image94.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9.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88.png"/><Relationship Id="rId35" Type="http://schemas.openxmlformats.org/officeDocument/2006/relationships/image" Target="../media/image93.png"/><Relationship Id="rId43" Type="http://schemas.openxmlformats.org/officeDocument/2006/relationships/image" Target="../media/image101.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33" Type="http://schemas.openxmlformats.org/officeDocument/2006/relationships/image" Target="../media/image91.png"/><Relationship Id="rId38" Type="http://schemas.openxmlformats.org/officeDocument/2006/relationships/image" Target="../media/image96.png"/></Relationships>
</file>

<file path=ppt/slides/_rels/slide6.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18" Type="http://schemas.openxmlformats.org/officeDocument/2006/relationships/image" Target="../media/image117.png"/><Relationship Id="rId26" Type="http://schemas.openxmlformats.org/officeDocument/2006/relationships/image" Target="../media/image125.png"/><Relationship Id="rId3" Type="http://schemas.openxmlformats.org/officeDocument/2006/relationships/image" Target="../media/image102.png"/><Relationship Id="rId21" Type="http://schemas.openxmlformats.org/officeDocument/2006/relationships/image" Target="../media/image120.png"/><Relationship Id="rId7" Type="http://schemas.openxmlformats.org/officeDocument/2006/relationships/image" Target="../media/image106.png"/><Relationship Id="rId12" Type="http://schemas.openxmlformats.org/officeDocument/2006/relationships/image" Target="../media/image111.png"/><Relationship Id="rId17" Type="http://schemas.openxmlformats.org/officeDocument/2006/relationships/image" Target="../media/image116.png"/><Relationship Id="rId25" Type="http://schemas.openxmlformats.org/officeDocument/2006/relationships/image" Target="../media/image124.png"/><Relationship Id="rId2" Type="http://schemas.openxmlformats.org/officeDocument/2006/relationships/notesSlide" Target="../notesSlides/notesSlide6.xml"/><Relationship Id="rId16" Type="http://schemas.openxmlformats.org/officeDocument/2006/relationships/image" Target="../media/image115.png"/><Relationship Id="rId20" Type="http://schemas.openxmlformats.org/officeDocument/2006/relationships/image" Target="../media/image119.png"/><Relationship Id="rId29" Type="http://schemas.openxmlformats.org/officeDocument/2006/relationships/image" Target="../media/image128.png"/><Relationship Id="rId1" Type="http://schemas.openxmlformats.org/officeDocument/2006/relationships/slideLayout" Target="../slideLayouts/slideLayout3.xml"/><Relationship Id="rId6" Type="http://schemas.openxmlformats.org/officeDocument/2006/relationships/image" Target="../media/image105.png"/><Relationship Id="rId11" Type="http://schemas.openxmlformats.org/officeDocument/2006/relationships/image" Target="../media/image110.png"/><Relationship Id="rId24" Type="http://schemas.openxmlformats.org/officeDocument/2006/relationships/image" Target="../media/image123.png"/><Relationship Id="rId5" Type="http://schemas.openxmlformats.org/officeDocument/2006/relationships/image" Target="../media/image104.png"/><Relationship Id="rId15" Type="http://schemas.openxmlformats.org/officeDocument/2006/relationships/image" Target="../media/image114.png"/><Relationship Id="rId23" Type="http://schemas.openxmlformats.org/officeDocument/2006/relationships/image" Target="../media/image122.png"/><Relationship Id="rId28" Type="http://schemas.openxmlformats.org/officeDocument/2006/relationships/image" Target="../media/image127.png"/><Relationship Id="rId10" Type="http://schemas.openxmlformats.org/officeDocument/2006/relationships/image" Target="../media/image109.png"/><Relationship Id="rId19" Type="http://schemas.openxmlformats.org/officeDocument/2006/relationships/image" Target="../media/image118.png"/><Relationship Id="rId4" Type="http://schemas.openxmlformats.org/officeDocument/2006/relationships/image" Target="../media/image103.png"/><Relationship Id="rId9" Type="http://schemas.openxmlformats.org/officeDocument/2006/relationships/image" Target="../media/image108.png"/><Relationship Id="rId14" Type="http://schemas.openxmlformats.org/officeDocument/2006/relationships/image" Target="../media/image113.png"/><Relationship Id="rId22" Type="http://schemas.openxmlformats.org/officeDocument/2006/relationships/image" Target="../media/image121.png"/><Relationship Id="rId27" Type="http://schemas.openxmlformats.org/officeDocument/2006/relationships/image" Target="../media/image126.png"/></Relationships>
</file>

<file path=ppt/slides/_rels/slide7.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9.png"/><Relationship Id="rId3" Type="http://schemas.openxmlformats.org/officeDocument/2006/relationships/image" Target="../media/image129.png"/><Relationship Id="rId7" Type="http://schemas.openxmlformats.org/officeDocument/2006/relationships/image" Target="../media/image133.png"/><Relationship Id="rId12" Type="http://schemas.openxmlformats.org/officeDocument/2006/relationships/image" Target="../media/image138.png"/><Relationship Id="rId2" Type="http://schemas.openxmlformats.org/officeDocument/2006/relationships/notesSlide" Target="../notesSlides/notesSlide7.xml"/><Relationship Id="rId16" Type="http://schemas.openxmlformats.org/officeDocument/2006/relationships/image" Target="../media/image142.png"/><Relationship Id="rId1" Type="http://schemas.openxmlformats.org/officeDocument/2006/relationships/slideLayout" Target="../slideLayouts/slideLayout3.xml"/><Relationship Id="rId6" Type="http://schemas.openxmlformats.org/officeDocument/2006/relationships/image" Target="../media/image132.png"/><Relationship Id="rId11" Type="http://schemas.openxmlformats.org/officeDocument/2006/relationships/image" Target="../media/image137.png"/><Relationship Id="rId5" Type="http://schemas.openxmlformats.org/officeDocument/2006/relationships/image" Target="../media/image131.png"/><Relationship Id="rId15" Type="http://schemas.openxmlformats.org/officeDocument/2006/relationships/image" Target="../media/image141.png"/><Relationship Id="rId10" Type="http://schemas.openxmlformats.org/officeDocument/2006/relationships/image" Target="../media/image136.png"/><Relationship Id="rId4" Type="http://schemas.openxmlformats.org/officeDocument/2006/relationships/image" Target="../media/image130.png"/><Relationship Id="rId9" Type="http://schemas.openxmlformats.org/officeDocument/2006/relationships/image" Target="../media/image135.png"/><Relationship Id="rId14" Type="http://schemas.openxmlformats.org/officeDocument/2006/relationships/image" Target="../media/image140.png"/></Relationships>
</file>

<file path=ppt/slides/_rels/slide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18" Type="http://schemas.openxmlformats.org/officeDocument/2006/relationships/image" Target="../media/image158.png"/><Relationship Id="rId26" Type="http://schemas.openxmlformats.org/officeDocument/2006/relationships/image" Target="../media/image166.png"/><Relationship Id="rId3" Type="http://schemas.openxmlformats.org/officeDocument/2006/relationships/image" Target="../media/image143.png"/><Relationship Id="rId21" Type="http://schemas.openxmlformats.org/officeDocument/2006/relationships/image" Target="../media/image161.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5" Type="http://schemas.openxmlformats.org/officeDocument/2006/relationships/image" Target="../media/image165.png"/><Relationship Id="rId2" Type="http://schemas.openxmlformats.org/officeDocument/2006/relationships/notesSlide" Target="../notesSlides/notesSlide8.xml"/><Relationship Id="rId16" Type="http://schemas.openxmlformats.org/officeDocument/2006/relationships/image" Target="../media/image156.png"/><Relationship Id="rId20" Type="http://schemas.openxmlformats.org/officeDocument/2006/relationships/image" Target="../media/image160.png"/><Relationship Id="rId29" Type="http://schemas.openxmlformats.org/officeDocument/2006/relationships/image" Target="../media/image169.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24" Type="http://schemas.openxmlformats.org/officeDocument/2006/relationships/image" Target="../media/image164.png"/><Relationship Id="rId5" Type="http://schemas.openxmlformats.org/officeDocument/2006/relationships/image" Target="../media/image145.png"/><Relationship Id="rId15" Type="http://schemas.openxmlformats.org/officeDocument/2006/relationships/image" Target="../media/image155.png"/><Relationship Id="rId23" Type="http://schemas.openxmlformats.org/officeDocument/2006/relationships/image" Target="../media/image163.png"/><Relationship Id="rId28" Type="http://schemas.openxmlformats.org/officeDocument/2006/relationships/image" Target="../media/image168.png"/><Relationship Id="rId10" Type="http://schemas.openxmlformats.org/officeDocument/2006/relationships/image" Target="../media/image150.png"/><Relationship Id="rId19" Type="http://schemas.openxmlformats.org/officeDocument/2006/relationships/image" Target="../media/image159.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 Id="rId22" Type="http://schemas.openxmlformats.org/officeDocument/2006/relationships/image" Target="../media/image162.png"/><Relationship Id="rId27" Type="http://schemas.openxmlformats.org/officeDocument/2006/relationships/image" Target="../media/image167.png"/><Relationship Id="rId30" Type="http://schemas.openxmlformats.org/officeDocument/2006/relationships/image" Target="../media/image170.png"/></Relationships>
</file>

<file path=ppt/slides/_rels/slide9.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2.png"/></Relationships>
</file>

<file path=ppt/slides/_rels/slide10.xml.rels><?xml version="1.0" encoding="UTF-8" standalone="yes"?>
<Relationships xmlns="http://schemas.openxmlformats.org/package/2006/relationships"><Relationship Id="rId8" Type="http://schemas.openxmlformats.org/officeDocument/2006/relationships/image" Target="../media/image189.png"/><Relationship Id="rId13" Type="http://schemas.openxmlformats.org/officeDocument/2006/relationships/image" Target="../media/image193.png"/><Relationship Id="rId3" Type="http://schemas.openxmlformats.org/officeDocument/2006/relationships/image" Target="../media/image184.png"/><Relationship Id="rId7" Type="http://schemas.openxmlformats.org/officeDocument/2006/relationships/image" Target="../media/image188.png"/><Relationship Id="rId12" Type="http://schemas.openxmlformats.org/officeDocument/2006/relationships/image" Target="../media/image192.png"/><Relationship Id="rId17" Type="http://schemas.openxmlformats.org/officeDocument/2006/relationships/image" Target="../media/image197.png"/><Relationship Id="rId2" Type="http://schemas.openxmlformats.org/officeDocument/2006/relationships/notesSlide" Target="../notesSlides/notesSlide10.xml"/><Relationship Id="rId16" Type="http://schemas.openxmlformats.org/officeDocument/2006/relationships/image" Target="../media/image196.png"/><Relationship Id="rId1" Type="http://schemas.openxmlformats.org/officeDocument/2006/relationships/slideLayout" Target="../slideLayouts/slideLayout3.xml"/><Relationship Id="rId6" Type="http://schemas.openxmlformats.org/officeDocument/2006/relationships/image" Target="../media/image187.png"/><Relationship Id="rId11" Type="http://schemas.openxmlformats.org/officeDocument/2006/relationships/image" Target="../media/image8.png"/><Relationship Id="rId5" Type="http://schemas.openxmlformats.org/officeDocument/2006/relationships/image" Target="../media/image186.png"/><Relationship Id="rId15" Type="http://schemas.openxmlformats.org/officeDocument/2006/relationships/image" Target="../media/image195.png"/><Relationship Id="rId10" Type="http://schemas.openxmlformats.org/officeDocument/2006/relationships/image" Target="../media/image191.png"/><Relationship Id="rId4" Type="http://schemas.openxmlformats.org/officeDocument/2006/relationships/image" Target="../media/image185.png"/><Relationship Id="rId9" Type="http://schemas.openxmlformats.org/officeDocument/2006/relationships/image" Target="../media/image190.png"/><Relationship Id="rId14" Type="http://schemas.openxmlformats.org/officeDocument/2006/relationships/image" Target="../media/image194.png"/></Relationships>
</file>

<file path=ppt/slides/_rels/slide11.xml.rels><?xml version="1.0" encoding="UTF-8" standalone="yes"?>
<Relationships xmlns="http://schemas.openxmlformats.org/package/2006/relationships"><Relationship Id="rId8" Type="http://schemas.openxmlformats.org/officeDocument/2006/relationships/image" Target="../media/image203.png"/><Relationship Id="rId13" Type="http://schemas.openxmlformats.org/officeDocument/2006/relationships/image" Target="../media/image208.png"/><Relationship Id="rId18" Type="http://schemas.openxmlformats.org/officeDocument/2006/relationships/image" Target="../media/image213.png"/><Relationship Id="rId26" Type="http://schemas.openxmlformats.org/officeDocument/2006/relationships/image" Target="../media/image221.png"/><Relationship Id="rId3" Type="http://schemas.openxmlformats.org/officeDocument/2006/relationships/image" Target="../media/image198.png"/><Relationship Id="rId21" Type="http://schemas.openxmlformats.org/officeDocument/2006/relationships/image" Target="../media/image216.png"/><Relationship Id="rId7" Type="http://schemas.openxmlformats.org/officeDocument/2006/relationships/image" Target="../media/image202.png"/><Relationship Id="rId12" Type="http://schemas.openxmlformats.org/officeDocument/2006/relationships/image" Target="../media/image207.png"/><Relationship Id="rId17" Type="http://schemas.openxmlformats.org/officeDocument/2006/relationships/image" Target="../media/image212.png"/><Relationship Id="rId25" Type="http://schemas.openxmlformats.org/officeDocument/2006/relationships/image" Target="../media/image220.png"/><Relationship Id="rId2" Type="http://schemas.openxmlformats.org/officeDocument/2006/relationships/notesSlide" Target="../notesSlides/notesSlide11.xml"/><Relationship Id="rId16" Type="http://schemas.openxmlformats.org/officeDocument/2006/relationships/image" Target="../media/image211.png"/><Relationship Id="rId20" Type="http://schemas.openxmlformats.org/officeDocument/2006/relationships/image" Target="../media/image215.png"/><Relationship Id="rId1" Type="http://schemas.openxmlformats.org/officeDocument/2006/relationships/slideLayout" Target="../slideLayouts/slideLayout3.xml"/><Relationship Id="rId6" Type="http://schemas.openxmlformats.org/officeDocument/2006/relationships/image" Target="../media/image201.png"/><Relationship Id="rId11" Type="http://schemas.openxmlformats.org/officeDocument/2006/relationships/image" Target="../media/image206.png"/><Relationship Id="rId24" Type="http://schemas.openxmlformats.org/officeDocument/2006/relationships/image" Target="../media/image219.png"/><Relationship Id="rId5" Type="http://schemas.openxmlformats.org/officeDocument/2006/relationships/image" Target="../media/image200.png"/><Relationship Id="rId15" Type="http://schemas.openxmlformats.org/officeDocument/2006/relationships/image" Target="../media/image210.png"/><Relationship Id="rId23" Type="http://schemas.openxmlformats.org/officeDocument/2006/relationships/image" Target="../media/image218.png"/><Relationship Id="rId10" Type="http://schemas.openxmlformats.org/officeDocument/2006/relationships/image" Target="../media/image205.png"/><Relationship Id="rId19" Type="http://schemas.openxmlformats.org/officeDocument/2006/relationships/image" Target="../media/image214.png"/><Relationship Id="rId4" Type="http://schemas.openxmlformats.org/officeDocument/2006/relationships/image" Target="../media/image199.png"/><Relationship Id="rId9" Type="http://schemas.openxmlformats.org/officeDocument/2006/relationships/image" Target="../media/image204.png"/><Relationship Id="rId14" Type="http://schemas.openxmlformats.org/officeDocument/2006/relationships/image" Target="../media/image209.png"/><Relationship Id="rId22" Type="http://schemas.openxmlformats.org/officeDocument/2006/relationships/image" Target="../media/image217.png"/></Relationships>
</file>

<file path=ppt/slides/_rels/slide12.xml.rels><?xml version="1.0" encoding="UTF-8" standalone="yes"?>
<Relationships xmlns="http://schemas.openxmlformats.org/package/2006/relationships"><Relationship Id="rId8" Type="http://schemas.openxmlformats.org/officeDocument/2006/relationships/image" Target="../media/image227.png"/><Relationship Id="rId3" Type="http://schemas.openxmlformats.org/officeDocument/2006/relationships/image" Target="../media/image222.png"/><Relationship Id="rId7" Type="http://schemas.openxmlformats.org/officeDocument/2006/relationships/image" Target="../media/image226.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25.png"/><Relationship Id="rId5" Type="http://schemas.openxmlformats.org/officeDocument/2006/relationships/image" Target="../media/image224.png"/><Relationship Id="rId4" Type="http://schemas.openxmlformats.org/officeDocument/2006/relationships/image" Target="../media/image223.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92.png"/></Relationships>
</file>

<file path=ppt/slides/_rels/slide24.xml.rels><?xml version="1.0" encoding="UTF-8" standalone="yes"?>
<Relationships xmlns="http://schemas.openxmlformats.org/package/2006/relationships"><Relationship Id="rId3" Type="http://schemas.openxmlformats.org/officeDocument/2006/relationships/image" Target="../media/image232.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3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262626"/>
              </a:buClr>
              <a:buSzPts val="3600"/>
              <a:buNone/>
            </a:pPr>
            <a:r>
              <a:rPr lang="en-US" sz="3000"/>
              <a:t>Sound Family /s/; </a:t>
            </a:r>
            <a:br>
              <a:rPr lang="en-US" sz="3000"/>
            </a:br>
            <a:r>
              <a:rPr lang="en-US" sz="3000"/>
              <a:t>se</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57</a:t>
            </a:r>
            <a:endParaRPr/>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{2A7CD0C6-F5DA-43B6-BA21-E541FED4502E}</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/o</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latin typeface="Jost"/>
                          <a:ea typeface="Jost"/>
                          <a:cs typeface="Jost"/>
                          <a:sym typeface="Jost"/>
                        </a:rPr>
                        <a:t>/oo/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/y-oo/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/r/</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/n/</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/m/</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/ch/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/k/</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/sh/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/j/</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latin typeface="Jost"/>
                          <a:ea typeface="Jost"/>
                          <a:cs typeface="Jost"/>
                          <a:sym typeface="Jost"/>
                        </a:rPr>
                        <a:t>/v/</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 </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/s/</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/s/</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315674" y="5256525"/>
            <a:ext cx="14574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4578429" y="4326104"/>
            <a:ext cx="931974" cy="665200"/>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944298" y="37576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2070350"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3413158" y="381742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4470550" y="381742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3581490" y="3892009"/>
            <a:ext cx="590656" cy="836045"/>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4">
            <a:alphaModFix/>
          </a:blip>
          <a:srcRect l="79" r="79"/>
          <a:stretch/>
        </p:blipFill>
        <p:spPr>
          <a:xfrm>
            <a:off x="2918718" y="3892010"/>
            <a:ext cx="590656" cy="836045"/>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5">
            <a:alphaModFix/>
          </a:blip>
          <a:srcRect l="19" r="29"/>
          <a:stretch/>
        </p:blipFill>
        <p:spPr>
          <a:xfrm>
            <a:off x="2255945" y="3892010"/>
            <a:ext cx="590656" cy="836046"/>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6">
            <a:alphaModFix/>
          </a:blip>
          <a:srcRect l="79" r="79"/>
          <a:stretch/>
        </p:blipFill>
        <p:spPr>
          <a:xfrm>
            <a:off x="1593172" y="3892009"/>
            <a:ext cx="590656" cy="836045"/>
          </a:xfrm>
          <a:prstGeom prst="rect">
            <a:avLst/>
          </a:prstGeom>
          <a:noFill/>
          <a:ln>
            <a:noFill/>
          </a:ln>
          <a:effectLst>
            <a:outerShdw blurRad="71438" dist="28575" dir="5400000" algn="bl" rotWithShape="0">
              <a:srgbClr val="000000">
                <a:alpha val="14900"/>
              </a:srgbClr>
            </a:outerShdw>
          </a:effectLst>
        </p:spPr>
      </p:pic>
      <p:pic>
        <p:nvPicPr>
          <p:cNvPr id="803" name="Google Shape;803;g2cdbdd49f8e_0_0"/>
          <p:cNvPicPr preferRelativeResize="0"/>
          <p:nvPr/>
        </p:nvPicPr>
        <p:blipFill rotWithShape="1">
          <a:blip r:embed="rId7">
            <a:alphaModFix/>
          </a:blip>
          <a:srcRect l="79" r="79"/>
          <a:stretch/>
        </p:blipFill>
        <p:spPr>
          <a:xfrm>
            <a:off x="930400" y="3892009"/>
            <a:ext cx="590656" cy="836045"/>
          </a:xfrm>
          <a:prstGeom prst="rect">
            <a:avLst/>
          </a:prstGeom>
          <a:noFill/>
          <a:ln>
            <a:noFill/>
          </a:ln>
          <a:effectLst>
            <a:outerShdw blurRad="71438" dist="28575" dir="5400000" algn="bl" rotWithShape="0">
              <a:srgbClr val="000000">
                <a:alpha val="14900"/>
              </a:srgbClr>
            </a:outerShdw>
          </a:effectLst>
        </p:spPr>
      </p:pic>
      <p:pic>
        <p:nvPicPr>
          <p:cNvPr id="804" name="Google Shape;804;g2cdbdd49f8e_0_0"/>
          <p:cNvPicPr preferRelativeResize="0"/>
          <p:nvPr/>
        </p:nvPicPr>
        <p:blipFill rotWithShape="1">
          <a:blip r:embed="rId8">
            <a:alphaModFix/>
          </a:blip>
          <a:srcRect l="19" r="29"/>
          <a:stretch/>
        </p:blipFill>
        <p:spPr>
          <a:xfrm>
            <a:off x="7558120" y="2972629"/>
            <a:ext cx="590656" cy="836046"/>
          </a:xfrm>
          <a:prstGeom prst="rect">
            <a:avLst/>
          </a:prstGeom>
          <a:noFill/>
          <a:ln>
            <a:noFill/>
          </a:ln>
          <a:effectLst>
            <a:outerShdw blurRad="71438" dist="28575" dir="5400000" algn="bl" rotWithShape="0">
              <a:srgbClr val="000000">
                <a:alpha val="14900"/>
              </a:srgbClr>
            </a:outerShdw>
          </a:effectLst>
        </p:spPr>
      </p:pic>
      <p:pic>
        <p:nvPicPr>
          <p:cNvPr id="805" name="Google Shape;805;g2cdbdd49f8e_0_0"/>
          <p:cNvPicPr preferRelativeResize="0"/>
          <p:nvPr/>
        </p:nvPicPr>
        <p:blipFill rotWithShape="1">
          <a:blip r:embed="rId9">
            <a:alphaModFix/>
          </a:blip>
          <a:srcRect l="19" r="29"/>
          <a:stretch/>
        </p:blipFill>
        <p:spPr>
          <a:xfrm>
            <a:off x="6895345" y="2972629"/>
            <a:ext cx="590656" cy="836046"/>
          </a:xfrm>
          <a:prstGeom prst="rect">
            <a:avLst/>
          </a:prstGeom>
          <a:noFill/>
          <a:ln>
            <a:noFill/>
          </a:ln>
          <a:effectLst>
            <a:outerShdw blurRad="71438" dist="28575" dir="5400000" algn="bl" rotWithShape="0">
              <a:srgbClr val="000000">
                <a:alpha val="14900"/>
              </a:srgbClr>
            </a:outerShdw>
          </a:effectLst>
        </p:spPr>
      </p:pic>
      <p:pic>
        <p:nvPicPr>
          <p:cNvPr id="806" name="Google Shape;806;g2cdbdd49f8e_0_0"/>
          <p:cNvPicPr preferRelativeResize="0"/>
          <p:nvPr/>
        </p:nvPicPr>
        <p:blipFill rotWithShape="1">
          <a:blip r:embed="rId10">
            <a:alphaModFix/>
          </a:blip>
          <a:srcRect l="19" r="29"/>
          <a:stretch/>
        </p:blipFill>
        <p:spPr>
          <a:xfrm>
            <a:off x="6232572" y="2972629"/>
            <a:ext cx="590656" cy="836046"/>
          </a:xfrm>
          <a:prstGeom prst="rect">
            <a:avLst/>
          </a:prstGeom>
          <a:noFill/>
          <a:ln>
            <a:noFill/>
          </a:ln>
          <a:effectLst>
            <a:outerShdw blurRad="71438" dist="28575" dir="5400000" algn="bl" rotWithShape="0">
              <a:srgbClr val="000000">
                <a:alpha val="14900"/>
              </a:srgbClr>
            </a:outerShdw>
          </a:effectLst>
        </p:spPr>
      </p:pic>
      <p:pic>
        <p:nvPicPr>
          <p:cNvPr id="807" name="Google Shape;807;g2cdbdd49f8e_0_0"/>
          <p:cNvPicPr preferRelativeResize="0"/>
          <p:nvPr/>
        </p:nvPicPr>
        <p:blipFill rotWithShape="1">
          <a:blip r:embed="rId11">
            <a:alphaModFix/>
          </a:blip>
          <a:srcRect l="79" r="79"/>
          <a:stretch/>
        </p:blipFill>
        <p:spPr>
          <a:xfrm>
            <a:off x="5569806" y="2972629"/>
            <a:ext cx="590656" cy="836045"/>
          </a:xfrm>
          <a:prstGeom prst="rect">
            <a:avLst/>
          </a:prstGeom>
          <a:noFill/>
          <a:ln>
            <a:noFill/>
          </a:ln>
          <a:effectLst>
            <a:outerShdw blurRad="71438" dist="28575" dir="5400000" algn="bl" rotWithShape="0">
              <a:srgbClr val="000000">
                <a:alpha val="14900"/>
              </a:srgbClr>
            </a:outerShdw>
          </a:effectLst>
        </p:spPr>
      </p:pic>
      <p:pic>
        <p:nvPicPr>
          <p:cNvPr id="808" name="Google Shape;808;g2cdbdd49f8e_0_0"/>
          <p:cNvPicPr preferRelativeResize="0"/>
          <p:nvPr/>
        </p:nvPicPr>
        <p:blipFill rotWithShape="1">
          <a:blip r:embed="rId12">
            <a:alphaModFix/>
          </a:blip>
          <a:srcRect/>
          <a:stretch/>
        </p:blipFill>
        <p:spPr>
          <a:xfrm>
            <a:off x="4907036" y="2972629"/>
            <a:ext cx="590656" cy="836045"/>
          </a:xfrm>
          <a:prstGeom prst="rect">
            <a:avLst/>
          </a:prstGeom>
          <a:noFill/>
          <a:ln>
            <a:noFill/>
          </a:ln>
          <a:effectLst>
            <a:outerShdw blurRad="71438" dist="28575" dir="5400000" algn="bl" rotWithShape="0">
              <a:srgbClr val="000000">
                <a:alpha val="14900"/>
              </a:srgbClr>
            </a:outerShdw>
          </a:effectLst>
        </p:spPr>
      </p:pic>
      <p:pic>
        <p:nvPicPr>
          <p:cNvPr id="809" name="Google Shape;809;g2cdbdd49f8e_0_0"/>
          <p:cNvPicPr preferRelativeResize="0"/>
          <p:nvPr/>
        </p:nvPicPr>
        <p:blipFill rotWithShape="1">
          <a:blip r:embed="rId13">
            <a:alphaModFix/>
          </a:blip>
          <a:srcRect/>
          <a:stretch/>
        </p:blipFill>
        <p:spPr>
          <a:xfrm>
            <a:off x="4244264" y="2972629"/>
            <a:ext cx="590656" cy="836045"/>
          </a:xfrm>
          <a:prstGeom prst="rect">
            <a:avLst/>
          </a:prstGeom>
          <a:noFill/>
          <a:ln>
            <a:noFill/>
          </a:ln>
          <a:effectLst>
            <a:outerShdw blurRad="71438" dist="28575" dir="5400000" algn="bl" rotWithShape="0">
              <a:srgbClr val="000000">
                <a:alpha val="14900"/>
              </a:srgbClr>
            </a:outerShdw>
          </a:effectLst>
        </p:spPr>
      </p:pic>
      <p:pic>
        <p:nvPicPr>
          <p:cNvPr id="810" name="Google Shape;810;g2cdbdd49f8e_0_0"/>
          <p:cNvPicPr preferRelativeResize="0"/>
          <p:nvPr/>
        </p:nvPicPr>
        <p:blipFill rotWithShape="1">
          <a:blip r:embed="rId14">
            <a:alphaModFix/>
          </a:blip>
          <a:srcRect/>
          <a:stretch/>
        </p:blipFill>
        <p:spPr>
          <a:xfrm>
            <a:off x="3581491" y="2972629"/>
            <a:ext cx="590656" cy="836045"/>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15">
            <a:alphaModFix/>
          </a:blip>
          <a:srcRect/>
          <a:stretch/>
        </p:blipFill>
        <p:spPr>
          <a:xfrm>
            <a:off x="2918718" y="2972629"/>
            <a:ext cx="590656" cy="836045"/>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16">
            <a:alphaModFix/>
          </a:blip>
          <a:srcRect t="59" b="49"/>
          <a:stretch/>
        </p:blipFill>
        <p:spPr>
          <a:xfrm>
            <a:off x="2255946" y="2972629"/>
            <a:ext cx="590656" cy="836046"/>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17">
            <a:alphaModFix/>
          </a:blip>
          <a:srcRect t="59" b="49"/>
          <a:stretch/>
        </p:blipFill>
        <p:spPr>
          <a:xfrm>
            <a:off x="930400" y="2972629"/>
            <a:ext cx="590656" cy="836046"/>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18">
            <a:alphaModFix/>
          </a:blip>
          <a:srcRect/>
          <a:stretch/>
        </p:blipFill>
        <p:spPr>
          <a:xfrm>
            <a:off x="1593173" y="2972629"/>
            <a:ext cx="590656" cy="836045"/>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19">
            <a:alphaModFix/>
          </a:blip>
          <a:srcRect l="79" r="79"/>
          <a:stretch/>
        </p:blipFill>
        <p:spPr>
          <a:xfrm>
            <a:off x="930400" y="2053250"/>
            <a:ext cx="590656" cy="836045"/>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20">
            <a:alphaModFix/>
          </a:blip>
          <a:srcRect l="79" r="79"/>
          <a:stretch/>
        </p:blipFill>
        <p:spPr>
          <a:xfrm>
            <a:off x="2918718" y="2053250"/>
            <a:ext cx="590656" cy="836045"/>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21">
            <a:alphaModFix/>
          </a:blip>
          <a:srcRect l="19" r="29"/>
          <a:stretch/>
        </p:blipFill>
        <p:spPr>
          <a:xfrm>
            <a:off x="1593172" y="2053250"/>
            <a:ext cx="590656" cy="836046"/>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22">
            <a:alphaModFix/>
          </a:blip>
          <a:srcRect l="19" r="29"/>
          <a:stretch/>
        </p:blipFill>
        <p:spPr>
          <a:xfrm>
            <a:off x="2255946" y="2053250"/>
            <a:ext cx="590656" cy="836046"/>
          </a:xfrm>
          <a:prstGeom prst="rect">
            <a:avLst/>
          </a:prstGeom>
          <a:noFill/>
          <a:ln>
            <a:noFill/>
          </a:ln>
          <a:effectLst>
            <a:outerShdw blurRad="71438" dist="28575" dir="5400000" algn="bl" rotWithShape="0">
              <a:srgbClr val="000000">
                <a:alpha val="15290"/>
              </a:srgbClr>
            </a:outerShdw>
          </a:effectLst>
        </p:spPr>
      </p:pic>
      <p:pic>
        <p:nvPicPr>
          <p:cNvPr id="819" name="Google Shape;819;g2cdbdd49f8e_0_0"/>
          <p:cNvPicPr preferRelativeResize="0"/>
          <p:nvPr/>
        </p:nvPicPr>
        <p:blipFill rotWithShape="1">
          <a:blip r:embed="rId23">
            <a:alphaModFix/>
          </a:blip>
          <a:srcRect l="19" r="29"/>
          <a:stretch/>
        </p:blipFill>
        <p:spPr>
          <a:xfrm>
            <a:off x="3581490" y="2053250"/>
            <a:ext cx="590656" cy="836046"/>
          </a:xfrm>
          <a:prstGeom prst="rect">
            <a:avLst/>
          </a:prstGeom>
          <a:noFill/>
          <a:ln>
            <a:noFill/>
          </a:ln>
          <a:effectLst>
            <a:outerShdw blurRad="71438" dist="28575" dir="5400000" algn="bl" rotWithShape="0">
              <a:srgbClr val="000000">
                <a:alpha val="15290"/>
              </a:srgbClr>
            </a:outerShdw>
          </a:effectLst>
        </p:spPr>
      </p:pic>
      <p:pic>
        <p:nvPicPr>
          <p:cNvPr id="820" name="Google Shape;820;g2cdbdd49f8e_0_0"/>
          <p:cNvPicPr preferRelativeResize="0"/>
          <p:nvPr/>
        </p:nvPicPr>
        <p:blipFill rotWithShape="1">
          <a:blip r:embed="rId24">
            <a:alphaModFix/>
          </a:blip>
          <a:srcRect l="79" r="79"/>
          <a:stretch/>
        </p:blipFill>
        <p:spPr>
          <a:xfrm>
            <a:off x="5569808" y="2053250"/>
            <a:ext cx="590656" cy="836045"/>
          </a:xfrm>
          <a:prstGeom prst="rect">
            <a:avLst/>
          </a:prstGeom>
          <a:noFill/>
          <a:ln>
            <a:noFill/>
          </a:ln>
          <a:effectLst>
            <a:outerShdw blurRad="71438" dist="28575" dir="5400000" algn="bl" rotWithShape="0">
              <a:srgbClr val="000000">
                <a:alpha val="15290"/>
              </a:srgbClr>
            </a:outerShdw>
          </a:effectLst>
        </p:spPr>
      </p:pic>
      <p:pic>
        <p:nvPicPr>
          <p:cNvPr id="821" name="Google Shape;821;g2cdbdd49f8e_0_0"/>
          <p:cNvPicPr preferRelativeResize="0"/>
          <p:nvPr/>
        </p:nvPicPr>
        <p:blipFill rotWithShape="1">
          <a:blip r:embed="rId25">
            <a:alphaModFix/>
          </a:blip>
          <a:srcRect l="79" r="79"/>
          <a:stretch/>
        </p:blipFill>
        <p:spPr>
          <a:xfrm>
            <a:off x="4244264" y="2053250"/>
            <a:ext cx="590656" cy="836045"/>
          </a:xfrm>
          <a:prstGeom prst="rect">
            <a:avLst/>
          </a:prstGeom>
          <a:noFill/>
          <a:ln>
            <a:noFill/>
          </a:ln>
          <a:effectLst>
            <a:outerShdw blurRad="71438" dist="28575" dir="5400000" algn="bl" rotWithShape="0">
              <a:srgbClr val="000000">
                <a:alpha val="15290"/>
              </a:srgbClr>
            </a:outerShdw>
          </a:effectLst>
        </p:spPr>
      </p:pic>
      <p:pic>
        <p:nvPicPr>
          <p:cNvPr id="822" name="Google Shape;822;g2cdbdd49f8e_0_0"/>
          <p:cNvPicPr preferRelativeResize="0"/>
          <p:nvPr/>
        </p:nvPicPr>
        <p:blipFill rotWithShape="1">
          <a:blip r:embed="rId26">
            <a:alphaModFix/>
          </a:blip>
          <a:srcRect l="79" r="79"/>
          <a:stretch/>
        </p:blipFill>
        <p:spPr>
          <a:xfrm>
            <a:off x="4907036" y="2053250"/>
            <a:ext cx="590656" cy="836045"/>
          </a:xfrm>
          <a:prstGeom prst="rect">
            <a:avLst/>
          </a:prstGeom>
          <a:noFill/>
          <a:ln>
            <a:noFill/>
          </a:ln>
          <a:effectLst>
            <a:outerShdw blurRad="71438" dist="28575" dir="5400000" algn="bl" rotWithShape="0">
              <a:srgbClr val="000000">
                <a:alpha val="15290"/>
              </a:srgbClr>
            </a:outerShdw>
          </a:effectLst>
        </p:spPr>
      </p:pic>
      <p:pic>
        <p:nvPicPr>
          <p:cNvPr id="823" name="Google Shape;823;g2cdbdd49f8e_0_0"/>
          <p:cNvPicPr preferRelativeResize="0"/>
          <p:nvPr/>
        </p:nvPicPr>
        <p:blipFill rotWithShape="1">
          <a:blip r:embed="rId27">
            <a:alphaModFix/>
          </a:blip>
          <a:srcRect l="19" r="29"/>
          <a:stretch/>
        </p:blipFill>
        <p:spPr>
          <a:xfrm>
            <a:off x="6232578" y="2053250"/>
            <a:ext cx="590656" cy="836046"/>
          </a:xfrm>
          <a:prstGeom prst="rect">
            <a:avLst/>
          </a:prstGeom>
          <a:noFill/>
          <a:ln>
            <a:noFill/>
          </a:ln>
          <a:effectLst>
            <a:outerShdw blurRad="71438" dist="28575" dir="5400000" algn="bl" rotWithShape="0">
              <a:srgbClr val="000000">
                <a:alpha val="15290"/>
              </a:srgbClr>
            </a:outerShdw>
          </a:effectLst>
        </p:spPr>
      </p:pic>
      <p:pic>
        <p:nvPicPr>
          <p:cNvPr id="824" name="Google Shape;824;g2cdbdd49f8e_0_0"/>
          <p:cNvPicPr preferRelativeResize="0"/>
          <p:nvPr/>
        </p:nvPicPr>
        <p:blipFill rotWithShape="1">
          <a:blip r:embed="rId28">
            <a:alphaModFix/>
          </a:blip>
          <a:srcRect/>
          <a:stretch/>
        </p:blipFill>
        <p:spPr>
          <a:xfrm>
            <a:off x="6895344" y="2053250"/>
            <a:ext cx="590656" cy="836045"/>
          </a:xfrm>
          <a:prstGeom prst="rect">
            <a:avLst/>
          </a:prstGeom>
          <a:noFill/>
          <a:ln>
            <a:noFill/>
          </a:ln>
          <a:effectLst>
            <a:outerShdw blurRad="71438" dist="28575" dir="5400000" algn="bl" rotWithShape="0">
              <a:srgbClr val="000000">
                <a:alpha val="15290"/>
              </a:srgbClr>
            </a:outerShdw>
          </a:effectLst>
        </p:spPr>
      </p:pic>
      <p:pic>
        <p:nvPicPr>
          <p:cNvPr id="825" name="Google Shape;825;g2cdbdd49f8e_0_0"/>
          <p:cNvPicPr preferRelativeResize="0"/>
          <p:nvPr/>
        </p:nvPicPr>
        <p:blipFill rotWithShape="1">
          <a:blip r:embed="rId29">
            <a:alphaModFix/>
          </a:blip>
          <a:srcRect t="59" b="49"/>
          <a:stretch/>
        </p:blipFill>
        <p:spPr>
          <a:xfrm>
            <a:off x="7558119" y="2053250"/>
            <a:ext cx="590656" cy="83604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1" name="Google Shape;83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32" name="Google Shape;832;g26b7edf6e71_0_109"/>
          <p:cNvGrpSpPr/>
          <p:nvPr/>
        </p:nvGrpSpPr>
        <p:grpSpPr>
          <a:xfrm>
            <a:off x="930596" y="2135925"/>
            <a:ext cx="7282807" cy="2686611"/>
            <a:chOff x="867357" y="2129450"/>
            <a:chExt cx="7282807" cy="2686611"/>
          </a:xfrm>
        </p:grpSpPr>
        <p:pic>
          <p:nvPicPr>
            <p:cNvPr id="833" name="Google Shape;83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4" name="Google Shape;83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5" name="Google Shape;83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6" name="Google Shape;83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37" name="Google Shape;83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39" name="Google Shape;83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0" name="Google Shape;84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41" name="Google Shape;84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2" name="Google Shape;84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3" name="Google Shape;84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44" name="Google Shape;84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46" name="Google Shape;84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53" name="Google Shape;853;g2c298d33e0c_0_6"/>
          <p:cNvGrpSpPr/>
          <p:nvPr/>
        </p:nvGrpSpPr>
        <p:grpSpPr>
          <a:xfrm>
            <a:off x="931068" y="2129296"/>
            <a:ext cx="7281864" cy="2684601"/>
            <a:chOff x="868300" y="2129450"/>
            <a:chExt cx="7281864" cy="2684601"/>
          </a:xfrm>
        </p:grpSpPr>
        <p:pic>
          <p:nvPicPr>
            <p:cNvPr id="854" name="Google Shape;85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58" name="Google Shape;85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6" name="Google Shape;86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7" name="Google Shape;86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8" name="Google Shape;86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9" name="Google Shape;86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3" name="Google Shape;87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88" name="Google Shape;888;g2c298da1f27_0_455"/>
          <p:cNvGrpSpPr/>
          <p:nvPr/>
        </p:nvGrpSpPr>
        <p:grpSpPr>
          <a:xfrm>
            <a:off x="931068" y="2129450"/>
            <a:ext cx="7281864" cy="2684601"/>
            <a:chOff x="868300" y="2053250"/>
            <a:chExt cx="7281864" cy="2684601"/>
          </a:xfrm>
        </p:grpSpPr>
        <p:pic>
          <p:nvPicPr>
            <p:cNvPr id="889" name="Google Shape;889;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95" name="Google Shape;895;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96" name="Google Shape;896;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01" name="Google Shape;901;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908" name="Google Shape;908;g2c298da1f27_1_0"/>
          <p:cNvGrpSpPr/>
          <p:nvPr/>
        </p:nvGrpSpPr>
        <p:grpSpPr>
          <a:xfrm>
            <a:off x="931068" y="2134276"/>
            <a:ext cx="7281864" cy="2688001"/>
            <a:chOff x="868300" y="2129450"/>
            <a:chExt cx="7281864" cy="2688001"/>
          </a:xfrm>
        </p:grpSpPr>
        <p:pic>
          <p:nvPicPr>
            <p:cNvPr id="909" name="Google Shape;909;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10" name="Google Shape;910;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11" name="Google Shape;911;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12" name="Google Shape;912;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13" name="Google Shape;913;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14" name="Google Shape;914;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15" name="Google Shape;915;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16" name="Google Shape;916;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17" name="Google Shape;917;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18" name="Google Shape;918;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19" name="Google Shape;919;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20" name="Google Shape;920;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21" name="Google Shape;921;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22" name="Google Shape;922;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923" name="Google Shape;923;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pic>
        <p:nvPicPr>
          <p:cNvPr id="929" name="Google Shape;929;g2cdbdd193bb_0_343"/>
          <p:cNvPicPr preferRelativeResize="0"/>
          <p:nvPr/>
        </p:nvPicPr>
        <p:blipFill>
          <a:blip r:embed="rId3">
            <a:alphaModFix/>
          </a:blip>
          <a:stretch>
            <a:fillRect/>
          </a:stretch>
        </p:blipFill>
        <p:spPr>
          <a:xfrm>
            <a:off x="910393" y="2125686"/>
            <a:ext cx="1147324" cy="819918"/>
          </a:xfrm>
          <a:prstGeom prst="rect">
            <a:avLst/>
          </a:prstGeom>
          <a:noFill/>
          <a:ln>
            <a:noFill/>
          </a:ln>
          <a:effectLst>
            <a:outerShdw blurRad="71438" dist="19050" dir="5400000" algn="bl" rotWithShape="0">
              <a:srgbClr val="000000">
                <a:alpha val="18000"/>
              </a:srgbClr>
            </a:outerShdw>
          </a:effectLst>
        </p:spPr>
      </p:pic>
      <p:pic>
        <p:nvPicPr>
          <p:cNvPr id="930" name="Google Shape;930;g2cdbdd193bb_0_343"/>
          <p:cNvPicPr preferRelativeResize="0"/>
          <p:nvPr/>
        </p:nvPicPr>
        <p:blipFill>
          <a:blip r:embed="rId4">
            <a:alphaModFix/>
          </a:blip>
          <a:stretch>
            <a:fillRect/>
          </a:stretch>
        </p:blipFill>
        <p:spPr>
          <a:xfrm>
            <a:off x="2137122" y="2125686"/>
            <a:ext cx="1145440" cy="818569"/>
          </a:xfrm>
          <a:prstGeom prst="rect">
            <a:avLst/>
          </a:prstGeom>
          <a:noFill/>
          <a:ln>
            <a:noFill/>
          </a:ln>
          <a:effectLst>
            <a:outerShdw blurRad="71438" dist="19050" dir="5400000" algn="bl" rotWithShape="0">
              <a:srgbClr val="000000">
                <a:alpha val="18000"/>
              </a:srgbClr>
            </a:outerShdw>
          </a:effectLst>
        </p:spPr>
      </p:pic>
      <p:pic>
        <p:nvPicPr>
          <p:cNvPr id="931" name="Google Shape;931;g2cdbdd193bb_0_343"/>
          <p:cNvPicPr preferRelativeResize="0"/>
          <p:nvPr/>
        </p:nvPicPr>
        <p:blipFill>
          <a:blip r:embed="rId5">
            <a:alphaModFix/>
          </a:blip>
          <a:stretch>
            <a:fillRect/>
          </a:stretch>
        </p:blipFill>
        <p:spPr>
          <a:xfrm>
            <a:off x="3363855" y="2125686"/>
            <a:ext cx="1145440" cy="818569"/>
          </a:xfrm>
          <a:prstGeom prst="rect">
            <a:avLst/>
          </a:prstGeom>
          <a:noFill/>
          <a:ln>
            <a:noFill/>
          </a:ln>
          <a:effectLst>
            <a:outerShdw blurRad="71438" dist="19050" dir="5400000" algn="bl" rotWithShape="0">
              <a:srgbClr val="000000">
                <a:alpha val="18000"/>
              </a:srgbClr>
            </a:outerShdw>
          </a:effectLst>
        </p:spPr>
      </p:pic>
      <p:pic>
        <p:nvPicPr>
          <p:cNvPr id="932" name="Google Shape;932;g2cdbdd193bb_0_343"/>
          <p:cNvPicPr preferRelativeResize="0"/>
          <p:nvPr/>
        </p:nvPicPr>
        <p:blipFill>
          <a:blip r:embed="rId6">
            <a:alphaModFix/>
          </a:blip>
          <a:stretch>
            <a:fillRect/>
          </a:stretch>
        </p:blipFill>
        <p:spPr>
          <a:xfrm>
            <a:off x="4590587" y="2125686"/>
            <a:ext cx="1145440" cy="819954"/>
          </a:xfrm>
          <a:prstGeom prst="rect">
            <a:avLst/>
          </a:prstGeom>
          <a:noFill/>
          <a:ln>
            <a:noFill/>
          </a:ln>
          <a:effectLst>
            <a:outerShdw blurRad="71438" dist="19050" dir="5400000" algn="bl" rotWithShape="0">
              <a:srgbClr val="000000">
                <a:alpha val="18000"/>
              </a:srgbClr>
            </a:outerShdw>
          </a:effectLst>
        </p:spPr>
      </p:pic>
      <p:pic>
        <p:nvPicPr>
          <p:cNvPr id="933" name="Google Shape;933;g2cdbdd193bb_0_343"/>
          <p:cNvPicPr preferRelativeResize="0"/>
          <p:nvPr/>
        </p:nvPicPr>
        <p:blipFill>
          <a:blip r:embed="rId7">
            <a:alphaModFix/>
          </a:blip>
          <a:stretch>
            <a:fillRect/>
          </a:stretch>
        </p:blipFill>
        <p:spPr>
          <a:xfrm>
            <a:off x="5817320" y="2125686"/>
            <a:ext cx="1145440" cy="818569"/>
          </a:xfrm>
          <a:prstGeom prst="rect">
            <a:avLst/>
          </a:prstGeom>
          <a:noFill/>
          <a:ln>
            <a:noFill/>
          </a:ln>
          <a:effectLst>
            <a:outerShdw blurRad="71438" dist="19050" dir="5400000" algn="bl" rotWithShape="0">
              <a:srgbClr val="000000">
                <a:alpha val="18000"/>
              </a:srgbClr>
            </a:outerShdw>
          </a:effectLst>
        </p:spPr>
      </p:pic>
      <p:pic>
        <p:nvPicPr>
          <p:cNvPr id="934" name="Google Shape;934;g2cdbdd193bb_0_343"/>
          <p:cNvPicPr preferRelativeResize="0"/>
          <p:nvPr/>
        </p:nvPicPr>
        <p:blipFill>
          <a:blip r:embed="rId8">
            <a:alphaModFix/>
          </a:blip>
          <a:stretch>
            <a:fillRect/>
          </a:stretch>
        </p:blipFill>
        <p:spPr>
          <a:xfrm>
            <a:off x="7044064" y="2125686"/>
            <a:ext cx="1145440" cy="819954"/>
          </a:xfrm>
          <a:prstGeom prst="rect">
            <a:avLst/>
          </a:prstGeom>
          <a:noFill/>
          <a:ln>
            <a:noFill/>
          </a:ln>
          <a:effectLst>
            <a:outerShdw blurRad="71438" dist="19050" dir="5400000" algn="bl" rotWithShape="0">
              <a:srgbClr val="000000">
                <a:alpha val="18000"/>
              </a:srgbClr>
            </a:outerShdw>
          </a:effectLst>
        </p:spPr>
      </p:pic>
      <p:pic>
        <p:nvPicPr>
          <p:cNvPr id="935" name="Google Shape;935;g2cdbdd193bb_0_343"/>
          <p:cNvPicPr preferRelativeResize="0"/>
          <p:nvPr/>
        </p:nvPicPr>
        <p:blipFill>
          <a:blip r:embed="rId9">
            <a:alphaModFix/>
          </a:blip>
          <a:stretch>
            <a:fillRect/>
          </a:stretch>
        </p:blipFill>
        <p:spPr>
          <a:xfrm>
            <a:off x="911339" y="3060070"/>
            <a:ext cx="1145440" cy="819954"/>
          </a:xfrm>
          <a:prstGeom prst="rect">
            <a:avLst/>
          </a:prstGeom>
          <a:noFill/>
          <a:ln>
            <a:noFill/>
          </a:ln>
          <a:effectLst>
            <a:outerShdw blurRad="71438" dist="19050" dir="5400000" algn="bl" rotWithShape="0">
              <a:srgbClr val="000000">
                <a:alpha val="18000"/>
              </a:srgbClr>
            </a:outerShdw>
          </a:effectLst>
        </p:spPr>
      </p:pic>
      <p:pic>
        <p:nvPicPr>
          <p:cNvPr id="936" name="Google Shape;936;g2cdbdd193bb_0_343"/>
          <p:cNvPicPr preferRelativeResize="0"/>
          <p:nvPr/>
        </p:nvPicPr>
        <p:blipFill>
          <a:blip r:embed="rId10">
            <a:alphaModFix/>
          </a:blip>
          <a:stretch>
            <a:fillRect/>
          </a:stretch>
        </p:blipFill>
        <p:spPr>
          <a:xfrm>
            <a:off x="2137126" y="3060070"/>
            <a:ext cx="1145440" cy="819954"/>
          </a:xfrm>
          <a:prstGeom prst="rect">
            <a:avLst/>
          </a:prstGeom>
          <a:noFill/>
          <a:ln>
            <a:noFill/>
          </a:ln>
          <a:effectLst>
            <a:outerShdw blurRad="71438" dist="19050" dir="5400000" algn="bl" rotWithShape="0">
              <a:srgbClr val="000000">
                <a:alpha val="18000"/>
              </a:srgbClr>
            </a:outerShdw>
          </a:effectLst>
        </p:spPr>
      </p:pic>
      <p:pic>
        <p:nvPicPr>
          <p:cNvPr id="937" name="Google Shape;937;g2cdbdd193bb_0_343"/>
          <p:cNvPicPr preferRelativeResize="0"/>
          <p:nvPr/>
        </p:nvPicPr>
        <p:blipFill>
          <a:blip r:embed="rId11">
            <a:alphaModFix/>
          </a:blip>
          <a:stretch>
            <a:fillRect/>
          </a:stretch>
        </p:blipFill>
        <p:spPr>
          <a:xfrm>
            <a:off x="3362921" y="3060768"/>
            <a:ext cx="1146826" cy="818569"/>
          </a:xfrm>
          <a:prstGeom prst="rect">
            <a:avLst/>
          </a:prstGeom>
          <a:noFill/>
          <a:ln>
            <a:noFill/>
          </a:ln>
          <a:effectLst>
            <a:outerShdw blurRad="71438" dist="19050" dir="5400000" algn="bl" rotWithShape="0">
              <a:srgbClr val="000000">
                <a:alpha val="18000"/>
              </a:srgbClr>
            </a:outerShdw>
          </a:effectLst>
        </p:spPr>
      </p:pic>
      <p:pic>
        <p:nvPicPr>
          <p:cNvPr id="938" name="Google Shape;938;g2cdbdd193bb_0_343"/>
          <p:cNvPicPr preferRelativeResize="0"/>
          <p:nvPr/>
        </p:nvPicPr>
        <p:blipFill>
          <a:blip r:embed="rId12">
            <a:alphaModFix/>
          </a:blip>
          <a:stretch>
            <a:fillRect/>
          </a:stretch>
        </p:blipFill>
        <p:spPr>
          <a:xfrm>
            <a:off x="4590096" y="3060768"/>
            <a:ext cx="1146826" cy="818569"/>
          </a:xfrm>
          <a:prstGeom prst="rect">
            <a:avLst/>
          </a:prstGeom>
          <a:noFill/>
          <a:ln>
            <a:noFill/>
          </a:ln>
          <a:effectLst>
            <a:outerShdw blurRad="71438" dist="19050" dir="5400000" algn="bl" rotWithShape="0">
              <a:srgbClr val="000000">
                <a:alpha val="18000"/>
              </a:srgbClr>
            </a:outerShdw>
          </a:effectLst>
        </p:spPr>
      </p:pic>
      <p:pic>
        <p:nvPicPr>
          <p:cNvPr id="939" name="Google Shape;939;g2cdbdd193bb_0_343"/>
          <p:cNvPicPr preferRelativeResize="0"/>
          <p:nvPr/>
        </p:nvPicPr>
        <p:blipFill>
          <a:blip r:embed="rId13">
            <a:alphaModFix/>
          </a:blip>
          <a:stretch>
            <a:fillRect/>
          </a:stretch>
        </p:blipFill>
        <p:spPr>
          <a:xfrm>
            <a:off x="5817271" y="3060768"/>
            <a:ext cx="1146826" cy="818569"/>
          </a:xfrm>
          <a:prstGeom prst="rect">
            <a:avLst/>
          </a:prstGeom>
          <a:noFill/>
          <a:ln>
            <a:noFill/>
          </a:ln>
          <a:effectLst>
            <a:outerShdw blurRad="71438" dist="19050" dir="5400000" algn="bl" rotWithShape="0">
              <a:srgbClr val="000000">
                <a:alpha val="18000"/>
              </a:srgbClr>
            </a:outerShdw>
          </a:effectLst>
        </p:spPr>
      </p:pic>
      <p:pic>
        <p:nvPicPr>
          <p:cNvPr id="940" name="Google Shape;940;g2cdbdd193bb_0_343"/>
          <p:cNvPicPr preferRelativeResize="0"/>
          <p:nvPr/>
        </p:nvPicPr>
        <p:blipFill>
          <a:blip r:embed="rId14">
            <a:alphaModFix/>
          </a:blip>
          <a:stretch>
            <a:fillRect/>
          </a:stretch>
        </p:blipFill>
        <p:spPr>
          <a:xfrm>
            <a:off x="7044446" y="3060070"/>
            <a:ext cx="1146826" cy="819954"/>
          </a:xfrm>
          <a:prstGeom prst="rect">
            <a:avLst/>
          </a:prstGeom>
          <a:noFill/>
          <a:ln>
            <a:noFill/>
          </a:ln>
          <a:effectLst>
            <a:outerShdw blurRad="71438" dist="19050" dir="5400000" algn="bl" rotWithShape="0">
              <a:srgbClr val="000000">
                <a:alpha val="18000"/>
              </a:srgbClr>
            </a:outerShdw>
          </a:effectLst>
        </p:spPr>
      </p:pic>
      <p:pic>
        <p:nvPicPr>
          <p:cNvPr id="941" name="Google Shape;941;g2cdbdd193bb_0_343"/>
          <p:cNvPicPr preferRelativeResize="0"/>
          <p:nvPr/>
        </p:nvPicPr>
        <p:blipFill>
          <a:blip r:embed="rId15">
            <a:alphaModFix/>
          </a:blip>
          <a:stretch>
            <a:fillRect/>
          </a:stretch>
        </p:blipFill>
        <p:spPr>
          <a:xfrm>
            <a:off x="910646" y="3995098"/>
            <a:ext cx="1146826" cy="818569"/>
          </a:xfrm>
          <a:prstGeom prst="rect">
            <a:avLst/>
          </a:prstGeom>
          <a:noFill/>
          <a:ln>
            <a:noFill/>
          </a:ln>
          <a:effectLst>
            <a:outerShdw blurRad="71438" dist="19050" dir="5400000" algn="bl" rotWithShape="0">
              <a:srgbClr val="000000">
                <a:alpha val="18000"/>
              </a:srgbClr>
            </a:outerShdw>
          </a:effectLst>
        </p:spPr>
      </p:pic>
      <p:pic>
        <p:nvPicPr>
          <p:cNvPr id="942" name="Google Shape;942;g2cdbdd193bb_0_343"/>
          <p:cNvPicPr preferRelativeResize="0"/>
          <p:nvPr/>
        </p:nvPicPr>
        <p:blipFill>
          <a:blip r:embed="rId16">
            <a:alphaModFix/>
          </a:blip>
          <a:stretch>
            <a:fillRect/>
          </a:stretch>
        </p:blipFill>
        <p:spPr>
          <a:xfrm>
            <a:off x="2137371" y="3995850"/>
            <a:ext cx="1146826" cy="819954"/>
          </a:xfrm>
          <a:prstGeom prst="rect">
            <a:avLst/>
          </a:prstGeom>
          <a:noFill/>
          <a:ln>
            <a:noFill/>
          </a:ln>
          <a:effectLst>
            <a:outerShdw blurRad="71438" dist="19050" dir="5400000" algn="bl" rotWithShape="0">
              <a:srgbClr val="000000">
                <a:alpha val="18000"/>
              </a:srgbClr>
            </a:outerShdw>
          </a:effectLst>
        </p:spPr>
      </p:pic>
      <p:pic>
        <p:nvPicPr>
          <p:cNvPr id="943" name="Google Shape;943;g2cdbdd193bb_0_343"/>
          <p:cNvPicPr preferRelativeResize="0"/>
          <p:nvPr/>
        </p:nvPicPr>
        <p:blipFill>
          <a:blip r:embed="rId17">
            <a:alphaModFix/>
          </a:blip>
          <a:stretch>
            <a:fillRect/>
          </a:stretch>
        </p:blipFill>
        <p:spPr>
          <a:xfrm>
            <a:off x="3364096" y="3995850"/>
            <a:ext cx="1146826" cy="819954"/>
          </a:xfrm>
          <a:prstGeom prst="rect">
            <a:avLst/>
          </a:prstGeom>
          <a:noFill/>
          <a:ln>
            <a:noFill/>
          </a:ln>
          <a:effectLst>
            <a:outerShdw blurRad="71438" dist="19050" dir="5400000" algn="bl" rotWithShape="0">
              <a:srgbClr val="000000">
                <a:alpha val="18000"/>
              </a:srgbClr>
            </a:outerShdw>
          </a:effectLst>
        </p:spPr>
      </p:pic>
      <p:pic>
        <p:nvPicPr>
          <p:cNvPr id="944" name="Google Shape;944;g2cdbdd193bb_0_343"/>
          <p:cNvPicPr preferRelativeResize="0"/>
          <p:nvPr/>
        </p:nvPicPr>
        <p:blipFill>
          <a:blip r:embed="rId18">
            <a:alphaModFix/>
          </a:blip>
          <a:stretch>
            <a:fillRect/>
          </a:stretch>
        </p:blipFill>
        <p:spPr>
          <a:xfrm>
            <a:off x="4590821" y="3994450"/>
            <a:ext cx="1146826" cy="819954"/>
          </a:xfrm>
          <a:prstGeom prst="rect">
            <a:avLst/>
          </a:prstGeom>
          <a:noFill/>
          <a:ln>
            <a:noFill/>
          </a:ln>
          <a:effectLst>
            <a:outerShdw blurRad="71438" dist="19050" dir="5400000" algn="bl" rotWithShape="0">
              <a:srgbClr val="000000">
                <a:alpha val="18000"/>
              </a:srgbClr>
            </a:outerShdw>
          </a:effectLst>
        </p:spPr>
      </p:pic>
      <p:pic>
        <p:nvPicPr>
          <p:cNvPr id="945" name="Google Shape;945;g2cdbdd193bb_0_343"/>
          <p:cNvPicPr preferRelativeResize="0"/>
          <p:nvPr/>
        </p:nvPicPr>
        <p:blipFill>
          <a:blip r:embed="rId19">
            <a:alphaModFix/>
          </a:blip>
          <a:stretch>
            <a:fillRect/>
          </a:stretch>
        </p:blipFill>
        <p:spPr>
          <a:xfrm>
            <a:off x="5817546" y="3995860"/>
            <a:ext cx="1146826" cy="818569"/>
          </a:xfrm>
          <a:prstGeom prst="rect">
            <a:avLst/>
          </a:prstGeom>
          <a:noFill/>
          <a:ln>
            <a:noFill/>
          </a:ln>
          <a:effectLst>
            <a:outerShdw blurRad="71438" dist="19050" dir="5400000" algn="bl" rotWithShape="0">
              <a:srgbClr val="000000">
                <a:alpha val="18000"/>
              </a:srgbClr>
            </a:outerShdw>
          </a:effectLst>
        </p:spPr>
      </p:pic>
      <p:pic>
        <p:nvPicPr>
          <p:cNvPr id="946" name="Google Shape;946;g2cdbdd193bb_0_343"/>
          <p:cNvPicPr preferRelativeResize="0"/>
          <p:nvPr/>
        </p:nvPicPr>
        <p:blipFill>
          <a:blip r:embed="rId20">
            <a:alphaModFix/>
          </a:blip>
          <a:stretch>
            <a:fillRect/>
          </a:stretch>
        </p:blipFill>
        <p:spPr>
          <a:xfrm>
            <a:off x="7044271" y="3994460"/>
            <a:ext cx="1146826" cy="818569"/>
          </a:xfrm>
          <a:prstGeom prst="rect">
            <a:avLst/>
          </a:prstGeom>
          <a:noFill/>
          <a:ln>
            <a:noFill/>
          </a:ln>
          <a:effectLst>
            <a:outerShdw blurRad="71438" dist="19050" dir="5400000" algn="bl" rotWithShape="0">
              <a:srgbClr val="000000">
                <a:alpha val="18000"/>
              </a:srgbClr>
            </a:outerShdw>
          </a:effectLst>
        </p:spPr>
      </p:pic>
      <p:pic>
        <p:nvPicPr>
          <p:cNvPr id="947" name="Google Shape;947;g2cdbdd193bb_0_343"/>
          <p:cNvPicPr preferRelativeResize="0"/>
          <p:nvPr/>
        </p:nvPicPr>
        <p:blipFill>
          <a:blip r:embed="rId21">
            <a:alphaModFix/>
          </a:blip>
          <a:stretch>
            <a:fillRect/>
          </a:stretch>
        </p:blipFill>
        <p:spPr>
          <a:xfrm>
            <a:off x="910646" y="4931618"/>
            <a:ext cx="1146826" cy="818569"/>
          </a:xfrm>
          <a:prstGeom prst="rect">
            <a:avLst/>
          </a:prstGeom>
          <a:noFill/>
          <a:ln>
            <a:noFill/>
          </a:ln>
          <a:effectLst>
            <a:outerShdw blurRad="71438" dist="19050" dir="5400000" algn="bl" rotWithShape="0">
              <a:srgbClr val="000000">
                <a:alpha val="18000"/>
              </a:srgbClr>
            </a:outerShdw>
          </a:effectLst>
        </p:spPr>
      </p:pic>
      <p:pic>
        <p:nvPicPr>
          <p:cNvPr id="948" name="Google Shape;948;g2cdbdd193bb_0_343"/>
          <p:cNvPicPr preferRelativeResize="0"/>
          <p:nvPr/>
        </p:nvPicPr>
        <p:blipFill>
          <a:blip r:embed="rId22">
            <a:alphaModFix/>
          </a:blip>
          <a:stretch>
            <a:fillRect/>
          </a:stretch>
        </p:blipFill>
        <p:spPr>
          <a:xfrm>
            <a:off x="2137371" y="4931632"/>
            <a:ext cx="1146826" cy="819954"/>
          </a:xfrm>
          <a:prstGeom prst="rect">
            <a:avLst/>
          </a:prstGeom>
          <a:noFill/>
          <a:ln>
            <a:noFill/>
          </a:ln>
          <a:effectLst>
            <a:outerShdw blurRad="71438" dist="19050" dir="5400000" algn="bl" rotWithShape="0">
              <a:srgbClr val="000000">
                <a:alpha val="18000"/>
              </a:srgbClr>
            </a:outerShdw>
          </a:effectLst>
        </p:spPr>
      </p:pic>
      <p:pic>
        <p:nvPicPr>
          <p:cNvPr id="949" name="Google Shape;949;g2cdbdd193bb_0_343"/>
          <p:cNvPicPr preferRelativeResize="0"/>
          <p:nvPr/>
        </p:nvPicPr>
        <p:blipFill>
          <a:blip r:embed="rId23">
            <a:alphaModFix/>
          </a:blip>
          <a:stretch>
            <a:fillRect/>
          </a:stretch>
        </p:blipFill>
        <p:spPr>
          <a:xfrm>
            <a:off x="3364096" y="4932318"/>
            <a:ext cx="1146826" cy="818569"/>
          </a:xfrm>
          <a:prstGeom prst="rect">
            <a:avLst/>
          </a:prstGeom>
          <a:noFill/>
          <a:ln>
            <a:noFill/>
          </a:ln>
          <a:effectLst>
            <a:outerShdw blurRad="71438" dist="19050" dir="5400000" algn="bl" rotWithShape="0">
              <a:srgbClr val="000000">
                <a:alpha val="18000"/>
              </a:srgbClr>
            </a:outerShdw>
          </a:effectLst>
        </p:spPr>
      </p:pic>
      <p:pic>
        <p:nvPicPr>
          <p:cNvPr id="950" name="Google Shape;950;g2cdbdd193bb_0_343"/>
          <p:cNvPicPr preferRelativeResize="0"/>
          <p:nvPr/>
        </p:nvPicPr>
        <p:blipFill>
          <a:blip r:embed="rId24">
            <a:alphaModFix/>
          </a:blip>
          <a:stretch>
            <a:fillRect/>
          </a:stretch>
        </p:blipFill>
        <p:spPr>
          <a:xfrm>
            <a:off x="4590821" y="4929532"/>
            <a:ext cx="1146826" cy="819954"/>
          </a:xfrm>
          <a:prstGeom prst="rect">
            <a:avLst/>
          </a:prstGeom>
          <a:noFill/>
          <a:ln>
            <a:noFill/>
          </a:ln>
          <a:effectLst>
            <a:outerShdw blurRad="71438" dist="19050" dir="5400000" algn="bl" rotWithShape="0">
              <a:srgbClr val="000000">
                <a:alpha val="18000"/>
              </a:srgbClr>
            </a:outerShdw>
          </a:effectLst>
        </p:spPr>
      </p:pic>
      <p:pic>
        <p:nvPicPr>
          <p:cNvPr id="951" name="Google Shape;951;g2cdbdd193bb_0_343"/>
          <p:cNvPicPr preferRelativeResize="0"/>
          <p:nvPr/>
        </p:nvPicPr>
        <p:blipFill>
          <a:blip r:embed="rId25">
            <a:alphaModFix/>
          </a:blip>
          <a:stretch>
            <a:fillRect/>
          </a:stretch>
        </p:blipFill>
        <p:spPr>
          <a:xfrm>
            <a:off x="5817546" y="4930957"/>
            <a:ext cx="1146826" cy="819954"/>
          </a:xfrm>
          <a:prstGeom prst="rect">
            <a:avLst/>
          </a:prstGeom>
          <a:noFill/>
          <a:ln>
            <a:noFill/>
          </a:ln>
          <a:effectLst>
            <a:outerShdw blurRad="71438" dist="19050" dir="5400000" algn="bl" rotWithShape="0">
              <a:srgbClr val="000000">
                <a:alpha val="18000"/>
              </a:srgbClr>
            </a:outerShdw>
          </a:effectLst>
        </p:spPr>
      </p:pic>
      <p:pic>
        <p:nvPicPr>
          <p:cNvPr id="952" name="Google Shape;952;g2cdbdd193bb_0_343"/>
          <p:cNvPicPr preferRelativeResize="0"/>
          <p:nvPr/>
        </p:nvPicPr>
        <p:blipFill>
          <a:blip r:embed="rId26">
            <a:alphaModFix/>
          </a:blip>
          <a:stretch>
            <a:fillRect/>
          </a:stretch>
        </p:blipFill>
        <p:spPr>
          <a:xfrm>
            <a:off x="7044264" y="4932318"/>
            <a:ext cx="1145440" cy="818569"/>
          </a:xfrm>
          <a:prstGeom prst="rect">
            <a:avLst/>
          </a:prstGeom>
          <a:noFill/>
          <a:ln>
            <a:noFill/>
          </a:ln>
          <a:effectLst>
            <a:outerShdw blurRad="71438" dist="19050" dir="5400000" algn="bl" rotWithShape="0">
              <a:srgbClr val="000000">
                <a:alpha val="18000"/>
              </a:srgbClr>
            </a:outerShdw>
          </a:effectLst>
        </p:spPr>
      </p:pic>
      <p:sp>
        <p:nvSpPr>
          <p:cNvPr id="953" name="Google Shape;953;g2cdbdd193bb_0_343"/>
          <p:cNvSpPr txBox="1"/>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000">
                <a:latin typeface="Poppins"/>
                <a:ea typeface="Poppins"/>
                <a:cs typeface="Poppins"/>
                <a:sym typeface="Poppins"/>
              </a:rPr>
              <a:t>Review Phase 5.5 Common Exception Words </a:t>
            </a:r>
            <a:br>
              <a:rPr lang="en-US" sz="2000">
                <a:latin typeface="Poppins"/>
                <a:ea typeface="Poppins"/>
                <a:cs typeface="Poppins"/>
                <a:sym typeface="Poppins"/>
              </a:rPr>
            </a:br>
            <a:r>
              <a:rPr lang="en-US" sz="2000">
                <a:solidFill>
                  <a:srgbClr val="2356AF"/>
                </a:solidFill>
                <a:latin typeface="Poppins"/>
                <a:ea typeface="Poppins"/>
                <a:cs typeface="Poppins"/>
                <a:sym typeface="Poppins"/>
              </a:rPr>
              <a:t>people wild child mind kind behind eye oh most only both though through who prove shoe beautiful climb Christmas school sugar love money any</a:t>
            </a:r>
            <a:r>
              <a:rPr lang="en-US" sz="2000">
                <a:latin typeface="Poppins"/>
                <a:ea typeface="Poppins"/>
                <a:cs typeface="Poppins"/>
                <a:sym typeface="Poppins"/>
              </a:rPr>
              <a:t>…</a:t>
            </a:r>
            <a:endParaRPr sz="2000">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8"/>
        <p:cNvGrpSpPr/>
        <p:nvPr/>
      </p:nvGrpSpPr>
      <p:grpSpPr>
        <a:xfrm>
          <a:off x="0" y="0"/>
          <a:ext cx="0" cy="0"/>
          <a:chOff x="0" y="0"/>
          <a:chExt cx="0" cy="0"/>
        </a:xfrm>
      </p:grpSpPr>
      <p:sp>
        <p:nvSpPr>
          <p:cNvPr id="959" name="Google Shape;959;g2cdbdd193bb_0_37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sz="2000"/>
              <a:t>Review Phase 5.5 Common Exception Words…</a:t>
            </a:r>
            <a:r>
              <a:rPr lang="en-US" sz="2000">
                <a:solidFill>
                  <a:srgbClr val="2356AF"/>
                </a:solidFill>
              </a:rPr>
              <a:t>many friend very busy pretty once</a:t>
            </a:r>
            <a:r>
              <a:rPr lang="en-US" sz="2000"/>
              <a:t>.</a:t>
            </a:r>
            <a:endParaRPr sz="2000"/>
          </a:p>
        </p:txBody>
      </p:sp>
      <p:pic>
        <p:nvPicPr>
          <p:cNvPr id="960" name="Google Shape;960;g2cdbdd193bb_0_376"/>
          <p:cNvPicPr preferRelativeResize="0"/>
          <p:nvPr/>
        </p:nvPicPr>
        <p:blipFill>
          <a:blip r:embed="rId3">
            <a:alphaModFix/>
          </a:blip>
          <a:stretch>
            <a:fillRect/>
          </a:stretch>
        </p:blipFill>
        <p:spPr>
          <a:xfrm>
            <a:off x="910393" y="2125686"/>
            <a:ext cx="1147421" cy="819976"/>
          </a:xfrm>
          <a:prstGeom prst="rect">
            <a:avLst/>
          </a:prstGeom>
          <a:noFill/>
          <a:ln>
            <a:noFill/>
          </a:ln>
          <a:effectLst>
            <a:outerShdw blurRad="71438" dist="19050" dir="5400000" algn="bl" rotWithShape="0">
              <a:srgbClr val="000000">
                <a:alpha val="18000"/>
              </a:srgbClr>
            </a:outerShdw>
          </a:effectLst>
        </p:spPr>
      </p:pic>
      <p:pic>
        <p:nvPicPr>
          <p:cNvPr id="961" name="Google Shape;961;g2cdbdd193bb_0_376"/>
          <p:cNvPicPr preferRelativeResize="0"/>
          <p:nvPr/>
        </p:nvPicPr>
        <p:blipFill>
          <a:blip r:embed="rId4">
            <a:alphaModFix/>
          </a:blip>
          <a:stretch>
            <a:fillRect/>
          </a:stretch>
        </p:blipFill>
        <p:spPr>
          <a:xfrm>
            <a:off x="2137122" y="2125686"/>
            <a:ext cx="1145486" cy="819967"/>
          </a:xfrm>
          <a:prstGeom prst="rect">
            <a:avLst/>
          </a:prstGeom>
          <a:noFill/>
          <a:ln>
            <a:noFill/>
          </a:ln>
          <a:effectLst>
            <a:outerShdw blurRad="71438" dist="19050" dir="5400000" algn="bl" rotWithShape="0">
              <a:srgbClr val="000000">
                <a:alpha val="18000"/>
              </a:srgbClr>
            </a:outerShdw>
          </a:effectLst>
        </p:spPr>
      </p:pic>
      <p:pic>
        <p:nvPicPr>
          <p:cNvPr id="962" name="Google Shape;962;g2cdbdd193bb_0_376"/>
          <p:cNvPicPr preferRelativeResize="0"/>
          <p:nvPr/>
        </p:nvPicPr>
        <p:blipFill>
          <a:blip r:embed="rId5">
            <a:alphaModFix/>
          </a:blip>
          <a:stretch>
            <a:fillRect/>
          </a:stretch>
        </p:blipFill>
        <p:spPr>
          <a:xfrm>
            <a:off x="3363855" y="2125686"/>
            <a:ext cx="1145486" cy="818582"/>
          </a:xfrm>
          <a:prstGeom prst="rect">
            <a:avLst/>
          </a:prstGeom>
          <a:noFill/>
          <a:ln>
            <a:noFill/>
          </a:ln>
          <a:effectLst>
            <a:outerShdw blurRad="71438" dist="19050" dir="5400000" algn="bl" rotWithShape="0">
              <a:srgbClr val="000000">
                <a:alpha val="18000"/>
              </a:srgbClr>
            </a:outerShdw>
          </a:effectLst>
        </p:spPr>
      </p:pic>
      <p:pic>
        <p:nvPicPr>
          <p:cNvPr id="963" name="Google Shape;963;g2cdbdd193bb_0_376"/>
          <p:cNvPicPr preferRelativeResize="0"/>
          <p:nvPr/>
        </p:nvPicPr>
        <p:blipFill>
          <a:blip r:embed="rId6">
            <a:alphaModFix/>
          </a:blip>
          <a:stretch>
            <a:fillRect/>
          </a:stretch>
        </p:blipFill>
        <p:spPr>
          <a:xfrm>
            <a:off x="4590587" y="2125686"/>
            <a:ext cx="1145486" cy="819967"/>
          </a:xfrm>
          <a:prstGeom prst="rect">
            <a:avLst/>
          </a:prstGeom>
          <a:noFill/>
          <a:ln>
            <a:noFill/>
          </a:ln>
          <a:effectLst>
            <a:outerShdw blurRad="71438" dist="19050" dir="5400000" algn="bl" rotWithShape="0">
              <a:srgbClr val="000000">
                <a:alpha val="18000"/>
              </a:srgbClr>
            </a:outerShdw>
          </a:effectLst>
        </p:spPr>
      </p:pic>
      <p:pic>
        <p:nvPicPr>
          <p:cNvPr id="964" name="Google Shape;964;g2cdbdd193bb_0_376"/>
          <p:cNvPicPr preferRelativeResize="0"/>
          <p:nvPr/>
        </p:nvPicPr>
        <p:blipFill>
          <a:blip r:embed="rId7">
            <a:alphaModFix/>
          </a:blip>
          <a:stretch>
            <a:fillRect/>
          </a:stretch>
        </p:blipFill>
        <p:spPr>
          <a:xfrm>
            <a:off x="5817320" y="2125686"/>
            <a:ext cx="1145486" cy="819967"/>
          </a:xfrm>
          <a:prstGeom prst="rect">
            <a:avLst/>
          </a:prstGeom>
          <a:noFill/>
          <a:ln>
            <a:noFill/>
          </a:ln>
          <a:effectLst>
            <a:outerShdw blurRad="71438" dist="19050" dir="5400000" algn="bl" rotWithShape="0">
              <a:srgbClr val="000000">
                <a:alpha val="18000"/>
              </a:srgbClr>
            </a:outerShdw>
          </a:effectLst>
        </p:spPr>
      </p:pic>
      <p:pic>
        <p:nvPicPr>
          <p:cNvPr id="965" name="Google Shape;965;g2cdbdd193bb_0_376"/>
          <p:cNvPicPr preferRelativeResize="0"/>
          <p:nvPr/>
        </p:nvPicPr>
        <p:blipFill>
          <a:blip r:embed="rId8">
            <a:alphaModFix/>
          </a:blip>
          <a:stretch>
            <a:fillRect/>
          </a:stretch>
        </p:blipFill>
        <p:spPr>
          <a:xfrm>
            <a:off x="7045883" y="2125686"/>
            <a:ext cx="1145486" cy="818582"/>
          </a:xfrm>
          <a:prstGeom prst="rect">
            <a:avLst/>
          </a:prstGeom>
          <a:noFill/>
          <a:ln>
            <a:noFill/>
          </a:ln>
          <a:effectLst>
            <a:outerShdw blurRad="71438" dist="19050" dir="5400000" algn="bl" rotWithShape="0">
              <a:srgbClr val="000000">
                <a:alpha val="18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0"/>
        <p:cNvGrpSpPr/>
        <p:nvPr/>
      </p:nvGrpSpPr>
      <p:grpSpPr>
        <a:xfrm>
          <a:off x="0" y="0"/>
          <a:ext cx="0" cy="0"/>
          <a:chOff x="0" y="0"/>
          <a:chExt cx="0" cy="0"/>
        </a:xfrm>
      </p:grpSpPr>
      <p:sp>
        <p:nvSpPr>
          <p:cNvPr id="971" name="Google Shape;97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72" name="Google Shape;97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sp>
        <p:nvSpPr>
          <p:cNvPr id="973" name="Google Shape;97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74" name="Google Shape;974;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2, Lesson 1</a:t>
            </a:r>
            <a:endParaRPr/>
          </a:p>
        </p:txBody>
      </p:sp>
      <p:pic>
        <p:nvPicPr>
          <p:cNvPr id="975" name="Google Shape;975;g2c186218c5a_0_25"/>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76" name="Google Shape;976;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t</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r</a:t>
            </a:r>
            <a:endParaRPr sz="5800" b="0" i="0" u="none" strike="noStrike" cap="none">
              <a:solidFill>
                <a:srgbClr val="2356AF"/>
              </a:solidFill>
              <a:latin typeface="Jost"/>
              <a:ea typeface="Jost"/>
              <a:cs typeface="Jost"/>
              <a:sym typeface="Jost"/>
            </a:endParaRPr>
          </a:p>
        </p:txBody>
      </p:sp>
      <p:sp>
        <p:nvSpPr>
          <p:cNvPr id="977" name="Google Shape;977;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n</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il</a:t>
            </a:r>
            <a:endParaRPr sz="5800" b="0" i="0" u="none" strike="noStrike" cap="none">
              <a:solidFill>
                <a:srgbClr val="2356AF"/>
              </a:solidFill>
              <a:latin typeface="Jost"/>
              <a:ea typeface="Jost"/>
              <a:cs typeface="Jost"/>
              <a:sym typeface="Jost"/>
            </a:endParaRPr>
          </a:p>
        </p:txBody>
      </p:sp>
      <p:sp>
        <p:nvSpPr>
          <p:cNvPr id="978" name="Google Shape;978;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1E8EE6"/>
                </a:solidFill>
                <a:latin typeface="Jost"/>
                <a:ea typeface="Jost"/>
                <a:cs typeface="Jost"/>
                <a:sym typeface="Jost"/>
              </a:rPr>
              <a:t>s</a:t>
            </a:r>
            <a:r>
              <a:rPr lang="en-US" sz="5800" b="0" i="0" u="none" strike="noStrike" cap="none">
                <a:solidFill>
                  <a:srgbClr val="2356AF"/>
                </a:solidFill>
                <a:latin typeface="Jost"/>
                <a:ea typeface="Jost"/>
                <a:cs typeface="Jost"/>
                <a:sym typeface="Jost"/>
              </a:rPr>
              <a:t>ock</a:t>
            </a:r>
            <a:endParaRPr sz="5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g2e5653a5c66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85" name="Google Shape;985;g2e5653a5c66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986" name="Google Shape;986;g2e5653a5c66_0_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6666"/>
              </a:srgbClr>
            </a:outerShdw>
          </a:effectLst>
        </p:spPr>
      </p:pic>
      <p:sp>
        <p:nvSpPr>
          <p:cNvPr id="987" name="Google Shape;987;g2e5653a5c66_0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88" name="Google Shape;988;g2e5653a5c66_0_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pur</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e</a:t>
            </a:r>
            <a:endParaRPr sz="5800" b="0" i="0" u="none" strike="noStrike" cap="none">
              <a:solidFill>
                <a:srgbClr val="D0CECE"/>
              </a:solidFill>
              <a:latin typeface="Jost"/>
              <a:ea typeface="Jost"/>
              <a:cs typeface="Jost"/>
              <a:sym typeface="Jost"/>
            </a:endParaRPr>
          </a:p>
        </p:txBody>
      </p:sp>
      <p:sp>
        <p:nvSpPr>
          <p:cNvPr id="989" name="Google Shape;989;g2e5653a5c66_0_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se</a:t>
            </a:r>
            <a:r>
              <a:rPr lang="en-US" sz="4900" b="0" i="0" u="none" strike="noStrike" cap="none">
                <a:solidFill>
                  <a:srgbClr val="2356AF"/>
                </a:solidFill>
                <a:latin typeface="Poppins"/>
                <a:ea typeface="Poppins"/>
                <a:cs typeface="Poppins"/>
                <a:sym typeface="Poppins"/>
              </a:rPr>
              <a:t>a</a:t>
            </a:r>
            <a:r>
              <a:rPr lang="en-US" sz="5800" b="0" i="0" u="none" strike="noStrike" cap="none">
                <a:solidFill>
                  <a:srgbClr val="2356AF"/>
                </a:solidFill>
                <a:latin typeface="Jost"/>
                <a:ea typeface="Jost"/>
                <a:cs typeface="Jost"/>
                <a:sym typeface="Jost"/>
              </a:rPr>
              <a:t>hor</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e</a:t>
            </a:r>
            <a:endParaRPr sz="5800" b="0" i="0" u="none" strike="noStrike" cap="none">
              <a:solidFill>
                <a:srgbClr val="D0CECE"/>
              </a:solidFill>
              <a:latin typeface="Jost"/>
              <a:ea typeface="Jost"/>
              <a:cs typeface="Jost"/>
              <a:sym typeface="Jost"/>
            </a:endParaRPr>
          </a:p>
        </p:txBody>
      </p:sp>
      <p:sp>
        <p:nvSpPr>
          <p:cNvPr id="990" name="Google Shape;990;g2e5653a5c66_0_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mou</a:t>
            </a:r>
            <a:r>
              <a:rPr lang="en-US" sz="5800" b="0" i="0" u="none" strike="noStrike" cap="none">
                <a:solidFill>
                  <a:srgbClr val="1E8EE6"/>
                </a:solidFill>
                <a:latin typeface="Jost"/>
                <a:ea typeface="Jost"/>
                <a:cs typeface="Jost"/>
                <a:sym typeface="Jost"/>
              </a:rPr>
              <a:t>s</a:t>
            </a:r>
            <a:r>
              <a:rPr lang="en-US" sz="5800" b="0" i="0" u="none" strike="noStrike" cap="none">
                <a:solidFill>
                  <a:srgbClr val="D0CECE"/>
                </a:solidFill>
                <a:latin typeface="Jost"/>
                <a:ea typeface="Jost"/>
                <a:cs typeface="Jost"/>
                <a:sym typeface="Jost"/>
              </a:rPr>
              <a:t>e</a:t>
            </a:r>
            <a:endParaRPr sz="5800" b="0" i="0" u="none" strike="noStrike" cap="none">
              <a:solidFill>
                <a:srgbClr val="D0CECE"/>
              </a:solidFill>
              <a:latin typeface="Jost"/>
              <a:ea typeface="Jost"/>
              <a:cs typeface="Jost"/>
              <a:sym typeface="Jost"/>
            </a:endParaRPr>
          </a:p>
        </p:txBody>
      </p:sp>
      <p:sp>
        <p:nvSpPr>
          <p:cNvPr id="991" name="Google Shape;991;g2e5653a5c66_0_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5.5, Lesson 57</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98" name="Google Shape;99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sp>
        <p:nvSpPr>
          <p:cNvPr id="1004" name="Google Shape;1004;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05" name="Google Shape;1005;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6" name="Google Shape;1006;g2c4fb7f6616_1_0"/>
          <p:cNvSpPr/>
          <p:nvPr/>
        </p:nvSpPr>
        <p:spPr>
          <a:xfrm>
            <a:off x="267299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7" name="Google Shape;1007;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8" name="Google Shape;1008;g2c4fb7f6616_1_0"/>
          <p:cNvSpPr txBox="1">
            <a:spLocks noGrp="1"/>
          </p:cNvSpPr>
          <p:nvPr>
            <p:ph type="subTitle" idx="4294967295"/>
          </p:nvPr>
        </p:nvSpPr>
        <p:spPr>
          <a:xfrm>
            <a:off x="4776010" y="1308025"/>
            <a:ext cx="2264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r>
              <a:rPr lang="en-US" sz="15000" b="0" i="0" u="none" strike="noStrike" cap="none">
                <a:solidFill>
                  <a:srgbClr val="D0CECE"/>
                </a:solidFill>
                <a:latin typeface="Jost"/>
                <a:ea typeface="Jost"/>
                <a:cs typeface="Jost"/>
                <a:sym typeface="Jost"/>
              </a:rPr>
              <a:t>e</a:t>
            </a:r>
            <a:endParaRPr sz="15000" b="0" i="0" u="none" strike="noStrike" cap="none">
              <a:solidFill>
                <a:srgbClr val="D0CECE"/>
              </a:solidFill>
              <a:latin typeface="Jost"/>
              <a:ea typeface="Jost"/>
              <a:cs typeface="Jost"/>
              <a:sym typeface="Jost"/>
            </a:endParaRPr>
          </a:p>
        </p:txBody>
      </p:sp>
      <p:sp>
        <p:nvSpPr>
          <p:cNvPr id="1009" name="Google Shape;1009;g2c4fb7f6616_1_0"/>
          <p:cNvSpPr txBox="1">
            <a:spLocks noGrp="1"/>
          </p:cNvSpPr>
          <p:nvPr>
            <p:ph type="subTitle" idx="4294967295"/>
          </p:nvPr>
        </p:nvSpPr>
        <p:spPr>
          <a:xfrm>
            <a:off x="210329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1010" name="Google Shape;1010;g2c4fb7f6616_1_0"/>
          <p:cNvSpPr txBox="1">
            <a:spLocks noGrp="1"/>
          </p:cNvSpPr>
          <p:nvPr>
            <p:ph type="subTitle" idx="4294967295"/>
          </p:nvPr>
        </p:nvSpPr>
        <p:spPr>
          <a:xfrm>
            <a:off x="3201990" y="1308025"/>
            <a:ext cx="1901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993FA2"/>
                </a:solidFill>
                <a:latin typeface="Jost"/>
                <a:ea typeface="Jost"/>
                <a:cs typeface="Jost"/>
                <a:sym typeface="Jost"/>
              </a:rPr>
              <a:t>or</a:t>
            </a:r>
            <a:endParaRPr sz="15000" b="0" i="0" u="none" strike="noStrike" cap="none">
              <a:solidFill>
                <a:srgbClr val="993FA2"/>
              </a:solidFill>
              <a:latin typeface="Jost"/>
              <a:ea typeface="Jost"/>
              <a:cs typeface="Jost"/>
              <a:sym typeface="Jost"/>
            </a:endParaRPr>
          </a:p>
        </p:txBody>
      </p:sp>
      <p:sp>
        <p:nvSpPr>
          <p:cNvPr id="1011" name="Google Shape;101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2" name="Google Shape;101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7" name="Google Shape;101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9" name="Google Shape;1019;g2c4fb7f6616_1_0"/>
          <p:cNvGrpSpPr/>
          <p:nvPr/>
        </p:nvGrpSpPr>
        <p:grpSpPr>
          <a:xfrm>
            <a:off x="-550" y="6984600"/>
            <a:ext cx="8596479" cy="808600"/>
            <a:chOff x="-550" y="6984600"/>
            <a:chExt cx="8596479" cy="808600"/>
          </a:xfrm>
        </p:grpSpPr>
        <p:sp>
          <p:nvSpPr>
            <p:cNvPr id="1020" name="Google Shape;102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21" name="Google Shape;102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2" name="Google Shape;102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3" name="Google Shape;102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4" name="Google Shape;102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5" name="Google Shape;1025;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6" name="Google Shape;102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7" name="Google Shape;102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8" name="Google Shape;102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9" name="Google Shape;1029;g2c4fb7f6616_1_0"/>
          <p:cNvSpPr/>
          <p:nvPr/>
        </p:nvSpPr>
        <p:spPr>
          <a:xfrm>
            <a:off x="3426776" y="4011900"/>
            <a:ext cx="13785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0" name="Google Shape;1030;g2c4fb7f6616_1_0"/>
          <p:cNvSpPr/>
          <p:nvPr/>
        </p:nvSpPr>
        <p:spPr>
          <a:xfrm>
            <a:off x="5095510" y="4011900"/>
            <a:ext cx="16416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73c535f196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37" name="Google Shape;1037;g273c535f196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38" name="Google Shape;1038;g273c535f196_0_42"/>
          <p:cNvSpPr/>
          <p:nvPr/>
        </p:nvSpPr>
        <p:spPr>
          <a:xfrm>
            <a:off x="23482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39" name="Google Shape;1039;g273c535f196_0_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40" name="Google Shape;1040;g273c535f196_0_42"/>
          <p:cNvSpPr txBox="1">
            <a:spLocks noGrp="1"/>
          </p:cNvSpPr>
          <p:nvPr>
            <p:ph type="subTitle" idx="4294967295"/>
          </p:nvPr>
        </p:nvSpPr>
        <p:spPr>
          <a:xfrm>
            <a:off x="5100775" y="1308025"/>
            <a:ext cx="2264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r>
              <a:rPr lang="en-US" sz="15000" b="0" i="0" u="none" strike="noStrike" cap="none">
                <a:solidFill>
                  <a:srgbClr val="D0CECE"/>
                </a:solidFill>
                <a:latin typeface="Jost"/>
                <a:ea typeface="Jost"/>
                <a:cs typeface="Jost"/>
                <a:sym typeface="Jost"/>
              </a:rPr>
              <a:t>e</a:t>
            </a:r>
            <a:endParaRPr sz="15000" b="0" i="0" u="none" strike="noStrike" cap="none">
              <a:solidFill>
                <a:srgbClr val="D0CECE"/>
              </a:solidFill>
              <a:latin typeface="Jost"/>
              <a:ea typeface="Jost"/>
              <a:cs typeface="Jost"/>
              <a:sym typeface="Jost"/>
            </a:endParaRPr>
          </a:p>
        </p:txBody>
      </p:sp>
      <p:sp>
        <p:nvSpPr>
          <p:cNvPr id="1041" name="Google Shape;1041;g273c535f196_0_42"/>
          <p:cNvSpPr txBox="1">
            <a:spLocks noGrp="1"/>
          </p:cNvSpPr>
          <p:nvPr>
            <p:ph type="subTitle" idx="4294967295"/>
          </p:nvPr>
        </p:nvSpPr>
        <p:spPr>
          <a:xfrm>
            <a:off x="1778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1042" name="Google Shape;1042;g273c535f196_0_42"/>
          <p:cNvSpPr txBox="1">
            <a:spLocks noGrp="1"/>
          </p:cNvSpPr>
          <p:nvPr>
            <p:ph type="subTitle" idx="4294967295"/>
          </p:nvPr>
        </p:nvSpPr>
        <p:spPr>
          <a:xfrm>
            <a:off x="3227850" y="1308025"/>
            <a:ext cx="22365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815137"/>
                </a:solidFill>
                <a:latin typeface="Jost"/>
                <a:ea typeface="Jost"/>
                <a:cs typeface="Jost"/>
                <a:sym typeface="Jost"/>
              </a:rPr>
              <a:t>ou</a:t>
            </a:r>
            <a:endParaRPr sz="15000" b="0" i="0" u="none" strike="noStrike" cap="none">
              <a:solidFill>
                <a:srgbClr val="815137"/>
              </a:solidFill>
              <a:latin typeface="Jost"/>
              <a:ea typeface="Jost"/>
              <a:cs typeface="Jost"/>
              <a:sym typeface="Jost"/>
            </a:endParaRPr>
          </a:p>
        </p:txBody>
      </p:sp>
      <p:sp>
        <p:nvSpPr>
          <p:cNvPr id="1043" name="Google Shape;1043;g273c535f196_0_42"/>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4" name="Google Shape;1044;g273c535f196_0_42"/>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73c535f196_0_42"/>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73c535f196_0_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7" name="Google Shape;1047;g273c535f196_0_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8" name="Google Shape;1048;g273c535f196_0_42"/>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9" name="Google Shape;1049;g273c535f196_0_42"/>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0" name="Google Shape;1050;g273c535f196_0_42"/>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51" name="Google Shape;1051;g273c535f196_0_42"/>
          <p:cNvGrpSpPr/>
          <p:nvPr/>
        </p:nvGrpSpPr>
        <p:grpSpPr>
          <a:xfrm>
            <a:off x="-550" y="6984600"/>
            <a:ext cx="8596479" cy="808600"/>
            <a:chOff x="-550" y="6984600"/>
            <a:chExt cx="8596479" cy="808600"/>
          </a:xfrm>
        </p:grpSpPr>
        <p:sp>
          <p:nvSpPr>
            <p:cNvPr id="1052" name="Google Shape;1052;g273c535f196_0_42"/>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3" name="Google Shape;1053;g273c535f196_0_42"/>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4" name="Google Shape;1054;g273c535f196_0_42"/>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5" name="Google Shape;1055;g273c535f196_0_42"/>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6" name="Google Shape;1056;g273c535f196_0_42"/>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7" name="Google Shape;1057;g273c535f196_0_42"/>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8" name="Google Shape;1058;g273c535f196_0_42"/>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59" name="Google Shape;1059;g273c535f196_0_42"/>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60" name="Google Shape;1060;g273c535f196_0_42"/>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61" name="Google Shape;1061;g273c535f196_0_42"/>
          <p:cNvSpPr/>
          <p:nvPr/>
        </p:nvSpPr>
        <p:spPr>
          <a:xfrm>
            <a:off x="3412675" y="4011900"/>
            <a:ext cx="18669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2" name="Google Shape;1062;g273c535f196_0_42"/>
          <p:cNvSpPr/>
          <p:nvPr/>
        </p:nvSpPr>
        <p:spPr>
          <a:xfrm>
            <a:off x="5516575" y="4011900"/>
            <a:ext cx="1433100" cy="180000"/>
          </a:xfrm>
          <a:prstGeom prst="rect">
            <a:avLst/>
          </a:prstGeom>
          <a:solidFill>
            <a:srgbClr val="2356A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7"/>
        <p:cNvGrpSpPr/>
        <p:nvPr/>
      </p:nvGrpSpPr>
      <p:grpSpPr>
        <a:xfrm>
          <a:off x="0" y="0"/>
          <a:ext cx="0" cy="0"/>
          <a:chOff x="0" y="0"/>
          <a:chExt cx="0" cy="0"/>
        </a:xfrm>
      </p:grpSpPr>
      <p:sp>
        <p:nvSpPr>
          <p:cNvPr id="1068" name="Google Shape;106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69" name="Google Shape;106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76" name="Google Shape;107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77" name="Google Shape;107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78" name="Google Shape;107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85" name="Google Shape;108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86" name="Google Shape;1086;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87" name="Google Shape;108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94" name="Google Shape;109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95" name="Google Shape;109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96" name="Google Shape;109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103" name="Google Shape;110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104" name="Google Shape;110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105" name="Google Shape;110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g26b641b03cd_0_301"/>
          <p:cNvSpPr txBox="1">
            <a:spLocks noGrp="1"/>
          </p:cNvSpPr>
          <p:nvPr>
            <p:ph type="title"/>
          </p:nvPr>
        </p:nvSpPr>
        <p:spPr>
          <a:xfrm>
            <a:off x="801400" y="5568500"/>
            <a:ext cx="7541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12" name="Google Shape;111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13" name="Google Shape;111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14" name="Google Shape;1114;g26b641b03cd_0_301"/>
          <p:cNvPicPr preferRelativeResize="0"/>
          <p:nvPr/>
        </p:nvPicPr>
        <p:blipFill rotWithShape="1">
          <a:blip r:embed="rId3">
            <a:alphaModFix/>
          </a:blip>
          <a:srcRect l="59" r="59"/>
          <a:stretch/>
        </p:blipFill>
        <p:spPr>
          <a:xfrm>
            <a:off x="1167450" y="2026425"/>
            <a:ext cx="3273401" cy="2339253"/>
          </a:xfrm>
          <a:prstGeom prst="rect">
            <a:avLst/>
          </a:prstGeom>
          <a:noFill/>
          <a:ln>
            <a:noFill/>
          </a:ln>
          <a:effectLst>
            <a:outerShdw blurRad="71438" dist="19050" dir="5400000" algn="bl" rotWithShape="0">
              <a:srgbClr val="000000">
                <a:alpha val="17254"/>
              </a:srgbClr>
            </a:outerShdw>
          </a:effectLst>
        </p:spPr>
      </p:pic>
      <p:pic>
        <p:nvPicPr>
          <p:cNvPr id="1115" name="Google Shape;1115;g26b641b03cd_0_301"/>
          <p:cNvPicPr preferRelativeResize="0"/>
          <p:nvPr/>
        </p:nvPicPr>
        <p:blipFill rotWithShape="1">
          <a:blip r:embed="rId4">
            <a:alphaModFix/>
          </a:blip>
          <a:srcRect l="59" r="59"/>
          <a:stretch/>
        </p:blipFill>
        <p:spPr>
          <a:xfrm>
            <a:off x="4703149" y="2026425"/>
            <a:ext cx="3273401" cy="2339253"/>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2" name="Google Shape;1122;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23" name="Google Shape;1123;g26b641b03cd_0_308"/>
          <p:cNvSpPr txBox="1">
            <a:spLocks noGrp="1"/>
          </p:cNvSpPr>
          <p:nvPr>
            <p:ph type="title"/>
          </p:nvPr>
        </p:nvSpPr>
        <p:spPr>
          <a:xfrm>
            <a:off x="839475" y="5568500"/>
            <a:ext cx="7464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24" name="Google Shape;1124;g26b641b03cd_0_308"/>
          <p:cNvPicPr preferRelativeResize="0"/>
          <p:nvPr/>
        </p:nvPicPr>
        <p:blipFill rotWithShape="1">
          <a:blip r:embed="rId3">
            <a:alphaModFix/>
          </a:blip>
          <a:srcRect l="59" r="59"/>
          <a:stretch/>
        </p:blipFill>
        <p:spPr>
          <a:xfrm>
            <a:off x="1167450" y="2026425"/>
            <a:ext cx="3273401" cy="2339253"/>
          </a:xfrm>
          <a:prstGeom prst="rect">
            <a:avLst/>
          </a:prstGeom>
          <a:noFill/>
          <a:ln>
            <a:noFill/>
          </a:ln>
          <a:effectLst>
            <a:outerShdw blurRad="71438" dist="19050" dir="5400000" algn="bl" rotWithShape="0">
              <a:srgbClr val="000000">
                <a:alpha val="17254"/>
              </a:srgbClr>
            </a:outerShdw>
          </a:effectLst>
        </p:spPr>
      </p:pic>
      <p:pic>
        <p:nvPicPr>
          <p:cNvPr id="1125" name="Google Shape;1125;g26b641b03cd_0_308"/>
          <p:cNvPicPr preferRelativeResize="0"/>
          <p:nvPr/>
        </p:nvPicPr>
        <p:blipFill rotWithShape="1">
          <a:blip r:embed="rId4">
            <a:alphaModFix/>
          </a:blip>
          <a:srcRect l="59" r="59"/>
          <a:stretch/>
        </p:blipFill>
        <p:spPr>
          <a:xfrm>
            <a:off x="4703149" y="2026425"/>
            <a:ext cx="3273401" cy="2339253"/>
          </a:xfrm>
          <a:prstGeom prst="rect">
            <a:avLst/>
          </a:prstGeom>
          <a:noFill/>
          <a:ln>
            <a:noFill/>
          </a:ln>
          <a:effectLst>
            <a:outerShdw blurRad="71438" dist="19050" dir="5400000" algn="bl" rotWithShape="0">
              <a:srgbClr val="000000">
                <a:alpha val="17254"/>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g273c535f196_0_7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32" name="Google Shape;1132;g273c535f196_0_7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33" name="Google Shape;1133;g273c535f196_0_77"/>
          <p:cNvGrpSpPr/>
          <p:nvPr/>
        </p:nvGrpSpPr>
        <p:grpSpPr>
          <a:xfrm>
            <a:off x="3024000" y="209875"/>
            <a:ext cx="3096000" cy="454800"/>
            <a:chOff x="3024000" y="209875"/>
            <a:chExt cx="3096000" cy="454800"/>
          </a:xfrm>
        </p:grpSpPr>
        <p:sp>
          <p:nvSpPr>
            <p:cNvPr id="1134" name="Google Shape;1134;g273c535f196_0_77"/>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5" name="Google Shape;1135;g273c535f196_0_77"/>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6" name="Google Shape;1136;g273c535f196_0_77"/>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37" name="Google Shape;1137;g273c535f196_0_77"/>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8" name="Google Shape;1138;g273c535f196_0_77"/>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9" name="Google Shape;1139;g273c535f196_0_77"/>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0" name="Google Shape;1140;g273c535f196_0_77"/>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1" name="Google Shape;1141;g273c535f196_0_77"/>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2" name="Google Shape;1142;g273c535f196_0_77"/>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43" name="Google Shape;1143;g273c535f196_0_77"/>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4" name="Google Shape;1144;g273c535f196_0_77"/>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45" name="Google Shape;1145;g273c535f196_0_77"/>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
        <p:nvSpPr>
          <p:cNvPr id="1146" name="Google Shape;1146;g273c535f196_0_77"/>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7" name="Google Shape;1147;g273c535f196_0_77"/>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48" name="Google Shape;1148;g273c535f196_0_77"/>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49" name="Google Shape;1149;g273c535f196_0_77"/>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50" name="Google Shape;1150;g273c535f196_0_77"/>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1" name="Google Shape;1151;g273c535f196_0_77"/>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52" name="Google Shape;1152;g273c535f196_0_77"/>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53" name="Google Shape;1153;g273c535f196_0_7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54" name="Google Shape;1154;g273c535f196_0_77"/>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55" name="Google Shape;1155;g273c535f196_0_77"/>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a:t>
            </a:r>
            <a:endParaRPr sz="5500" b="0" i="0" u="none" strike="noStrike" cap="none">
              <a:solidFill>
                <a:srgbClr val="993FA2"/>
              </a:solidFill>
              <a:latin typeface="Jost"/>
              <a:ea typeface="Jost"/>
              <a:cs typeface="Jost"/>
              <a:sym typeface="Jost"/>
            </a:endParaRPr>
          </a:p>
        </p:txBody>
      </p:sp>
      <p:cxnSp>
        <p:nvCxnSpPr>
          <p:cNvPr id="1156" name="Google Shape;1156;g273c535f196_0_77"/>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3" name="Google Shape;116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4" name="Google Shape;1164;g1f3daf8a844_0_64"/>
          <p:cNvGrpSpPr/>
          <p:nvPr/>
        </p:nvGrpSpPr>
        <p:grpSpPr>
          <a:xfrm>
            <a:off x="3024000" y="209875"/>
            <a:ext cx="3096000" cy="454800"/>
            <a:chOff x="3024000" y="209875"/>
            <a:chExt cx="3096000" cy="454800"/>
          </a:xfrm>
        </p:grpSpPr>
        <p:sp>
          <p:nvSpPr>
            <p:cNvPr id="1165" name="Google Shape;116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6" name="Google Shape;116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7" name="Google Shape;116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8" name="Google Shape;1168;g1f3daf8a844_0_6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69" name="Google Shape;116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0" name="Google Shape;117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1" name="Google Shape;117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2" name="Google Shape;117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3" name="Google Shape;1173;g1f3daf8a844_0_64"/>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sense house mouse purse verse nurse</a:t>
            </a:r>
            <a:endParaRPr sz="1800" b="0" i="0" u="none" strike="noStrike" cap="none">
              <a:solidFill>
                <a:srgbClr val="B7B7B7"/>
              </a:solidFill>
              <a:latin typeface="Jost"/>
              <a:ea typeface="Jost"/>
              <a:cs typeface="Jost"/>
              <a:sym typeface="Jost"/>
            </a:endParaRPr>
          </a:p>
        </p:txBody>
      </p:sp>
      <p:sp>
        <p:nvSpPr>
          <p:cNvPr id="1174" name="Google Shape;1174;g1f3daf8a844_0_64"/>
          <p:cNvSpPr txBox="1"/>
          <p:nvPr/>
        </p:nvSpPr>
        <p:spPr>
          <a:xfrm>
            <a:off x="2141809"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75" name="Google Shape;1175;g1f3daf8a844_0_64"/>
          <p:cNvSpPr txBox="1"/>
          <p:nvPr/>
        </p:nvSpPr>
        <p:spPr>
          <a:xfrm>
            <a:off x="5023937"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76" name="Google Shape;1176;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77" name="Google Shape;1177;g1f3daf8a844_0_64"/>
          <p:cNvSpPr txBox="1"/>
          <p:nvPr/>
        </p:nvSpPr>
        <p:spPr>
          <a:xfrm>
            <a:off x="406322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178" name="Google Shape;1178;g1f3daf8a844_0_6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79" name="Google Shape;1179;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815137"/>
                </a:solidFill>
                <a:latin typeface="Jost"/>
                <a:ea typeface="Jost"/>
                <a:cs typeface="Jost"/>
                <a:sym typeface="Jost"/>
              </a:rPr>
              <a:t>ou</a:t>
            </a:r>
            <a:endParaRPr sz="5500" b="0" i="0" u="none" strike="noStrike" cap="none">
              <a:solidFill>
                <a:srgbClr val="815137"/>
              </a:solidFill>
              <a:latin typeface="Jost"/>
              <a:ea typeface="Jost"/>
              <a:cs typeface="Jost"/>
              <a:sym typeface="Jost"/>
            </a:endParaRPr>
          </a:p>
        </p:txBody>
      </p:sp>
      <p:sp>
        <p:nvSpPr>
          <p:cNvPr id="1180" name="Google Shape;1180;g1f3daf8a844_0_64"/>
          <p:cNvSpPr txBox="1"/>
          <p:nvPr/>
        </p:nvSpPr>
        <p:spPr>
          <a:xfrm>
            <a:off x="214180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81" name="Google Shape;1181;g1f3daf8a844_0_64"/>
          <p:cNvSpPr txBox="1"/>
          <p:nvPr/>
        </p:nvSpPr>
        <p:spPr>
          <a:xfrm>
            <a:off x="502393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182" name="Google Shape;1182;g1f3daf8a844_0_64"/>
          <p:cNvSpPr txBox="1"/>
          <p:nvPr/>
        </p:nvSpPr>
        <p:spPr>
          <a:xfrm>
            <a:off x="11811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83" name="Google Shape;1183;g1f3daf8a844_0_64"/>
          <p:cNvSpPr txBox="1"/>
          <p:nvPr/>
        </p:nvSpPr>
        <p:spPr>
          <a:xfrm>
            <a:off x="310251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184" name="Google Shape;1184;g1f3daf8a844_0_64"/>
          <p:cNvSpPr txBox="1"/>
          <p:nvPr/>
        </p:nvSpPr>
        <p:spPr>
          <a:xfrm>
            <a:off x="406322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85" name="Google Shape;1185;g1f3daf8a844_0_64"/>
          <p:cNvSpPr txBox="1"/>
          <p:nvPr/>
        </p:nvSpPr>
        <p:spPr>
          <a:xfrm>
            <a:off x="3102518"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6" name="Google Shape;1186;g1f3daf8a844_0_64"/>
          <p:cNvSpPr txBox="1"/>
          <p:nvPr/>
        </p:nvSpPr>
        <p:spPr>
          <a:xfrm>
            <a:off x="69453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87" name="Google Shape;1187;g1f3daf8a844_0_6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A</a:t>
            </a:r>
            <a:endParaRPr/>
          </a:p>
        </p:txBody>
      </p:sp>
      <p:sp>
        <p:nvSpPr>
          <p:cNvPr id="1188" name="Google Shape;1188;g1f3daf8a844_0_64"/>
          <p:cNvSpPr txBox="1"/>
          <p:nvPr/>
        </p:nvSpPr>
        <p:spPr>
          <a:xfrm>
            <a:off x="598464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89" name="Google Shape;1189;g1f3daf8a844_0_64"/>
          <p:cNvSpPr txBox="1"/>
          <p:nvPr/>
        </p:nvSpPr>
        <p:spPr>
          <a:xfrm>
            <a:off x="598464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ur</a:t>
            </a:r>
            <a:endParaRPr sz="5500" b="0" i="0" u="none" strike="noStrike" cap="none">
              <a:solidFill>
                <a:srgbClr val="993FA2"/>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509</Words>
  <Application>Microsoft Office PowerPoint</Application>
  <PresentationFormat>On-screen Show (4:3)</PresentationFormat>
  <Paragraphs>171</Paragraphs>
  <Slides>26</Slides>
  <Notes>26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Poppins Medium</vt:lpstr>
      <vt:lpstr>Jost</vt:lpstr>
      <vt:lpstr>Arial</vt:lpstr>
      <vt:lpstr>Poppins</vt:lpstr>
      <vt:lpstr>Nunito Black</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 want.</vt:lpstr>
      <vt:lpstr>PowerPoint Presentation</vt:lpstr>
      <vt:lpstr>Review Phase 5.5 Common Exception Words…many friend very busy pretty once.</vt:lpstr>
      <vt:lpstr>Review Grapheme Caption</vt:lpstr>
      <vt:lpstr>Teach Grapheme Caption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2026-05-29T02:45:42Z</dcterms:modified>
</cp:coreProperties>
</file>