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9144000" cy="6858000" type="screen4x3"/>
  <p:notesSz cx="6858000" cy="9144000"/>
  <p:embeddedFontLst>
    <p:embeddedFont>
      <p:font typeface="Jost" panose="020B0604020202020204" charset="0"/>
      <p:regular r:id="rId26"/>
      <p:bold r:id="rId27"/>
      <p:italic r:id="rId28"/>
      <p:boldItalic r:id="rId29"/>
    </p:embeddedFont>
    <p:embeddedFont>
      <p:font typeface="Nunito Black" pitchFamily="2" charset="0"/>
      <p:bold r:id="rId30"/>
      <p:boldItalic r:id="rId31"/>
    </p:embeddedFont>
    <p:embeddedFont>
      <p:font typeface="Poppins" panose="00000500000000000000" pitchFamily="2" charset="0"/>
      <p:regular r:id="rId32"/>
      <p:bold r:id="rId33"/>
      <p:italic r:id="rId34"/>
      <p:boldItalic r:id="rId35"/>
    </p:embeddedFont>
    <p:embeddedFont>
      <p:font typeface="Poppins Medium" panose="00000600000000000000" pitchFamily="2" charset="0"/>
      <p:regular r:id="rId36"/>
      <p:bold r:id="rId37"/>
      <p:italic r:id="rId38"/>
      <p:boldItalic r:id="rId39"/>
    </p:embeddedFont>
    <p:embeddedFont>
      <p:font typeface="Poppins SemiBold" panose="00000700000000000000" pitchFamily="2" charset="0"/>
      <p:regular r:id="rId40"/>
      <p:bold r:id="rId41"/>
      <p:italic r:id="rId42"/>
      <p:boldItalic r:id="rId4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0" roundtripDataSignature="AMtx7mjjBc9Rr0uPsYhU1/kxyUL+oXOxh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234F081-EAAD-4938-B383-96294C6A1BD3}">
  <a:tblStyle styleId="{9234F081-EAAD-4938-B383-96294C6A1BD3}"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9" d="100"/>
          <a:sy n="59" d="100"/>
        </p:scale>
        <p:origin x="1500" y="2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9" Type="http://schemas.openxmlformats.org/officeDocument/2006/relationships/font" Target="fonts/font14.fntdata"/><Relationship Id="rId21" Type="http://schemas.openxmlformats.org/officeDocument/2006/relationships/slide" Target="slides/slide20.xml"/><Relationship Id="rId34" Type="http://schemas.openxmlformats.org/officeDocument/2006/relationships/font" Target="fonts/font9.fntdata"/><Relationship Id="rId42" Type="http://schemas.openxmlformats.org/officeDocument/2006/relationships/font" Target="fonts/font17.fntdata"/><Relationship Id="rId50" Type="http://customschemas.google.com/relationships/presentationmetadata" Target="meta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7.fntdata"/><Relationship Id="rId37" Type="http://schemas.openxmlformats.org/officeDocument/2006/relationships/font" Target="fonts/font12.fntdata"/><Relationship Id="rId40" Type="http://schemas.openxmlformats.org/officeDocument/2006/relationships/font" Target="fonts/font15.fntdata"/><Relationship Id="rId53"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36" Type="http://schemas.openxmlformats.org/officeDocument/2006/relationships/font" Target="fonts/font11.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6.fntdata"/><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font" Target="fonts/font10.fntdata"/><Relationship Id="rId43" Type="http://schemas.openxmlformats.org/officeDocument/2006/relationships/font" Target="fonts/font18.fntdata"/><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openxmlformats.org/officeDocument/2006/relationships/font" Target="fonts/font8.fntdata"/><Relationship Id="rId38" Type="http://schemas.openxmlformats.org/officeDocument/2006/relationships/font" Target="fonts/font13.fntdata"/><Relationship Id="rId20" Type="http://schemas.openxmlformats.org/officeDocument/2006/relationships/slide" Target="slides/slide19.xml"/><Relationship Id="rId41" Type="http://schemas.openxmlformats.org/officeDocument/2006/relationships/font" Target="fonts/font16.fntdata"/><Relationship Id="rId5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7"/>
        <p:cNvGrpSpPr/>
        <p:nvPr/>
      </p:nvGrpSpPr>
      <p:grpSpPr>
        <a:xfrm>
          <a:off x="0" y="0"/>
          <a:ext cx="0" cy="0"/>
          <a:chOff x="0" y="0"/>
          <a:chExt cx="0" cy="0"/>
        </a:xfrm>
      </p:grpSpPr>
      <p:sp>
        <p:nvSpPr>
          <p:cNvPr id="648" name="Google Shape;648;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49" name="Google Shape;649;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6"/>
        <p:cNvGrpSpPr/>
        <p:nvPr/>
      </p:nvGrpSpPr>
      <p:grpSpPr>
        <a:xfrm>
          <a:off x="0" y="0"/>
          <a:ext cx="0" cy="0"/>
          <a:chOff x="0" y="0"/>
          <a:chExt cx="0" cy="0"/>
        </a:xfrm>
      </p:grpSpPr>
      <p:sp>
        <p:nvSpPr>
          <p:cNvPr id="657" name="Google Shape;657;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58" name="Google Shape;658;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59" name="Google Shape;659;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5"/>
        <p:cNvGrpSpPr/>
        <p:nvPr/>
      </p:nvGrpSpPr>
      <p:grpSpPr>
        <a:xfrm>
          <a:off x="0" y="0"/>
          <a:ext cx="0" cy="0"/>
          <a:chOff x="0" y="0"/>
          <a:chExt cx="0" cy="0"/>
        </a:xfrm>
      </p:grpSpPr>
      <p:sp>
        <p:nvSpPr>
          <p:cNvPr id="676" name="Google Shape;676;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77" name="Google Shape;677;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78" name="Google Shape;678;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5"/>
        <p:cNvGrpSpPr/>
        <p:nvPr/>
      </p:nvGrpSpPr>
      <p:grpSpPr>
        <a:xfrm>
          <a:off x="0" y="0"/>
          <a:ext cx="0" cy="0"/>
          <a:chOff x="0" y="0"/>
          <a:chExt cx="0" cy="0"/>
        </a:xfrm>
      </p:grpSpPr>
      <p:sp>
        <p:nvSpPr>
          <p:cNvPr id="706" name="Google Shape;706;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07" name="Google Shape;707;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08" name="Google Shape;708;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1"/>
        <p:cNvGrpSpPr/>
        <p:nvPr/>
      </p:nvGrpSpPr>
      <p:grpSpPr>
        <a:xfrm>
          <a:off x="0" y="0"/>
          <a:ext cx="0" cy="0"/>
          <a:chOff x="0" y="0"/>
          <a:chExt cx="0" cy="0"/>
        </a:xfrm>
      </p:grpSpPr>
      <p:sp>
        <p:nvSpPr>
          <p:cNvPr id="742" name="Google Shape;742;g2c298da1f27_0_4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3" name="Google Shape;743;g2c298da1f27_0_4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44" name="Google Shape;744;g2c298da1f27_0_4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9"/>
        <p:cNvGrpSpPr/>
        <p:nvPr/>
      </p:nvGrpSpPr>
      <p:grpSpPr>
        <a:xfrm>
          <a:off x="0" y="0"/>
          <a:ext cx="0" cy="0"/>
          <a:chOff x="0" y="0"/>
          <a:chExt cx="0" cy="0"/>
        </a:xfrm>
      </p:grpSpPr>
      <p:sp>
        <p:nvSpPr>
          <p:cNvPr id="790" name="Google Shape;790;g2cdbdd49f8e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1" name="Google Shape;791;g2cdbdd49f8e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92" name="Google Shape;792;g2cdbdd49f8e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6"/>
        <p:cNvGrpSpPr/>
        <p:nvPr/>
      </p:nvGrpSpPr>
      <p:grpSpPr>
        <a:xfrm>
          <a:off x="0" y="0"/>
          <a:ext cx="0" cy="0"/>
          <a:chOff x="0" y="0"/>
          <a:chExt cx="0" cy="0"/>
        </a:xfrm>
      </p:grpSpPr>
      <p:sp>
        <p:nvSpPr>
          <p:cNvPr id="817" name="Google Shape;817;g26b7edf6e71_0_10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8" name="Google Shape;818;g26b7edf6e71_0_10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19" name="Google Shape;819;g26b7edf6e71_0_10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7"/>
        <p:cNvGrpSpPr/>
        <p:nvPr/>
      </p:nvGrpSpPr>
      <p:grpSpPr>
        <a:xfrm>
          <a:off x="0" y="0"/>
          <a:ext cx="0" cy="0"/>
          <a:chOff x="0" y="0"/>
          <a:chExt cx="0" cy="0"/>
        </a:xfrm>
      </p:grpSpPr>
      <p:sp>
        <p:nvSpPr>
          <p:cNvPr id="838" name="Google Shape;838;g2c298d33e0c_0_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39" name="Google Shape;839;g2c298d33e0c_0_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40" name="Google Shape;840;g2c298d33e0c_0_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2"/>
        <p:cNvGrpSpPr/>
        <p:nvPr/>
      </p:nvGrpSpPr>
      <p:grpSpPr>
        <a:xfrm>
          <a:off x="0" y="0"/>
          <a:ext cx="0" cy="0"/>
          <a:chOff x="0" y="0"/>
          <a:chExt cx="0" cy="0"/>
        </a:xfrm>
      </p:grpSpPr>
      <p:sp>
        <p:nvSpPr>
          <p:cNvPr id="873" name="Google Shape;873;g2c298da1f27_0_45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4" name="Google Shape;874;g2c298da1f27_0_45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5" name="Google Shape;875;g2c298da1f27_0_45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2"/>
        <p:cNvGrpSpPr/>
        <p:nvPr/>
      </p:nvGrpSpPr>
      <p:grpSpPr>
        <a:xfrm>
          <a:off x="0" y="0"/>
          <a:ext cx="0" cy="0"/>
          <a:chOff x="0" y="0"/>
          <a:chExt cx="0" cy="0"/>
        </a:xfrm>
      </p:grpSpPr>
      <p:sp>
        <p:nvSpPr>
          <p:cNvPr id="893" name="Google Shape;893;g2c298da1f27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4" name="Google Shape;894;g2c298da1f27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5" name="Google Shape;895;g2c298da1f27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4"/>
        <p:cNvGrpSpPr/>
        <p:nvPr/>
      </p:nvGrpSpPr>
      <p:grpSpPr>
        <a:xfrm>
          <a:off x="0" y="0"/>
          <a:ext cx="0" cy="0"/>
          <a:chOff x="0" y="0"/>
          <a:chExt cx="0" cy="0"/>
        </a:xfrm>
      </p:grpSpPr>
      <p:sp>
        <p:nvSpPr>
          <p:cNvPr id="915" name="Google Shape;915;g2cdbdd193bb_0_34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6" name="Google Shape;916;g2cdbdd193bb_0_34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17" name="Google Shape;917;g2cdbdd193bb_0_34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1"/>
        <p:cNvGrpSpPr/>
        <p:nvPr/>
      </p:nvGrpSpPr>
      <p:grpSpPr>
        <a:xfrm>
          <a:off x="0" y="0"/>
          <a:ext cx="0" cy="0"/>
          <a:chOff x="0" y="0"/>
          <a:chExt cx="0" cy="0"/>
        </a:xfrm>
      </p:grpSpPr>
      <p:sp>
        <p:nvSpPr>
          <p:cNvPr id="942" name="Google Shape;942;g2c186218c5a_0_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3" name="Google Shape;943;g2c186218c5a_0_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4" name="Google Shape;944;g2c186218c5a_0_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4"/>
        <p:cNvGrpSpPr/>
        <p:nvPr/>
      </p:nvGrpSpPr>
      <p:grpSpPr>
        <a:xfrm>
          <a:off x="0" y="0"/>
          <a:ext cx="0" cy="0"/>
          <a:chOff x="0" y="0"/>
          <a:chExt cx="0" cy="0"/>
        </a:xfrm>
      </p:grpSpPr>
      <p:sp>
        <p:nvSpPr>
          <p:cNvPr id="955" name="Google Shape;955;g2e5653a5c66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6" name="Google Shape;956;g2e5653a5c66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57" name="Google Shape;957;g2e5653a5c66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7"/>
        <p:cNvGrpSpPr/>
        <p:nvPr/>
      </p:nvGrpSpPr>
      <p:grpSpPr>
        <a:xfrm>
          <a:off x="0" y="0"/>
          <a:ext cx="0" cy="0"/>
          <a:chOff x="0" y="0"/>
          <a:chExt cx="0" cy="0"/>
        </a:xfrm>
      </p:grpSpPr>
      <p:sp>
        <p:nvSpPr>
          <p:cNvPr id="968" name="Google Shape;968;g2c186218c5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9" name="Google Shape;969;g2c186218c5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70" name="Google Shape;970;g2c186218c5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4"/>
        <p:cNvGrpSpPr/>
        <p:nvPr/>
      </p:nvGrpSpPr>
      <p:grpSpPr>
        <a:xfrm>
          <a:off x="0" y="0"/>
          <a:ext cx="0" cy="0"/>
          <a:chOff x="0" y="0"/>
          <a:chExt cx="0" cy="0"/>
        </a:xfrm>
      </p:grpSpPr>
      <p:sp>
        <p:nvSpPr>
          <p:cNvPr id="975" name="Google Shape;975;g2c4fb7f6616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6" name="Google Shape;976;g2c4fb7f6616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77" name="Google Shape;977;g2c4fb7f6616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1"/>
        <p:cNvGrpSpPr/>
        <p:nvPr/>
      </p:nvGrpSpPr>
      <p:grpSpPr>
        <a:xfrm>
          <a:off x="0" y="0"/>
          <a:ext cx="0" cy="0"/>
          <a:chOff x="0" y="0"/>
          <a:chExt cx="0" cy="0"/>
        </a:xfrm>
      </p:grpSpPr>
      <p:sp>
        <p:nvSpPr>
          <p:cNvPr id="1012" name="Google Shape;1012;g2e59be2f130_0_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3" name="Google Shape;1013;g2e59be2f130_0_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14" name="Google Shape;1014;g2e59be2f130_0_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3"/>
        <p:cNvGrpSpPr/>
        <p:nvPr/>
      </p:nvGrpSpPr>
      <p:grpSpPr>
        <a:xfrm>
          <a:off x="0" y="0"/>
          <a:ext cx="0" cy="0"/>
          <a:chOff x="0" y="0"/>
          <a:chExt cx="0" cy="0"/>
        </a:xfrm>
      </p:grpSpPr>
      <p:sp>
        <p:nvSpPr>
          <p:cNvPr id="1044" name="Google Shape;1044;g2c186218c5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5" name="Google Shape;1045;g2c186218c5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46" name="Google Shape;1046;g2c186218c5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0"/>
        <p:cNvGrpSpPr/>
        <p:nvPr/>
      </p:nvGrpSpPr>
      <p:grpSpPr>
        <a:xfrm>
          <a:off x="0" y="0"/>
          <a:ext cx="0" cy="0"/>
          <a:chOff x="0" y="0"/>
          <a:chExt cx="0" cy="0"/>
        </a:xfrm>
      </p:grpSpPr>
      <p:sp>
        <p:nvSpPr>
          <p:cNvPr id="1051" name="Google Shape;1051;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52" name="Google Shape;1052;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53" name="Google Shape;1053;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9"/>
        <p:cNvGrpSpPr/>
        <p:nvPr/>
      </p:nvGrpSpPr>
      <p:grpSpPr>
        <a:xfrm>
          <a:off x="0" y="0"/>
          <a:ext cx="0" cy="0"/>
          <a:chOff x="0" y="0"/>
          <a:chExt cx="0" cy="0"/>
        </a:xfrm>
      </p:grpSpPr>
      <p:sp>
        <p:nvSpPr>
          <p:cNvPr id="1060" name="Google Shape;1060;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61" name="Google Shape;1061;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62" name="Google Shape;1062;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8"/>
        <p:cNvGrpSpPr/>
        <p:nvPr/>
      </p:nvGrpSpPr>
      <p:grpSpPr>
        <a:xfrm>
          <a:off x="0" y="0"/>
          <a:ext cx="0" cy="0"/>
          <a:chOff x="0" y="0"/>
          <a:chExt cx="0" cy="0"/>
        </a:xfrm>
      </p:grpSpPr>
      <p:sp>
        <p:nvSpPr>
          <p:cNvPr id="1069" name="Google Shape;1069;g26b641b03cd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70" name="Google Shape;1070;g26b641b03cd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71" name="Google Shape;1071;g26b641b03cd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7"/>
        <p:cNvGrpSpPr/>
        <p:nvPr/>
      </p:nvGrpSpPr>
      <p:grpSpPr>
        <a:xfrm>
          <a:off x="0" y="0"/>
          <a:ext cx="0" cy="0"/>
          <a:chOff x="0" y="0"/>
          <a:chExt cx="0" cy="0"/>
        </a:xfrm>
      </p:grpSpPr>
      <p:sp>
        <p:nvSpPr>
          <p:cNvPr id="1078" name="Google Shape;1078;g2c186218c5a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79" name="Google Shape;1079;g2c186218c5a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0" name="Google Shape;1080;g2c186218c5a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6"/>
        <p:cNvGrpSpPr/>
        <p:nvPr/>
      </p:nvGrpSpPr>
      <p:grpSpPr>
        <a:xfrm>
          <a:off x="0" y="0"/>
          <a:ext cx="0" cy="0"/>
          <a:chOff x="0" y="0"/>
          <a:chExt cx="0" cy="0"/>
        </a:xfrm>
      </p:grpSpPr>
      <p:sp>
        <p:nvSpPr>
          <p:cNvPr id="1087" name="Google Shape;1087;g1f3daf8a844_0_6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88" name="Google Shape;1088;g1f3daf8a844_0_6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9" name="Google Shape;1089;g1f3daf8a844_0_6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5"/>
        <p:cNvGrpSpPr/>
        <p:nvPr/>
      </p:nvGrpSpPr>
      <p:grpSpPr>
        <a:xfrm>
          <a:off x="0" y="0"/>
          <a:ext cx="0" cy="0"/>
          <a:chOff x="0" y="0"/>
          <a:chExt cx="0" cy="0"/>
        </a:xfrm>
      </p:grpSpPr>
      <p:sp>
        <p:nvSpPr>
          <p:cNvPr id="1116" name="Google Shape;1116;g2e59be2f130_0_5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17" name="Google Shape;1117;g2e59be2f130_0_5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18" name="Google Shape;1118;g2e59be2f130_0_5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23</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200"/>
              <a:buNone/>
              <a:defRPr sz="32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7" name="Google Shape;17;p14"/>
          <p:cNvSpPr txBox="1"/>
          <p:nvPr/>
        </p:nvSpPr>
        <p:spPr>
          <a:xfrm>
            <a:off x="804225" y="1600125"/>
            <a:ext cx="53946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CB3D85"/>
                </a:solidFill>
                <a:latin typeface="Poppins SemiBold"/>
                <a:ea typeface="Poppins SemiBold"/>
                <a:cs typeface="Poppins SemiBold"/>
                <a:sym typeface="Poppins SemiBold"/>
              </a:rPr>
              <a:t>Phase 5.5</a:t>
            </a:r>
            <a:endParaRPr sz="6000" b="0" i="0" u="none" strike="noStrike" cap="none">
              <a:solidFill>
                <a:srgbClr val="CB3D85"/>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600"/>
            <a:chOff x="-36800" y="-52000"/>
            <a:chExt cx="9236100" cy="54360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5905920" y="8810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30" name="Google Shape;30;p14"/>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31" name="Google Shape;31;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32" name="Google Shape;32;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33" name="Google Shape;33;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34" name="Google Shape;34;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 name="Google Shape;35;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36" name="Google Shape;36;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 name="Google Shape;37;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38" name="Google Shape;38;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39" name="Google Shape;39;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 name="Google Shape;40;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215966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2616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6" name="Google Shape;4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Objective</a:t>
            </a:r>
            <a:endParaRPr sz="3200" b="0" i="0" u="none" strike="noStrike" cap="none">
              <a:solidFill>
                <a:srgbClr val="CB3D85"/>
              </a:solidFill>
              <a:latin typeface="Poppins Medium"/>
              <a:ea typeface="Poppins Medium"/>
              <a:cs typeface="Poppins Medium"/>
              <a:sym typeface="Poppins Medium"/>
            </a:endParaRPr>
          </a:p>
        </p:txBody>
      </p:sp>
      <p:sp>
        <p:nvSpPr>
          <p:cNvPr id="47" name="Google Shape;47;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8" name="Google Shape;48;p15"/>
          <p:cNvGrpSpPr/>
          <p:nvPr/>
        </p:nvGrpSpPr>
        <p:grpSpPr>
          <a:xfrm>
            <a:off x="357775" y="5983875"/>
            <a:ext cx="586800" cy="571500"/>
            <a:chOff x="662575" y="6212475"/>
            <a:chExt cx="586800" cy="571500"/>
          </a:xfrm>
        </p:grpSpPr>
        <p:sp>
          <p:nvSpPr>
            <p:cNvPr id="49" name="Google Shape;49;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 name="Google Shape;50;p1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 name="Google Shape;51;p1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2" name="Google Shape;52;p15"/>
          <p:cNvSpPr txBox="1"/>
          <p:nvPr/>
        </p:nvSpPr>
        <p:spPr>
          <a:xfrm>
            <a:off x="856314" y="2124410"/>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Review</a:t>
            </a:r>
            <a:endParaRPr sz="3200" b="0" i="0" u="none" strike="noStrike" cap="none">
              <a:solidFill>
                <a:srgbClr val="CB3D85"/>
              </a:solidFill>
              <a:latin typeface="Poppins Medium"/>
              <a:ea typeface="Poppins Medium"/>
              <a:cs typeface="Poppins Medium"/>
              <a:sym typeface="Poppins Medium"/>
            </a:endParaRPr>
          </a:p>
        </p:txBody>
      </p:sp>
      <p:cxnSp>
        <p:nvCxnSpPr>
          <p:cNvPr id="53" name="Google Shape;53;p15"/>
          <p:cNvCxnSpPr/>
          <p:nvPr/>
        </p:nvCxnSpPr>
        <p:spPr>
          <a:xfrm>
            <a:off x="865586" y="3078360"/>
            <a:ext cx="7283100" cy="0"/>
          </a:xfrm>
          <a:prstGeom prst="straightConnector1">
            <a:avLst/>
          </a:prstGeom>
          <a:noFill/>
          <a:ln w="9525" cap="flat" cmpd="sng">
            <a:solidFill>
              <a:srgbClr val="BFBFBF"/>
            </a:solidFill>
            <a:prstDash val="solid"/>
            <a:miter lim="800000"/>
            <a:headEnd type="none" w="sm" len="sm"/>
            <a:tailEnd type="none" w="sm" len="sm"/>
          </a:ln>
        </p:spPr>
      </p:cxnSp>
      <p:cxnSp>
        <p:nvCxnSpPr>
          <p:cNvPr id="54" name="Google Shape;54;p15"/>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5" name="Google Shape;55;p15"/>
          <p:cNvGrpSpPr/>
          <p:nvPr/>
        </p:nvGrpSpPr>
        <p:grpSpPr>
          <a:xfrm>
            <a:off x="8199150" y="5983875"/>
            <a:ext cx="586800" cy="571500"/>
            <a:chOff x="7894350" y="6212475"/>
            <a:chExt cx="586800" cy="571500"/>
          </a:xfrm>
        </p:grpSpPr>
        <p:sp>
          <p:nvSpPr>
            <p:cNvPr id="56" name="Google Shape;56;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 name="Google Shape;57;p1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 name="Google Shape;58;p1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 name="Google Shape;59;p15"/>
          <p:cNvGrpSpPr/>
          <p:nvPr/>
        </p:nvGrpSpPr>
        <p:grpSpPr>
          <a:xfrm>
            <a:off x="-36800" y="-52000"/>
            <a:ext cx="9236100" cy="543600"/>
            <a:chOff x="-36800" y="-52000"/>
            <a:chExt cx="9236100" cy="54360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5905920" y="88100"/>
              <a:ext cx="1337400" cy="403500"/>
              <a:chOff x="565600" y="88250"/>
              <a:chExt cx="1337400" cy="403500"/>
            </a:xfrm>
          </p:grpSpPr>
          <p:sp>
            <p:nvSpPr>
              <p:cNvPr id="62" name="Google Shape;62;p15"/>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63" name="Google Shape;63;p15"/>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64" name="Google Shape;64;p15"/>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65" name="Google Shape;65;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66" name="Google Shape;66;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67" name="Google Shape;67;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68" name="Google Shape;68;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 name="Google Shape;69;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0" name="Google Shape;70;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 name="Google Shape;71;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2" name="Google Shape;72;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73" name="Google Shape;73;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 name="Google Shape;74;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8" name="Google Shape;7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600"/>
            <a:chOff x="-36800" y="-52000"/>
            <a:chExt cx="9236100" cy="543600"/>
          </a:xfrm>
        </p:grpSpPr>
        <p:sp>
          <p:nvSpPr>
            <p:cNvPr id="88" name="Google Shape;88;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9" name="Google Shape;89;g26b641b03cd_1_92"/>
            <p:cNvGrpSpPr/>
            <p:nvPr/>
          </p:nvGrpSpPr>
          <p:grpSpPr>
            <a:xfrm>
              <a:off x="5905920" y="88100"/>
              <a:ext cx="1337400" cy="403500"/>
              <a:chOff x="565600" y="88250"/>
              <a:chExt cx="1337400" cy="403500"/>
            </a:xfrm>
          </p:grpSpPr>
          <p:sp>
            <p:nvSpPr>
              <p:cNvPr id="90" name="Google Shape;90;g26b641b03cd_1_92"/>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91" name="Google Shape;91;g26b641b03cd_1_92"/>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92" name="Google Shape;92;g26b641b03cd_1_92"/>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94" name="Google Shape;94;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95" name="Google Shape;95;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96" name="Google Shape;96;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 name="Google Shape;97;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98" name="Google Shape;98;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 name="Google Shape;99;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00" name="Google Shape;100;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01" name="Google Shape;101;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 name="Google Shape;102;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3"/>
        <p:cNvGrpSpPr/>
        <p:nvPr/>
      </p:nvGrpSpPr>
      <p:grpSpPr>
        <a:xfrm>
          <a:off x="0" y="0"/>
          <a:ext cx="0" cy="0"/>
          <a:chOff x="0" y="0"/>
          <a:chExt cx="0" cy="0"/>
        </a:xfrm>
      </p:grpSpPr>
      <p:sp>
        <p:nvSpPr>
          <p:cNvPr id="104" name="Google Shape;104;g26b641b03cd_0_3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0_3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06" name="Google Shape;106;g26b641b03cd_0_33"/>
          <p:cNvSpPr/>
          <p:nvPr/>
        </p:nvSpPr>
        <p:spPr>
          <a:xfrm rot="5400000">
            <a:off x="7628802" y="23958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g26b641b03cd_0_3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6b641b03cd_0_3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0" name="Google Shape;110;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Sound Family /j/ - g</a:t>
            </a:r>
            <a:endParaRPr sz="1800" b="0" i="0" u="none" strike="noStrike" cap="none">
              <a:solidFill>
                <a:srgbClr val="FFFFFF"/>
              </a:solidFill>
              <a:latin typeface="Poppins SemiBold"/>
              <a:ea typeface="Poppins SemiBold"/>
              <a:cs typeface="Poppins SemiBold"/>
              <a:sym typeface="Poppins SemiBold"/>
            </a:endParaRPr>
          </a:p>
        </p:txBody>
      </p:sp>
      <p:sp>
        <p:nvSpPr>
          <p:cNvPr id="111" name="Google Shape;111;g26b641b03cd_0_3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Week 10.1 - Monday</a:t>
            </a:r>
            <a:endParaRPr sz="1800" b="0" i="0" u="none" strike="noStrike" cap="none">
              <a:solidFill>
                <a:srgbClr val="CB3D85"/>
              </a:solidFill>
              <a:latin typeface="Poppins Medium"/>
              <a:ea typeface="Poppins Medium"/>
              <a:cs typeface="Poppins Medium"/>
              <a:sym typeface="Poppins Medium"/>
            </a:endParaRPr>
          </a:p>
        </p:txBody>
      </p:sp>
      <p:sp>
        <p:nvSpPr>
          <p:cNvPr id="112" name="Google Shape;112;g26b641b03cd_0_33"/>
          <p:cNvSpPr txBox="1"/>
          <p:nvPr/>
        </p:nvSpPr>
        <p:spPr>
          <a:xfrm rot="5400000">
            <a:off x="6707775" y="59614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Lesson 46</a:t>
            </a:r>
            <a:endParaRPr sz="1800" b="0" i="0" u="none" strike="noStrike" cap="none">
              <a:solidFill>
                <a:srgbClr val="CB3D85"/>
              </a:solidFill>
              <a:latin typeface="Poppins Medium"/>
              <a:ea typeface="Poppins Medium"/>
              <a:cs typeface="Poppins Medium"/>
              <a:sym typeface="Poppins Medium"/>
            </a:endParaRPr>
          </a:p>
        </p:txBody>
      </p:sp>
      <p:sp>
        <p:nvSpPr>
          <p:cNvPr id="113" name="Google Shape;113;g26b641b03cd_0_3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sp>
        <p:nvSpPr>
          <p:cNvPr id="114" name="Google Shape;114;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5" name="Google Shape;115;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6" name="Google Shape;116;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CB3D85"/>
              </a:buClr>
              <a:buSzPts val="3200"/>
              <a:buFont typeface="Poppins Medium"/>
              <a:buNone/>
              <a:defRPr sz="3200">
                <a:solidFill>
                  <a:srgbClr val="CB3D85"/>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7" name="Google Shape;117;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8" name="Google Shape;118;g26b641b03cd_0_33"/>
          <p:cNvGrpSpPr/>
          <p:nvPr/>
        </p:nvGrpSpPr>
        <p:grpSpPr>
          <a:xfrm>
            <a:off x="662575" y="6212475"/>
            <a:ext cx="586800" cy="571500"/>
            <a:chOff x="662575" y="6212475"/>
            <a:chExt cx="586800" cy="571500"/>
          </a:xfrm>
        </p:grpSpPr>
        <p:sp>
          <p:nvSpPr>
            <p:cNvPr id="119" name="Google Shape;119;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2" name="Google Shape;122;g26b641b03cd_0_33"/>
          <p:cNvGrpSpPr/>
          <p:nvPr/>
        </p:nvGrpSpPr>
        <p:grpSpPr>
          <a:xfrm>
            <a:off x="7894350" y="6212475"/>
            <a:ext cx="586800" cy="571500"/>
            <a:chOff x="7894350" y="6212475"/>
            <a:chExt cx="586800" cy="571500"/>
          </a:xfrm>
        </p:grpSpPr>
        <p:sp>
          <p:nvSpPr>
            <p:cNvPr id="123" name="Google Shape;123;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4" name="Google Shape;124;g26b641b03cd_0_3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b641b03cd_0_3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26" name="Google Shape;126;g26b641b03cd_0_33"/>
          <p:cNvSpPr txBox="1">
            <a:spLocks noGrp="1"/>
          </p:cNvSpPr>
          <p:nvPr>
            <p:ph type="subTitle" idx="2"/>
          </p:nvPr>
        </p:nvSpPr>
        <p:spPr>
          <a:xfrm>
            <a:off x="1360500" y="5233050"/>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1pPr>
            <a:lvl2pPr lvl="1"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2pPr>
            <a:lvl3pPr lvl="2"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3pPr>
            <a:lvl4pPr lvl="3"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4pPr>
            <a:lvl5pPr lvl="4"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5pPr>
            <a:lvl6pPr lvl="5"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6pPr>
            <a:lvl7pPr lvl="6"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7pPr>
            <a:lvl8pPr lvl="7"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8pPr>
            <a:lvl9pPr lvl="8"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60"/>
        <p:cNvGrpSpPr/>
        <p:nvPr/>
      </p:nvGrpSpPr>
      <p:grpSpPr>
        <a:xfrm>
          <a:off x="0" y="0"/>
          <a:ext cx="0" cy="0"/>
          <a:chOff x="0" y="0"/>
          <a:chExt cx="0" cy="0"/>
        </a:xfrm>
      </p:grpSpPr>
      <p:sp>
        <p:nvSpPr>
          <p:cNvPr id="161" name="Google Shape;161;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62" name="Google Shape;162;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End of Session</a:t>
            </a:r>
            <a:endParaRPr sz="3200" b="0" i="0" u="none" strike="noStrike" cap="none">
              <a:solidFill>
                <a:srgbClr val="CB3D85"/>
              </a:solidFill>
              <a:latin typeface="Poppins Medium"/>
              <a:ea typeface="Poppins Medium"/>
              <a:cs typeface="Poppins Medium"/>
              <a:sym typeface="Poppins Medium"/>
            </a:endParaRPr>
          </a:p>
        </p:txBody>
      </p:sp>
      <p:cxnSp>
        <p:nvCxnSpPr>
          <p:cNvPr id="163" name="Google Shape;163;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64" name="Google Shape;164;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5" name="Google Shape;165;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67" name="Google Shape;167;g26b641b03cd_0_260"/>
          <p:cNvGrpSpPr/>
          <p:nvPr/>
        </p:nvGrpSpPr>
        <p:grpSpPr>
          <a:xfrm>
            <a:off x="8199150" y="5983875"/>
            <a:ext cx="586800" cy="571500"/>
            <a:chOff x="7894350" y="6212475"/>
            <a:chExt cx="586800" cy="571500"/>
          </a:xfrm>
        </p:grpSpPr>
        <p:sp>
          <p:nvSpPr>
            <p:cNvPr id="168" name="Google Shape;168;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9" name="Google Shape;169;g26b641b03cd_0_26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0" name="Google Shape;170;g26b641b03cd_0_26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71" name="Google Shape;171;g26b641b03cd_0_260"/>
          <p:cNvGrpSpPr/>
          <p:nvPr/>
        </p:nvGrpSpPr>
        <p:grpSpPr>
          <a:xfrm>
            <a:off x="-36800" y="-52000"/>
            <a:ext cx="9236100" cy="543600"/>
            <a:chOff x="-36800" y="-52000"/>
            <a:chExt cx="9236100" cy="543600"/>
          </a:xfrm>
        </p:grpSpPr>
        <p:sp>
          <p:nvSpPr>
            <p:cNvPr id="172" name="Google Shape;172;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73" name="Google Shape;173;g26b641b03cd_0_260"/>
            <p:cNvGrpSpPr/>
            <p:nvPr/>
          </p:nvGrpSpPr>
          <p:grpSpPr>
            <a:xfrm>
              <a:off x="5905920" y="88100"/>
              <a:ext cx="1337400" cy="403500"/>
              <a:chOff x="565600" y="88250"/>
              <a:chExt cx="1337400" cy="403500"/>
            </a:xfrm>
          </p:grpSpPr>
          <p:sp>
            <p:nvSpPr>
              <p:cNvPr id="174" name="Google Shape;174;g26b641b03cd_0_260"/>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175" name="Google Shape;175;g26b641b03cd_0_260"/>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176" name="Google Shape;176;g26b641b03cd_0_260"/>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177" name="Google Shape;177;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178" name="Google Shape;178;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179" name="Google Shape;179;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180" name="Google Shape;180;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1" name="Google Shape;181;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82" name="Google Shape;182;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3" name="Google Shape;183;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84" name="Google Shape;184;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85" name="Google Shape;185;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6" name="Google Shape;186;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187"/>
        <p:cNvGrpSpPr/>
        <p:nvPr/>
      </p:nvGrpSpPr>
      <p:grpSpPr>
        <a:xfrm>
          <a:off x="0" y="0"/>
          <a:ext cx="0" cy="0"/>
          <a:chOff x="0" y="0"/>
          <a:chExt cx="0" cy="0"/>
        </a:xfrm>
      </p:grpSpPr>
      <p:sp>
        <p:nvSpPr>
          <p:cNvPr id="188" name="Google Shape;188;g2c235dd0dad_1_87"/>
          <p:cNvSpPr txBox="1">
            <a:spLocks noGrp="1"/>
          </p:cNvSpPr>
          <p:nvPr>
            <p:ph type="subTitle" idx="1"/>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89" name="Google Shape;189;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190" name="Google Shape;190;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CB3D85"/>
                </a:solidFill>
                <a:latin typeface="Poppins Medium"/>
                <a:ea typeface="Poppins Medium"/>
                <a:cs typeface="Poppins Medium"/>
                <a:sym typeface="Poppins Medium"/>
              </a:rPr>
              <a:t>Practise</a:t>
            </a:r>
            <a:r>
              <a:rPr lang="en-US" sz="3000" b="0" i="0" u="none" strike="noStrike" cap="none">
                <a:solidFill>
                  <a:srgbClr val="CB3D85"/>
                </a:solidFill>
                <a:latin typeface="Poppins Medium"/>
                <a:ea typeface="Poppins Medium"/>
                <a:cs typeface="Poppins Medium"/>
                <a:sym typeface="Poppins Medium"/>
              </a:rPr>
              <a:t> Building Words</a:t>
            </a:r>
            <a:endParaRPr sz="3000" b="0" i="0" u="none" strike="noStrike" cap="none">
              <a:solidFill>
                <a:srgbClr val="CB3D85"/>
              </a:solidFill>
              <a:latin typeface="Poppins Medium"/>
              <a:ea typeface="Poppins Medium"/>
              <a:cs typeface="Poppins Medium"/>
              <a:sym typeface="Poppins Medium"/>
            </a:endParaRPr>
          </a:p>
        </p:txBody>
      </p:sp>
      <p:sp>
        <p:nvSpPr>
          <p:cNvPr id="191" name="Google Shape;191;g2c235dd0dad_1_87"/>
          <p:cNvSpPr txBox="1">
            <a:spLocks noGrp="1"/>
          </p:cNvSpPr>
          <p:nvPr>
            <p:ph type="subTitle" idx="2"/>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192" name="Google Shape;192;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193" name="Google Shape;193;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94" name="Google Shape;194;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195" name="Google Shape;195;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196" name="Google Shape;196;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197" name="Google Shape;197;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198" name="Google Shape;198;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199" name="Google Shape;199;g2c235dd0dad_1_87"/>
          <p:cNvSpPr txBox="1">
            <a:spLocks noGrp="1"/>
          </p:cNvSpPr>
          <p:nvPr>
            <p:ph type="subTitle" idx="3"/>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00" name="Google Shape;200;g2c235dd0dad_1_87"/>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1" name="Google Shape;201;g2c235dd0dad_1_87"/>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02" name="Google Shape;202;g2c235dd0dad_1_87"/>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03" name="Google Shape;203;g2c235dd0dad_1_87"/>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4" name="Google Shape;204;g2c235dd0dad_1_87"/>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5" name="Google Shape;205;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06" name="Google Shape;206;g2c235dd0dad_1_8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07" name="Google Shape;207;g2c235dd0dad_1_8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08" name="Google Shape;208;g2c235dd0dad_1_87"/>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09" name="Google Shape;209;g2c235dd0dad_1_8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10" name="Google Shape;210;g2c235dd0dad_1_87"/>
          <p:cNvGrpSpPr/>
          <p:nvPr/>
        </p:nvGrpSpPr>
        <p:grpSpPr>
          <a:xfrm>
            <a:off x="662575" y="6212475"/>
            <a:ext cx="586800" cy="571500"/>
            <a:chOff x="662575" y="6212475"/>
            <a:chExt cx="586800" cy="571500"/>
          </a:xfrm>
        </p:grpSpPr>
        <p:sp>
          <p:nvSpPr>
            <p:cNvPr id="211" name="Google Shape;211;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2" name="Google Shape;212;g2c235dd0dad_1_87">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3" name="Google Shape;213;g2c235dd0dad_1_87">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14" name="Google Shape;214;g2c235dd0dad_1_87"/>
          <p:cNvGrpSpPr/>
          <p:nvPr/>
        </p:nvGrpSpPr>
        <p:grpSpPr>
          <a:xfrm>
            <a:off x="7894350" y="6212475"/>
            <a:ext cx="586800" cy="571500"/>
            <a:chOff x="7894350" y="6212475"/>
            <a:chExt cx="586800" cy="571500"/>
          </a:xfrm>
        </p:grpSpPr>
        <p:sp>
          <p:nvSpPr>
            <p:cNvPr id="215" name="Google Shape;215;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6" name="Google Shape;216;g2c235dd0dad_1_87">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7" name="Google Shape;217;g2c235dd0dad_1_87">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18"/>
        <p:cNvGrpSpPr/>
        <p:nvPr/>
      </p:nvGrpSpPr>
      <p:grpSpPr>
        <a:xfrm>
          <a:off x="0" y="0"/>
          <a:ext cx="0" cy="0"/>
          <a:chOff x="0" y="0"/>
          <a:chExt cx="0" cy="0"/>
        </a:xfrm>
      </p:grpSpPr>
      <p:sp>
        <p:nvSpPr>
          <p:cNvPr id="219" name="Google Shape;219;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220" name="Google Shape;220;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CB3D85"/>
                </a:solidFill>
                <a:latin typeface="Poppins Medium"/>
                <a:ea typeface="Poppins Medium"/>
                <a:cs typeface="Poppins Medium"/>
                <a:sym typeface="Poppins Medium"/>
              </a:rPr>
              <a:t>Practise</a:t>
            </a:r>
            <a:r>
              <a:rPr lang="en-US" sz="3000" b="0" i="0" u="none" strike="noStrike" cap="none">
                <a:solidFill>
                  <a:srgbClr val="CB3D85"/>
                </a:solidFill>
                <a:latin typeface="Poppins Medium"/>
                <a:ea typeface="Poppins Medium"/>
                <a:cs typeface="Poppins Medium"/>
                <a:sym typeface="Poppins Medium"/>
              </a:rPr>
              <a:t> Building Words</a:t>
            </a:r>
            <a:endParaRPr sz="3000" b="0" i="0" u="none" strike="noStrike" cap="none">
              <a:solidFill>
                <a:srgbClr val="CB3D85"/>
              </a:solidFill>
              <a:latin typeface="Poppins Medium"/>
              <a:ea typeface="Poppins Medium"/>
              <a:cs typeface="Poppins Medium"/>
              <a:sym typeface="Poppins Medium"/>
            </a:endParaRPr>
          </a:p>
        </p:txBody>
      </p:sp>
      <p:cxnSp>
        <p:nvCxnSpPr>
          <p:cNvPr id="221" name="Google Shape;221;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22" name="Google Shape;222;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23" name="Google Shape;223;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24" name="Google Shape;224;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5" name="Google Shape;225;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6" name="Google Shape;226;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27" name="Google Shape;227;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28" name="Google Shape;228;g1f3daf8a844_0_32"/>
          <p:cNvSpPr txBox="1">
            <a:spLocks noGrp="1"/>
          </p:cNvSpPr>
          <p:nvPr>
            <p:ph type="subTitle" idx="1"/>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29" name="Google Shape;229;g1f3daf8a844_0_32"/>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0" name="Google Shape;230;g1f3daf8a844_0_32"/>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31" name="Google Shape;231;g1f3daf8a844_0_32"/>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32" name="Google Shape;232;g1f3daf8a844_0_32"/>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3" name="Google Shape;233;g1f3daf8a844_0_32"/>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4" name="Google Shape;234;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35" name="Google Shape;235;g1f3daf8a844_0_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36" name="Google Shape;236;g1f3daf8a844_0_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37" name="Google Shape;237;g1f3daf8a844_0_32"/>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38" name="Google Shape;238;g1f3daf8a844_0_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39" name="Google Shape;239;g1f3daf8a844_0_32"/>
          <p:cNvGrpSpPr/>
          <p:nvPr/>
        </p:nvGrpSpPr>
        <p:grpSpPr>
          <a:xfrm>
            <a:off x="662575" y="6212475"/>
            <a:ext cx="586800" cy="571500"/>
            <a:chOff x="662575" y="6212475"/>
            <a:chExt cx="586800" cy="571500"/>
          </a:xfrm>
        </p:grpSpPr>
        <p:sp>
          <p:nvSpPr>
            <p:cNvPr id="240" name="Google Shape;240;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1" name="Google Shape;241;g1f3daf8a844_0_3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2" name="Google Shape;242;g1f3daf8a844_0_3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3" name="Google Shape;243;g1f3daf8a844_0_32"/>
          <p:cNvGrpSpPr/>
          <p:nvPr/>
        </p:nvGrpSpPr>
        <p:grpSpPr>
          <a:xfrm>
            <a:off x="7894350" y="6212475"/>
            <a:ext cx="586800" cy="571500"/>
            <a:chOff x="7894350" y="6212475"/>
            <a:chExt cx="586800" cy="571500"/>
          </a:xfrm>
        </p:grpSpPr>
        <p:sp>
          <p:nvSpPr>
            <p:cNvPr id="244" name="Google Shape;244;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5" name="Google Shape;245;g1f3daf8a844_0_3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6" name="Google Shape;246;g1f3daf8a844_0_3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47"/>
        <p:cNvGrpSpPr/>
        <p:nvPr/>
      </p:nvGrpSpPr>
      <p:grpSpPr>
        <a:xfrm>
          <a:off x="0" y="0"/>
          <a:ext cx="0" cy="0"/>
          <a:chOff x="0" y="0"/>
          <a:chExt cx="0" cy="0"/>
        </a:xfrm>
      </p:grpSpPr>
      <p:sp>
        <p:nvSpPr>
          <p:cNvPr id="248" name="Google Shape;248;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49" name="Google Shape;249;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Quickwrite</a:t>
            </a:r>
            <a:endParaRPr sz="3000" b="0" i="0" u="none" strike="noStrike" cap="none">
              <a:solidFill>
                <a:srgbClr val="CB3D85"/>
              </a:solidFill>
              <a:latin typeface="Poppins Medium"/>
              <a:ea typeface="Poppins Medium"/>
              <a:cs typeface="Poppins Medium"/>
              <a:sym typeface="Poppins Medium"/>
            </a:endParaRPr>
          </a:p>
        </p:txBody>
      </p:sp>
      <p:sp>
        <p:nvSpPr>
          <p:cNvPr id="250" name="Google Shape;250;g2c157a2fb06_0_53"/>
          <p:cNvSpPr txBox="1">
            <a:spLocks noGrp="1"/>
          </p:cNvSpPr>
          <p:nvPr>
            <p:ph type="subTitle" idx="1"/>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1" name="Google Shape;251;g2c157a2fb06_0_53"/>
          <p:cNvSpPr txBox="1">
            <a:spLocks noGrp="1"/>
          </p:cNvSpPr>
          <p:nvPr>
            <p:ph type="subTitle" idx="2"/>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2" name="Google Shape;252;g2c157a2fb06_0_53"/>
          <p:cNvSpPr txBox="1">
            <a:spLocks noGrp="1"/>
          </p:cNvSpPr>
          <p:nvPr>
            <p:ph type="subTitle" idx="3"/>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3" name="Google Shape;253;g2c157a2fb06_0_53"/>
          <p:cNvSpPr txBox="1">
            <a:spLocks noGrp="1"/>
          </p:cNvSpPr>
          <p:nvPr>
            <p:ph type="subTitle" idx="4"/>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54" name="Google Shape;254;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55" name="Google Shape;255;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56" name="Google Shape;256;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57" name="Google Shape;257;g2c157a2fb06_0_5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8" name="Google Shape;258;g2c157a2fb06_0_5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59" name="Google Shape;259;g2c157a2fb06_0_53"/>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0" name="Google Shape;260;g2c157a2fb06_0_5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1" name="Google Shape;261;g2c157a2fb06_0_5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2" name="Google Shape;262;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3" name="Google Shape;263;g2c157a2fb06_0_5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64" name="Google Shape;264;g2c157a2fb06_0_5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65" name="Google Shape;265;g2c157a2fb06_0_53"/>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66" name="Google Shape;266;g2c157a2fb06_0_5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67" name="Google Shape;267;g2c157a2fb06_0_53"/>
          <p:cNvGrpSpPr/>
          <p:nvPr/>
        </p:nvGrpSpPr>
        <p:grpSpPr>
          <a:xfrm>
            <a:off x="662575" y="6212475"/>
            <a:ext cx="586800" cy="571500"/>
            <a:chOff x="662575" y="6212475"/>
            <a:chExt cx="586800" cy="571500"/>
          </a:xfrm>
        </p:grpSpPr>
        <p:sp>
          <p:nvSpPr>
            <p:cNvPr id="268" name="Google Shape;268;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9" name="Google Shape;269;g2c157a2fb06_0_5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0" name="Google Shape;270;g2c157a2fb06_0_5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71" name="Google Shape;271;g2c157a2fb06_0_53"/>
          <p:cNvGrpSpPr/>
          <p:nvPr/>
        </p:nvGrpSpPr>
        <p:grpSpPr>
          <a:xfrm>
            <a:off x="7894350" y="6212475"/>
            <a:ext cx="586800" cy="571500"/>
            <a:chOff x="7894350" y="6212475"/>
            <a:chExt cx="586800" cy="571500"/>
          </a:xfrm>
        </p:grpSpPr>
        <p:sp>
          <p:nvSpPr>
            <p:cNvPr id="272" name="Google Shape;272;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3" name="Google Shape;273;g2c157a2fb06_0_5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4" name="Google Shape;274;g2c157a2fb06_0_5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75"/>
        <p:cNvGrpSpPr/>
        <p:nvPr/>
      </p:nvGrpSpPr>
      <p:grpSpPr>
        <a:xfrm>
          <a:off x="0" y="0"/>
          <a:ext cx="0" cy="0"/>
          <a:chOff x="0" y="0"/>
          <a:chExt cx="0" cy="0"/>
        </a:xfrm>
      </p:grpSpPr>
      <p:pic>
        <p:nvPicPr>
          <p:cNvPr id="276" name="Google Shape;276;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277" name="Google Shape;277;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78" name="Google Shape;278;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Full Circle</a:t>
            </a:r>
            <a:endParaRPr sz="3000" b="0" i="0" u="none" strike="noStrike" cap="none">
              <a:solidFill>
                <a:srgbClr val="CB3D85"/>
              </a:solidFill>
              <a:latin typeface="Poppins Medium"/>
              <a:ea typeface="Poppins Medium"/>
              <a:cs typeface="Poppins Medium"/>
              <a:sym typeface="Poppins Medium"/>
            </a:endParaRPr>
          </a:p>
        </p:txBody>
      </p:sp>
      <p:sp>
        <p:nvSpPr>
          <p:cNvPr id="279" name="Google Shape;279;g2c157a2fb06_0_158"/>
          <p:cNvSpPr txBox="1">
            <a:spLocks noGrp="1"/>
          </p:cNvSpPr>
          <p:nvPr>
            <p:ph type="subTitle" idx="1"/>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0" name="Google Shape;280;g2c157a2fb06_0_158"/>
          <p:cNvSpPr txBox="1">
            <a:spLocks noGrp="1"/>
          </p:cNvSpPr>
          <p:nvPr>
            <p:ph type="subTitle" idx="2"/>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1" name="Google Shape;281;g2c157a2fb06_0_158"/>
          <p:cNvSpPr txBox="1">
            <a:spLocks noGrp="1"/>
          </p:cNvSpPr>
          <p:nvPr>
            <p:ph type="subTitle" idx="3"/>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2" name="Google Shape;282;g2c157a2fb06_0_158"/>
          <p:cNvSpPr txBox="1">
            <a:spLocks noGrp="1"/>
          </p:cNvSpPr>
          <p:nvPr>
            <p:ph type="subTitle" idx="4"/>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3" name="Google Shape;283;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84" name="Google Shape;284;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sp>
        <p:nvSpPr>
          <p:cNvPr id="285" name="Google Shape;285;g2c157a2fb06_0_158"/>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6" name="Google Shape;286;g2c157a2fb06_0_158"/>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87" name="Google Shape;287;g2c157a2fb06_0_158"/>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88" name="Google Shape;288;g2c157a2fb06_0_158"/>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9" name="Google Shape;289;g2c157a2fb06_0_158"/>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0" name="Google Shape;290;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1" name="Google Shape;291;g2c157a2fb06_0_15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92" name="Google Shape;292;g2c157a2fb06_0_15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93" name="Google Shape;293;g2c157a2fb06_0_158"/>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94" name="Google Shape;294;g2c157a2fb06_0_15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95" name="Google Shape;295;g2c157a2fb06_0_158"/>
          <p:cNvGrpSpPr/>
          <p:nvPr/>
        </p:nvGrpSpPr>
        <p:grpSpPr>
          <a:xfrm>
            <a:off x="662575" y="6212475"/>
            <a:ext cx="586800" cy="571500"/>
            <a:chOff x="662575" y="6212475"/>
            <a:chExt cx="586800" cy="571500"/>
          </a:xfrm>
        </p:grpSpPr>
        <p:sp>
          <p:nvSpPr>
            <p:cNvPr id="296" name="Google Shape;296;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7" name="Google Shape;297;g2c157a2fb06_0_158">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8" name="Google Shape;298;g2c157a2fb06_0_158">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99" name="Google Shape;299;g2c157a2fb06_0_158"/>
          <p:cNvGrpSpPr/>
          <p:nvPr/>
        </p:nvGrpSpPr>
        <p:grpSpPr>
          <a:xfrm>
            <a:off x="7894350" y="6212475"/>
            <a:ext cx="586800" cy="571500"/>
            <a:chOff x="7894350" y="6212475"/>
            <a:chExt cx="586800" cy="571500"/>
          </a:xfrm>
        </p:grpSpPr>
        <p:sp>
          <p:nvSpPr>
            <p:cNvPr id="300" name="Google Shape;300;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1" name="Google Shape;301;g2c157a2fb06_0_158">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2" name="Google Shape;302;g2c157a2fb06_0_158">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03"/>
        <p:cNvGrpSpPr/>
        <p:nvPr/>
      </p:nvGrpSpPr>
      <p:grpSpPr>
        <a:xfrm>
          <a:off x="0" y="0"/>
          <a:ext cx="0" cy="0"/>
          <a:chOff x="0" y="0"/>
          <a:chExt cx="0" cy="0"/>
        </a:xfrm>
      </p:grpSpPr>
      <p:sp>
        <p:nvSpPr>
          <p:cNvPr id="304" name="Google Shape;304;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05" name="Google Shape;305;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Picture Match</a:t>
            </a:r>
            <a:endParaRPr sz="3000" b="0" i="0" u="none" strike="noStrike" cap="none">
              <a:solidFill>
                <a:srgbClr val="CB3D85"/>
              </a:solidFill>
              <a:latin typeface="Poppins Medium"/>
              <a:ea typeface="Poppins Medium"/>
              <a:cs typeface="Poppins Medium"/>
              <a:sym typeface="Poppins Medium"/>
            </a:endParaRPr>
          </a:p>
        </p:txBody>
      </p:sp>
      <p:sp>
        <p:nvSpPr>
          <p:cNvPr id="306" name="Google Shape;306;g2c157a2fb06_0_263"/>
          <p:cNvSpPr txBox="1">
            <a:spLocks noGrp="1"/>
          </p:cNvSpPr>
          <p:nvPr>
            <p:ph type="subTitle" idx="1"/>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7" name="Google Shape;307;g2c157a2fb06_0_263"/>
          <p:cNvSpPr txBox="1">
            <a:spLocks noGrp="1"/>
          </p:cNvSpPr>
          <p:nvPr>
            <p:ph type="subTitle" idx="2"/>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8" name="Google Shape;308;g2c157a2fb06_0_263"/>
          <p:cNvSpPr txBox="1">
            <a:spLocks noGrp="1"/>
          </p:cNvSpPr>
          <p:nvPr>
            <p:ph type="subTitle" idx="3"/>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9" name="Google Shape;309;g2c157a2fb06_0_263"/>
          <p:cNvSpPr txBox="1">
            <a:spLocks noGrp="1"/>
          </p:cNvSpPr>
          <p:nvPr>
            <p:ph type="subTitle" idx="4"/>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0" name="Google Shape;310;g2c157a2fb06_0_263"/>
          <p:cNvSpPr>
            <a:spLocks noGrp="1"/>
          </p:cNvSpPr>
          <p:nvPr>
            <p:ph type="pic" idx="5"/>
          </p:nvPr>
        </p:nvSpPr>
        <p:spPr>
          <a:xfrm>
            <a:off x="5086375" y="4412425"/>
            <a:ext cx="2668800" cy="1291500"/>
          </a:xfrm>
          <a:prstGeom prst="rect">
            <a:avLst/>
          </a:prstGeom>
          <a:noFill/>
          <a:ln>
            <a:noFill/>
          </a:ln>
        </p:spPr>
      </p:sp>
      <p:sp>
        <p:nvSpPr>
          <p:cNvPr id="311" name="Google Shape;311;g2c157a2fb06_0_263"/>
          <p:cNvSpPr>
            <a:spLocks noGrp="1"/>
          </p:cNvSpPr>
          <p:nvPr>
            <p:ph type="pic" idx="6"/>
          </p:nvPr>
        </p:nvSpPr>
        <p:spPr>
          <a:xfrm>
            <a:off x="5086375" y="797675"/>
            <a:ext cx="2668800" cy="1291500"/>
          </a:xfrm>
          <a:prstGeom prst="rect">
            <a:avLst/>
          </a:prstGeom>
          <a:noFill/>
          <a:ln>
            <a:noFill/>
          </a:ln>
        </p:spPr>
      </p:sp>
      <p:sp>
        <p:nvSpPr>
          <p:cNvPr id="312" name="Google Shape;312;g2c157a2fb06_0_263"/>
          <p:cNvSpPr>
            <a:spLocks noGrp="1"/>
          </p:cNvSpPr>
          <p:nvPr>
            <p:ph type="pic" idx="7"/>
          </p:nvPr>
        </p:nvSpPr>
        <p:spPr>
          <a:xfrm>
            <a:off x="5086375" y="2002592"/>
            <a:ext cx="2668800" cy="1291500"/>
          </a:xfrm>
          <a:prstGeom prst="rect">
            <a:avLst/>
          </a:prstGeom>
          <a:noFill/>
          <a:ln>
            <a:noFill/>
          </a:ln>
        </p:spPr>
      </p:sp>
      <p:sp>
        <p:nvSpPr>
          <p:cNvPr id="313" name="Google Shape;313;g2c157a2fb06_0_263"/>
          <p:cNvSpPr>
            <a:spLocks noGrp="1"/>
          </p:cNvSpPr>
          <p:nvPr>
            <p:ph type="pic" idx="8"/>
          </p:nvPr>
        </p:nvSpPr>
        <p:spPr>
          <a:xfrm>
            <a:off x="5086375" y="3207508"/>
            <a:ext cx="2668800" cy="1291500"/>
          </a:xfrm>
          <a:prstGeom prst="rect">
            <a:avLst/>
          </a:prstGeom>
          <a:noFill/>
          <a:ln>
            <a:noFill/>
          </a:ln>
        </p:spPr>
      </p:sp>
      <p:sp>
        <p:nvSpPr>
          <p:cNvPr id="314" name="Google Shape;314;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15" name="Google Shape;315;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16" name="Google Shape;316;g2c157a2fb06_0_26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7" name="Google Shape;317;g2c157a2fb06_0_26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18" name="Google Shape;318;g2c157a2fb06_0_263"/>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19" name="Google Shape;319;g2c157a2fb06_0_26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0" name="Google Shape;320;g2c157a2fb06_0_26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1" name="Google Shape;321;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2" name="Google Shape;322;g2c157a2fb06_0_26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23" name="Google Shape;323;g2c157a2fb06_0_26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24" name="Google Shape;324;g2c157a2fb06_0_263"/>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25" name="Google Shape;325;g2c157a2fb06_0_26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26" name="Google Shape;326;g2c157a2fb06_0_263"/>
          <p:cNvGrpSpPr/>
          <p:nvPr/>
        </p:nvGrpSpPr>
        <p:grpSpPr>
          <a:xfrm>
            <a:off x="662575" y="6212475"/>
            <a:ext cx="586800" cy="571500"/>
            <a:chOff x="662575" y="6212475"/>
            <a:chExt cx="586800" cy="571500"/>
          </a:xfrm>
        </p:grpSpPr>
        <p:sp>
          <p:nvSpPr>
            <p:cNvPr id="327" name="Google Shape;327;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8" name="Google Shape;328;g2c157a2fb06_0_26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9" name="Google Shape;329;g2c157a2fb06_0_26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30" name="Google Shape;330;g2c157a2fb06_0_263"/>
          <p:cNvGrpSpPr/>
          <p:nvPr/>
        </p:nvGrpSpPr>
        <p:grpSpPr>
          <a:xfrm>
            <a:off x="7894350" y="6212475"/>
            <a:ext cx="586800" cy="571500"/>
            <a:chOff x="7894350" y="6212475"/>
            <a:chExt cx="586800" cy="571500"/>
          </a:xfrm>
        </p:grpSpPr>
        <p:sp>
          <p:nvSpPr>
            <p:cNvPr id="331" name="Google Shape;331;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2" name="Google Shape;332;g2c157a2fb06_0_26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3" name="Google Shape;333;g2c157a2fb06_0_26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34"/>
        <p:cNvGrpSpPr/>
        <p:nvPr/>
      </p:nvGrpSpPr>
      <p:grpSpPr>
        <a:xfrm>
          <a:off x="0" y="0"/>
          <a:ext cx="0" cy="0"/>
          <a:chOff x="0" y="0"/>
          <a:chExt cx="0" cy="0"/>
        </a:xfrm>
      </p:grpSpPr>
      <p:cxnSp>
        <p:nvCxnSpPr>
          <p:cNvPr id="335" name="Google Shape;335;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36" name="Google Shape;336;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37" name="Google Shape;337;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38" name="Google Shape;338;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39" name="Google Shape;339;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Write a Caption</a:t>
            </a:r>
            <a:endParaRPr sz="3000" b="0" i="0" u="none" strike="noStrike" cap="none">
              <a:solidFill>
                <a:srgbClr val="CB3D85"/>
              </a:solidFill>
              <a:latin typeface="Poppins Medium"/>
              <a:ea typeface="Poppins Medium"/>
              <a:cs typeface="Poppins Medium"/>
              <a:sym typeface="Poppins Medium"/>
            </a:endParaRPr>
          </a:p>
        </p:txBody>
      </p:sp>
      <p:sp>
        <p:nvSpPr>
          <p:cNvPr id="340" name="Google Shape;340;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1" name="Google Shape;341;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42" name="Google Shape;342;g2c157a2fb06_0_467"/>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3" name="Google Shape;343;g2c157a2fb06_0_467"/>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44" name="Google Shape;344;g2c157a2fb06_0_467"/>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45" name="Google Shape;345;g2c157a2fb06_0_467"/>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6" name="Google Shape;346;g2c157a2fb06_0_467"/>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7" name="Google Shape;347;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48" name="Google Shape;348;g2c157a2fb06_0_46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49" name="Google Shape;349;g2c157a2fb06_0_46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50" name="Google Shape;350;g2c157a2fb06_0_467"/>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51" name="Google Shape;351;g2c157a2fb06_0_46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52" name="Google Shape;352;g2c157a2fb06_0_467"/>
          <p:cNvGrpSpPr/>
          <p:nvPr/>
        </p:nvGrpSpPr>
        <p:grpSpPr>
          <a:xfrm>
            <a:off x="662575" y="6212475"/>
            <a:ext cx="586800" cy="571500"/>
            <a:chOff x="662575" y="6212475"/>
            <a:chExt cx="586800" cy="571500"/>
          </a:xfrm>
        </p:grpSpPr>
        <p:sp>
          <p:nvSpPr>
            <p:cNvPr id="353" name="Google Shape;353;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4" name="Google Shape;354;g2c157a2fb06_0_467">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467">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56" name="Google Shape;356;g2c157a2fb06_0_467"/>
          <p:cNvGrpSpPr/>
          <p:nvPr/>
        </p:nvGrpSpPr>
        <p:grpSpPr>
          <a:xfrm>
            <a:off x="7894350" y="6212475"/>
            <a:ext cx="586800" cy="571500"/>
            <a:chOff x="7894350" y="6212475"/>
            <a:chExt cx="586800" cy="571500"/>
          </a:xfrm>
        </p:grpSpPr>
        <p:sp>
          <p:nvSpPr>
            <p:cNvPr id="357" name="Google Shape;357;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8" name="Google Shape;358;g2c157a2fb06_0_467">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9" name="Google Shape;359;g2c157a2fb06_0_467">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60"/>
        <p:cNvGrpSpPr/>
        <p:nvPr/>
      </p:nvGrpSpPr>
      <p:grpSpPr>
        <a:xfrm>
          <a:off x="0" y="0"/>
          <a:ext cx="0" cy="0"/>
          <a:chOff x="0" y="0"/>
          <a:chExt cx="0" cy="0"/>
        </a:xfrm>
      </p:grpSpPr>
      <p:cxnSp>
        <p:nvCxnSpPr>
          <p:cNvPr id="361" name="Google Shape;361;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62" name="Google Shape;362;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63" name="Google Shape;363;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364" name="Google Shape;364;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Read a Caption</a:t>
            </a:r>
            <a:endParaRPr sz="3000" b="0" i="0" u="none" strike="noStrike" cap="none">
              <a:solidFill>
                <a:srgbClr val="CB3D85"/>
              </a:solidFill>
              <a:latin typeface="Poppins Medium"/>
              <a:ea typeface="Poppins Medium"/>
              <a:cs typeface="Poppins Medium"/>
              <a:sym typeface="Poppins Medium"/>
            </a:endParaRPr>
          </a:p>
        </p:txBody>
      </p:sp>
      <p:sp>
        <p:nvSpPr>
          <p:cNvPr id="365" name="Google Shape;365;g2c157a2fb06_0_629"/>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66" name="Google Shape;366;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67" name="Google Shape;367;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68" name="Google Shape;368;g2c157a2fb06_0_629"/>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9" name="Google Shape;369;g2c157a2fb06_0_629"/>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70" name="Google Shape;370;g2c157a2fb06_0_629"/>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1" name="Google Shape;371;g2c157a2fb06_0_629"/>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2" name="Google Shape;372;g2c157a2fb06_0_629"/>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3" name="Google Shape;373;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4" name="Google Shape;374;g2c157a2fb06_0_629"/>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75" name="Google Shape;375;g2c157a2fb06_0_629"/>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76" name="Google Shape;376;g2c157a2fb06_0_629"/>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77" name="Google Shape;377;g2c157a2fb06_0_629"/>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78" name="Google Shape;378;g2c157a2fb06_0_629"/>
          <p:cNvGrpSpPr/>
          <p:nvPr/>
        </p:nvGrpSpPr>
        <p:grpSpPr>
          <a:xfrm>
            <a:off x="662575" y="6212475"/>
            <a:ext cx="586800" cy="571500"/>
            <a:chOff x="662575" y="6212475"/>
            <a:chExt cx="586800" cy="571500"/>
          </a:xfrm>
        </p:grpSpPr>
        <p:sp>
          <p:nvSpPr>
            <p:cNvPr id="379" name="Google Shape;379;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0" name="Google Shape;380;g2c157a2fb06_0_629">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1" name="Google Shape;381;g2c157a2fb06_0_629">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82" name="Google Shape;382;g2c157a2fb06_0_629"/>
          <p:cNvGrpSpPr/>
          <p:nvPr/>
        </p:nvGrpSpPr>
        <p:grpSpPr>
          <a:xfrm>
            <a:off x="7894350" y="6212475"/>
            <a:ext cx="586800" cy="571500"/>
            <a:chOff x="7894350" y="6212475"/>
            <a:chExt cx="586800" cy="571500"/>
          </a:xfrm>
        </p:grpSpPr>
        <p:sp>
          <p:nvSpPr>
            <p:cNvPr id="383" name="Google Shape;383;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4" name="Google Shape;384;g2c157a2fb06_0_629">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5" name="Google Shape;385;g2c157a2fb06_0_629">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386"/>
        <p:cNvGrpSpPr/>
        <p:nvPr/>
      </p:nvGrpSpPr>
      <p:grpSpPr>
        <a:xfrm>
          <a:off x="0" y="0"/>
          <a:ext cx="0" cy="0"/>
          <a:chOff x="0" y="0"/>
          <a:chExt cx="0" cy="0"/>
        </a:xfrm>
      </p:grpSpPr>
      <p:cxnSp>
        <p:nvCxnSpPr>
          <p:cNvPr id="387" name="Google Shape;387;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388" name="Google Shape;388;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89" name="Google Shape;389;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90" name="Google Shape;390;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391" name="Google Shape;391;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92" name="Google Shape;392;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Write a Sentence</a:t>
            </a:r>
            <a:endParaRPr sz="3000" b="0" i="0" u="none" strike="noStrike" cap="none">
              <a:solidFill>
                <a:srgbClr val="CB3D85"/>
              </a:solidFill>
              <a:latin typeface="Poppins Medium"/>
              <a:ea typeface="Poppins Medium"/>
              <a:cs typeface="Poppins Medium"/>
              <a:sym typeface="Poppins Medium"/>
            </a:endParaRPr>
          </a:p>
        </p:txBody>
      </p:sp>
      <p:sp>
        <p:nvSpPr>
          <p:cNvPr id="393" name="Google Shape;393;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94" name="Google Shape;394;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95" name="Google Shape;395;g2c157a2fb06_0_798"/>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6" name="Google Shape;396;g2c157a2fb06_0_798"/>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97" name="Google Shape;397;g2c157a2fb06_0_798"/>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98" name="Google Shape;398;g2c157a2fb06_0_798"/>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9" name="Google Shape;399;g2c157a2fb06_0_798"/>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0" name="Google Shape;400;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1" name="Google Shape;401;g2c157a2fb06_0_79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02" name="Google Shape;402;g2c157a2fb06_0_79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03" name="Google Shape;403;g2c157a2fb06_0_798"/>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04" name="Google Shape;404;g2c157a2fb06_0_79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05" name="Google Shape;405;g2c157a2fb06_0_798"/>
          <p:cNvGrpSpPr/>
          <p:nvPr/>
        </p:nvGrpSpPr>
        <p:grpSpPr>
          <a:xfrm>
            <a:off x="662575" y="6212475"/>
            <a:ext cx="586800" cy="571500"/>
            <a:chOff x="662575" y="6212475"/>
            <a:chExt cx="586800" cy="571500"/>
          </a:xfrm>
        </p:grpSpPr>
        <p:sp>
          <p:nvSpPr>
            <p:cNvPr id="406" name="Google Shape;406;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7" name="Google Shape;407;g2c157a2fb06_0_798">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8" name="Google Shape;408;g2c157a2fb06_0_798">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09" name="Google Shape;409;g2c157a2fb06_0_798"/>
          <p:cNvGrpSpPr/>
          <p:nvPr/>
        </p:nvGrpSpPr>
        <p:grpSpPr>
          <a:xfrm>
            <a:off x="7894350" y="6212475"/>
            <a:ext cx="586800" cy="571500"/>
            <a:chOff x="7894350" y="6212475"/>
            <a:chExt cx="586800" cy="571500"/>
          </a:xfrm>
        </p:grpSpPr>
        <p:sp>
          <p:nvSpPr>
            <p:cNvPr id="410" name="Google Shape;410;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1" name="Google Shape;411;g2c157a2fb06_0_798">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2" name="Google Shape;412;g2c157a2fb06_0_798">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13"/>
        <p:cNvGrpSpPr/>
        <p:nvPr/>
      </p:nvGrpSpPr>
      <p:grpSpPr>
        <a:xfrm>
          <a:off x="0" y="0"/>
          <a:ext cx="0" cy="0"/>
          <a:chOff x="0" y="0"/>
          <a:chExt cx="0" cy="0"/>
        </a:xfrm>
      </p:grpSpPr>
      <p:cxnSp>
        <p:nvCxnSpPr>
          <p:cNvPr id="414" name="Google Shape;414;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15" name="Google Shape;415;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6" name="Google Shape;416;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7" name="Google Shape;417;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18" name="Google Shape;418;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19" name="Google Shape;419;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Read a Sentence</a:t>
            </a:r>
            <a:endParaRPr sz="3000" b="0" i="0" u="none" strike="noStrike" cap="none">
              <a:solidFill>
                <a:srgbClr val="CB3D85"/>
              </a:solidFill>
              <a:latin typeface="Poppins Medium"/>
              <a:ea typeface="Poppins Medium"/>
              <a:cs typeface="Poppins Medium"/>
              <a:sym typeface="Poppins Medium"/>
            </a:endParaRPr>
          </a:p>
        </p:txBody>
      </p:sp>
      <p:sp>
        <p:nvSpPr>
          <p:cNvPr id="420" name="Google Shape;420;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21" name="Google Shape;421;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22" name="Google Shape;422;g2c157a2fb06_0_825"/>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3" name="Google Shape;423;g2c157a2fb06_0_825"/>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24" name="Google Shape;424;g2c157a2fb06_0_825"/>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5" name="Google Shape;425;g2c157a2fb06_0_825"/>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6" name="Google Shape;426;g2c157a2fb06_0_825"/>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7" name="Google Shape;427;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8" name="Google Shape;428;g2c157a2fb06_0_82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29" name="Google Shape;429;g2c157a2fb06_0_82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30" name="Google Shape;430;g2c157a2fb06_0_825"/>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31" name="Google Shape;431;g2c157a2fb06_0_82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32" name="Google Shape;432;g2c157a2fb06_0_825"/>
          <p:cNvGrpSpPr/>
          <p:nvPr/>
        </p:nvGrpSpPr>
        <p:grpSpPr>
          <a:xfrm>
            <a:off x="662575" y="6212475"/>
            <a:ext cx="586800" cy="571500"/>
            <a:chOff x="662575" y="6212475"/>
            <a:chExt cx="586800" cy="571500"/>
          </a:xfrm>
        </p:grpSpPr>
        <p:sp>
          <p:nvSpPr>
            <p:cNvPr id="433" name="Google Shape;433;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82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5" name="Google Shape;435;g2c157a2fb06_0_82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36" name="Google Shape;436;g2c157a2fb06_0_825"/>
          <p:cNvGrpSpPr/>
          <p:nvPr/>
        </p:nvGrpSpPr>
        <p:grpSpPr>
          <a:xfrm>
            <a:off x="7894350" y="6212475"/>
            <a:ext cx="586800" cy="571500"/>
            <a:chOff x="7894350" y="6212475"/>
            <a:chExt cx="586800" cy="571500"/>
          </a:xfrm>
        </p:grpSpPr>
        <p:sp>
          <p:nvSpPr>
            <p:cNvPr id="437" name="Google Shape;437;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8" name="Google Shape;438;g2c157a2fb06_0_82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9" name="Google Shape;439;g2c157a2fb06_0_82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40"/>
        <p:cNvGrpSpPr/>
        <p:nvPr/>
      </p:nvGrpSpPr>
      <p:grpSpPr>
        <a:xfrm>
          <a:off x="0" y="0"/>
          <a:ext cx="0" cy="0"/>
          <a:chOff x="0" y="0"/>
          <a:chExt cx="0" cy="0"/>
        </a:xfrm>
      </p:grpSpPr>
      <p:sp>
        <p:nvSpPr>
          <p:cNvPr id="441" name="Google Shape;441;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2" name="Google Shape;442;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3" name="Google Shape;443;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4" name="Google Shape;444;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Hands Up, Pair Up</a:t>
            </a:r>
            <a:endParaRPr sz="3000" b="0" i="0" u="none" strike="noStrike" cap="none">
              <a:solidFill>
                <a:srgbClr val="CB3D85"/>
              </a:solidFill>
              <a:latin typeface="Poppins Medium"/>
              <a:ea typeface="Poppins Medium"/>
              <a:cs typeface="Poppins Medium"/>
              <a:sym typeface="Poppins Medium"/>
            </a:endParaRPr>
          </a:p>
        </p:txBody>
      </p:sp>
      <p:sp>
        <p:nvSpPr>
          <p:cNvPr id="445" name="Google Shape;445;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46" name="Google Shape;446;g2c157a2fb06_0_700"/>
          <p:cNvSpPr txBox="1">
            <a:spLocks noGrp="1"/>
          </p:cNvSpPr>
          <p:nvPr>
            <p:ph type="subTitle" idx="1"/>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7" name="Google Shape;447;g2c157a2fb06_0_700"/>
          <p:cNvSpPr txBox="1">
            <a:spLocks noGrp="1"/>
          </p:cNvSpPr>
          <p:nvPr>
            <p:ph type="subTitle" idx="2"/>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8" name="Google Shape;448;g2c157a2fb06_0_700"/>
          <p:cNvSpPr txBox="1">
            <a:spLocks noGrp="1"/>
          </p:cNvSpPr>
          <p:nvPr>
            <p:ph type="subTitle" idx="3"/>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9" name="Google Shape;449;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0" name="Google Shape;450;g2c157a2fb06_0_700"/>
          <p:cNvSpPr txBox="1">
            <a:spLocks noGrp="1"/>
          </p:cNvSpPr>
          <p:nvPr>
            <p:ph type="subTitle" idx="4"/>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1" name="Google Shape;451;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2" name="Google Shape;452;g2c157a2fb06_0_700"/>
          <p:cNvSpPr txBox="1">
            <a:spLocks noGrp="1"/>
          </p:cNvSpPr>
          <p:nvPr>
            <p:ph type="subTitle" idx="5"/>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3" name="Google Shape;453;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4" name="Google Shape;454;g2c157a2fb06_0_700"/>
          <p:cNvSpPr txBox="1">
            <a:spLocks noGrp="1"/>
          </p:cNvSpPr>
          <p:nvPr>
            <p:ph type="subTitle" idx="6"/>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5" name="Google Shape;455;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6" name="Google Shape;456;g2c157a2fb06_0_700"/>
          <p:cNvSpPr txBox="1">
            <a:spLocks noGrp="1"/>
          </p:cNvSpPr>
          <p:nvPr>
            <p:ph type="subTitle" idx="7"/>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7" name="Google Shape;457;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8" name="Google Shape;458;g2c157a2fb06_0_700"/>
          <p:cNvSpPr txBox="1">
            <a:spLocks noGrp="1"/>
          </p:cNvSpPr>
          <p:nvPr>
            <p:ph type="subTitle" idx="8"/>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9" name="Google Shape;459;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60" name="Google Shape;460;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61" name="Google Shape;461;g2c157a2fb06_0_700"/>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2" name="Google Shape;462;g2c157a2fb06_0_700"/>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63" name="Google Shape;463;g2c157a2fb06_0_700"/>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4" name="Google Shape;464;g2c157a2fb06_0_700"/>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5" name="Google Shape;465;g2c157a2fb06_0_700"/>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6" name="Google Shape;466;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7" name="Google Shape;467;g2c157a2fb06_0_70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68" name="Google Shape;468;g2c157a2fb06_0_70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69" name="Google Shape;469;g2c157a2fb06_0_700"/>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70" name="Google Shape;470;g2c157a2fb06_0_70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71" name="Google Shape;471;g2c157a2fb06_0_700"/>
          <p:cNvGrpSpPr/>
          <p:nvPr/>
        </p:nvGrpSpPr>
        <p:grpSpPr>
          <a:xfrm>
            <a:off x="662575" y="6212475"/>
            <a:ext cx="586800" cy="571500"/>
            <a:chOff x="662575" y="6212475"/>
            <a:chExt cx="586800" cy="571500"/>
          </a:xfrm>
        </p:grpSpPr>
        <p:sp>
          <p:nvSpPr>
            <p:cNvPr id="472" name="Google Shape;472;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3" name="Google Shape;473;g2c157a2fb06_0_700">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4" name="Google Shape;474;g2c157a2fb06_0_700">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75" name="Google Shape;475;g2c157a2fb06_0_700"/>
          <p:cNvGrpSpPr/>
          <p:nvPr/>
        </p:nvGrpSpPr>
        <p:grpSpPr>
          <a:xfrm>
            <a:off x="7894350" y="6212475"/>
            <a:ext cx="586800" cy="571500"/>
            <a:chOff x="7894350" y="6212475"/>
            <a:chExt cx="586800" cy="571500"/>
          </a:xfrm>
        </p:grpSpPr>
        <p:sp>
          <p:nvSpPr>
            <p:cNvPr id="476" name="Google Shape;476;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7" name="Google Shape;477;g2c157a2fb06_0_70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8" name="Google Shape;478;g2c157a2fb06_0_70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479"/>
        <p:cNvGrpSpPr/>
        <p:nvPr/>
      </p:nvGrpSpPr>
      <p:grpSpPr>
        <a:xfrm>
          <a:off x="0" y="0"/>
          <a:ext cx="0" cy="0"/>
          <a:chOff x="0" y="0"/>
          <a:chExt cx="0" cy="0"/>
        </a:xfrm>
      </p:grpSpPr>
      <p:sp>
        <p:nvSpPr>
          <p:cNvPr id="480" name="Google Shape;480;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Bingo</a:t>
            </a:r>
            <a:endParaRPr sz="3000" b="0" i="0" u="none" strike="noStrike" cap="none">
              <a:solidFill>
                <a:srgbClr val="CB3D85"/>
              </a:solidFill>
              <a:latin typeface="Poppins Medium"/>
              <a:ea typeface="Poppins Medium"/>
              <a:cs typeface="Poppins Medium"/>
              <a:sym typeface="Poppins Medium"/>
            </a:endParaRPr>
          </a:p>
        </p:txBody>
      </p:sp>
      <p:cxnSp>
        <p:nvCxnSpPr>
          <p:cNvPr id="481" name="Google Shape;481;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2" name="Google Shape;482;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3" name="Google Shape;483;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4" name="Google Shape;484;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5" name="Google Shape;485;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6" name="Google Shape;486;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7" name="Google Shape;487;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8" name="Google Shape;488;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489" name="Google Shape;489;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90" name="Google Shape;490;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91" name="Google Shape;491;g2c157a2fb06_0_932"/>
          <p:cNvSpPr txBox="1">
            <a:spLocks noGrp="1"/>
          </p:cNvSpPr>
          <p:nvPr>
            <p:ph type="subTitle" idx="1"/>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2" name="Google Shape;492;g2c157a2fb06_0_932"/>
          <p:cNvSpPr txBox="1">
            <a:spLocks noGrp="1"/>
          </p:cNvSpPr>
          <p:nvPr>
            <p:ph type="subTitle" idx="2"/>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3" name="Google Shape;493;g2c157a2fb06_0_932"/>
          <p:cNvSpPr txBox="1">
            <a:spLocks noGrp="1"/>
          </p:cNvSpPr>
          <p:nvPr>
            <p:ph type="subTitle" idx="3"/>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4" name="Google Shape;494;g2c157a2fb06_0_932"/>
          <p:cNvSpPr txBox="1">
            <a:spLocks noGrp="1"/>
          </p:cNvSpPr>
          <p:nvPr>
            <p:ph type="subTitle" idx="4"/>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5" name="Google Shape;495;g2c157a2fb06_0_932"/>
          <p:cNvSpPr txBox="1">
            <a:spLocks noGrp="1"/>
          </p:cNvSpPr>
          <p:nvPr>
            <p:ph type="subTitle" idx="5"/>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6" name="Google Shape;496;g2c157a2fb06_0_932"/>
          <p:cNvSpPr txBox="1">
            <a:spLocks noGrp="1"/>
          </p:cNvSpPr>
          <p:nvPr>
            <p:ph type="subTitle" idx="6"/>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7" name="Google Shape;497;g2c157a2fb06_0_932"/>
          <p:cNvSpPr txBox="1">
            <a:spLocks noGrp="1"/>
          </p:cNvSpPr>
          <p:nvPr>
            <p:ph type="subTitle" idx="7"/>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8" name="Google Shape;498;g2c157a2fb06_0_932"/>
          <p:cNvSpPr txBox="1">
            <a:spLocks noGrp="1"/>
          </p:cNvSpPr>
          <p:nvPr>
            <p:ph type="subTitle" idx="8"/>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9" name="Google Shape;499;g2c157a2fb06_0_932"/>
          <p:cNvSpPr txBox="1">
            <a:spLocks noGrp="1"/>
          </p:cNvSpPr>
          <p:nvPr>
            <p:ph type="subTitle" idx="9"/>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00" name="Google Shape;500;g2c157a2fb06_0_932"/>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932"/>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02" name="Google Shape;502;g2c157a2fb06_0_932"/>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3" name="Google Shape;503;g2c157a2fb06_0_932"/>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4" name="Google Shape;504;g2c157a2fb06_0_932"/>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5" name="Google Shape;505;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6" name="Google Shape;506;g2c157a2fb06_0_9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07" name="Google Shape;507;g2c157a2fb06_0_9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08" name="Google Shape;508;g2c157a2fb06_0_932"/>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09" name="Google Shape;509;g2c157a2fb06_0_9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510" name="Google Shape;510;g2c157a2fb06_0_932"/>
          <p:cNvGrpSpPr/>
          <p:nvPr/>
        </p:nvGrpSpPr>
        <p:grpSpPr>
          <a:xfrm>
            <a:off x="662575" y="6212475"/>
            <a:ext cx="586800" cy="571500"/>
            <a:chOff x="662575" y="6212475"/>
            <a:chExt cx="586800" cy="571500"/>
          </a:xfrm>
        </p:grpSpPr>
        <p:sp>
          <p:nvSpPr>
            <p:cNvPr id="511" name="Google Shape;511;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2" name="Google Shape;512;g2c157a2fb06_0_93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3" name="Google Shape;513;g2c157a2fb06_0_93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14" name="Google Shape;514;g2c157a2fb06_0_932"/>
          <p:cNvGrpSpPr/>
          <p:nvPr/>
        </p:nvGrpSpPr>
        <p:grpSpPr>
          <a:xfrm>
            <a:off x="7894350" y="6212475"/>
            <a:ext cx="586800" cy="571500"/>
            <a:chOff x="7894350" y="6212475"/>
            <a:chExt cx="586800" cy="571500"/>
          </a:xfrm>
        </p:grpSpPr>
        <p:sp>
          <p:nvSpPr>
            <p:cNvPr id="515" name="Google Shape;515;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6" name="Google Shape;516;g2c157a2fb06_0_93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7" name="Google Shape;517;g2c157a2fb06_0_93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18"/>
        <p:cNvGrpSpPr/>
        <p:nvPr/>
      </p:nvGrpSpPr>
      <p:grpSpPr>
        <a:xfrm>
          <a:off x="0" y="0"/>
          <a:ext cx="0" cy="0"/>
          <a:chOff x="0" y="0"/>
          <a:chExt cx="0" cy="0"/>
        </a:xfrm>
      </p:grpSpPr>
      <p:cxnSp>
        <p:nvCxnSpPr>
          <p:cNvPr id="519" name="Google Shape;519;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20" name="Google Shape;520;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21" name="Google Shape;521;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2" name="Google Shape;522;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3" name="Google Shape;523;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4" name="Google Shape;524;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5" name="Google Shape;525;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6" name="Google Shape;526;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7" name="Google Shape;527;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8" name="Google Shape;528;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9" name="Google Shape;529;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0" name="Google Shape;530;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31" name="Google Shape;531;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Lucky Dip</a:t>
            </a:r>
            <a:endParaRPr sz="3000" b="0" i="0" u="none" strike="noStrike" cap="none">
              <a:solidFill>
                <a:srgbClr val="CB3D85"/>
              </a:solidFill>
              <a:latin typeface="Poppins Medium"/>
              <a:ea typeface="Poppins Medium"/>
              <a:cs typeface="Poppins Medium"/>
              <a:sym typeface="Poppins Medium"/>
            </a:endParaRPr>
          </a:p>
        </p:txBody>
      </p:sp>
      <p:sp>
        <p:nvSpPr>
          <p:cNvPr id="532" name="Google Shape;532;g2c157a2fb06_0_1045"/>
          <p:cNvSpPr txBox="1">
            <a:spLocks noGrp="1"/>
          </p:cNvSpPr>
          <p:nvPr>
            <p:ph type="subTitle" idx="13"/>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3" name="Google Shape;533;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34" name="Google Shape;534;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35" name="Google Shape;535;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sp>
        <p:nvSpPr>
          <p:cNvPr id="536" name="Google Shape;536;g2c157a2fb06_0_1045"/>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7" name="Google Shape;537;g2c157a2fb06_0_1045"/>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38" name="Google Shape;538;g2c157a2fb06_0_1045"/>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39" name="Google Shape;539;g2c157a2fb06_0_1045"/>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0" name="Google Shape;540;g2c157a2fb06_0_1045"/>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1" name="Google Shape;541;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2" name="Google Shape;542;g2c157a2fb06_0_104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43" name="Google Shape;543;g2c157a2fb06_0_104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44" name="Google Shape;544;g2c157a2fb06_0_1045"/>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45" name="Google Shape;545;g2c157a2fb06_0_104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546" name="Google Shape;546;g2c157a2fb06_0_1045"/>
          <p:cNvGrpSpPr/>
          <p:nvPr/>
        </p:nvGrpSpPr>
        <p:grpSpPr>
          <a:xfrm>
            <a:off x="662575" y="6212475"/>
            <a:ext cx="586800" cy="571500"/>
            <a:chOff x="662575" y="6212475"/>
            <a:chExt cx="586800" cy="571500"/>
          </a:xfrm>
        </p:grpSpPr>
        <p:sp>
          <p:nvSpPr>
            <p:cNvPr id="547" name="Google Shape;547;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8" name="Google Shape;548;g2c157a2fb06_0_104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9" name="Google Shape;549;g2c157a2fb06_0_104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50" name="Google Shape;550;g2c157a2fb06_0_1045"/>
          <p:cNvGrpSpPr/>
          <p:nvPr/>
        </p:nvGrpSpPr>
        <p:grpSpPr>
          <a:xfrm>
            <a:off x="7894350" y="6212475"/>
            <a:ext cx="586800" cy="571500"/>
            <a:chOff x="7894350" y="6212475"/>
            <a:chExt cx="586800" cy="571500"/>
          </a:xfrm>
        </p:grpSpPr>
        <p:sp>
          <p:nvSpPr>
            <p:cNvPr id="551" name="Google Shape;551;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2" name="Google Shape;552;g2c157a2fb06_0_104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3" name="Google Shape;553;g2c157a2fb06_0_104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54"/>
        <p:cNvGrpSpPr/>
        <p:nvPr/>
      </p:nvGrpSpPr>
      <p:grpSpPr>
        <a:xfrm>
          <a:off x="0" y="0"/>
          <a:ext cx="0" cy="0"/>
          <a:chOff x="0" y="0"/>
          <a:chExt cx="0" cy="0"/>
        </a:xfrm>
      </p:grpSpPr>
      <p:sp>
        <p:nvSpPr>
          <p:cNvPr id="555" name="Google Shape;555;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56" name="Google Shape;556;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Countdown</a:t>
            </a:r>
            <a:endParaRPr sz="3000" b="0" i="0" u="none" strike="noStrike" cap="none">
              <a:solidFill>
                <a:srgbClr val="CB3D85"/>
              </a:solidFill>
              <a:latin typeface="Poppins Medium"/>
              <a:ea typeface="Poppins Medium"/>
              <a:cs typeface="Poppins Medium"/>
              <a:sym typeface="Poppins Medium"/>
            </a:endParaRPr>
          </a:p>
        </p:txBody>
      </p:sp>
      <p:sp>
        <p:nvSpPr>
          <p:cNvPr id="557" name="Google Shape;557;g2c157a2fb06_0_1110"/>
          <p:cNvSpPr txBox="1">
            <a:spLocks noGrp="1"/>
          </p:cNvSpPr>
          <p:nvPr>
            <p:ph type="subTitle" idx="1"/>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58" name="Google Shape;558;g2c157a2fb06_0_1110"/>
          <p:cNvSpPr txBox="1">
            <a:spLocks noGrp="1"/>
          </p:cNvSpPr>
          <p:nvPr>
            <p:ph type="subTitle" idx="2"/>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59" name="Google Shape;559;g2c157a2fb06_0_1110"/>
          <p:cNvSpPr txBox="1">
            <a:spLocks noGrp="1"/>
          </p:cNvSpPr>
          <p:nvPr>
            <p:ph type="subTitle" idx="3"/>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60" name="Google Shape;560;g2c157a2fb06_0_1110"/>
          <p:cNvSpPr txBox="1">
            <a:spLocks noGrp="1"/>
          </p:cNvSpPr>
          <p:nvPr>
            <p:ph type="subTitle" idx="4"/>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561" name="Google Shape;561;g2c157a2fb06_0_1110"/>
          <p:cNvGrpSpPr/>
          <p:nvPr/>
        </p:nvGrpSpPr>
        <p:grpSpPr>
          <a:xfrm>
            <a:off x="5806200" y="1807463"/>
            <a:ext cx="756300" cy="146700"/>
            <a:chOff x="5806200" y="1807463"/>
            <a:chExt cx="756300" cy="146700"/>
          </a:xfrm>
        </p:grpSpPr>
        <p:sp>
          <p:nvSpPr>
            <p:cNvPr id="562" name="Google Shape;562;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3" name="Google Shape;563;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4" name="Google Shape;564;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65" name="Google Shape;565;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66" name="Google Shape;566;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67" name="Google Shape;567;g2c157a2fb06_0_1110"/>
          <p:cNvGrpSpPr/>
          <p:nvPr/>
        </p:nvGrpSpPr>
        <p:grpSpPr>
          <a:xfrm>
            <a:off x="5806200" y="2842438"/>
            <a:ext cx="756300" cy="146700"/>
            <a:chOff x="5806200" y="1807463"/>
            <a:chExt cx="756300" cy="146700"/>
          </a:xfrm>
        </p:grpSpPr>
        <p:sp>
          <p:nvSpPr>
            <p:cNvPr id="568" name="Google Shape;568;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9" name="Google Shape;569;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0" name="Google Shape;570;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1" name="Google Shape;571;g2c157a2fb06_0_1110"/>
          <p:cNvGrpSpPr/>
          <p:nvPr/>
        </p:nvGrpSpPr>
        <p:grpSpPr>
          <a:xfrm>
            <a:off x="5806200" y="3877413"/>
            <a:ext cx="756300" cy="146700"/>
            <a:chOff x="5806200" y="1807463"/>
            <a:chExt cx="756300" cy="146700"/>
          </a:xfrm>
        </p:grpSpPr>
        <p:sp>
          <p:nvSpPr>
            <p:cNvPr id="572" name="Google Shape;572;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3" name="Google Shape;573;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4" name="Google Shape;574;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75" name="Google Shape;575;g2c157a2fb06_0_1110"/>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6" name="Google Shape;576;g2c157a2fb06_0_1110"/>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77" name="Google Shape;577;g2c157a2fb06_0_1110"/>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8" name="Google Shape;578;g2c157a2fb06_0_1110"/>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9" name="Google Shape;579;g2c157a2fb06_0_1110"/>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0" name="Google Shape;580;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81" name="Google Shape;581;g2c157a2fb06_0_111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82" name="Google Shape;582;g2c157a2fb06_0_111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83" name="Google Shape;583;g2c157a2fb06_0_1110"/>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84" name="Google Shape;584;g2c157a2fb06_0_111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585" name="Google Shape;585;g2c157a2fb06_0_1110"/>
          <p:cNvGrpSpPr/>
          <p:nvPr/>
        </p:nvGrpSpPr>
        <p:grpSpPr>
          <a:xfrm>
            <a:off x="662575" y="6212475"/>
            <a:ext cx="586800" cy="571500"/>
            <a:chOff x="662575" y="6212475"/>
            <a:chExt cx="586800" cy="571500"/>
          </a:xfrm>
        </p:grpSpPr>
        <p:sp>
          <p:nvSpPr>
            <p:cNvPr id="586" name="Google Shape;586;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7" name="Google Shape;587;g2c157a2fb06_0_1110">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8" name="Google Shape;588;g2c157a2fb06_0_1110">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89" name="Google Shape;589;g2c157a2fb06_0_1110"/>
          <p:cNvGrpSpPr/>
          <p:nvPr/>
        </p:nvGrpSpPr>
        <p:grpSpPr>
          <a:xfrm>
            <a:off x="7894350" y="6212475"/>
            <a:ext cx="586800" cy="571500"/>
            <a:chOff x="7894350" y="6212475"/>
            <a:chExt cx="586800" cy="571500"/>
          </a:xfrm>
        </p:grpSpPr>
        <p:sp>
          <p:nvSpPr>
            <p:cNvPr id="590" name="Google Shape;590;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1" name="Google Shape;591;g2c157a2fb06_0_111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2" name="Google Shape;592;g2c157a2fb06_0_111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593"/>
        <p:cNvGrpSpPr/>
        <p:nvPr/>
      </p:nvGrpSpPr>
      <p:grpSpPr>
        <a:xfrm>
          <a:off x="0" y="0"/>
          <a:ext cx="0" cy="0"/>
          <a:chOff x="0" y="0"/>
          <a:chExt cx="0" cy="0"/>
        </a:xfrm>
      </p:grpSpPr>
      <p:sp>
        <p:nvSpPr>
          <p:cNvPr id="594" name="Google Shape;594;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5" name="Google Shape;595;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6" name="Google Shape;596;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7" name="Google Shape;597;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598" name="Google Shape;598;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9" name="Google Shape;599;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00" name="Google Shape;600;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01" name="Google Shape;601;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02" name="Google Shape;602;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03" name="Google Shape;603;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04" name="Google Shape;604;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05" name="Google Shape;605;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06" name="Google Shape;606;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07" name="Google Shape;607;p30"/>
          <p:cNvGrpSpPr/>
          <p:nvPr/>
        </p:nvGrpSpPr>
        <p:grpSpPr>
          <a:xfrm>
            <a:off x="6022940" y="5341706"/>
            <a:ext cx="594501" cy="305904"/>
            <a:chOff x="5672081" y="1914352"/>
            <a:chExt cx="792668" cy="305904"/>
          </a:xfrm>
        </p:grpSpPr>
        <p:sp>
          <p:nvSpPr>
            <p:cNvPr id="608" name="Google Shape;608;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09" name="Google Shape;609;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10" name="Google Shape;610;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11" name="Google Shape;611;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2" name="Google Shape;612;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3" name="Google Shape;613;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4" name="Google Shape;614;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5" name="Google Shape;615;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6" name="Google Shape;616;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7" name="Google Shape;617;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8" name="Google Shape;618;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19" name="Google Shape;619;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20" name="Google Shape;620;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1" name="Google Shape;621;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2" name="Google Shape;622;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3" name="Google Shape;623;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4" name="Google Shape;624;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5" name="Google Shape;625;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6" name="Google Shape;626;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7" name="Google Shape;627;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28" name="Google Shape;628;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29" name="Google Shape;629;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30" name="Google Shape;630;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31" name="Google Shape;631;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32" name="Google Shape;632;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33" name="Google Shape;633;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34" name="Google Shape;634;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5" name="Google Shape;635;p30"/>
          <p:cNvSpPr/>
          <p:nvPr/>
        </p:nvSpPr>
        <p:spPr>
          <a:xfrm>
            <a:off x="1435861" y="3837613"/>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6" name="Google Shape;636;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37" name="Google Shape;637;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38" name="Google Shape;638;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39"/>
        <p:cNvGrpSpPr/>
        <p:nvPr/>
      </p:nvGrpSpPr>
      <p:grpSpPr>
        <a:xfrm>
          <a:off x="0" y="0"/>
          <a:ext cx="0" cy="0"/>
          <a:chOff x="0" y="0"/>
          <a:chExt cx="0" cy="0"/>
        </a:xfrm>
      </p:grpSpPr>
      <p:sp>
        <p:nvSpPr>
          <p:cNvPr id="640" name="Google Shape;640;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41" name="Google Shape;641;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42" name="Google Shape;642;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43"/>
        <p:cNvGrpSpPr/>
        <p:nvPr/>
      </p:nvGrpSpPr>
      <p:grpSpPr>
        <a:xfrm>
          <a:off x="0" y="0"/>
          <a:ext cx="0" cy="0"/>
          <a:chOff x="0" y="0"/>
          <a:chExt cx="0" cy="0"/>
        </a:xfrm>
      </p:grpSpPr>
      <p:sp>
        <p:nvSpPr>
          <p:cNvPr id="644" name="Google Shape;644;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45" name="Google Shape;645;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46" name="Google Shape;646;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slide" Target="slide21.xml"/><Relationship Id="rId3" Type="http://schemas.openxmlformats.org/officeDocument/2006/relationships/image" Target="../media/image6.png"/><Relationship Id="rId7" Type="http://schemas.openxmlformats.org/officeDocument/2006/relationships/slide" Target="slide19.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slide" Target="slide12.xml"/><Relationship Id="rId5" Type="http://schemas.openxmlformats.org/officeDocument/2006/relationships/image" Target="../media/image8.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9.png"/><Relationship Id="rId18" Type="http://schemas.openxmlformats.org/officeDocument/2006/relationships/image" Target="../media/image24.png"/><Relationship Id="rId3" Type="http://schemas.openxmlformats.org/officeDocument/2006/relationships/image" Target="../media/image9.png"/><Relationship Id="rId21" Type="http://schemas.openxmlformats.org/officeDocument/2006/relationships/image" Target="../media/image27.png"/><Relationship Id="rId7" Type="http://schemas.openxmlformats.org/officeDocument/2006/relationships/image" Target="../media/image13.png"/><Relationship Id="rId12" Type="http://schemas.openxmlformats.org/officeDocument/2006/relationships/image" Target="../media/image18.png"/><Relationship Id="rId17" Type="http://schemas.openxmlformats.org/officeDocument/2006/relationships/image" Target="../media/image23.png"/><Relationship Id="rId25" Type="http://schemas.openxmlformats.org/officeDocument/2006/relationships/image" Target="../media/image31.png"/><Relationship Id="rId2" Type="http://schemas.openxmlformats.org/officeDocument/2006/relationships/notesSlide" Target="../notesSlides/notesSlide3.xml"/><Relationship Id="rId16" Type="http://schemas.openxmlformats.org/officeDocument/2006/relationships/image" Target="../media/image22.png"/><Relationship Id="rId20" Type="http://schemas.openxmlformats.org/officeDocument/2006/relationships/image" Target="../media/image26.png"/><Relationship Id="rId1" Type="http://schemas.openxmlformats.org/officeDocument/2006/relationships/slideLayout" Target="../slideLayouts/slideLayout3.xml"/><Relationship Id="rId6" Type="http://schemas.openxmlformats.org/officeDocument/2006/relationships/image" Target="../media/image12.png"/><Relationship Id="rId11" Type="http://schemas.openxmlformats.org/officeDocument/2006/relationships/image" Target="../media/image17.png"/><Relationship Id="rId24" Type="http://schemas.openxmlformats.org/officeDocument/2006/relationships/image" Target="../media/image30.png"/><Relationship Id="rId5" Type="http://schemas.openxmlformats.org/officeDocument/2006/relationships/image" Target="../media/image11.png"/><Relationship Id="rId15" Type="http://schemas.openxmlformats.org/officeDocument/2006/relationships/image" Target="../media/image21.png"/><Relationship Id="rId23" Type="http://schemas.openxmlformats.org/officeDocument/2006/relationships/image" Target="../media/image29.png"/><Relationship Id="rId10" Type="http://schemas.openxmlformats.org/officeDocument/2006/relationships/image" Target="../media/image16.png"/><Relationship Id="rId19" Type="http://schemas.openxmlformats.org/officeDocument/2006/relationships/image" Target="../media/image25.png"/><Relationship Id="rId4" Type="http://schemas.openxmlformats.org/officeDocument/2006/relationships/image" Target="../media/image10.png"/><Relationship Id="rId9" Type="http://schemas.openxmlformats.org/officeDocument/2006/relationships/image" Target="../media/image15.png"/><Relationship Id="rId14" Type="http://schemas.openxmlformats.org/officeDocument/2006/relationships/image" Target="../media/image20.png"/><Relationship Id="rId22" Type="http://schemas.openxmlformats.org/officeDocument/2006/relationships/image" Target="../media/image28.png"/></Relationships>
</file>

<file path=ppt/slides/_rels/slide4.xml.rels><?xml version="1.0" encoding="UTF-8" standalone="yes"?>
<Relationships xmlns="http://schemas.openxmlformats.org/package/2006/relationships"><Relationship Id="rId8" Type="http://schemas.openxmlformats.org/officeDocument/2006/relationships/image" Target="../media/image37.png"/><Relationship Id="rId13" Type="http://schemas.openxmlformats.org/officeDocument/2006/relationships/image" Target="../media/image42.png"/><Relationship Id="rId18" Type="http://schemas.openxmlformats.org/officeDocument/2006/relationships/image" Target="../media/image47.png"/><Relationship Id="rId26" Type="http://schemas.openxmlformats.org/officeDocument/2006/relationships/image" Target="../media/image54.png"/><Relationship Id="rId3" Type="http://schemas.openxmlformats.org/officeDocument/2006/relationships/image" Target="../media/image32.png"/><Relationship Id="rId21" Type="http://schemas.openxmlformats.org/officeDocument/2006/relationships/image" Target="../media/image49.png"/><Relationship Id="rId7" Type="http://schemas.openxmlformats.org/officeDocument/2006/relationships/image" Target="../media/image36.png"/><Relationship Id="rId12" Type="http://schemas.openxmlformats.org/officeDocument/2006/relationships/image" Target="../media/image41.png"/><Relationship Id="rId17" Type="http://schemas.openxmlformats.org/officeDocument/2006/relationships/image" Target="../media/image46.png"/><Relationship Id="rId25" Type="http://schemas.openxmlformats.org/officeDocument/2006/relationships/image" Target="../media/image53.png"/><Relationship Id="rId2" Type="http://schemas.openxmlformats.org/officeDocument/2006/relationships/notesSlide" Target="../notesSlides/notesSlide4.xml"/><Relationship Id="rId16" Type="http://schemas.openxmlformats.org/officeDocument/2006/relationships/image" Target="../media/image45.png"/><Relationship Id="rId20" Type="http://schemas.openxmlformats.org/officeDocument/2006/relationships/image" Target="../media/image48.png"/><Relationship Id="rId29" Type="http://schemas.openxmlformats.org/officeDocument/2006/relationships/image" Target="../media/image57.png"/><Relationship Id="rId1" Type="http://schemas.openxmlformats.org/officeDocument/2006/relationships/slideLayout" Target="../slideLayouts/slideLayout3.xml"/><Relationship Id="rId6" Type="http://schemas.openxmlformats.org/officeDocument/2006/relationships/image" Target="../media/image35.png"/><Relationship Id="rId11" Type="http://schemas.openxmlformats.org/officeDocument/2006/relationships/image" Target="../media/image40.png"/><Relationship Id="rId24" Type="http://schemas.openxmlformats.org/officeDocument/2006/relationships/image" Target="../media/image52.png"/><Relationship Id="rId5" Type="http://schemas.openxmlformats.org/officeDocument/2006/relationships/image" Target="../media/image34.png"/><Relationship Id="rId15" Type="http://schemas.openxmlformats.org/officeDocument/2006/relationships/image" Target="../media/image44.png"/><Relationship Id="rId23" Type="http://schemas.openxmlformats.org/officeDocument/2006/relationships/image" Target="../media/image51.png"/><Relationship Id="rId28" Type="http://schemas.openxmlformats.org/officeDocument/2006/relationships/image" Target="../media/image56.png"/><Relationship Id="rId10" Type="http://schemas.openxmlformats.org/officeDocument/2006/relationships/image" Target="../media/image39.png"/><Relationship Id="rId19" Type="http://schemas.openxmlformats.org/officeDocument/2006/relationships/image" Target="../media/image6.png"/><Relationship Id="rId31" Type="http://schemas.openxmlformats.org/officeDocument/2006/relationships/image" Target="../media/image59.png"/><Relationship Id="rId4" Type="http://schemas.openxmlformats.org/officeDocument/2006/relationships/image" Target="../media/image33.png"/><Relationship Id="rId9" Type="http://schemas.openxmlformats.org/officeDocument/2006/relationships/image" Target="../media/image38.png"/><Relationship Id="rId14" Type="http://schemas.openxmlformats.org/officeDocument/2006/relationships/image" Target="../media/image43.png"/><Relationship Id="rId22" Type="http://schemas.openxmlformats.org/officeDocument/2006/relationships/image" Target="../media/image50.png"/><Relationship Id="rId27" Type="http://schemas.openxmlformats.org/officeDocument/2006/relationships/image" Target="../media/image55.png"/><Relationship Id="rId30" Type="http://schemas.openxmlformats.org/officeDocument/2006/relationships/image" Target="../media/image58.png"/></Relationships>
</file>

<file path=ppt/slides/_rels/slide5.xml.rels><?xml version="1.0" encoding="UTF-8" standalone="yes"?>
<Relationships xmlns="http://schemas.openxmlformats.org/package/2006/relationships"><Relationship Id="rId13" Type="http://schemas.openxmlformats.org/officeDocument/2006/relationships/image" Target="../media/image70.png"/><Relationship Id="rId18" Type="http://schemas.openxmlformats.org/officeDocument/2006/relationships/image" Target="../media/image75.png"/><Relationship Id="rId26" Type="http://schemas.openxmlformats.org/officeDocument/2006/relationships/image" Target="../media/image83.png"/><Relationship Id="rId39" Type="http://schemas.openxmlformats.org/officeDocument/2006/relationships/image" Target="../media/image96.png"/><Relationship Id="rId21" Type="http://schemas.openxmlformats.org/officeDocument/2006/relationships/image" Target="../media/image78.png"/><Relationship Id="rId34" Type="http://schemas.openxmlformats.org/officeDocument/2006/relationships/image" Target="../media/image91.png"/><Relationship Id="rId42" Type="http://schemas.openxmlformats.org/officeDocument/2006/relationships/image" Target="../media/image99.png"/><Relationship Id="rId7" Type="http://schemas.openxmlformats.org/officeDocument/2006/relationships/image" Target="../media/image64.png"/><Relationship Id="rId2" Type="http://schemas.openxmlformats.org/officeDocument/2006/relationships/notesSlide" Target="../notesSlides/notesSlide5.xml"/><Relationship Id="rId16" Type="http://schemas.openxmlformats.org/officeDocument/2006/relationships/image" Target="../media/image73.png"/><Relationship Id="rId20" Type="http://schemas.openxmlformats.org/officeDocument/2006/relationships/image" Target="../media/image77.png"/><Relationship Id="rId29" Type="http://schemas.openxmlformats.org/officeDocument/2006/relationships/image" Target="../media/image86.png"/><Relationship Id="rId41" Type="http://schemas.openxmlformats.org/officeDocument/2006/relationships/image" Target="../media/image98.png"/><Relationship Id="rId1" Type="http://schemas.openxmlformats.org/officeDocument/2006/relationships/slideLayout" Target="../slideLayouts/slideLayout3.xml"/><Relationship Id="rId6" Type="http://schemas.openxmlformats.org/officeDocument/2006/relationships/image" Target="../media/image63.png"/><Relationship Id="rId11" Type="http://schemas.openxmlformats.org/officeDocument/2006/relationships/image" Target="../media/image68.png"/><Relationship Id="rId24" Type="http://schemas.openxmlformats.org/officeDocument/2006/relationships/image" Target="../media/image81.png"/><Relationship Id="rId32" Type="http://schemas.openxmlformats.org/officeDocument/2006/relationships/image" Target="../media/image89.png"/><Relationship Id="rId37" Type="http://schemas.openxmlformats.org/officeDocument/2006/relationships/image" Target="../media/image94.png"/><Relationship Id="rId40" Type="http://schemas.openxmlformats.org/officeDocument/2006/relationships/image" Target="../media/image97.png"/><Relationship Id="rId5" Type="http://schemas.openxmlformats.org/officeDocument/2006/relationships/image" Target="../media/image62.png"/><Relationship Id="rId15" Type="http://schemas.openxmlformats.org/officeDocument/2006/relationships/image" Target="../media/image72.png"/><Relationship Id="rId23" Type="http://schemas.openxmlformats.org/officeDocument/2006/relationships/image" Target="../media/image80.png"/><Relationship Id="rId28" Type="http://schemas.openxmlformats.org/officeDocument/2006/relationships/image" Target="../media/image85.png"/><Relationship Id="rId36" Type="http://schemas.openxmlformats.org/officeDocument/2006/relationships/image" Target="../media/image93.png"/><Relationship Id="rId10" Type="http://schemas.openxmlformats.org/officeDocument/2006/relationships/image" Target="../media/image67.png"/><Relationship Id="rId19" Type="http://schemas.openxmlformats.org/officeDocument/2006/relationships/image" Target="../media/image76.png"/><Relationship Id="rId31" Type="http://schemas.openxmlformats.org/officeDocument/2006/relationships/image" Target="../media/image88.png"/><Relationship Id="rId4" Type="http://schemas.openxmlformats.org/officeDocument/2006/relationships/image" Target="../media/image61.png"/><Relationship Id="rId9" Type="http://schemas.openxmlformats.org/officeDocument/2006/relationships/image" Target="../media/image66.png"/><Relationship Id="rId14" Type="http://schemas.openxmlformats.org/officeDocument/2006/relationships/image" Target="../media/image71.png"/><Relationship Id="rId22" Type="http://schemas.openxmlformats.org/officeDocument/2006/relationships/image" Target="../media/image79.png"/><Relationship Id="rId27" Type="http://schemas.openxmlformats.org/officeDocument/2006/relationships/image" Target="../media/image84.png"/><Relationship Id="rId30" Type="http://schemas.openxmlformats.org/officeDocument/2006/relationships/image" Target="../media/image87.png"/><Relationship Id="rId35" Type="http://schemas.openxmlformats.org/officeDocument/2006/relationships/image" Target="../media/image92.png"/><Relationship Id="rId43" Type="http://schemas.openxmlformats.org/officeDocument/2006/relationships/image" Target="../media/image100.png"/><Relationship Id="rId8" Type="http://schemas.openxmlformats.org/officeDocument/2006/relationships/image" Target="../media/image65.png"/><Relationship Id="rId3" Type="http://schemas.openxmlformats.org/officeDocument/2006/relationships/image" Target="../media/image60.png"/><Relationship Id="rId12" Type="http://schemas.openxmlformats.org/officeDocument/2006/relationships/image" Target="../media/image69.png"/><Relationship Id="rId17" Type="http://schemas.openxmlformats.org/officeDocument/2006/relationships/image" Target="../media/image74.png"/><Relationship Id="rId25" Type="http://schemas.openxmlformats.org/officeDocument/2006/relationships/image" Target="../media/image82.png"/><Relationship Id="rId33" Type="http://schemas.openxmlformats.org/officeDocument/2006/relationships/image" Target="../media/image90.png"/><Relationship Id="rId38" Type="http://schemas.openxmlformats.org/officeDocument/2006/relationships/image" Target="../media/image95.png"/></Relationships>
</file>

<file path=ppt/slides/_rels/slide6.xml.rels><?xml version="1.0" encoding="UTF-8" standalone="yes"?>
<Relationships xmlns="http://schemas.openxmlformats.org/package/2006/relationships"><Relationship Id="rId8" Type="http://schemas.openxmlformats.org/officeDocument/2006/relationships/image" Target="../media/image106.png"/><Relationship Id="rId13" Type="http://schemas.openxmlformats.org/officeDocument/2006/relationships/image" Target="../media/image111.png"/><Relationship Id="rId18" Type="http://schemas.openxmlformats.org/officeDocument/2006/relationships/image" Target="../media/image116.png"/><Relationship Id="rId3" Type="http://schemas.openxmlformats.org/officeDocument/2006/relationships/image" Target="../media/image101.png"/><Relationship Id="rId21" Type="http://schemas.openxmlformats.org/officeDocument/2006/relationships/image" Target="../media/image119.png"/><Relationship Id="rId7" Type="http://schemas.openxmlformats.org/officeDocument/2006/relationships/image" Target="../media/image105.png"/><Relationship Id="rId12" Type="http://schemas.openxmlformats.org/officeDocument/2006/relationships/image" Target="../media/image110.png"/><Relationship Id="rId17" Type="http://schemas.openxmlformats.org/officeDocument/2006/relationships/image" Target="../media/image115.png"/><Relationship Id="rId2" Type="http://schemas.openxmlformats.org/officeDocument/2006/relationships/notesSlide" Target="../notesSlides/notesSlide6.xml"/><Relationship Id="rId16" Type="http://schemas.openxmlformats.org/officeDocument/2006/relationships/image" Target="../media/image114.png"/><Relationship Id="rId20" Type="http://schemas.openxmlformats.org/officeDocument/2006/relationships/image" Target="../media/image118.png"/><Relationship Id="rId1" Type="http://schemas.openxmlformats.org/officeDocument/2006/relationships/slideLayout" Target="../slideLayouts/slideLayout3.xml"/><Relationship Id="rId6" Type="http://schemas.openxmlformats.org/officeDocument/2006/relationships/image" Target="../media/image104.png"/><Relationship Id="rId11" Type="http://schemas.openxmlformats.org/officeDocument/2006/relationships/image" Target="../media/image109.png"/><Relationship Id="rId5" Type="http://schemas.openxmlformats.org/officeDocument/2006/relationships/image" Target="../media/image103.png"/><Relationship Id="rId15" Type="http://schemas.openxmlformats.org/officeDocument/2006/relationships/image" Target="../media/image113.png"/><Relationship Id="rId23" Type="http://schemas.openxmlformats.org/officeDocument/2006/relationships/image" Target="../media/image121.png"/><Relationship Id="rId10" Type="http://schemas.openxmlformats.org/officeDocument/2006/relationships/image" Target="../media/image108.png"/><Relationship Id="rId19" Type="http://schemas.openxmlformats.org/officeDocument/2006/relationships/image" Target="../media/image117.png"/><Relationship Id="rId4" Type="http://schemas.openxmlformats.org/officeDocument/2006/relationships/image" Target="../media/image102.png"/><Relationship Id="rId9" Type="http://schemas.openxmlformats.org/officeDocument/2006/relationships/image" Target="../media/image107.png"/><Relationship Id="rId14" Type="http://schemas.openxmlformats.org/officeDocument/2006/relationships/image" Target="../media/image112.png"/><Relationship Id="rId22" Type="http://schemas.openxmlformats.org/officeDocument/2006/relationships/image" Target="../media/image120.png"/></Relationships>
</file>

<file path=ppt/slides/_rels/slide7.xml.rels><?xml version="1.0" encoding="UTF-8" standalone="yes"?>
<Relationships xmlns="http://schemas.openxmlformats.org/package/2006/relationships"><Relationship Id="rId8" Type="http://schemas.openxmlformats.org/officeDocument/2006/relationships/image" Target="../media/image127.png"/><Relationship Id="rId13" Type="http://schemas.openxmlformats.org/officeDocument/2006/relationships/image" Target="../media/image132.png"/><Relationship Id="rId3" Type="http://schemas.openxmlformats.org/officeDocument/2006/relationships/image" Target="../media/image122.png"/><Relationship Id="rId7" Type="http://schemas.openxmlformats.org/officeDocument/2006/relationships/image" Target="../media/image126.png"/><Relationship Id="rId12" Type="http://schemas.openxmlformats.org/officeDocument/2006/relationships/image" Target="../media/image131.png"/><Relationship Id="rId2" Type="http://schemas.openxmlformats.org/officeDocument/2006/relationships/notesSlide" Target="../notesSlides/notesSlide7.xml"/><Relationship Id="rId16" Type="http://schemas.openxmlformats.org/officeDocument/2006/relationships/image" Target="../media/image135.png"/><Relationship Id="rId1" Type="http://schemas.openxmlformats.org/officeDocument/2006/relationships/slideLayout" Target="../slideLayouts/slideLayout3.xml"/><Relationship Id="rId6" Type="http://schemas.openxmlformats.org/officeDocument/2006/relationships/image" Target="../media/image125.png"/><Relationship Id="rId11" Type="http://schemas.openxmlformats.org/officeDocument/2006/relationships/image" Target="../media/image130.png"/><Relationship Id="rId5" Type="http://schemas.openxmlformats.org/officeDocument/2006/relationships/image" Target="../media/image124.png"/><Relationship Id="rId15" Type="http://schemas.openxmlformats.org/officeDocument/2006/relationships/image" Target="../media/image134.png"/><Relationship Id="rId10" Type="http://schemas.openxmlformats.org/officeDocument/2006/relationships/image" Target="../media/image129.png"/><Relationship Id="rId4" Type="http://schemas.openxmlformats.org/officeDocument/2006/relationships/image" Target="../media/image123.png"/><Relationship Id="rId9" Type="http://schemas.openxmlformats.org/officeDocument/2006/relationships/image" Target="../media/image128.png"/><Relationship Id="rId14" Type="http://schemas.openxmlformats.org/officeDocument/2006/relationships/image" Target="../media/image133.png"/></Relationships>
</file>

<file path=ppt/slides/_rels/slide8.xml.rels><?xml version="1.0" encoding="UTF-8" standalone="yes"?>
<Relationships xmlns="http://schemas.openxmlformats.org/package/2006/relationships"><Relationship Id="rId8" Type="http://schemas.openxmlformats.org/officeDocument/2006/relationships/image" Target="../media/image141.png"/><Relationship Id="rId13" Type="http://schemas.openxmlformats.org/officeDocument/2006/relationships/image" Target="../media/image146.png"/><Relationship Id="rId18" Type="http://schemas.openxmlformats.org/officeDocument/2006/relationships/image" Target="../media/image151.png"/><Relationship Id="rId26" Type="http://schemas.openxmlformats.org/officeDocument/2006/relationships/image" Target="../media/image159.png"/><Relationship Id="rId3" Type="http://schemas.openxmlformats.org/officeDocument/2006/relationships/image" Target="../media/image136.png"/><Relationship Id="rId21" Type="http://schemas.openxmlformats.org/officeDocument/2006/relationships/image" Target="../media/image154.png"/><Relationship Id="rId7" Type="http://schemas.openxmlformats.org/officeDocument/2006/relationships/image" Target="../media/image140.png"/><Relationship Id="rId12" Type="http://schemas.openxmlformats.org/officeDocument/2006/relationships/image" Target="../media/image145.png"/><Relationship Id="rId17" Type="http://schemas.openxmlformats.org/officeDocument/2006/relationships/image" Target="../media/image150.png"/><Relationship Id="rId25" Type="http://schemas.openxmlformats.org/officeDocument/2006/relationships/image" Target="../media/image158.png"/><Relationship Id="rId2" Type="http://schemas.openxmlformats.org/officeDocument/2006/relationships/notesSlide" Target="../notesSlides/notesSlide8.xml"/><Relationship Id="rId16" Type="http://schemas.openxmlformats.org/officeDocument/2006/relationships/image" Target="../media/image149.png"/><Relationship Id="rId20" Type="http://schemas.openxmlformats.org/officeDocument/2006/relationships/image" Target="../media/image153.png"/><Relationship Id="rId29" Type="http://schemas.openxmlformats.org/officeDocument/2006/relationships/image" Target="../media/image162.png"/><Relationship Id="rId1" Type="http://schemas.openxmlformats.org/officeDocument/2006/relationships/slideLayout" Target="../slideLayouts/slideLayout3.xml"/><Relationship Id="rId6" Type="http://schemas.openxmlformats.org/officeDocument/2006/relationships/image" Target="../media/image139.png"/><Relationship Id="rId11" Type="http://schemas.openxmlformats.org/officeDocument/2006/relationships/image" Target="../media/image144.png"/><Relationship Id="rId24" Type="http://schemas.openxmlformats.org/officeDocument/2006/relationships/image" Target="../media/image157.png"/><Relationship Id="rId5" Type="http://schemas.openxmlformats.org/officeDocument/2006/relationships/image" Target="../media/image138.png"/><Relationship Id="rId15" Type="http://schemas.openxmlformats.org/officeDocument/2006/relationships/image" Target="../media/image148.png"/><Relationship Id="rId23" Type="http://schemas.openxmlformats.org/officeDocument/2006/relationships/image" Target="../media/image156.png"/><Relationship Id="rId28" Type="http://schemas.openxmlformats.org/officeDocument/2006/relationships/image" Target="../media/image161.png"/><Relationship Id="rId10" Type="http://schemas.openxmlformats.org/officeDocument/2006/relationships/image" Target="../media/image143.png"/><Relationship Id="rId19" Type="http://schemas.openxmlformats.org/officeDocument/2006/relationships/image" Target="../media/image152.png"/><Relationship Id="rId4" Type="http://schemas.openxmlformats.org/officeDocument/2006/relationships/image" Target="../media/image137.png"/><Relationship Id="rId9" Type="http://schemas.openxmlformats.org/officeDocument/2006/relationships/image" Target="../media/image142.png"/><Relationship Id="rId14" Type="http://schemas.openxmlformats.org/officeDocument/2006/relationships/image" Target="../media/image147.png"/><Relationship Id="rId22" Type="http://schemas.openxmlformats.org/officeDocument/2006/relationships/image" Target="../media/image155.png"/><Relationship Id="rId27" Type="http://schemas.openxmlformats.org/officeDocument/2006/relationships/image" Target="../media/image160.png"/><Relationship Id="rId30" Type="http://schemas.openxmlformats.org/officeDocument/2006/relationships/image" Target="../media/image163.png"/></Relationships>
</file>

<file path=ppt/slides/_rels/slide9.xml.rels><?xml version="1.0" encoding="UTF-8" standalone="yes"?>
<Relationships xmlns="http://schemas.openxmlformats.org/package/2006/relationships"><Relationship Id="rId8" Type="http://schemas.openxmlformats.org/officeDocument/2006/relationships/image" Target="../media/image169.png"/><Relationship Id="rId13" Type="http://schemas.openxmlformats.org/officeDocument/2006/relationships/image" Target="../media/image174.png"/><Relationship Id="rId3" Type="http://schemas.openxmlformats.org/officeDocument/2006/relationships/image" Target="../media/image164.png"/><Relationship Id="rId7" Type="http://schemas.openxmlformats.org/officeDocument/2006/relationships/image" Target="../media/image168.png"/><Relationship Id="rId12" Type="http://schemas.openxmlformats.org/officeDocument/2006/relationships/image" Target="../media/image173.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167.png"/><Relationship Id="rId11" Type="http://schemas.openxmlformats.org/officeDocument/2006/relationships/image" Target="../media/image172.png"/><Relationship Id="rId5" Type="http://schemas.openxmlformats.org/officeDocument/2006/relationships/image" Target="../media/image166.png"/><Relationship Id="rId15" Type="http://schemas.openxmlformats.org/officeDocument/2006/relationships/image" Target="../media/image176.png"/><Relationship Id="rId10" Type="http://schemas.openxmlformats.org/officeDocument/2006/relationships/image" Target="../media/image171.png"/><Relationship Id="rId4" Type="http://schemas.openxmlformats.org/officeDocument/2006/relationships/image" Target="../media/image165.png"/><Relationship Id="rId9" Type="http://schemas.openxmlformats.org/officeDocument/2006/relationships/image" Target="../media/image170.png"/><Relationship Id="rId14" Type="http://schemas.openxmlformats.org/officeDocument/2006/relationships/image" Target="../media/image175.png"/></Relationships>
</file>

<file path=ppt/slides/_rels/slide10.xml.rels><?xml version="1.0" encoding="UTF-8" standalone="yes"?>
<Relationships xmlns="http://schemas.openxmlformats.org/package/2006/relationships"><Relationship Id="rId8" Type="http://schemas.openxmlformats.org/officeDocument/2006/relationships/image" Target="../media/image182.png"/><Relationship Id="rId13" Type="http://schemas.openxmlformats.org/officeDocument/2006/relationships/image" Target="../media/image187.png"/><Relationship Id="rId3" Type="http://schemas.openxmlformats.org/officeDocument/2006/relationships/image" Target="../media/image177.png"/><Relationship Id="rId7" Type="http://schemas.openxmlformats.org/officeDocument/2006/relationships/image" Target="../media/image181.png"/><Relationship Id="rId12" Type="http://schemas.openxmlformats.org/officeDocument/2006/relationships/image" Target="../media/image186.png"/><Relationship Id="rId17" Type="http://schemas.openxmlformats.org/officeDocument/2006/relationships/image" Target="../media/image191.png"/><Relationship Id="rId2" Type="http://schemas.openxmlformats.org/officeDocument/2006/relationships/notesSlide" Target="../notesSlides/notesSlide10.xml"/><Relationship Id="rId16" Type="http://schemas.openxmlformats.org/officeDocument/2006/relationships/image" Target="../media/image190.png"/><Relationship Id="rId1" Type="http://schemas.openxmlformats.org/officeDocument/2006/relationships/slideLayout" Target="../slideLayouts/slideLayout3.xml"/><Relationship Id="rId6" Type="http://schemas.openxmlformats.org/officeDocument/2006/relationships/image" Target="../media/image180.png"/><Relationship Id="rId11" Type="http://schemas.openxmlformats.org/officeDocument/2006/relationships/image" Target="../media/image185.png"/><Relationship Id="rId5" Type="http://schemas.openxmlformats.org/officeDocument/2006/relationships/image" Target="../media/image179.png"/><Relationship Id="rId15" Type="http://schemas.openxmlformats.org/officeDocument/2006/relationships/image" Target="../media/image189.png"/><Relationship Id="rId10" Type="http://schemas.openxmlformats.org/officeDocument/2006/relationships/image" Target="../media/image184.png"/><Relationship Id="rId4" Type="http://schemas.openxmlformats.org/officeDocument/2006/relationships/image" Target="../media/image178.png"/><Relationship Id="rId9" Type="http://schemas.openxmlformats.org/officeDocument/2006/relationships/image" Target="../media/image183.png"/><Relationship Id="rId14" Type="http://schemas.openxmlformats.org/officeDocument/2006/relationships/image" Target="../media/image188.png"/></Relationships>
</file>

<file path=ppt/slides/_rels/slide11.xml.rels><?xml version="1.0" encoding="UTF-8" standalone="yes"?>
<Relationships xmlns="http://schemas.openxmlformats.org/package/2006/relationships"><Relationship Id="rId8" Type="http://schemas.openxmlformats.org/officeDocument/2006/relationships/image" Target="../media/image197.png"/><Relationship Id="rId13" Type="http://schemas.openxmlformats.org/officeDocument/2006/relationships/image" Target="../media/image202.png"/><Relationship Id="rId18" Type="http://schemas.openxmlformats.org/officeDocument/2006/relationships/image" Target="../media/image207.png"/><Relationship Id="rId3" Type="http://schemas.openxmlformats.org/officeDocument/2006/relationships/image" Target="../media/image192.png"/><Relationship Id="rId21" Type="http://schemas.openxmlformats.org/officeDocument/2006/relationships/image" Target="../media/image210.png"/><Relationship Id="rId7" Type="http://schemas.openxmlformats.org/officeDocument/2006/relationships/image" Target="../media/image196.png"/><Relationship Id="rId12" Type="http://schemas.openxmlformats.org/officeDocument/2006/relationships/image" Target="../media/image201.png"/><Relationship Id="rId17" Type="http://schemas.openxmlformats.org/officeDocument/2006/relationships/image" Target="../media/image206.png"/><Relationship Id="rId2" Type="http://schemas.openxmlformats.org/officeDocument/2006/relationships/notesSlide" Target="../notesSlides/notesSlide11.xml"/><Relationship Id="rId16" Type="http://schemas.openxmlformats.org/officeDocument/2006/relationships/image" Target="../media/image205.png"/><Relationship Id="rId20" Type="http://schemas.openxmlformats.org/officeDocument/2006/relationships/image" Target="../media/image209.png"/><Relationship Id="rId1" Type="http://schemas.openxmlformats.org/officeDocument/2006/relationships/slideLayout" Target="../slideLayouts/slideLayout3.xml"/><Relationship Id="rId6" Type="http://schemas.openxmlformats.org/officeDocument/2006/relationships/image" Target="../media/image195.png"/><Relationship Id="rId11" Type="http://schemas.openxmlformats.org/officeDocument/2006/relationships/image" Target="../media/image200.png"/><Relationship Id="rId5" Type="http://schemas.openxmlformats.org/officeDocument/2006/relationships/image" Target="../media/image194.png"/><Relationship Id="rId15" Type="http://schemas.openxmlformats.org/officeDocument/2006/relationships/image" Target="../media/image204.png"/><Relationship Id="rId10" Type="http://schemas.openxmlformats.org/officeDocument/2006/relationships/image" Target="../media/image199.png"/><Relationship Id="rId19" Type="http://schemas.openxmlformats.org/officeDocument/2006/relationships/image" Target="../media/image208.png"/><Relationship Id="rId4" Type="http://schemas.openxmlformats.org/officeDocument/2006/relationships/image" Target="../media/image193.png"/><Relationship Id="rId9" Type="http://schemas.openxmlformats.org/officeDocument/2006/relationships/image" Target="../media/image198.png"/><Relationship Id="rId14" Type="http://schemas.openxmlformats.org/officeDocument/2006/relationships/image" Target="../media/image203.png"/><Relationship Id="rId22" Type="http://schemas.openxmlformats.org/officeDocument/2006/relationships/image" Target="../media/image211.png"/></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212.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213.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214.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215.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50"/>
        <p:cNvGrpSpPr/>
        <p:nvPr/>
      </p:nvGrpSpPr>
      <p:grpSpPr>
        <a:xfrm>
          <a:off x="0" y="0"/>
          <a:ext cx="0" cy="0"/>
          <a:chOff x="0" y="0"/>
          <a:chExt cx="0" cy="0"/>
        </a:xfrm>
      </p:grpSpPr>
      <p:sp>
        <p:nvSpPr>
          <p:cNvPr id="651" name="Google Shape;651;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rgbClr val="262626"/>
              </a:buClr>
              <a:buSzPts val="3600"/>
              <a:buNone/>
            </a:pPr>
            <a:r>
              <a:rPr lang="en-US" sz="3000"/>
              <a:t>Sound Family /j/;</a:t>
            </a:r>
            <a:br>
              <a:rPr lang="en-US" sz="3000"/>
            </a:br>
            <a:r>
              <a:rPr lang="en-US" sz="3000"/>
              <a:t>g</a:t>
            </a:r>
            <a:endParaRPr sz="3000"/>
          </a:p>
        </p:txBody>
      </p:sp>
      <p:sp>
        <p:nvSpPr>
          <p:cNvPr id="652" name="Google Shape;652;p1"/>
          <p:cNvSpPr txBox="1">
            <a:spLocks noGrp="1"/>
          </p:cNvSpPr>
          <p:nvPr>
            <p:ph type="subTitle" idx="2"/>
          </p:nvPr>
        </p:nvSpPr>
        <p:spPr>
          <a:xfrm>
            <a:off x="884092" y="3693158"/>
            <a:ext cx="3882600" cy="8454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1000"/>
              </a:spcBef>
              <a:spcAft>
                <a:spcPts val="0"/>
              </a:spcAft>
              <a:buSzPts val="2200"/>
              <a:buNone/>
            </a:pPr>
            <a:r>
              <a:rPr lang="en-US"/>
              <a:t>Lesson 46</a:t>
            </a:r>
            <a:endParaRPr/>
          </a:p>
        </p:txBody>
      </p:sp>
      <p:pic>
        <p:nvPicPr>
          <p:cNvPr id="653" name="Google Shape;653;p1"/>
          <p:cNvPicPr preferRelativeResize="0"/>
          <p:nvPr/>
        </p:nvPicPr>
        <p:blipFill rotWithShape="1">
          <a:blip r:embed="rId3">
            <a:alphaModFix/>
          </a:blip>
          <a:srcRect l="19" r="19"/>
          <a:stretch/>
        </p:blipFill>
        <p:spPr>
          <a:xfrm rot="540305">
            <a:off x="6695728" y="3950203"/>
            <a:ext cx="1208040" cy="1709828"/>
          </a:xfrm>
          <a:prstGeom prst="rect">
            <a:avLst/>
          </a:prstGeom>
          <a:noFill/>
          <a:ln>
            <a:noFill/>
          </a:ln>
          <a:effectLst>
            <a:outerShdw blurRad="71438" dist="38100" dir="5220000" algn="bl" rotWithShape="0">
              <a:srgbClr val="000000">
                <a:alpha val="20000"/>
              </a:srgbClr>
            </a:outerShdw>
          </a:effectLst>
        </p:spPr>
      </p:pic>
      <p:pic>
        <p:nvPicPr>
          <p:cNvPr id="654" name="Google Shape;654;p1"/>
          <p:cNvPicPr preferRelativeResize="0"/>
          <p:nvPr/>
        </p:nvPicPr>
        <p:blipFill rotWithShape="1">
          <a:blip r:embed="rId4">
            <a:alphaModFix/>
          </a:blip>
          <a:srcRect l="79" r="79"/>
          <a:stretch/>
        </p:blipFill>
        <p:spPr>
          <a:xfrm rot="-278018">
            <a:off x="5552278" y="3960008"/>
            <a:ext cx="1208038" cy="1709829"/>
          </a:xfrm>
          <a:prstGeom prst="rect">
            <a:avLst/>
          </a:prstGeom>
          <a:noFill/>
          <a:ln>
            <a:noFill/>
          </a:ln>
          <a:effectLst>
            <a:outerShdw blurRad="71438" dist="38100" dir="5220000" algn="bl" rotWithShape="0">
              <a:srgbClr val="000000">
                <a:alpha val="20000"/>
              </a:srgbClr>
            </a:outerShdw>
          </a:effectLst>
        </p:spPr>
      </p:pic>
      <p:graphicFrame>
        <p:nvGraphicFramePr>
          <p:cNvPr id="655" name="Google Shape;655;p1"/>
          <p:cNvGraphicFramePr/>
          <p:nvPr/>
        </p:nvGraphicFramePr>
        <p:xfrm>
          <a:off x="4844200" y="1646527"/>
          <a:ext cx="3784875" cy="2032200"/>
        </p:xfrm>
        <a:graphic>
          <a:graphicData uri="http://schemas.openxmlformats.org/drawingml/2006/table">
            <a:tbl>
              <a:tblPr firstRow="1" bandRow="1">
                <a:noFill/>
                <a:tableStyleId>{9234F081-EAAD-4938-B383-96294C6A1BD3}</a:tableStyleId>
              </a:tblPr>
              <a:tblGrid>
                <a:gridCol w="508550">
                  <a:extLst>
                    <a:ext uri="{9D8B030D-6E8A-4147-A177-3AD203B41FA5}">
                      <a16:colId xmlns:a16="http://schemas.microsoft.com/office/drawing/2014/main" val="20000"/>
                    </a:ext>
                  </a:extLst>
                </a:gridCol>
                <a:gridCol w="508550">
                  <a:extLst>
                    <a:ext uri="{9D8B030D-6E8A-4147-A177-3AD203B41FA5}">
                      <a16:colId xmlns:a16="http://schemas.microsoft.com/office/drawing/2014/main" val="20001"/>
                    </a:ext>
                  </a:extLst>
                </a:gridCol>
                <a:gridCol w="604975">
                  <a:extLst>
                    <a:ext uri="{9D8B030D-6E8A-4147-A177-3AD203B41FA5}">
                      <a16:colId xmlns:a16="http://schemas.microsoft.com/office/drawing/2014/main" val="20002"/>
                    </a:ext>
                  </a:extLst>
                </a:gridCol>
                <a:gridCol w="508575">
                  <a:extLst>
                    <a:ext uri="{9D8B030D-6E8A-4147-A177-3AD203B41FA5}">
                      <a16:colId xmlns:a16="http://schemas.microsoft.com/office/drawing/2014/main" val="20003"/>
                    </a:ext>
                  </a:extLst>
                </a:gridCol>
                <a:gridCol w="556725">
                  <a:extLst>
                    <a:ext uri="{9D8B030D-6E8A-4147-A177-3AD203B41FA5}">
                      <a16:colId xmlns:a16="http://schemas.microsoft.com/office/drawing/2014/main" val="20004"/>
                    </a:ext>
                  </a:extLst>
                </a:gridCol>
                <a:gridCol w="596975">
                  <a:extLst>
                    <a:ext uri="{9D8B030D-6E8A-4147-A177-3AD203B41FA5}">
                      <a16:colId xmlns:a16="http://schemas.microsoft.com/office/drawing/2014/main" val="20005"/>
                    </a:ext>
                  </a:extLst>
                </a:gridCol>
                <a:gridCol w="500525">
                  <a:extLst>
                    <a:ext uri="{9D8B030D-6E8A-4147-A177-3AD203B41FA5}">
                      <a16:colId xmlns:a16="http://schemas.microsoft.com/office/drawing/2014/main" val="20006"/>
                    </a:ext>
                  </a:extLst>
                </a:gridCol>
              </a:tblGrid>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a:t>
                      </a:r>
                      <a:r>
                        <a:rPr lang="en-US" sz="1350" u="none" strike="noStrike" cap="none">
                          <a:latin typeface="Poppins"/>
                          <a:ea typeface="Poppins"/>
                          <a:cs typeface="Poppins"/>
                          <a:sym typeface="Poppins"/>
                        </a:rPr>
                        <a:t>a</a:t>
                      </a:r>
                      <a:r>
                        <a:rPr lang="en-US" sz="1600" u="none" strike="noStrike" cap="none">
                          <a:latin typeface="Jost"/>
                          <a:ea typeface="Jost"/>
                          <a:cs typeface="Jost"/>
                          <a:sym typeface="Jost"/>
                        </a:rPr>
                        <a:t>i/</a:t>
                      </a:r>
                      <a:endParaRPr sz="16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/ee/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/igh/</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/o</a:t>
                      </a:r>
                      <a:r>
                        <a:rPr lang="en-US" sz="1350" u="none" strike="noStrike" cap="none">
                          <a:latin typeface="Poppins"/>
                          <a:ea typeface="Poppins"/>
                          <a:cs typeface="Poppins"/>
                          <a:sym typeface="Poppins"/>
                        </a:rPr>
                        <a:t>a</a:t>
                      </a:r>
                      <a:r>
                        <a:rPr lang="en-US" sz="1600" u="none" strike="noStrike" cap="none">
                          <a:latin typeface="Jost"/>
                          <a:ea typeface="Jost"/>
                          <a:cs typeface="Jost"/>
                          <a:sym typeface="Jost"/>
                        </a:rPr>
                        <a:t>/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500"/>
                        <a:buFont typeface="Arial"/>
                        <a:buNone/>
                      </a:pPr>
                      <a:r>
                        <a:rPr lang="en-US" sz="1600" u="none" strike="noStrike" cap="none">
                          <a:latin typeface="Jost"/>
                          <a:ea typeface="Jost"/>
                          <a:cs typeface="Jost"/>
                          <a:sym typeface="Jost"/>
                        </a:rPr>
                        <a:t>/oo/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latin typeface="Jost"/>
                          <a:ea typeface="Jost"/>
                          <a:cs typeface="Jost"/>
                          <a:sym typeface="Jost"/>
                        </a:rPr>
                        <a:t>/y-oo/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latin typeface="Jost"/>
                          <a:ea typeface="Jost"/>
                          <a:cs typeface="Jost"/>
                          <a:sym typeface="Jost"/>
                        </a:rPr>
                        <a:t>/r/</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/n/</a:t>
                      </a:r>
                      <a:endParaRPr sz="16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/m/</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/ch/</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/k/</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/sh/</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FFFFFF"/>
                          </a:solidFill>
                          <a:latin typeface="Jost"/>
                          <a:ea typeface="Jost"/>
                          <a:cs typeface="Jost"/>
                          <a:sym typeface="Jost"/>
                        </a:rPr>
                        <a:t>/j/</a:t>
                      </a:r>
                      <a:endParaRPr sz="1600" u="none" strike="noStrike" cap="none">
                        <a:solidFill>
                          <a:srgbClr val="FFFFF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solidFill>
                      <a:srgbClr val="000000"/>
                    </a:solidFill>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/v/</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 </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/e/</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/i/ </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/s/</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/zh/</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/z/</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/ur/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ir/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/e</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r/</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60"/>
        <p:cNvGrpSpPr/>
        <p:nvPr/>
      </p:nvGrpSpPr>
      <p:grpSpPr>
        <a:xfrm>
          <a:off x="0" y="0"/>
          <a:ext cx="0" cy="0"/>
          <a:chOff x="0" y="0"/>
          <a:chExt cx="0" cy="0"/>
        </a:xfrm>
      </p:grpSpPr>
      <p:sp>
        <p:nvSpPr>
          <p:cNvPr id="661" name="Google Shape;661;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0"/>
              </a:spcBef>
              <a:spcAft>
                <a:spcPts val="0"/>
              </a:spcAft>
              <a:buSzPts val="1600"/>
              <a:buChar char="•"/>
            </a:pPr>
            <a:r>
              <a:rPr lang="en-US"/>
              <a:t>Learn and practise </a:t>
            </a:r>
            <a:r>
              <a:rPr lang="en-US">
                <a:solidFill>
                  <a:srgbClr val="8DC63F"/>
                </a:solidFill>
              </a:rPr>
              <a:t>/j/</a:t>
            </a:r>
            <a:r>
              <a:rPr lang="en-US"/>
              <a:t> sound family spelling patterns.</a:t>
            </a:r>
            <a:endParaRPr/>
          </a:p>
        </p:txBody>
      </p:sp>
      <p:sp>
        <p:nvSpPr>
          <p:cNvPr id="662" name="Google Shape;662;g2bee4f4af4b_0_204"/>
          <p:cNvSpPr txBox="1">
            <a:spLocks noGrp="1"/>
          </p:cNvSpPr>
          <p:nvPr>
            <p:ph type="body" idx="2"/>
          </p:nvPr>
        </p:nvSpPr>
        <p:spPr>
          <a:xfrm>
            <a:off x="3298550" y="215966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0"/>
              </a:spcBef>
              <a:spcAft>
                <a:spcPts val="0"/>
              </a:spcAft>
              <a:buSzPts val="1600"/>
              <a:buChar char="•"/>
            </a:pPr>
            <a:r>
              <a:rPr lang="en-US"/>
              <a:t>Recall all GPCs learned so far using flashcards.</a:t>
            </a:r>
            <a:endParaRPr/>
          </a:p>
        </p:txBody>
      </p:sp>
      <p:sp>
        <p:nvSpPr>
          <p:cNvPr id="663" name="Google Shape;663;g2bee4f4af4b_0_204"/>
          <p:cNvSpPr txBox="1"/>
          <p:nvPr/>
        </p:nvSpPr>
        <p:spPr>
          <a:xfrm>
            <a:off x="98225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JN686</a:t>
            </a:r>
            <a:endParaRPr sz="1000" b="0" i="0" u="none" strike="noStrike" cap="none" dirty="0">
              <a:solidFill>
                <a:srgbClr val="000000"/>
              </a:solidFill>
              <a:latin typeface="Poppins"/>
              <a:ea typeface="Poppins"/>
              <a:cs typeface="Poppins"/>
              <a:sym typeface="Poppins"/>
            </a:endParaRPr>
          </a:p>
        </p:txBody>
      </p:sp>
      <p:sp>
        <p:nvSpPr>
          <p:cNvPr id="664" name="Google Shape;664;g2bee4f4af4b_0_204"/>
          <p:cNvSpPr txBox="1"/>
          <p:nvPr/>
        </p:nvSpPr>
        <p:spPr>
          <a:xfrm>
            <a:off x="77495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Grapheme to Phoneme Cards</a:t>
            </a:r>
            <a:endParaRPr sz="1400" b="0" i="0" u="none" strike="noStrike" cap="none">
              <a:solidFill>
                <a:srgbClr val="000000"/>
              </a:solidFill>
              <a:latin typeface="Poppins Medium"/>
              <a:ea typeface="Poppins Medium"/>
              <a:cs typeface="Poppins Medium"/>
              <a:sym typeface="Poppins Medium"/>
            </a:endParaRPr>
          </a:p>
        </p:txBody>
      </p:sp>
      <p:pic>
        <p:nvPicPr>
          <p:cNvPr id="665" name="Google Shape;665;g2bee4f4af4b_0_204"/>
          <p:cNvPicPr preferRelativeResize="0"/>
          <p:nvPr/>
        </p:nvPicPr>
        <p:blipFill rotWithShape="1">
          <a:blip r:embed="rId3">
            <a:alphaModFix/>
          </a:blip>
          <a:srcRect l="79" r="79"/>
          <a:stretch/>
        </p:blipFill>
        <p:spPr>
          <a:xfrm>
            <a:off x="995626" y="4101860"/>
            <a:ext cx="786850" cy="1113689"/>
          </a:xfrm>
          <a:prstGeom prst="rect">
            <a:avLst/>
          </a:prstGeom>
          <a:noFill/>
          <a:ln>
            <a:noFill/>
          </a:ln>
          <a:effectLst>
            <a:outerShdw blurRad="71438" dist="19050" dir="5220000" algn="bl" rotWithShape="0">
              <a:srgbClr val="D8D8D8"/>
            </a:outerShdw>
          </a:effectLst>
        </p:spPr>
      </p:pic>
      <p:sp>
        <p:nvSpPr>
          <p:cNvPr id="666" name="Google Shape;666;g2bee4f4af4b_0_204"/>
          <p:cNvSpPr txBox="1"/>
          <p:nvPr/>
        </p:nvSpPr>
        <p:spPr>
          <a:xfrm>
            <a:off x="226250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JN689</a:t>
            </a:r>
            <a:endParaRPr sz="1000" b="0" i="0" u="none" strike="noStrike" cap="none" dirty="0">
              <a:solidFill>
                <a:srgbClr val="000000"/>
              </a:solidFill>
              <a:latin typeface="Poppins"/>
              <a:ea typeface="Poppins"/>
              <a:cs typeface="Poppins"/>
              <a:sym typeface="Poppins"/>
            </a:endParaRPr>
          </a:p>
        </p:txBody>
      </p:sp>
      <p:sp>
        <p:nvSpPr>
          <p:cNvPr id="667" name="Google Shape;667;g2bee4f4af4b_0_204"/>
          <p:cNvSpPr txBox="1"/>
          <p:nvPr/>
        </p:nvSpPr>
        <p:spPr>
          <a:xfrm>
            <a:off x="205520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668" name="Google Shape;668;g2bee4f4af4b_0_204"/>
          <p:cNvPicPr preferRelativeResize="0"/>
          <p:nvPr/>
        </p:nvPicPr>
        <p:blipFill rotWithShape="1">
          <a:blip r:embed="rId4">
            <a:alphaModFix/>
          </a:blip>
          <a:srcRect l="69" r="69"/>
          <a:stretch/>
        </p:blipFill>
        <p:spPr>
          <a:xfrm>
            <a:off x="2262506" y="4169988"/>
            <a:ext cx="813600" cy="977433"/>
          </a:xfrm>
          <a:prstGeom prst="rect">
            <a:avLst/>
          </a:prstGeom>
          <a:noFill/>
          <a:ln>
            <a:noFill/>
          </a:ln>
          <a:effectLst>
            <a:outerShdw blurRad="71438" dist="19050" dir="5220000" algn="bl" rotWithShape="0">
              <a:srgbClr val="D8D8D8"/>
            </a:outerShdw>
          </a:effectLst>
        </p:spPr>
      </p:pic>
      <p:sp>
        <p:nvSpPr>
          <p:cNvPr id="669" name="Google Shape;669;g2bee4f4af4b_0_204"/>
          <p:cNvSpPr txBox="1"/>
          <p:nvPr/>
        </p:nvSpPr>
        <p:spPr>
          <a:xfrm>
            <a:off x="345006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JN92</a:t>
            </a:r>
            <a:endParaRPr sz="1000" b="0" i="0" u="none" strike="noStrike" cap="none" dirty="0">
              <a:solidFill>
                <a:srgbClr val="000000"/>
              </a:solidFill>
              <a:latin typeface="Poppins"/>
              <a:ea typeface="Poppins"/>
              <a:cs typeface="Poppins"/>
              <a:sym typeface="Poppins"/>
            </a:endParaRPr>
          </a:p>
        </p:txBody>
      </p:sp>
      <p:sp>
        <p:nvSpPr>
          <p:cNvPr id="670" name="Google Shape;670;g2bee4f4af4b_0_204"/>
          <p:cNvSpPr txBox="1"/>
          <p:nvPr/>
        </p:nvSpPr>
        <p:spPr>
          <a:xfrm>
            <a:off x="3335461" y="5256529"/>
            <a:ext cx="104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Alien Word Cards</a:t>
            </a:r>
            <a:endParaRPr sz="1400" b="0" i="0" u="none" strike="noStrike" cap="none">
              <a:solidFill>
                <a:srgbClr val="000000"/>
              </a:solidFill>
              <a:latin typeface="Poppins Medium"/>
              <a:ea typeface="Poppins Medium"/>
              <a:cs typeface="Poppins Medium"/>
              <a:sym typeface="Poppins Medium"/>
            </a:endParaRPr>
          </a:p>
        </p:txBody>
      </p:sp>
      <p:pic>
        <p:nvPicPr>
          <p:cNvPr id="671" name="Google Shape;671;g2bee4f4af4b_0_204"/>
          <p:cNvPicPr preferRelativeResize="0"/>
          <p:nvPr/>
        </p:nvPicPr>
        <p:blipFill rotWithShape="1">
          <a:blip r:embed="rId5">
            <a:alphaModFix/>
          </a:blip>
          <a:srcRect t="89" b="99"/>
          <a:stretch/>
        </p:blipFill>
        <p:spPr>
          <a:xfrm>
            <a:off x="3549599" y="4232253"/>
            <a:ext cx="614525" cy="852902"/>
          </a:xfrm>
          <a:prstGeom prst="rect">
            <a:avLst/>
          </a:prstGeom>
          <a:noFill/>
          <a:ln>
            <a:noFill/>
          </a:ln>
          <a:effectLst>
            <a:outerShdw blurRad="71438" dist="19050" dir="5220000" algn="bl" rotWithShape="0">
              <a:srgbClr val="D8D8D8"/>
            </a:outerShdw>
          </a:effectLst>
        </p:spPr>
      </p:pic>
      <p:sp>
        <p:nvSpPr>
          <p:cNvPr id="672" name="Google Shape;672;g2bee4f4af4b_0_204">
            <a:hlinkClick r:id="rId6" action="ppaction://hlinksldjump"/>
          </p:cNvPr>
          <p:cNvSpPr/>
          <p:nvPr/>
        </p:nvSpPr>
        <p:spPr>
          <a:xfrm>
            <a:off x="768055" y="3757603"/>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3" name="Google Shape;673;g2bee4f4af4b_0_204">
            <a:hlinkClick r:id="rId7" action="ppaction://hlinksldjump"/>
          </p:cNvPr>
          <p:cNvSpPr/>
          <p:nvPr/>
        </p:nvSpPr>
        <p:spPr>
          <a:xfrm>
            <a:off x="2165544" y="3571129"/>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4" name="Google Shape;674;g2bee4f4af4b_0_204">
            <a:hlinkClick r:id="rId8" action="ppaction://hlinksldjump"/>
          </p:cNvPr>
          <p:cNvSpPr/>
          <p:nvPr/>
        </p:nvSpPr>
        <p:spPr>
          <a:xfrm>
            <a:off x="3145074" y="3596303"/>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79"/>
        <p:cNvGrpSpPr/>
        <p:nvPr/>
      </p:nvGrpSpPr>
      <p:grpSpPr>
        <a:xfrm>
          <a:off x="0" y="0"/>
          <a:ext cx="0" cy="0"/>
          <a:chOff x="0" y="0"/>
          <a:chExt cx="0" cy="0"/>
        </a:xfrm>
      </p:grpSpPr>
      <p:sp>
        <p:nvSpPr>
          <p:cNvPr id="680" name="Google Shape;680;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681" name="Google Shape;681;g26b641b03cd_0_165"/>
          <p:cNvGrpSpPr/>
          <p:nvPr/>
        </p:nvGrpSpPr>
        <p:grpSpPr>
          <a:xfrm>
            <a:off x="930400" y="2053244"/>
            <a:ext cx="7283200" cy="3724851"/>
            <a:chOff x="930400" y="2129444"/>
            <a:chExt cx="7283200" cy="3724851"/>
          </a:xfrm>
        </p:grpSpPr>
        <p:pic>
          <p:nvPicPr>
            <p:cNvPr id="682" name="Google Shape;682;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683" name="Google Shape;683;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684" name="Google Shape;684;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685" name="Google Shape;685;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686" name="Google Shape;686;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687" name="Google Shape;687;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688" name="Google Shape;688;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689" name="Google Shape;689;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690" name="Google Shape;690;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691" name="Google Shape;691;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692" name="Google Shape;692;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693" name="Google Shape;693;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694" name="Google Shape;694;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695" name="Google Shape;695;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696" name="Google Shape;696;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697" name="Google Shape;697;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698" name="Google Shape;698;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699" name="Google Shape;699;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700" name="Google Shape;700;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701" name="Google Shape;701;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702" name="Google Shape;702;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703" name="Google Shape;703;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704" name="Google Shape;704;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09"/>
        <p:cNvGrpSpPr/>
        <p:nvPr/>
      </p:nvGrpSpPr>
      <p:grpSpPr>
        <a:xfrm>
          <a:off x="0" y="0"/>
          <a:ext cx="0" cy="0"/>
          <a:chOff x="0" y="0"/>
          <a:chExt cx="0" cy="0"/>
        </a:xfrm>
      </p:grpSpPr>
      <p:sp>
        <p:nvSpPr>
          <p:cNvPr id="710" name="Google Shape;710;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11" name="Google Shape;711;g26b7edf6e71_0_26"/>
          <p:cNvGrpSpPr/>
          <p:nvPr/>
        </p:nvGrpSpPr>
        <p:grpSpPr>
          <a:xfrm>
            <a:off x="930400" y="2053250"/>
            <a:ext cx="7283201" cy="2971674"/>
            <a:chOff x="930400" y="2129450"/>
            <a:chExt cx="7283201" cy="2971674"/>
          </a:xfrm>
        </p:grpSpPr>
        <p:pic>
          <p:nvPicPr>
            <p:cNvPr id="712" name="Google Shape;712;g26b7edf6e71_0_26"/>
            <p:cNvPicPr preferRelativeResize="0"/>
            <p:nvPr/>
          </p:nvPicPr>
          <p:blipFill rotWithShape="1">
            <a:blip r:embed="rId3">
              <a:alphaModFix/>
            </a:blip>
            <a:srcRect l="79" r="79"/>
            <a:stretch/>
          </p:blipFill>
          <p:spPr>
            <a:xfrm>
              <a:off x="6821063" y="4172288"/>
              <a:ext cx="656212" cy="928835"/>
            </a:xfrm>
            <a:prstGeom prst="rect">
              <a:avLst/>
            </a:prstGeom>
            <a:noFill/>
            <a:ln>
              <a:noFill/>
            </a:ln>
            <a:effectLst>
              <a:outerShdw blurRad="71438" dist="28575" dir="5400000" algn="bl" rotWithShape="0">
                <a:srgbClr val="000000">
                  <a:alpha val="15290"/>
                </a:srgbClr>
              </a:outerShdw>
            </a:effectLst>
          </p:spPr>
        </p:pic>
        <p:pic>
          <p:nvPicPr>
            <p:cNvPr id="713" name="Google Shape;713;g26b7edf6e71_0_26"/>
            <p:cNvPicPr preferRelativeResize="0"/>
            <p:nvPr/>
          </p:nvPicPr>
          <p:blipFill rotWithShape="1">
            <a:blip r:embed="rId4">
              <a:alphaModFix/>
            </a:blip>
            <a:srcRect l="19" r="29"/>
            <a:stretch/>
          </p:blipFill>
          <p:spPr>
            <a:xfrm>
              <a:off x="6084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14" name="Google Shape;714;g26b7edf6e71_0_26"/>
            <p:cNvPicPr preferRelativeResize="0"/>
            <p:nvPr/>
          </p:nvPicPr>
          <p:blipFill rotWithShape="1">
            <a:blip r:embed="rId5">
              <a:alphaModFix/>
            </a:blip>
            <a:srcRect l="79" r="79"/>
            <a:stretch/>
          </p:blipFill>
          <p:spPr>
            <a:xfrm>
              <a:off x="5348396" y="4172288"/>
              <a:ext cx="656212" cy="928835"/>
            </a:xfrm>
            <a:prstGeom prst="rect">
              <a:avLst/>
            </a:prstGeom>
            <a:noFill/>
            <a:ln>
              <a:noFill/>
            </a:ln>
            <a:effectLst>
              <a:outerShdw blurRad="71438" dist="28575" dir="5400000" algn="bl" rotWithShape="0">
                <a:srgbClr val="000000">
                  <a:alpha val="15690"/>
                </a:srgbClr>
              </a:outerShdw>
            </a:effectLst>
          </p:spPr>
        </p:pic>
        <p:pic>
          <p:nvPicPr>
            <p:cNvPr id="715" name="Google Shape;715;g26b7edf6e71_0_26"/>
            <p:cNvPicPr preferRelativeResize="0"/>
            <p:nvPr/>
          </p:nvPicPr>
          <p:blipFill rotWithShape="1">
            <a:blip r:embed="rId6">
              <a:alphaModFix/>
            </a:blip>
            <a:srcRect l="79" r="79"/>
            <a:stretch/>
          </p:blipFill>
          <p:spPr>
            <a:xfrm>
              <a:off x="4612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16" name="Google Shape;716;g26b7edf6e71_0_26"/>
            <p:cNvPicPr preferRelativeResize="0"/>
            <p:nvPr/>
          </p:nvPicPr>
          <p:blipFill rotWithShape="1">
            <a:blip r:embed="rId7">
              <a:alphaModFix/>
            </a:blip>
            <a:srcRect l="19" r="29"/>
            <a:stretch/>
          </p:blipFill>
          <p:spPr>
            <a:xfrm>
              <a:off x="3875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17" name="Google Shape;717;g26b7edf6e71_0_26"/>
            <p:cNvPicPr preferRelativeResize="0"/>
            <p:nvPr/>
          </p:nvPicPr>
          <p:blipFill rotWithShape="1">
            <a:blip r:embed="rId8">
              <a:alphaModFix/>
            </a:blip>
            <a:srcRect l="79" r="79"/>
            <a:stretch/>
          </p:blipFill>
          <p:spPr>
            <a:xfrm>
              <a:off x="3139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18" name="Google Shape;718;g26b7edf6e71_0_26"/>
            <p:cNvPicPr preferRelativeResize="0"/>
            <p:nvPr/>
          </p:nvPicPr>
          <p:blipFill rotWithShape="1">
            <a:blip r:embed="rId9">
              <a:alphaModFix/>
            </a:blip>
            <a:srcRect l="79" r="79"/>
            <a:stretch/>
          </p:blipFill>
          <p:spPr>
            <a:xfrm>
              <a:off x="2403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19" name="Google Shape;719;g26b7edf6e71_0_26"/>
            <p:cNvPicPr preferRelativeResize="0"/>
            <p:nvPr/>
          </p:nvPicPr>
          <p:blipFill rotWithShape="1">
            <a:blip r:embed="rId10">
              <a:alphaModFix/>
            </a:blip>
            <a:srcRect l="19" r="29"/>
            <a:stretch/>
          </p:blipFill>
          <p:spPr>
            <a:xfrm>
              <a:off x="1666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20" name="Google Shape;720;g26b7edf6e71_0_26"/>
            <p:cNvPicPr preferRelativeResize="0"/>
            <p:nvPr/>
          </p:nvPicPr>
          <p:blipFill rotWithShape="1">
            <a:blip r:embed="rId11">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21" name="Google Shape;721;g26b7edf6e71_0_26"/>
            <p:cNvPicPr preferRelativeResize="0"/>
            <p:nvPr/>
          </p:nvPicPr>
          <p:blipFill rotWithShape="1">
            <a:blip r:embed="rId12">
              <a:alphaModFix/>
            </a:blip>
            <a:srcRect l="19" r="29"/>
            <a:stretch/>
          </p:blipFill>
          <p:spPr>
            <a:xfrm>
              <a:off x="7557389" y="3150869"/>
              <a:ext cx="656212" cy="928836"/>
            </a:xfrm>
            <a:prstGeom prst="rect">
              <a:avLst/>
            </a:prstGeom>
            <a:noFill/>
            <a:ln>
              <a:noFill/>
            </a:ln>
            <a:effectLst>
              <a:outerShdw blurRad="71438" dist="28575" dir="5400000" algn="bl" rotWithShape="0">
                <a:srgbClr val="000000">
                  <a:alpha val="16079"/>
                </a:srgbClr>
              </a:outerShdw>
            </a:effectLst>
          </p:spPr>
        </p:pic>
        <p:pic>
          <p:nvPicPr>
            <p:cNvPr id="722" name="Google Shape;722;g26b7edf6e71_0_26"/>
            <p:cNvPicPr preferRelativeResize="0"/>
            <p:nvPr/>
          </p:nvPicPr>
          <p:blipFill rotWithShape="1">
            <a:blip r:embed="rId13">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90"/>
                </a:srgbClr>
              </a:outerShdw>
            </a:effectLst>
          </p:spPr>
        </p:pic>
        <p:pic>
          <p:nvPicPr>
            <p:cNvPr id="723" name="Google Shape;723;g26b7edf6e71_0_26"/>
            <p:cNvPicPr preferRelativeResize="0"/>
            <p:nvPr/>
          </p:nvPicPr>
          <p:blipFill rotWithShape="1">
            <a:blip r:embed="rId14">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24" name="Google Shape;724;g26b7edf6e71_0_26"/>
            <p:cNvPicPr preferRelativeResize="0"/>
            <p:nvPr/>
          </p:nvPicPr>
          <p:blipFill rotWithShape="1">
            <a:blip r:embed="rId15">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25" name="Google Shape;725;g26b7edf6e71_0_26"/>
            <p:cNvPicPr preferRelativeResize="0"/>
            <p:nvPr/>
          </p:nvPicPr>
          <p:blipFill rotWithShape="1">
            <a:blip r:embed="rId16">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726" name="Google Shape;726;g26b7edf6e71_0_26"/>
            <p:cNvPicPr preferRelativeResize="0"/>
            <p:nvPr/>
          </p:nvPicPr>
          <p:blipFill rotWithShape="1">
            <a:blip r:embed="rId17">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27" name="Google Shape;727;g26b7edf6e71_0_26"/>
            <p:cNvPicPr preferRelativeResize="0"/>
            <p:nvPr/>
          </p:nvPicPr>
          <p:blipFill rotWithShape="1">
            <a:blip r:embed="rId18">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28" name="Google Shape;728;g26b7edf6e71_0_26"/>
            <p:cNvPicPr preferRelativeResize="0"/>
            <p:nvPr/>
          </p:nvPicPr>
          <p:blipFill rotWithShape="1">
            <a:blip r:embed="rId19">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29" name="Google Shape;729;g26b7edf6e71_0_26"/>
            <p:cNvPicPr preferRelativeResize="0"/>
            <p:nvPr/>
          </p:nvPicPr>
          <p:blipFill rotWithShape="1">
            <a:blip r:embed="rId20">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30" name="Google Shape;730;g26b7edf6e71_0_26"/>
            <p:cNvPicPr preferRelativeResize="0"/>
            <p:nvPr/>
          </p:nvPicPr>
          <p:blipFill rotWithShape="1">
            <a:blip r:embed="rId21">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31" name="Google Shape;731;g26b7edf6e71_0_26"/>
            <p:cNvPicPr preferRelativeResize="0"/>
            <p:nvPr/>
          </p:nvPicPr>
          <p:blipFill rotWithShape="1">
            <a:blip r:embed="rId22">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732" name="Google Shape;732;g26b7edf6e71_0_26"/>
            <p:cNvPicPr preferRelativeResize="0"/>
            <p:nvPr/>
          </p:nvPicPr>
          <p:blipFill rotWithShape="1">
            <a:blip r:embed="rId23">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733" name="Google Shape;733;g26b7edf6e71_0_26"/>
            <p:cNvPicPr preferRelativeResize="0"/>
            <p:nvPr/>
          </p:nvPicPr>
          <p:blipFill rotWithShape="1">
            <a:blip r:embed="rId24">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34" name="Google Shape;734;g26b7edf6e71_0_26"/>
            <p:cNvPicPr preferRelativeResize="0"/>
            <p:nvPr/>
          </p:nvPicPr>
          <p:blipFill rotWithShape="1">
            <a:blip r:embed="rId25">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735" name="Google Shape;735;g26b7edf6e71_0_26"/>
            <p:cNvPicPr preferRelativeResize="0"/>
            <p:nvPr/>
          </p:nvPicPr>
          <p:blipFill rotWithShape="1">
            <a:blip r:embed="rId26">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36" name="Google Shape;736;g26b7edf6e71_0_26"/>
            <p:cNvPicPr preferRelativeResize="0"/>
            <p:nvPr/>
          </p:nvPicPr>
          <p:blipFill rotWithShape="1">
            <a:blip r:embed="rId27">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737" name="Google Shape;737;g26b7edf6e71_0_26"/>
            <p:cNvPicPr preferRelativeResize="0"/>
            <p:nvPr/>
          </p:nvPicPr>
          <p:blipFill rotWithShape="1">
            <a:blip r:embed="rId28">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738" name="Google Shape;738;g26b7edf6e71_0_26"/>
            <p:cNvPicPr preferRelativeResize="0"/>
            <p:nvPr/>
          </p:nvPicPr>
          <p:blipFill rotWithShape="1">
            <a:blip r:embed="rId29">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739" name="Google Shape;739;g26b7edf6e71_0_26"/>
            <p:cNvPicPr preferRelativeResize="0"/>
            <p:nvPr/>
          </p:nvPicPr>
          <p:blipFill rotWithShape="1">
            <a:blip r:embed="rId30">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740" name="Google Shape;740;g26b7edf6e71_0_26"/>
            <p:cNvPicPr preferRelativeResize="0"/>
            <p:nvPr/>
          </p:nvPicPr>
          <p:blipFill rotWithShape="1">
            <a:blip r:embed="rId31">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45"/>
        <p:cNvGrpSpPr/>
        <p:nvPr/>
      </p:nvGrpSpPr>
      <p:grpSpPr>
        <a:xfrm>
          <a:off x="0" y="0"/>
          <a:ext cx="0" cy="0"/>
          <a:chOff x="0" y="0"/>
          <a:chExt cx="0" cy="0"/>
        </a:xfrm>
      </p:grpSpPr>
      <p:sp>
        <p:nvSpPr>
          <p:cNvPr id="746" name="Google Shape;746;g2c298da1f27_0_417"/>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47" name="Google Shape;747;g2c298da1f27_0_417"/>
          <p:cNvGrpSpPr/>
          <p:nvPr/>
        </p:nvGrpSpPr>
        <p:grpSpPr>
          <a:xfrm>
            <a:off x="930400" y="2053250"/>
            <a:ext cx="7283201" cy="2971674"/>
            <a:chOff x="930400" y="2053250"/>
            <a:chExt cx="7283201" cy="2971674"/>
          </a:xfrm>
        </p:grpSpPr>
        <p:pic>
          <p:nvPicPr>
            <p:cNvPr id="748" name="Google Shape;748;g2c298da1f27_0_417"/>
            <p:cNvPicPr preferRelativeResize="0"/>
            <p:nvPr/>
          </p:nvPicPr>
          <p:blipFill rotWithShape="1">
            <a:blip r:embed="rId3">
              <a:alphaModFix/>
            </a:blip>
            <a:srcRect l="79" r="79"/>
            <a:stretch/>
          </p:blipFill>
          <p:spPr>
            <a:xfrm>
              <a:off x="2403067" y="4096088"/>
              <a:ext cx="656212" cy="928835"/>
            </a:xfrm>
            <a:prstGeom prst="rect">
              <a:avLst/>
            </a:prstGeom>
            <a:noFill/>
            <a:ln>
              <a:noFill/>
            </a:ln>
            <a:effectLst>
              <a:outerShdw blurRad="71438" dist="28575" dir="5400000" algn="bl" rotWithShape="0">
                <a:srgbClr val="000000">
                  <a:alpha val="14510"/>
                </a:srgbClr>
              </a:outerShdw>
            </a:effectLst>
          </p:spPr>
        </p:pic>
        <p:pic>
          <p:nvPicPr>
            <p:cNvPr id="749" name="Google Shape;749;g2c298da1f27_0_417"/>
            <p:cNvPicPr preferRelativeResize="0"/>
            <p:nvPr/>
          </p:nvPicPr>
          <p:blipFill rotWithShape="1">
            <a:blip r:embed="rId4">
              <a:alphaModFix/>
            </a:blip>
            <a:srcRect l="19" r="29"/>
            <a:stretch/>
          </p:blipFill>
          <p:spPr>
            <a:xfrm>
              <a:off x="1666733" y="4096088"/>
              <a:ext cx="656212" cy="928836"/>
            </a:xfrm>
            <a:prstGeom prst="rect">
              <a:avLst/>
            </a:prstGeom>
            <a:noFill/>
            <a:ln>
              <a:noFill/>
            </a:ln>
            <a:effectLst>
              <a:outerShdw blurRad="71438" dist="28575" dir="5400000" algn="bl" rotWithShape="0">
                <a:srgbClr val="000000">
                  <a:alpha val="15290"/>
                </a:srgbClr>
              </a:outerShdw>
            </a:effectLst>
          </p:spPr>
        </p:pic>
        <p:pic>
          <p:nvPicPr>
            <p:cNvPr id="750" name="Google Shape;750;g2c298da1f27_0_417"/>
            <p:cNvPicPr preferRelativeResize="0"/>
            <p:nvPr/>
          </p:nvPicPr>
          <p:blipFill rotWithShape="1">
            <a:blip r:embed="rId5">
              <a:alphaModFix/>
            </a:blip>
            <a:srcRect l="19" r="29"/>
            <a:stretch/>
          </p:blipFill>
          <p:spPr>
            <a:xfrm>
              <a:off x="930400" y="4096088"/>
              <a:ext cx="656212" cy="928836"/>
            </a:xfrm>
            <a:prstGeom prst="rect">
              <a:avLst/>
            </a:prstGeom>
            <a:noFill/>
            <a:ln>
              <a:noFill/>
            </a:ln>
            <a:effectLst>
              <a:outerShdw blurRad="71438" dist="28575" dir="5400000" algn="bl" rotWithShape="0">
                <a:srgbClr val="000000">
                  <a:alpha val="15290"/>
                </a:srgbClr>
              </a:outerShdw>
            </a:effectLst>
          </p:spPr>
        </p:pic>
        <p:pic>
          <p:nvPicPr>
            <p:cNvPr id="751" name="Google Shape;751;g2c298da1f27_0_417"/>
            <p:cNvPicPr preferRelativeResize="0"/>
            <p:nvPr/>
          </p:nvPicPr>
          <p:blipFill rotWithShape="1">
            <a:blip r:embed="rId6">
              <a:alphaModFix/>
            </a:blip>
            <a:srcRect l="79" r="79"/>
            <a:stretch/>
          </p:blipFill>
          <p:spPr>
            <a:xfrm>
              <a:off x="7557389" y="3074669"/>
              <a:ext cx="656212" cy="928835"/>
            </a:xfrm>
            <a:prstGeom prst="rect">
              <a:avLst/>
            </a:prstGeom>
            <a:noFill/>
            <a:ln>
              <a:noFill/>
            </a:ln>
            <a:effectLst>
              <a:outerShdw blurRad="71438" dist="28575" dir="5400000" algn="bl" rotWithShape="0">
                <a:srgbClr val="000000">
                  <a:alpha val="15290"/>
                </a:srgbClr>
              </a:outerShdw>
            </a:effectLst>
          </p:spPr>
        </p:pic>
        <p:pic>
          <p:nvPicPr>
            <p:cNvPr id="752" name="Google Shape;752;g2c298da1f27_0_417"/>
            <p:cNvPicPr preferRelativeResize="0"/>
            <p:nvPr/>
          </p:nvPicPr>
          <p:blipFill rotWithShape="1">
            <a:blip r:embed="rId7">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4900"/>
                </a:srgbClr>
              </a:outerShdw>
            </a:effectLst>
          </p:spPr>
        </p:pic>
        <p:pic>
          <p:nvPicPr>
            <p:cNvPr id="753" name="Google Shape;753;g2c298da1f27_0_417"/>
            <p:cNvPicPr preferRelativeResize="0"/>
            <p:nvPr/>
          </p:nvPicPr>
          <p:blipFill rotWithShape="1">
            <a:blip r:embed="rId8">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4900"/>
                </a:srgbClr>
              </a:outerShdw>
            </a:effectLst>
          </p:spPr>
        </p:pic>
        <p:pic>
          <p:nvPicPr>
            <p:cNvPr id="754" name="Google Shape;754;g2c298da1f27_0_417"/>
            <p:cNvPicPr preferRelativeResize="0"/>
            <p:nvPr/>
          </p:nvPicPr>
          <p:blipFill rotWithShape="1">
            <a:blip r:embed="rId9">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4900"/>
                </a:srgbClr>
              </a:outerShdw>
            </a:effectLst>
          </p:spPr>
        </p:pic>
        <p:pic>
          <p:nvPicPr>
            <p:cNvPr id="755" name="Google Shape;755;g2c298da1f27_0_417"/>
            <p:cNvPicPr preferRelativeResize="0"/>
            <p:nvPr/>
          </p:nvPicPr>
          <p:blipFill rotWithShape="1">
            <a:blip r:embed="rId10">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4900"/>
                </a:srgbClr>
              </a:outerShdw>
            </a:effectLst>
          </p:spPr>
        </p:pic>
        <p:pic>
          <p:nvPicPr>
            <p:cNvPr id="756" name="Google Shape;756;g2c298da1f27_0_417"/>
            <p:cNvPicPr preferRelativeResize="0"/>
            <p:nvPr/>
          </p:nvPicPr>
          <p:blipFill rotWithShape="1">
            <a:blip r:embed="rId11">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4900"/>
                </a:srgbClr>
              </a:outerShdw>
            </a:effectLst>
          </p:spPr>
        </p:pic>
        <p:pic>
          <p:nvPicPr>
            <p:cNvPr id="757" name="Google Shape;757;g2c298da1f27_0_417"/>
            <p:cNvPicPr preferRelativeResize="0"/>
            <p:nvPr/>
          </p:nvPicPr>
          <p:blipFill rotWithShape="1">
            <a:blip r:embed="rId12">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4900"/>
                </a:srgbClr>
              </a:outerShdw>
            </a:effectLst>
          </p:spPr>
        </p:pic>
        <p:pic>
          <p:nvPicPr>
            <p:cNvPr id="758" name="Google Shape;758;g2c298da1f27_0_417"/>
            <p:cNvPicPr preferRelativeResize="0"/>
            <p:nvPr/>
          </p:nvPicPr>
          <p:blipFill rotWithShape="1">
            <a:blip r:embed="rId13">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4900"/>
                </a:srgbClr>
              </a:outerShdw>
            </a:effectLst>
          </p:spPr>
        </p:pic>
        <p:pic>
          <p:nvPicPr>
            <p:cNvPr id="759" name="Google Shape;759;g2c298da1f27_0_417"/>
            <p:cNvPicPr preferRelativeResize="0"/>
            <p:nvPr/>
          </p:nvPicPr>
          <p:blipFill rotWithShape="1">
            <a:blip r:embed="rId14">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4900"/>
                </a:srgbClr>
              </a:outerShdw>
            </a:effectLst>
          </p:spPr>
        </p:pic>
        <p:pic>
          <p:nvPicPr>
            <p:cNvPr id="760" name="Google Shape;760;g2c298da1f27_0_417"/>
            <p:cNvPicPr preferRelativeResize="0"/>
            <p:nvPr/>
          </p:nvPicPr>
          <p:blipFill rotWithShape="1">
            <a:blip r:embed="rId15">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61" name="Google Shape;761;g2c298da1f27_0_417"/>
            <p:cNvPicPr preferRelativeResize="0"/>
            <p:nvPr/>
          </p:nvPicPr>
          <p:blipFill rotWithShape="1">
            <a:blip r:embed="rId16">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62" name="Google Shape;762;g2c298da1f27_0_417"/>
            <p:cNvPicPr preferRelativeResize="0"/>
            <p:nvPr/>
          </p:nvPicPr>
          <p:blipFill rotWithShape="1">
            <a:blip r:embed="rId17">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63" name="Google Shape;763;g2c298da1f27_0_417"/>
            <p:cNvPicPr preferRelativeResize="0"/>
            <p:nvPr/>
          </p:nvPicPr>
          <p:blipFill rotWithShape="1">
            <a:blip r:embed="rId18">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64" name="Google Shape;764;g2c298da1f27_0_417"/>
            <p:cNvPicPr preferRelativeResize="0"/>
            <p:nvPr/>
          </p:nvPicPr>
          <p:blipFill rotWithShape="1">
            <a:blip r:embed="rId19">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4900"/>
                </a:srgbClr>
              </a:outerShdw>
            </a:effectLst>
          </p:spPr>
        </p:pic>
        <p:pic>
          <p:nvPicPr>
            <p:cNvPr id="765" name="Google Shape;765;g2c298da1f27_0_417"/>
            <p:cNvPicPr preferRelativeResize="0"/>
            <p:nvPr/>
          </p:nvPicPr>
          <p:blipFill rotWithShape="1">
            <a:blip r:embed="rId20">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66" name="Google Shape;766;g2c298da1f27_0_417"/>
            <p:cNvPicPr preferRelativeResize="0"/>
            <p:nvPr/>
          </p:nvPicPr>
          <p:blipFill rotWithShape="1">
            <a:blip r:embed="rId21">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67" name="Google Shape;767;g2c298da1f27_0_417"/>
            <p:cNvPicPr preferRelativeResize="0"/>
            <p:nvPr/>
          </p:nvPicPr>
          <p:blipFill rotWithShape="1">
            <a:blip r:embed="rId22">
              <a:alphaModFix/>
            </a:blip>
            <a:srcRect l="19" r="29"/>
            <a:stretch/>
          </p:blipFill>
          <p:spPr>
            <a:xfrm>
              <a:off x="6821063" y="3074669"/>
              <a:ext cx="656212" cy="928836"/>
            </a:xfrm>
            <a:prstGeom prst="rect">
              <a:avLst/>
            </a:prstGeom>
            <a:noFill/>
            <a:ln>
              <a:noFill/>
            </a:ln>
            <a:effectLst>
              <a:outerShdw blurRad="71438" dist="28575" dir="5400000" algn="bl" rotWithShape="0">
                <a:srgbClr val="000000">
                  <a:alpha val="14900"/>
                </a:srgbClr>
              </a:outerShdw>
            </a:effectLst>
          </p:spPr>
        </p:pic>
        <p:pic>
          <p:nvPicPr>
            <p:cNvPr id="768" name="Google Shape;768;g2c298da1f27_0_417"/>
            <p:cNvPicPr preferRelativeResize="0"/>
            <p:nvPr/>
          </p:nvPicPr>
          <p:blipFill rotWithShape="1">
            <a:blip r:embed="rId23">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4900"/>
                </a:srgbClr>
              </a:outerShdw>
            </a:effectLst>
          </p:spPr>
        </p:pic>
        <p:pic>
          <p:nvPicPr>
            <p:cNvPr id="769" name="Google Shape;769;g2c298da1f27_0_417"/>
            <p:cNvPicPr preferRelativeResize="0"/>
            <p:nvPr/>
          </p:nvPicPr>
          <p:blipFill rotWithShape="1">
            <a:blip r:embed="rId24">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70" name="Google Shape;770;g2c298da1f27_0_417"/>
            <p:cNvPicPr preferRelativeResize="0"/>
            <p:nvPr/>
          </p:nvPicPr>
          <p:blipFill rotWithShape="1">
            <a:blip r:embed="rId25">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4900"/>
                </a:srgbClr>
              </a:outerShdw>
            </a:effectLst>
          </p:spPr>
        </p:pic>
        <p:pic>
          <p:nvPicPr>
            <p:cNvPr id="771" name="Google Shape;771;g2c298da1f27_0_417"/>
            <p:cNvPicPr preferRelativeResize="0"/>
            <p:nvPr/>
          </p:nvPicPr>
          <p:blipFill rotWithShape="1">
            <a:blip r:embed="rId26">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5290"/>
                </a:srgbClr>
              </a:outerShdw>
            </a:effectLst>
          </p:spPr>
        </p:pic>
        <p:pic>
          <p:nvPicPr>
            <p:cNvPr id="772" name="Google Shape;772;g2c298da1f27_0_417"/>
            <p:cNvPicPr preferRelativeResize="0"/>
            <p:nvPr/>
          </p:nvPicPr>
          <p:blipFill rotWithShape="1">
            <a:blip r:embed="rId27">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5290"/>
                </a:srgbClr>
              </a:outerShdw>
            </a:effectLst>
          </p:spPr>
        </p:pic>
        <p:pic>
          <p:nvPicPr>
            <p:cNvPr id="773" name="Google Shape;773;g2c298da1f27_0_417"/>
            <p:cNvPicPr preferRelativeResize="0"/>
            <p:nvPr/>
          </p:nvPicPr>
          <p:blipFill rotWithShape="1">
            <a:blip r:embed="rId28">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74" name="Google Shape;774;g2c298da1f27_0_417"/>
            <p:cNvPicPr preferRelativeResize="0"/>
            <p:nvPr/>
          </p:nvPicPr>
          <p:blipFill rotWithShape="1">
            <a:blip r:embed="rId29">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5290"/>
                </a:srgbClr>
              </a:outerShdw>
            </a:effectLst>
          </p:spPr>
        </p:pic>
        <p:pic>
          <p:nvPicPr>
            <p:cNvPr id="775" name="Google Shape;775;g2c298da1f27_0_417"/>
            <p:cNvPicPr preferRelativeResize="0"/>
            <p:nvPr/>
          </p:nvPicPr>
          <p:blipFill rotWithShape="1">
            <a:blip r:embed="rId30">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5290"/>
                </a:srgbClr>
              </a:outerShdw>
            </a:effectLst>
          </p:spPr>
        </p:pic>
        <p:pic>
          <p:nvPicPr>
            <p:cNvPr id="776" name="Google Shape;776;g2c298da1f27_0_417"/>
            <p:cNvPicPr preferRelativeResize="0"/>
            <p:nvPr/>
          </p:nvPicPr>
          <p:blipFill rotWithShape="1">
            <a:blip r:embed="rId31">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5290"/>
                </a:srgbClr>
              </a:outerShdw>
            </a:effectLst>
          </p:spPr>
        </p:pic>
        <p:pic>
          <p:nvPicPr>
            <p:cNvPr id="777" name="Google Shape;777;g2c298da1f27_0_417"/>
            <p:cNvPicPr preferRelativeResize="0"/>
            <p:nvPr/>
          </p:nvPicPr>
          <p:blipFill rotWithShape="1">
            <a:blip r:embed="rId32">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78" name="Google Shape;778;g2c298da1f27_0_417"/>
            <p:cNvPicPr preferRelativeResize="0"/>
            <p:nvPr/>
          </p:nvPicPr>
          <p:blipFill rotWithShape="1">
            <a:blip r:embed="rId33">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79" name="Google Shape;779;g2c298da1f27_0_417"/>
            <p:cNvPicPr preferRelativeResize="0"/>
            <p:nvPr/>
          </p:nvPicPr>
          <p:blipFill rotWithShape="1">
            <a:blip r:embed="rId34">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5290"/>
                </a:srgbClr>
              </a:outerShdw>
            </a:effectLst>
          </p:spPr>
        </p:pic>
        <p:pic>
          <p:nvPicPr>
            <p:cNvPr id="780" name="Google Shape;780;g2c298da1f27_0_417"/>
            <p:cNvPicPr preferRelativeResize="0"/>
            <p:nvPr/>
          </p:nvPicPr>
          <p:blipFill rotWithShape="1">
            <a:blip r:embed="rId35">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5290"/>
                </a:srgbClr>
              </a:outerShdw>
            </a:effectLst>
          </p:spPr>
        </p:pic>
        <p:pic>
          <p:nvPicPr>
            <p:cNvPr id="781" name="Google Shape;781;g2c298da1f27_0_417"/>
            <p:cNvPicPr preferRelativeResize="0"/>
            <p:nvPr/>
          </p:nvPicPr>
          <p:blipFill rotWithShape="1">
            <a:blip r:embed="rId36">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5290"/>
                </a:srgbClr>
              </a:outerShdw>
            </a:effectLst>
          </p:spPr>
        </p:pic>
        <p:pic>
          <p:nvPicPr>
            <p:cNvPr id="782" name="Google Shape;782;g2c298da1f27_0_417"/>
            <p:cNvPicPr preferRelativeResize="0"/>
            <p:nvPr/>
          </p:nvPicPr>
          <p:blipFill rotWithShape="1">
            <a:blip r:embed="rId37">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5290"/>
                </a:srgbClr>
              </a:outerShdw>
            </a:effectLst>
          </p:spPr>
        </p:pic>
        <p:pic>
          <p:nvPicPr>
            <p:cNvPr id="783" name="Google Shape;783;g2c298da1f27_0_417"/>
            <p:cNvPicPr preferRelativeResize="0"/>
            <p:nvPr/>
          </p:nvPicPr>
          <p:blipFill rotWithShape="1">
            <a:blip r:embed="rId38">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5290"/>
                </a:srgbClr>
              </a:outerShdw>
            </a:effectLst>
          </p:spPr>
        </p:pic>
        <p:pic>
          <p:nvPicPr>
            <p:cNvPr id="784" name="Google Shape;784;g2c298da1f27_0_417"/>
            <p:cNvPicPr preferRelativeResize="0"/>
            <p:nvPr/>
          </p:nvPicPr>
          <p:blipFill rotWithShape="1">
            <a:blip r:embed="rId39">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5290"/>
                </a:srgbClr>
              </a:outerShdw>
            </a:effectLst>
          </p:spPr>
        </p:pic>
        <p:pic>
          <p:nvPicPr>
            <p:cNvPr id="785" name="Google Shape;785;g2c298da1f27_0_417"/>
            <p:cNvPicPr preferRelativeResize="0"/>
            <p:nvPr/>
          </p:nvPicPr>
          <p:blipFill rotWithShape="1">
            <a:blip r:embed="rId40">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5290"/>
                </a:srgbClr>
              </a:outerShdw>
            </a:effectLst>
          </p:spPr>
        </p:pic>
        <p:pic>
          <p:nvPicPr>
            <p:cNvPr id="786" name="Google Shape;786;g2c298da1f27_0_417"/>
            <p:cNvPicPr preferRelativeResize="0"/>
            <p:nvPr/>
          </p:nvPicPr>
          <p:blipFill rotWithShape="1">
            <a:blip r:embed="rId41">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5290"/>
                </a:srgbClr>
              </a:outerShdw>
            </a:effectLst>
          </p:spPr>
        </p:pic>
        <p:pic>
          <p:nvPicPr>
            <p:cNvPr id="787" name="Google Shape;787;g2c298da1f27_0_417"/>
            <p:cNvPicPr preferRelativeResize="0"/>
            <p:nvPr/>
          </p:nvPicPr>
          <p:blipFill rotWithShape="1">
            <a:blip r:embed="rId42">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5290"/>
                </a:srgbClr>
              </a:outerShdw>
            </a:effectLst>
          </p:spPr>
        </p:pic>
        <p:pic>
          <p:nvPicPr>
            <p:cNvPr id="788" name="Google Shape;788;g2c298da1f27_0_417"/>
            <p:cNvPicPr preferRelativeResize="0"/>
            <p:nvPr/>
          </p:nvPicPr>
          <p:blipFill rotWithShape="1">
            <a:blip r:embed="rId43">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93"/>
        <p:cNvGrpSpPr/>
        <p:nvPr/>
      </p:nvGrpSpPr>
      <p:grpSpPr>
        <a:xfrm>
          <a:off x="0" y="0"/>
          <a:ext cx="0" cy="0"/>
          <a:chOff x="0" y="0"/>
          <a:chExt cx="0" cy="0"/>
        </a:xfrm>
      </p:grpSpPr>
      <p:sp>
        <p:nvSpPr>
          <p:cNvPr id="794" name="Google Shape;794;g2cdbdd49f8e_0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pic>
        <p:nvPicPr>
          <p:cNvPr id="795" name="Google Shape;795;g2cdbdd49f8e_0_0"/>
          <p:cNvPicPr preferRelativeResize="0"/>
          <p:nvPr/>
        </p:nvPicPr>
        <p:blipFill rotWithShape="1">
          <a:blip r:embed="rId3">
            <a:alphaModFix/>
          </a:blip>
          <a:srcRect l="19" r="29"/>
          <a:stretch/>
        </p:blipFill>
        <p:spPr>
          <a:xfrm>
            <a:off x="6895345" y="2972629"/>
            <a:ext cx="590656" cy="836046"/>
          </a:xfrm>
          <a:prstGeom prst="rect">
            <a:avLst/>
          </a:prstGeom>
          <a:noFill/>
          <a:ln>
            <a:noFill/>
          </a:ln>
          <a:effectLst>
            <a:outerShdw blurRad="71438" dist="28575" dir="5400000" algn="bl" rotWithShape="0">
              <a:srgbClr val="000000">
                <a:alpha val="14901"/>
              </a:srgbClr>
            </a:outerShdw>
          </a:effectLst>
        </p:spPr>
      </p:pic>
      <p:pic>
        <p:nvPicPr>
          <p:cNvPr id="796" name="Google Shape;796;g2cdbdd49f8e_0_0"/>
          <p:cNvPicPr preferRelativeResize="0"/>
          <p:nvPr/>
        </p:nvPicPr>
        <p:blipFill rotWithShape="1">
          <a:blip r:embed="rId4">
            <a:alphaModFix/>
          </a:blip>
          <a:srcRect l="19" r="29"/>
          <a:stretch/>
        </p:blipFill>
        <p:spPr>
          <a:xfrm>
            <a:off x="6232572" y="2972629"/>
            <a:ext cx="590656" cy="836046"/>
          </a:xfrm>
          <a:prstGeom prst="rect">
            <a:avLst/>
          </a:prstGeom>
          <a:noFill/>
          <a:ln>
            <a:noFill/>
          </a:ln>
          <a:effectLst>
            <a:outerShdw blurRad="71438" dist="28575" dir="5400000" algn="bl" rotWithShape="0">
              <a:srgbClr val="000000">
                <a:alpha val="14900"/>
              </a:srgbClr>
            </a:outerShdw>
          </a:effectLst>
        </p:spPr>
      </p:pic>
      <p:pic>
        <p:nvPicPr>
          <p:cNvPr id="797" name="Google Shape;797;g2cdbdd49f8e_0_0"/>
          <p:cNvPicPr preferRelativeResize="0"/>
          <p:nvPr/>
        </p:nvPicPr>
        <p:blipFill rotWithShape="1">
          <a:blip r:embed="rId5">
            <a:alphaModFix/>
          </a:blip>
          <a:srcRect l="79" r="79"/>
          <a:stretch/>
        </p:blipFill>
        <p:spPr>
          <a:xfrm>
            <a:off x="5569806" y="2972629"/>
            <a:ext cx="590656" cy="836045"/>
          </a:xfrm>
          <a:prstGeom prst="rect">
            <a:avLst/>
          </a:prstGeom>
          <a:noFill/>
          <a:ln>
            <a:noFill/>
          </a:ln>
          <a:effectLst>
            <a:outerShdw blurRad="71438" dist="28575" dir="5400000" algn="bl" rotWithShape="0">
              <a:srgbClr val="000000">
                <a:alpha val="14900"/>
              </a:srgbClr>
            </a:outerShdw>
          </a:effectLst>
        </p:spPr>
      </p:pic>
      <p:pic>
        <p:nvPicPr>
          <p:cNvPr id="798" name="Google Shape;798;g2cdbdd49f8e_0_0"/>
          <p:cNvPicPr preferRelativeResize="0"/>
          <p:nvPr/>
        </p:nvPicPr>
        <p:blipFill rotWithShape="1">
          <a:blip r:embed="rId6">
            <a:alphaModFix/>
          </a:blip>
          <a:srcRect/>
          <a:stretch/>
        </p:blipFill>
        <p:spPr>
          <a:xfrm>
            <a:off x="4907036" y="2972629"/>
            <a:ext cx="590656" cy="836045"/>
          </a:xfrm>
          <a:prstGeom prst="rect">
            <a:avLst/>
          </a:prstGeom>
          <a:noFill/>
          <a:ln>
            <a:noFill/>
          </a:ln>
          <a:effectLst>
            <a:outerShdw blurRad="71438" dist="28575" dir="5400000" algn="bl" rotWithShape="0">
              <a:srgbClr val="000000">
                <a:alpha val="14900"/>
              </a:srgbClr>
            </a:outerShdw>
          </a:effectLst>
        </p:spPr>
      </p:pic>
      <p:pic>
        <p:nvPicPr>
          <p:cNvPr id="799" name="Google Shape;799;g2cdbdd49f8e_0_0"/>
          <p:cNvPicPr preferRelativeResize="0"/>
          <p:nvPr/>
        </p:nvPicPr>
        <p:blipFill rotWithShape="1">
          <a:blip r:embed="rId7">
            <a:alphaModFix/>
          </a:blip>
          <a:srcRect/>
          <a:stretch/>
        </p:blipFill>
        <p:spPr>
          <a:xfrm>
            <a:off x="4244264" y="2972629"/>
            <a:ext cx="590656" cy="836045"/>
          </a:xfrm>
          <a:prstGeom prst="rect">
            <a:avLst/>
          </a:prstGeom>
          <a:noFill/>
          <a:ln>
            <a:noFill/>
          </a:ln>
          <a:effectLst>
            <a:outerShdw blurRad="71438" dist="28575" dir="5400000" algn="bl" rotWithShape="0">
              <a:srgbClr val="000000">
                <a:alpha val="14900"/>
              </a:srgbClr>
            </a:outerShdw>
          </a:effectLst>
        </p:spPr>
      </p:pic>
      <p:pic>
        <p:nvPicPr>
          <p:cNvPr id="800" name="Google Shape;800;g2cdbdd49f8e_0_0"/>
          <p:cNvPicPr preferRelativeResize="0"/>
          <p:nvPr/>
        </p:nvPicPr>
        <p:blipFill rotWithShape="1">
          <a:blip r:embed="rId8">
            <a:alphaModFix/>
          </a:blip>
          <a:srcRect/>
          <a:stretch/>
        </p:blipFill>
        <p:spPr>
          <a:xfrm>
            <a:off x="3581491" y="2972629"/>
            <a:ext cx="590656" cy="836045"/>
          </a:xfrm>
          <a:prstGeom prst="rect">
            <a:avLst/>
          </a:prstGeom>
          <a:noFill/>
          <a:ln>
            <a:noFill/>
          </a:ln>
          <a:effectLst>
            <a:outerShdw blurRad="71438" dist="28575" dir="5400000" algn="bl" rotWithShape="0">
              <a:srgbClr val="000000">
                <a:alpha val="15290"/>
              </a:srgbClr>
            </a:outerShdw>
          </a:effectLst>
        </p:spPr>
      </p:pic>
      <p:pic>
        <p:nvPicPr>
          <p:cNvPr id="801" name="Google Shape;801;g2cdbdd49f8e_0_0"/>
          <p:cNvPicPr preferRelativeResize="0"/>
          <p:nvPr/>
        </p:nvPicPr>
        <p:blipFill rotWithShape="1">
          <a:blip r:embed="rId9">
            <a:alphaModFix/>
          </a:blip>
          <a:srcRect/>
          <a:stretch/>
        </p:blipFill>
        <p:spPr>
          <a:xfrm>
            <a:off x="2918718" y="2972629"/>
            <a:ext cx="590656" cy="836045"/>
          </a:xfrm>
          <a:prstGeom prst="rect">
            <a:avLst/>
          </a:prstGeom>
          <a:noFill/>
          <a:ln>
            <a:noFill/>
          </a:ln>
          <a:effectLst>
            <a:outerShdw blurRad="71438" dist="28575" dir="5400000" algn="bl" rotWithShape="0">
              <a:srgbClr val="000000">
                <a:alpha val="15290"/>
              </a:srgbClr>
            </a:outerShdw>
          </a:effectLst>
        </p:spPr>
      </p:pic>
      <p:pic>
        <p:nvPicPr>
          <p:cNvPr id="802" name="Google Shape;802;g2cdbdd49f8e_0_0"/>
          <p:cNvPicPr preferRelativeResize="0"/>
          <p:nvPr/>
        </p:nvPicPr>
        <p:blipFill rotWithShape="1">
          <a:blip r:embed="rId10">
            <a:alphaModFix/>
          </a:blip>
          <a:srcRect t="59" b="49"/>
          <a:stretch/>
        </p:blipFill>
        <p:spPr>
          <a:xfrm>
            <a:off x="2255946" y="2972629"/>
            <a:ext cx="590656" cy="836046"/>
          </a:xfrm>
          <a:prstGeom prst="rect">
            <a:avLst/>
          </a:prstGeom>
          <a:noFill/>
          <a:ln>
            <a:noFill/>
          </a:ln>
          <a:effectLst>
            <a:outerShdw blurRad="71438" dist="28575" dir="5400000" algn="bl" rotWithShape="0">
              <a:srgbClr val="000000">
                <a:alpha val="15290"/>
              </a:srgbClr>
            </a:outerShdw>
          </a:effectLst>
        </p:spPr>
      </p:pic>
      <p:pic>
        <p:nvPicPr>
          <p:cNvPr id="803" name="Google Shape;803;g2cdbdd49f8e_0_0"/>
          <p:cNvPicPr preferRelativeResize="0"/>
          <p:nvPr/>
        </p:nvPicPr>
        <p:blipFill rotWithShape="1">
          <a:blip r:embed="rId11">
            <a:alphaModFix/>
          </a:blip>
          <a:srcRect t="59" b="49"/>
          <a:stretch/>
        </p:blipFill>
        <p:spPr>
          <a:xfrm>
            <a:off x="930400" y="2972629"/>
            <a:ext cx="590656" cy="836046"/>
          </a:xfrm>
          <a:prstGeom prst="rect">
            <a:avLst/>
          </a:prstGeom>
          <a:noFill/>
          <a:ln>
            <a:noFill/>
          </a:ln>
          <a:effectLst>
            <a:outerShdw blurRad="71438" dist="28575" dir="5400000" algn="bl" rotWithShape="0">
              <a:srgbClr val="000000">
                <a:alpha val="15290"/>
              </a:srgbClr>
            </a:outerShdw>
          </a:effectLst>
        </p:spPr>
      </p:pic>
      <p:pic>
        <p:nvPicPr>
          <p:cNvPr id="804" name="Google Shape;804;g2cdbdd49f8e_0_0"/>
          <p:cNvPicPr preferRelativeResize="0"/>
          <p:nvPr/>
        </p:nvPicPr>
        <p:blipFill rotWithShape="1">
          <a:blip r:embed="rId12">
            <a:alphaModFix/>
          </a:blip>
          <a:srcRect/>
          <a:stretch/>
        </p:blipFill>
        <p:spPr>
          <a:xfrm>
            <a:off x="1593173" y="2972629"/>
            <a:ext cx="590656" cy="836045"/>
          </a:xfrm>
          <a:prstGeom prst="rect">
            <a:avLst/>
          </a:prstGeom>
          <a:noFill/>
          <a:ln>
            <a:noFill/>
          </a:ln>
          <a:effectLst>
            <a:outerShdw blurRad="71438" dist="28575" dir="5400000" algn="bl" rotWithShape="0">
              <a:srgbClr val="000000">
                <a:alpha val="15290"/>
              </a:srgbClr>
            </a:outerShdw>
          </a:effectLst>
        </p:spPr>
      </p:pic>
      <p:pic>
        <p:nvPicPr>
          <p:cNvPr id="805" name="Google Shape;805;g2cdbdd49f8e_0_0"/>
          <p:cNvPicPr preferRelativeResize="0"/>
          <p:nvPr/>
        </p:nvPicPr>
        <p:blipFill rotWithShape="1">
          <a:blip r:embed="rId13">
            <a:alphaModFix/>
          </a:blip>
          <a:srcRect l="79" r="79"/>
          <a:stretch/>
        </p:blipFill>
        <p:spPr>
          <a:xfrm>
            <a:off x="930400" y="2053250"/>
            <a:ext cx="590656" cy="836045"/>
          </a:xfrm>
          <a:prstGeom prst="rect">
            <a:avLst/>
          </a:prstGeom>
          <a:noFill/>
          <a:ln>
            <a:noFill/>
          </a:ln>
          <a:effectLst>
            <a:outerShdw blurRad="71438" dist="28575" dir="5400000" algn="bl" rotWithShape="0">
              <a:srgbClr val="000000">
                <a:alpha val="15290"/>
              </a:srgbClr>
            </a:outerShdw>
          </a:effectLst>
        </p:spPr>
      </p:pic>
      <p:pic>
        <p:nvPicPr>
          <p:cNvPr id="806" name="Google Shape;806;g2cdbdd49f8e_0_0"/>
          <p:cNvPicPr preferRelativeResize="0"/>
          <p:nvPr/>
        </p:nvPicPr>
        <p:blipFill rotWithShape="1">
          <a:blip r:embed="rId14">
            <a:alphaModFix/>
          </a:blip>
          <a:srcRect l="79" r="79"/>
          <a:stretch/>
        </p:blipFill>
        <p:spPr>
          <a:xfrm>
            <a:off x="2918718" y="2053250"/>
            <a:ext cx="590656" cy="836045"/>
          </a:xfrm>
          <a:prstGeom prst="rect">
            <a:avLst/>
          </a:prstGeom>
          <a:noFill/>
          <a:ln>
            <a:noFill/>
          </a:ln>
          <a:effectLst>
            <a:outerShdw blurRad="71438" dist="28575" dir="5400000" algn="bl" rotWithShape="0">
              <a:srgbClr val="000000">
                <a:alpha val="15290"/>
              </a:srgbClr>
            </a:outerShdw>
          </a:effectLst>
        </p:spPr>
      </p:pic>
      <p:pic>
        <p:nvPicPr>
          <p:cNvPr id="807" name="Google Shape;807;g2cdbdd49f8e_0_0"/>
          <p:cNvPicPr preferRelativeResize="0"/>
          <p:nvPr/>
        </p:nvPicPr>
        <p:blipFill rotWithShape="1">
          <a:blip r:embed="rId15">
            <a:alphaModFix/>
          </a:blip>
          <a:srcRect l="19" r="29"/>
          <a:stretch/>
        </p:blipFill>
        <p:spPr>
          <a:xfrm>
            <a:off x="1593172" y="2053250"/>
            <a:ext cx="590656" cy="836046"/>
          </a:xfrm>
          <a:prstGeom prst="rect">
            <a:avLst/>
          </a:prstGeom>
          <a:noFill/>
          <a:ln>
            <a:noFill/>
          </a:ln>
          <a:effectLst>
            <a:outerShdw blurRad="71438" dist="28575" dir="5400000" algn="bl" rotWithShape="0">
              <a:srgbClr val="000000">
                <a:alpha val="15290"/>
              </a:srgbClr>
            </a:outerShdw>
          </a:effectLst>
        </p:spPr>
      </p:pic>
      <p:pic>
        <p:nvPicPr>
          <p:cNvPr id="808" name="Google Shape;808;g2cdbdd49f8e_0_0"/>
          <p:cNvPicPr preferRelativeResize="0"/>
          <p:nvPr/>
        </p:nvPicPr>
        <p:blipFill rotWithShape="1">
          <a:blip r:embed="rId16">
            <a:alphaModFix/>
          </a:blip>
          <a:srcRect l="19" r="29"/>
          <a:stretch/>
        </p:blipFill>
        <p:spPr>
          <a:xfrm>
            <a:off x="2255946" y="2053250"/>
            <a:ext cx="590656" cy="836046"/>
          </a:xfrm>
          <a:prstGeom prst="rect">
            <a:avLst/>
          </a:prstGeom>
          <a:noFill/>
          <a:ln>
            <a:noFill/>
          </a:ln>
          <a:effectLst>
            <a:outerShdw blurRad="71438" dist="28575" dir="5400000" algn="bl" rotWithShape="0">
              <a:srgbClr val="000000">
                <a:alpha val="15290"/>
              </a:srgbClr>
            </a:outerShdw>
          </a:effectLst>
        </p:spPr>
      </p:pic>
      <p:pic>
        <p:nvPicPr>
          <p:cNvPr id="809" name="Google Shape;809;g2cdbdd49f8e_0_0"/>
          <p:cNvPicPr preferRelativeResize="0"/>
          <p:nvPr/>
        </p:nvPicPr>
        <p:blipFill rotWithShape="1">
          <a:blip r:embed="rId17">
            <a:alphaModFix/>
          </a:blip>
          <a:srcRect l="19" r="29"/>
          <a:stretch/>
        </p:blipFill>
        <p:spPr>
          <a:xfrm>
            <a:off x="3581490" y="2053250"/>
            <a:ext cx="590656" cy="836046"/>
          </a:xfrm>
          <a:prstGeom prst="rect">
            <a:avLst/>
          </a:prstGeom>
          <a:noFill/>
          <a:ln>
            <a:noFill/>
          </a:ln>
          <a:effectLst>
            <a:outerShdw blurRad="71438" dist="28575" dir="5400000" algn="bl" rotWithShape="0">
              <a:srgbClr val="000000">
                <a:alpha val="15290"/>
              </a:srgbClr>
            </a:outerShdw>
          </a:effectLst>
        </p:spPr>
      </p:pic>
      <p:pic>
        <p:nvPicPr>
          <p:cNvPr id="810" name="Google Shape;810;g2cdbdd49f8e_0_0"/>
          <p:cNvPicPr preferRelativeResize="0"/>
          <p:nvPr/>
        </p:nvPicPr>
        <p:blipFill rotWithShape="1">
          <a:blip r:embed="rId18">
            <a:alphaModFix/>
          </a:blip>
          <a:srcRect l="79" r="79"/>
          <a:stretch/>
        </p:blipFill>
        <p:spPr>
          <a:xfrm>
            <a:off x="5569808" y="2053250"/>
            <a:ext cx="590656" cy="836045"/>
          </a:xfrm>
          <a:prstGeom prst="rect">
            <a:avLst/>
          </a:prstGeom>
          <a:noFill/>
          <a:ln>
            <a:noFill/>
          </a:ln>
          <a:effectLst>
            <a:outerShdw blurRad="71438" dist="28575" dir="5400000" algn="bl" rotWithShape="0">
              <a:srgbClr val="000000">
                <a:alpha val="15290"/>
              </a:srgbClr>
            </a:outerShdw>
          </a:effectLst>
        </p:spPr>
      </p:pic>
      <p:pic>
        <p:nvPicPr>
          <p:cNvPr id="811" name="Google Shape;811;g2cdbdd49f8e_0_0"/>
          <p:cNvPicPr preferRelativeResize="0"/>
          <p:nvPr/>
        </p:nvPicPr>
        <p:blipFill rotWithShape="1">
          <a:blip r:embed="rId19">
            <a:alphaModFix/>
          </a:blip>
          <a:srcRect l="79" r="79"/>
          <a:stretch/>
        </p:blipFill>
        <p:spPr>
          <a:xfrm>
            <a:off x="4244264" y="2053250"/>
            <a:ext cx="590656" cy="836045"/>
          </a:xfrm>
          <a:prstGeom prst="rect">
            <a:avLst/>
          </a:prstGeom>
          <a:noFill/>
          <a:ln>
            <a:noFill/>
          </a:ln>
          <a:effectLst>
            <a:outerShdw blurRad="71438" dist="28575" dir="5400000" algn="bl" rotWithShape="0">
              <a:srgbClr val="000000">
                <a:alpha val="15290"/>
              </a:srgbClr>
            </a:outerShdw>
          </a:effectLst>
        </p:spPr>
      </p:pic>
      <p:pic>
        <p:nvPicPr>
          <p:cNvPr id="812" name="Google Shape;812;g2cdbdd49f8e_0_0"/>
          <p:cNvPicPr preferRelativeResize="0"/>
          <p:nvPr/>
        </p:nvPicPr>
        <p:blipFill rotWithShape="1">
          <a:blip r:embed="rId20">
            <a:alphaModFix/>
          </a:blip>
          <a:srcRect l="79" r="79"/>
          <a:stretch/>
        </p:blipFill>
        <p:spPr>
          <a:xfrm>
            <a:off x="4907036" y="2053250"/>
            <a:ext cx="590656" cy="836045"/>
          </a:xfrm>
          <a:prstGeom prst="rect">
            <a:avLst/>
          </a:prstGeom>
          <a:noFill/>
          <a:ln>
            <a:noFill/>
          </a:ln>
          <a:effectLst>
            <a:outerShdw blurRad="71438" dist="28575" dir="5400000" algn="bl" rotWithShape="0">
              <a:srgbClr val="000000">
                <a:alpha val="15290"/>
              </a:srgbClr>
            </a:outerShdw>
          </a:effectLst>
        </p:spPr>
      </p:pic>
      <p:pic>
        <p:nvPicPr>
          <p:cNvPr id="813" name="Google Shape;813;g2cdbdd49f8e_0_0"/>
          <p:cNvPicPr preferRelativeResize="0"/>
          <p:nvPr/>
        </p:nvPicPr>
        <p:blipFill rotWithShape="1">
          <a:blip r:embed="rId21">
            <a:alphaModFix/>
          </a:blip>
          <a:srcRect l="19" r="29"/>
          <a:stretch/>
        </p:blipFill>
        <p:spPr>
          <a:xfrm>
            <a:off x="6232578" y="2053250"/>
            <a:ext cx="590656" cy="836046"/>
          </a:xfrm>
          <a:prstGeom prst="rect">
            <a:avLst/>
          </a:prstGeom>
          <a:noFill/>
          <a:ln>
            <a:noFill/>
          </a:ln>
          <a:effectLst>
            <a:outerShdw blurRad="71438" dist="28575" dir="5400000" algn="bl" rotWithShape="0">
              <a:srgbClr val="000000">
                <a:alpha val="15290"/>
              </a:srgbClr>
            </a:outerShdw>
          </a:effectLst>
        </p:spPr>
      </p:pic>
      <p:pic>
        <p:nvPicPr>
          <p:cNvPr id="814" name="Google Shape;814;g2cdbdd49f8e_0_0"/>
          <p:cNvPicPr preferRelativeResize="0"/>
          <p:nvPr/>
        </p:nvPicPr>
        <p:blipFill rotWithShape="1">
          <a:blip r:embed="rId22">
            <a:alphaModFix/>
          </a:blip>
          <a:srcRect/>
          <a:stretch/>
        </p:blipFill>
        <p:spPr>
          <a:xfrm>
            <a:off x="6895344" y="2053250"/>
            <a:ext cx="590656" cy="836045"/>
          </a:xfrm>
          <a:prstGeom prst="rect">
            <a:avLst/>
          </a:prstGeom>
          <a:noFill/>
          <a:ln>
            <a:noFill/>
          </a:ln>
          <a:effectLst>
            <a:outerShdw blurRad="71438" dist="28575" dir="5400000" algn="bl" rotWithShape="0">
              <a:srgbClr val="000000">
                <a:alpha val="15290"/>
              </a:srgbClr>
            </a:outerShdw>
          </a:effectLst>
        </p:spPr>
      </p:pic>
      <p:pic>
        <p:nvPicPr>
          <p:cNvPr id="815" name="Google Shape;815;g2cdbdd49f8e_0_0"/>
          <p:cNvPicPr preferRelativeResize="0"/>
          <p:nvPr/>
        </p:nvPicPr>
        <p:blipFill rotWithShape="1">
          <a:blip r:embed="rId23">
            <a:alphaModFix/>
          </a:blip>
          <a:srcRect t="59" b="49"/>
          <a:stretch/>
        </p:blipFill>
        <p:spPr>
          <a:xfrm>
            <a:off x="7558119" y="2053250"/>
            <a:ext cx="590656" cy="836046"/>
          </a:xfrm>
          <a:prstGeom prst="rect">
            <a:avLst/>
          </a:prstGeom>
          <a:noFill/>
          <a:ln>
            <a:noFill/>
          </a:ln>
          <a:effectLst>
            <a:outerShdw blurRad="71438" dist="28575" dir="5400000" algn="bl" rotWithShape="0">
              <a:srgbClr val="000000">
                <a:alpha val="15290"/>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20"/>
        <p:cNvGrpSpPr/>
        <p:nvPr/>
      </p:nvGrpSpPr>
      <p:grpSpPr>
        <a:xfrm>
          <a:off x="0" y="0"/>
          <a:ext cx="0" cy="0"/>
          <a:chOff x="0" y="0"/>
          <a:chExt cx="0" cy="0"/>
        </a:xfrm>
      </p:grpSpPr>
      <p:sp>
        <p:nvSpPr>
          <p:cNvPr id="821" name="Google Shape;821;g26b7edf6e71_0_109"/>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2 Common Exception Words </a:t>
            </a:r>
            <a:br>
              <a:rPr lang="en-US"/>
            </a:br>
            <a:r>
              <a:rPr lang="en-US">
                <a:solidFill>
                  <a:srgbClr val="2356AF"/>
                </a:solidFill>
              </a:rPr>
              <a:t>as I is no go to into the put his has of pull full</a:t>
            </a:r>
            <a:r>
              <a:rPr lang="en-US"/>
              <a:t>.</a:t>
            </a:r>
            <a:endParaRPr/>
          </a:p>
        </p:txBody>
      </p:sp>
      <p:grpSp>
        <p:nvGrpSpPr>
          <p:cNvPr id="822" name="Google Shape;822;g26b7edf6e71_0_109"/>
          <p:cNvGrpSpPr/>
          <p:nvPr/>
        </p:nvGrpSpPr>
        <p:grpSpPr>
          <a:xfrm>
            <a:off x="930596" y="2135925"/>
            <a:ext cx="7282807" cy="2686611"/>
            <a:chOff x="867357" y="2129450"/>
            <a:chExt cx="7282807" cy="2686611"/>
          </a:xfrm>
        </p:grpSpPr>
        <p:pic>
          <p:nvPicPr>
            <p:cNvPr id="823" name="Google Shape;823;g26b7edf6e71_0_109"/>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24" name="Google Shape;824;g26b7edf6e71_0_109"/>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25" name="Google Shape;825;g26b7edf6e71_0_109"/>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26" name="Google Shape;826;g26b7edf6e71_0_109"/>
            <p:cNvPicPr preferRelativeResize="0"/>
            <p:nvPr/>
          </p:nvPicPr>
          <p:blipFill rotWithShape="1">
            <a:blip r:embed="rId6">
              <a:alphaModFix/>
            </a:blip>
            <a:srcRect l="99" r="99"/>
            <a:stretch/>
          </p:blipFill>
          <p:spPr>
            <a:xfrm>
              <a:off x="4547991" y="2129450"/>
              <a:ext cx="1147320" cy="821565"/>
            </a:xfrm>
            <a:prstGeom prst="rect">
              <a:avLst/>
            </a:prstGeom>
            <a:noFill/>
            <a:ln>
              <a:noFill/>
            </a:ln>
            <a:effectLst>
              <a:outerShdw blurRad="71438" dist="19050" dir="5400000" algn="bl" rotWithShape="0">
                <a:srgbClr val="000000">
                  <a:alpha val="18430"/>
                </a:srgbClr>
              </a:outerShdw>
            </a:effectLst>
          </p:spPr>
        </p:pic>
        <p:pic>
          <p:nvPicPr>
            <p:cNvPr id="827" name="Google Shape;827;g26b7edf6e71_0_109"/>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8430"/>
                </a:srgbClr>
              </a:outerShdw>
            </a:effectLst>
          </p:spPr>
        </p:pic>
        <p:pic>
          <p:nvPicPr>
            <p:cNvPr id="828" name="Google Shape;828;g26b7edf6e71_0_109"/>
            <p:cNvPicPr preferRelativeResize="0"/>
            <p:nvPr/>
          </p:nvPicPr>
          <p:blipFill rotWithShape="1">
            <a:blip r:embed="rId8">
              <a:alphaModFix/>
            </a:blip>
            <a:srcRect l="99" r="9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29" name="Google Shape;829;g26b7edf6e71_0_109"/>
            <p:cNvPicPr preferRelativeResize="0"/>
            <p:nvPr/>
          </p:nvPicPr>
          <p:blipFill rotWithShape="1">
            <a:blip r:embed="rId9">
              <a:alphaModFix/>
            </a:blip>
            <a:srcRect l="99" r="9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30" name="Google Shape;830;g26b7edf6e71_0_109"/>
            <p:cNvPicPr preferRelativeResize="0"/>
            <p:nvPr/>
          </p:nvPicPr>
          <p:blipFill rotWithShape="1">
            <a:blip r:embed="rId10">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8430"/>
                </a:srgbClr>
              </a:outerShdw>
            </a:effectLst>
          </p:spPr>
        </p:pic>
        <p:pic>
          <p:nvPicPr>
            <p:cNvPr id="831" name="Google Shape;831;g26b7edf6e71_0_109"/>
            <p:cNvPicPr preferRelativeResize="0"/>
            <p:nvPr/>
          </p:nvPicPr>
          <p:blipFill rotWithShape="1">
            <a:blip r:embed="rId11">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32" name="Google Shape;832;g26b7edf6e71_0_109"/>
            <p:cNvPicPr preferRelativeResize="0"/>
            <p:nvPr/>
          </p:nvPicPr>
          <p:blipFill rotWithShape="1">
            <a:blip r:embed="rId12">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33" name="Google Shape;833;g26b7edf6e71_0_109"/>
            <p:cNvPicPr preferRelativeResize="0"/>
            <p:nvPr/>
          </p:nvPicPr>
          <p:blipFill rotWithShape="1">
            <a:blip r:embed="rId13">
              <a:alphaModFix/>
            </a:blip>
            <a:srcRect l="189" r="179"/>
            <a:stretch/>
          </p:blipFill>
          <p:spPr>
            <a:xfrm>
              <a:off x="5774548" y="3060270"/>
              <a:ext cx="1148707" cy="822956"/>
            </a:xfrm>
            <a:prstGeom prst="rect">
              <a:avLst/>
            </a:prstGeom>
            <a:noFill/>
            <a:ln>
              <a:noFill/>
            </a:ln>
            <a:effectLst>
              <a:outerShdw blurRad="71438" dist="19050" dir="5400000" algn="bl" rotWithShape="0">
                <a:srgbClr val="000000">
                  <a:alpha val="18430"/>
                </a:srgbClr>
              </a:outerShdw>
            </a:effectLst>
          </p:spPr>
        </p:pic>
        <p:pic>
          <p:nvPicPr>
            <p:cNvPr id="834" name="Google Shape;834;g26b7edf6e71_0_109"/>
            <p:cNvPicPr preferRelativeResize="0"/>
            <p:nvPr/>
          </p:nvPicPr>
          <p:blipFill rotWithShape="1">
            <a:blip r:embed="rId14">
              <a:alphaModFix/>
            </a:blip>
            <a:srcRect l="19" r="9"/>
            <a:stretch/>
          </p:blipFill>
          <p:spPr>
            <a:xfrm>
              <a:off x="867357" y="3994495"/>
              <a:ext cx="1148707" cy="821566"/>
            </a:xfrm>
            <a:prstGeom prst="rect">
              <a:avLst/>
            </a:prstGeom>
            <a:noFill/>
            <a:ln>
              <a:noFill/>
            </a:ln>
            <a:effectLst>
              <a:outerShdw blurRad="71438" dist="19050" dir="5400000" algn="bl" rotWithShape="0">
                <a:srgbClr val="000000">
                  <a:alpha val="18430"/>
                </a:srgbClr>
              </a:outerShdw>
            </a:effectLst>
          </p:spPr>
        </p:pic>
        <p:pic>
          <p:nvPicPr>
            <p:cNvPr id="835" name="Google Shape;835;g26b7edf6e71_0_109"/>
            <p:cNvPicPr preferRelativeResize="0"/>
            <p:nvPr/>
          </p:nvPicPr>
          <p:blipFill rotWithShape="1">
            <a:blip r:embed="rId15">
              <a:alphaModFix/>
            </a:blip>
            <a:srcRect l="19" r="9"/>
            <a:stretch/>
          </p:blipFill>
          <p:spPr>
            <a:xfrm>
              <a:off x="7001457" y="3060270"/>
              <a:ext cx="1148707" cy="821564"/>
            </a:xfrm>
            <a:prstGeom prst="rect">
              <a:avLst/>
            </a:prstGeom>
            <a:noFill/>
            <a:ln>
              <a:noFill/>
            </a:ln>
            <a:effectLst>
              <a:outerShdw blurRad="71438" dist="19050" dir="5400000" algn="bl" rotWithShape="0">
                <a:srgbClr val="000000">
                  <a:alpha val="18430"/>
                </a:srgbClr>
              </a:outerShdw>
            </a:effectLst>
          </p:spPr>
        </p:pic>
        <p:pic>
          <p:nvPicPr>
            <p:cNvPr id="836" name="Google Shape;836;g26b7edf6e71_0_109"/>
            <p:cNvPicPr preferRelativeResize="0"/>
            <p:nvPr/>
          </p:nvPicPr>
          <p:blipFill rotWithShape="1">
            <a:blip r:embed="rId16">
              <a:alphaModFix/>
            </a:blip>
            <a:srcRect l="99" r="99"/>
            <a:stretch/>
          </p:blipFill>
          <p:spPr>
            <a:xfrm>
              <a:off x="2093821" y="3994495"/>
              <a:ext cx="1148707" cy="82156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41"/>
        <p:cNvGrpSpPr/>
        <p:nvPr/>
      </p:nvGrpSpPr>
      <p:grpSpPr>
        <a:xfrm>
          <a:off x="0" y="0"/>
          <a:ext cx="0" cy="0"/>
          <a:chOff x="0" y="0"/>
          <a:chExt cx="0" cy="0"/>
        </a:xfrm>
      </p:grpSpPr>
      <p:sp>
        <p:nvSpPr>
          <p:cNvPr id="842" name="Google Shape;842;g2c298d33e0c_0_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3 Common Exception Words </a:t>
            </a:r>
            <a:r>
              <a:rPr lang="en-US">
                <a:solidFill>
                  <a:srgbClr val="2356AF"/>
                </a:solidFill>
              </a:rPr>
              <a:t>push they me we be he she my by looked you are there here were all sure</a:t>
            </a:r>
            <a:r>
              <a:rPr lang="en-US"/>
              <a:t>.</a:t>
            </a:r>
            <a:endParaRPr/>
          </a:p>
        </p:txBody>
      </p:sp>
      <p:grpSp>
        <p:nvGrpSpPr>
          <p:cNvPr id="843" name="Google Shape;843;g2c298d33e0c_0_6"/>
          <p:cNvGrpSpPr/>
          <p:nvPr/>
        </p:nvGrpSpPr>
        <p:grpSpPr>
          <a:xfrm>
            <a:off x="931093" y="2086700"/>
            <a:ext cx="7281864" cy="2684601"/>
            <a:chOff x="868300" y="2129450"/>
            <a:chExt cx="7281864" cy="2684601"/>
          </a:xfrm>
        </p:grpSpPr>
        <p:pic>
          <p:nvPicPr>
            <p:cNvPr id="844" name="Google Shape;844;g2c298d33e0c_0_6"/>
            <p:cNvPicPr preferRelativeResize="0"/>
            <p:nvPr/>
          </p:nvPicPr>
          <p:blipFill rotWithShape="1">
            <a:blip r:embed="rId3">
              <a:alphaModFix/>
            </a:blip>
            <a:srcRect l="99" r="99"/>
            <a:stretch/>
          </p:blipFill>
          <p:spPr>
            <a:xfrm>
              <a:off x="4547639" y="3991095"/>
              <a:ext cx="1148707" cy="822955"/>
            </a:xfrm>
            <a:prstGeom prst="rect">
              <a:avLst/>
            </a:prstGeom>
            <a:noFill/>
            <a:ln>
              <a:noFill/>
            </a:ln>
            <a:effectLst>
              <a:outerShdw blurRad="71438" dist="19050" dir="5400000" algn="bl" rotWithShape="0">
                <a:srgbClr val="000000">
                  <a:alpha val="18430"/>
                </a:srgbClr>
              </a:outerShdw>
            </a:effectLst>
          </p:spPr>
        </p:pic>
        <p:pic>
          <p:nvPicPr>
            <p:cNvPr id="845" name="Google Shape;845;g2c298d33e0c_0_6"/>
            <p:cNvPicPr preferRelativeResize="0"/>
            <p:nvPr/>
          </p:nvPicPr>
          <p:blipFill rotWithShape="1">
            <a:blip r:embed="rId4">
              <a:alphaModFix/>
            </a:blip>
            <a:srcRect l="189" r="179"/>
            <a:stretch/>
          </p:blipFill>
          <p:spPr>
            <a:xfrm>
              <a:off x="3320730" y="3991095"/>
              <a:ext cx="1148707" cy="822956"/>
            </a:xfrm>
            <a:prstGeom prst="rect">
              <a:avLst/>
            </a:prstGeom>
            <a:noFill/>
            <a:ln>
              <a:noFill/>
            </a:ln>
            <a:effectLst>
              <a:outerShdw blurRad="71438" dist="19050" dir="5400000" algn="bl" rotWithShape="0">
                <a:srgbClr val="000000">
                  <a:alpha val="18430"/>
                </a:srgbClr>
              </a:outerShdw>
            </a:effectLst>
          </p:spPr>
        </p:pic>
        <p:pic>
          <p:nvPicPr>
            <p:cNvPr id="846" name="Google Shape;846;g2c298d33e0c_0_6"/>
            <p:cNvPicPr preferRelativeResize="0"/>
            <p:nvPr/>
          </p:nvPicPr>
          <p:blipFill rotWithShape="1">
            <a:blip r:embed="rId5">
              <a:alphaModFix/>
            </a:blip>
            <a:srcRect l="19" r="9"/>
            <a:stretch/>
          </p:blipFill>
          <p:spPr>
            <a:xfrm>
              <a:off x="2093821" y="3991095"/>
              <a:ext cx="1148707" cy="821566"/>
            </a:xfrm>
            <a:prstGeom prst="rect">
              <a:avLst/>
            </a:prstGeom>
            <a:noFill/>
            <a:ln>
              <a:noFill/>
            </a:ln>
            <a:effectLst>
              <a:outerShdw blurRad="71438" dist="19050" dir="5400000" algn="bl" rotWithShape="0">
                <a:srgbClr val="000000">
                  <a:alpha val="18430"/>
                </a:srgbClr>
              </a:outerShdw>
            </a:effectLst>
          </p:spPr>
        </p:pic>
        <p:pic>
          <p:nvPicPr>
            <p:cNvPr id="847" name="Google Shape;847;g2c298d33e0c_0_6"/>
            <p:cNvPicPr preferRelativeResize="0"/>
            <p:nvPr/>
          </p:nvPicPr>
          <p:blipFill rotWithShape="1">
            <a:blip r:embed="rId6">
              <a:alphaModFix/>
            </a:blip>
            <a:srcRect l="159" r="159"/>
            <a:stretch/>
          </p:blipFill>
          <p:spPr>
            <a:xfrm>
              <a:off x="868300" y="3991095"/>
              <a:ext cx="1147320" cy="822955"/>
            </a:xfrm>
            <a:prstGeom prst="rect">
              <a:avLst/>
            </a:prstGeom>
            <a:noFill/>
            <a:ln>
              <a:noFill/>
            </a:ln>
            <a:effectLst>
              <a:outerShdw blurRad="71438" dist="19050" dir="5400000" algn="bl" rotWithShape="0">
                <a:srgbClr val="000000">
                  <a:alpha val="18820"/>
                </a:srgbClr>
              </a:outerShdw>
            </a:effectLst>
          </p:spPr>
        </p:pic>
        <p:pic>
          <p:nvPicPr>
            <p:cNvPr id="848" name="Google Shape;848;g2c298d33e0c_0_6"/>
            <p:cNvPicPr preferRelativeResize="0"/>
            <p:nvPr/>
          </p:nvPicPr>
          <p:blipFill rotWithShape="1">
            <a:blip r:embed="rId7">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8430"/>
                </a:srgbClr>
              </a:outerShdw>
            </a:effectLst>
          </p:spPr>
        </p:pic>
        <p:pic>
          <p:nvPicPr>
            <p:cNvPr id="849" name="Google Shape;849;g2c298d33e0c_0_6"/>
            <p:cNvPicPr preferRelativeResize="0"/>
            <p:nvPr/>
          </p:nvPicPr>
          <p:blipFill rotWithShape="1">
            <a:blip r:embed="rId8">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50" name="Google Shape;850;g2c298d33e0c_0_6"/>
            <p:cNvPicPr preferRelativeResize="0"/>
            <p:nvPr/>
          </p:nvPicPr>
          <p:blipFill rotWithShape="1">
            <a:blip r:embed="rId9">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51" name="Google Shape;851;g2c298d33e0c_0_6"/>
            <p:cNvPicPr preferRelativeResize="0"/>
            <p:nvPr/>
          </p:nvPicPr>
          <p:blipFill rotWithShape="1">
            <a:blip r:embed="rId10">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52" name="Google Shape;852;g2c298d33e0c_0_6"/>
            <p:cNvPicPr preferRelativeResize="0"/>
            <p:nvPr/>
          </p:nvPicPr>
          <p:blipFill rotWithShape="1">
            <a:blip r:embed="rId11">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53" name="Google Shape;853;g2c298d33e0c_0_6"/>
            <p:cNvPicPr preferRelativeResize="0"/>
            <p:nvPr/>
          </p:nvPicPr>
          <p:blipFill rotWithShape="1">
            <a:blip r:embed="rId12">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54" name="Google Shape;854;g2c298d33e0c_0_6"/>
            <p:cNvPicPr preferRelativeResize="0"/>
            <p:nvPr/>
          </p:nvPicPr>
          <p:blipFill rotWithShape="1">
            <a:blip r:embed="rId13">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55" name="Google Shape;855;g2c298d33e0c_0_6"/>
            <p:cNvPicPr preferRelativeResize="0"/>
            <p:nvPr/>
          </p:nvPicPr>
          <p:blipFill rotWithShape="1">
            <a:blip r:embed="rId14">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56" name="Google Shape;856;g2c298d33e0c_0_6"/>
            <p:cNvPicPr preferRelativeResize="0"/>
            <p:nvPr/>
          </p:nvPicPr>
          <p:blipFill rotWithShape="1">
            <a:blip r:embed="rId15">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57" name="Google Shape;857;g2c298d33e0c_0_6"/>
            <p:cNvPicPr preferRelativeResize="0"/>
            <p:nvPr/>
          </p:nvPicPr>
          <p:blipFill rotWithShape="1">
            <a:blip r:embed="rId16">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58" name="Google Shape;858;g2c298d33e0c_0_6"/>
            <p:cNvPicPr preferRelativeResize="0"/>
            <p:nvPr/>
          </p:nvPicPr>
          <p:blipFill rotWithShape="1">
            <a:blip r:embed="rId17">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59" name="Google Shape;859;g2c298d33e0c_0_6"/>
            <p:cNvPicPr preferRelativeResize="0"/>
            <p:nvPr/>
          </p:nvPicPr>
          <p:blipFill rotWithShape="1">
            <a:blip r:embed="rId18">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60" name="Google Shape;860;g2c298d33e0c_0_6"/>
            <p:cNvPicPr preferRelativeResize="0"/>
            <p:nvPr/>
          </p:nvPicPr>
          <p:blipFill rotWithShape="1">
            <a:blip r:embed="rId19">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61" name="Google Shape;861;g2c298d33e0c_0_6"/>
            <p:cNvPicPr preferRelativeResize="0"/>
            <p:nvPr/>
          </p:nvPicPr>
          <p:blipFill rotWithShape="1">
            <a:blip r:embed="rId20">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62" name="Google Shape;862;g2c298d33e0c_0_6"/>
            <p:cNvPicPr preferRelativeResize="0"/>
            <p:nvPr/>
          </p:nvPicPr>
          <p:blipFill rotWithShape="1">
            <a:blip r:embed="rId21">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63" name="Google Shape;863;g2c298d33e0c_0_6"/>
            <p:cNvPicPr preferRelativeResize="0"/>
            <p:nvPr/>
          </p:nvPicPr>
          <p:blipFill rotWithShape="1">
            <a:blip r:embed="rId22">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64" name="Google Shape;864;g2c298d33e0c_0_6"/>
            <p:cNvPicPr preferRelativeResize="0"/>
            <p:nvPr/>
          </p:nvPicPr>
          <p:blipFill rotWithShape="1">
            <a:blip r:embed="rId23">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65" name="Google Shape;865;g2c298d33e0c_0_6"/>
            <p:cNvPicPr preferRelativeResize="0"/>
            <p:nvPr/>
          </p:nvPicPr>
          <p:blipFill rotWithShape="1">
            <a:blip r:embed="rId24">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66" name="Google Shape;866;g2c298d33e0c_0_6"/>
            <p:cNvPicPr preferRelativeResize="0"/>
            <p:nvPr/>
          </p:nvPicPr>
          <p:blipFill rotWithShape="1">
            <a:blip r:embed="rId25">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67" name="Google Shape;867;g2c298d33e0c_0_6"/>
            <p:cNvPicPr preferRelativeResize="0"/>
            <p:nvPr/>
          </p:nvPicPr>
          <p:blipFill rotWithShape="1">
            <a:blip r:embed="rId26">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68" name="Google Shape;868;g2c298d33e0c_0_6"/>
            <p:cNvPicPr preferRelativeResize="0"/>
            <p:nvPr/>
          </p:nvPicPr>
          <p:blipFill rotWithShape="1">
            <a:blip r:embed="rId27">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69" name="Google Shape;869;g2c298d33e0c_0_6"/>
            <p:cNvPicPr preferRelativeResize="0"/>
            <p:nvPr/>
          </p:nvPicPr>
          <p:blipFill rotWithShape="1">
            <a:blip r:embed="rId28">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70" name="Google Shape;870;g2c298d33e0c_0_6"/>
            <p:cNvPicPr preferRelativeResize="0"/>
            <p:nvPr/>
          </p:nvPicPr>
          <p:blipFill rotWithShape="1">
            <a:blip r:embed="rId29">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71" name="Google Shape;871;g2c298d33e0c_0_6"/>
            <p:cNvPicPr preferRelativeResize="0"/>
            <p:nvPr/>
          </p:nvPicPr>
          <p:blipFill rotWithShape="1">
            <a:blip r:embed="rId30">
              <a:alphaModFix/>
            </a:blip>
            <a:srcRect l="99" r="99"/>
            <a:stretch/>
          </p:blipFill>
          <p:spPr>
            <a:xfrm>
              <a:off x="5774548" y="3991095"/>
              <a:ext cx="1148707" cy="82295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76"/>
        <p:cNvGrpSpPr/>
        <p:nvPr/>
      </p:nvGrpSpPr>
      <p:grpSpPr>
        <a:xfrm>
          <a:off x="0" y="0"/>
          <a:ext cx="0" cy="0"/>
          <a:chOff x="0" y="0"/>
          <a:chExt cx="0" cy="0"/>
        </a:xfrm>
      </p:grpSpPr>
      <p:sp>
        <p:nvSpPr>
          <p:cNvPr id="877" name="Google Shape;877;g2c298da1f27_0_45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4 Common Exception Words </a:t>
            </a:r>
            <a:r>
              <a:rPr lang="en-US">
                <a:solidFill>
                  <a:srgbClr val="2356AF"/>
                </a:solidFill>
              </a:rPr>
              <a:t>said like out have some come what was so old do little one</a:t>
            </a:r>
            <a:r>
              <a:rPr lang="en-US"/>
              <a:t>.</a:t>
            </a:r>
            <a:endParaRPr/>
          </a:p>
        </p:txBody>
      </p:sp>
      <p:grpSp>
        <p:nvGrpSpPr>
          <p:cNvPr id="878" name="Google Shape;878;g2c298da1f27_0_455"/>
          <p:cNvGrpSpPr/>
          <p:nvPr/>
        </p:nvGrpSpPr>
        <p:grpSpPr>
          <a:xfrm>
            <a:off x="931068" y="2129450"/>
            <a:ext cx="7281864" cy="2684601"/>
            <a:chOff x="868300" y="2053250"/>
            <a:chExt cx="7281864" cy="2684601"/>
          </a:xfrm>
        </p:grpSpPr>
        <p:pic>
          <p:nvPicPr>
            <p:cNvPr id="879" name="Google Shape;879;g2c298da1f27_0_455"/>
            <p:cNvPicPr preferRelativeResize="0"/>
            <p:nvPr/>
          </p:nvPicPr>
          <p:blipFill rotWithShape="1">
            <a:blip r:embed="rId3">
              <a:alphaModFix/>
            </a:blip>
            <a:srcRect l="189" r="179"/>
            <a:stretch/>
          </p:blipFill>
          <p:spPr>
            <a:xfrm>
              <a:off x="868300" y="3914895"/>
              <a:ext cx="1147320" cy="822956"/>
            </a:xfrm>
            <a:prstGeom prst="rect">
              <a:avLst/>
            </a:prstGeom>
            <a:noFill/>
            <a:ln>
              <a:noFill/>
            </a:ln>
            <a:effectLst>
              <a:outerShdw blurRad="71438" dist="19050" dir="5400000" algn="bl" rotWithShape="0">
                <a:srgbClr val="000000">
                  <a:alpha val="17650"/>
                </a:srgbClr>
              </a:outerShdw>
            </a:effectLst>
          </p:spPr>
        </p:pic>
        <p:pic>
          <p:nvPicPr>
            <p:cNvPr id="880" name="Google Shape;880;g2c298da1f27_0_455"/>
            <p:cNvPicPr preferRelativeResize="0"/>
            <p:nvPr/>
          </p:nvPicPr>
          <p:blipFill rotWithShape="1">
            <a:blip r:embed="rId4">
              <a:alphaModFix/>
            </a:blip>
            <a:srcRect l="39" r="39"/>
            <a:stretch/>
          </p:blipFill>
          <p:spPr>
            <a:xfrm>
              <a:off x="5774548" y="2984070"/>
              <a:ext cx="1148707" cy="822955"/>
            </a:xfrm>
            <a:prstGeom prst="rect">
              <a:avLst/>
            </a:prstGeom>
            <a:noFill/>
            <a:ln>
              <a:noFill/>
            </a:ln>
            <a:effectLst>
              <a:outerShdw blurRad="71438" dist="19050" dir="5400000" algn="bl" rotWithShape="0">
                <a:srgbClr val="000000">
                  <a:alpha val="17650"/>
                </a:srgbClr>
              </a:outerShdw>
            </a:effectLst>
          </p:spPr>
        </p:pic>
        <p:pic>
          <p:nvPicPr>
            <p:cNvPr id="881" name="Google Shape;881;g2c298da1f27_0_455"/>
            <p:cNvPicPr preferRelativeResize="0"/>
            <p:nvPr/>
          </p:nvPicPr>
          <p:blipFill rotWithShape="1">
            <a:blip r:embed="rId5">
              <a:alphaModFix/>
            </a:blip>
            <a:srcRect l="39" r="39"/>
            <a:stretch/>
          </p:blipFill>
          <p:spPr>
            <a:xfrm>
              <a:off x="7001457" y="2984070"/>
              <a:ext cx="1148707" cy="821565"/>
            </a:xfrm>
            <a:prstGeom prst="rect">
              <a:avLst/>
            </a:prstGeom>
            <a:noFill/>
            <a:ln>
              <a:noFill/>
            </a:ln>
            <a:effectLst>
              <a:outerShdw blurRad="71438" dist="19050" dir="5400000" algn="bl" rotWithShape="0">
                <a:srgbClr val="000000">
                  <a:alpha val="17650"/>
                </a:srgbClr>
              </a:outerShdw>
            </a:effectLst>
          </p:spPr>
        </p:pic>
        <p:pic>
          <p:nvPicPr>
            <p:cNvPr id="882" name="Google Shape;882;g2c298da1f27_0_455"/>
            <p:cNvPicPr preferRelativeResize="0"/>
            <p:nvPr/>
          </p:nvPicPr>
          <p:blipFill rotWithShape="1">
            <a:blip r:embed="rId6">
              <a:alphaModFix/>
            </a:blip>
            <a:srcRect l="39" r="39"/>
            <a:stretch/>
          </p:blipFill>
          <p:spPr>
            <a:xfrm>
              <a:off x="3320730" y="2984070"/>
              <a:ext cx="1148707" cy="822955"/>
            </a:xfrm>
            <a:prstGeom prst="rect">
              <a:avLst/>
            </a:prstGeom>
            <a:noFill/>
            <a:ln>
              <a:noFill/>
            </a:ln>
            <a:effectLst>
              <a:outerShdw blurRad="71438" dist="19050" dir="5400000" algn="bl" rotWithShape="0">
                <a:srgbClr val="000000">
                  <a:alpha val="17650"/>
                </a:srgbClr>
              </a:outerShdw>
            </a:effectLst>
          </p:spPr>
        </p:pic>
        <p:pic>
          <p:nvPicPr>
            <p:cNvPr id="883" name="Google Shape;883;g2c298da1f27_0_455"/>
            <p:cNvPicPr preferRelativeResize="0"/>
            <p:nvPr/>
          </p:nvPicPr>
          <p:blipFill rotWithShape="1">
            <a:blip r:embed="rId7">
              <a:alphaModFix/>
            </a:blip>
            <a:srcRect l="39" r="39"/>
            <a:stretch/>
          </p:blipFill>
          <p:spPr>
            <a:xfrm>
              <a:off x="4547639" y="2984070"/>
              <a:ext cx="1148707" cy="822955"/>
            </a:xfrm>
            <a:prstGeom prst="rect">
              <a:avLst/>
            </a:prstGeom>
            <a:noFill/>
            <a:ln>
              <a:noFill/>
            </a:ln>
            <a:effectLst>
              <a:outerShdw blurRad="71438" dist="19050" dir="5400000" algn="bl" rotWithShape="0">
                <a:srgbClr val="000000">
                  <a:alpha val="17650"/>
                </a:srgbClr>
              </a:outerShdw>
            </a:effectLst>
          </p:spPr>
        </p:pic>
        <p:pic>
          <p:nvPicPr>
            <p:cNvPr id="884" name="Google Shape;884;g2c298da1f27_0_455"/>
            <p:cNvPicPr preferRelativeResize="0"/>
            <p:nvPr/>
          </p:nvPicPr>
          <p:blipFill rotWithShape="1">
            <a:blip r:embed="rId8">
              <a:alphaModFix/>
            </a:blip>
            <a:srcRect l="189" r="179"/>
            <a:stretch/>
          </p:blipFill>
          <p:spPr>
            <a:xfrm>
              <a:off x="868300" y="2984070"/>
              <a:ext cx="1147320" cy="822956"/>
            </a:xfrm>
            <a:prstGeom prst="rect">
              <a:avLst/>
            </a:prstGeom>
            <a:noFill/>
            <a:ln>
              <a:noFill/>
            </a:ln>
            <a:effectLst>
              <a:outerShdw blurRad="71438" dist="19050" dir="5400000" algn="bl" rotWithShape="0">
                <a:srgbClr val="000000">
                  <a:alpha val="17650"/>
                </a:srgbClr>
              </a:outerShdw>
            </a:effectLst>
          </p:spPr>
        </p:pic>
        <p:pic>
          <p:nvPicPr>
            <p:cNvPr id="885" name="Google Shape;885;g2c298da1f27_0_455"/>
            <p:cNvPicPr preferRelativeResize="0"/>
            <p:nvPr/>
          </p:nvPicPr>
          <p:blipFill rotWithShape="1">
            <a:blip r:embed="rId9">
              <a:alphaModFix/>
            </a:blip>
            <a:srcRect t="39" b="49"/>
            <a:stretch/>
          </p:blipFill>
          <p:spPr>
            <a:xfrm>
              <a:off x="2093821" y="2984070"/>
              <a:ext cx="1148707" cy="821566"/>
            </a:xfrm>
            <a:prstGeom prst="rect">
              <a:avLst/>
            </a:prstGeom>
            <a:noFill/>
            <a:ln>
              <a:noFill/>
            </a:ln>
            <a:effectLst>
              <a:outerShdw blurRad="71438" dist="19050" dir="5400000" algn="bl" rotWithShape="0">
                <a:srgbClr val="000000">
                  <a:alpha val="17650"/>
                </a:srgbClr>
              </a:outerShdw>
            </a:effectLst>
          </p:spPr>
        </p:pic>
        <p:pic>
          <p:nvPicPr>
            <p:cNvPr id="886" name="Google Shape;886;g2c298da1f27_0_455"/>
            <p:cNvPicPr preferRelativeResize="0"/>
            <p:nvPr/>
          </p:nvPicPr>
          <p:blipFill rotWithShape="1">
            <a:blip r:embed="rId10">
              <a:alphaModFix/>
            </a:blip>
            <a:srcRect l="59" r="59"/>
            <a:stretch/>
          </p:blipFill>
          <p:spPr>
            <a:xfrm>
              <a:off x="868300" y="2053250"/>
              <a:ext cx="1146813" cy="819547"/>
            </a:xfrm>
            <a:prstGeom prst="rect">
              <a:avLst/>
            </a:prstGeom>
            <a:noFill/>
            <a:ln>
              <a:noFill/>
            </a:ln>
            <a:effectLst>
              <a:outerShdw blurRad="71438" dist="19050" dir="5400000" algn="bl" rotWithShape="0">
                <a:srgbClr val="000000">
                  <a:alpha val="18040"/>
                </a:srgbClr>
              </a:outerShdw>
            </a:effectLst>
          </p:spPr>
        </p:pic>
        <p:pic>
          <p:nvPicPr>
            <p:cNvPr id="887" name="Google Shape;887;g2c298da1f27_0_455"/>
            <p:cNvPicPr preferRelativeResize="0"/>
            <p:nvPr/>
          </p:nvPicPr>
          <p:blipFill rotWithShape="1">
            <a:blip r:embed="rId11">
              <a:alphaModFix/>
            </a:blip>
            <a:srcRect l="159" r="159"/>
            <a:stretch/>
          </p:blipFill>
          <p:spPr>
            <a:xfrm>
              <a:off x="2094526" y="2053250"/>
              <a:ext cx="1147320" cy="822955"/>
            </a:xfrm>
            <a:prstGeom prst="rect">
              <a:avLst/>
            </a:prstGeom>
            <a:noFill/>
            <a:ln>
              <a:noFill/>
            </a:ln>
            <a:effectLst>
              <a:outerShdw blurRad="71438" dist="19050" dir="5400000" algn="bl" rotWithShape="0">
                <a:srgbClr val="000000">
                  <a:alpha val="18040"/>
                </a:srgbClr>
              </a:outerShdw>
            </a:effectLst>
          </p:spPr>
        </p:pic>
        <p:pic>
          <p:nvPicPr>
            <p:cNvPr id="888" name="Google Shape;888;g2c298da1f27_0_455"/>
            <p:cNvPicPr preferRelativeResize="0"/>
            <p:nvPr/>
          </p:nvPicPr>
          <p:blipFill rotWithShape="1">
            <a:blip r:embed="rId12">
              <a:alphaModFix/>
            </a:blip>
            <a:srcRect l="159" r="159"/>
            <a:stretch/>
          </p:blipFill>
          <p:spPr>
            <a:xfrm>
              <a:off x="3321259" y="2053250"/>
              <a:ext cx="1147320" cy="821565"/>
            </a:xfrm>
            <a:prstGeom prst="rect">
              <a:avLst/>
            </a:prstGeom>
            <a:noFill/>
            <a:ln>
              <a:noFill/>
            </a:ln>
            <a:effectLst>
              <a:outerShdw blurRad="71438" dist="19050" dir="5400000" algn="bl" rotWithShape="0">
                <a:srgbClr val="000000">
                  <a:alpha val="18040"/>
                </a:srgbClr>
              </a:outerShdw>
            </a:effectLst>
          </p:spPr>
        </p:pic>
        <p:pic>
          <p:nvPicPr>
            <p:cNvPr id="889" name="Google Shape;889;g2c298da1f27_0_455"/>
            <p:cNvPicPr preferRelativeResize="0"/>
            <p:nvPr/>
          </p:nvPicPr>
          <p:blipFill rotWithShape="1">
            <a:blip r:embed="rId13">
              <a:alphaModFix/>
            </a:blip>
            <a:srcRect l="79" r="69"/>
            <a:stretch/>
          </p:blipFill>
          <p:spPr>
            <a:xfrm>
              <a:off x="4547991" y="2053250"/>
              <a:ext cx="1147320" cy="821566"/>
            </a:xfrm>
            <a:prstGeom prst="rect">
              <a:avLst/>
            </a:prstGeom>
            <a:noFill/>
            <a:ln>
              <a:noFill/>
            </a:ln>
            <a:effectLst>
              <a:outerShdw blurRad="71438" dist="19050" dir="5400000" algn="bl" rotWithShape="0">
                <a:srgbClr val="000000">
                  <a:alpha val="18040"/>
                </a:srgbClr>
              </a:outerShdw>
            </a:effectLst>
          </p:spPr>
        </p:pic>
        <p:pic>
          <p:nvPicPr>
            <p:cNvPr id="890" name="Google Shape;890;g2c298da1f27_0_455"/>
            <p:cNvPicPr preferRelativeResize="0"/>
            <p:nvPr/>
          </p:nvPicPr>
          <p:blipFill rotWithShape="1">
            <a:blip r:embed="rId14">
              <a:alphaModFix/>
            </a:blip>
            <a:srcRect l="79" r="69"/>
            <a:stretch/>
          </p:blipFill>
          <p:spPr>
            <a:xfrm>
              <a:off x="5774724" y="2053250"/>
              <a:ext cx="1147320" cy="821566"/>
            </a:xfrm>
            <a:prstGeom prst="rect">
              <a:avLst/>
            </a:prstGeom>
            <a:noFill/>
            <a:ln>
              <a:noFill/>
            </a:ln>
            <a:effectLst>
              <a:outerShdw blurRad="71438" dist="19050" dir="5400000" algn="bl" rotWithShape="0">
                <a:srgbClr val="000000">
                  <a:alpha val="18040"/>
                </a:srgbClr>
              </a:outerShdw>
            </a:effectLst>
          </p:spPr>
        </p:pic>
        <p:pic>
          <p:nvPicPr>
            <p:cNvPr id="891" name="Google Shape;891;g2c298da1f27_0_455"/>
            <p:cNvPicPr preferRelativeResize="0"/>
            <p:nvPr/>
          </p:nvPicPr>
          <p:blipFill rotWithShape="1">
            <a:blip r:embed="rId15">
              <a:alphaModFix/>
            </a:blip>
            <a:srcRect l="79" r="69"/>
            <a:stretch/>
          </p:blipFill>
          <p:spPr>
            <a:xfrm>
              <a:off x="7001457" y="2053250"/>
              <a:ext cx="1147320" cy="821566"/>
            </a:xfrm>
            <a:prstGeom prst="rect">
              <a:avLst/>
            </a:prstGeom>
            <a:noFill/>
            <a:ln>
              <a:noFill/>
            </a:ln>
            <a:effectLst>
              <a:outerShdw blurRad="71438" dist="19050" dir="5400000" algn="bl" rotWithShape="0">
                <a:srgbClr val="000000">
                  <a:alpha val="18040"/>
                </a:srgbClr>
              </a:outerShdw>
            </a:effectLst>
          </p:spPr>
        </p:pic>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96"/>
        <p:cNvGrpSpPr/>
        <p:nvPr/>
      </p:nvGrpSpPr>
      <p:grpSpPr>
        <a:xfrm>
          <a:off x="0" y="0"/>
          <a:ext cx="0" cy="0"/>
          <a:chOff x="0" y="0"/>
          <a:chExt cx="0" cy="0"/>
        </a:xfrm>
      </p:grpSpPr>
      <p:sp>
        <p:nvSpPr>
          <p:cNvPr id="897" name="Google Shape;897;g2c298da1f27_1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5 Common Exception Words </a:t>
            </a:r>
            <a:r>
              <a:rPr lang="en-US">
                <a:solidFill>
                  <a:srgbClr val="2356AF"/>
                </a:solidFill>
              </a:rPr>
              <a:t>today house mouse hour because Mr Mrs Ms where should could would move use want</a:t>
            </a:r>
            <a:r>
              <a:rPr lang="en-US"/>
              <a:t>.</a:t>
            </a:r>
            <a:endParaRPr/>
          </a:p>
        </p:txBody>
      </p:sp>
      <p:grpSp>
        <p:nvGrpSpPr>
          <p:cNvPr id="898" name="Google Shape;898;g2c298da1f27_1_0"/>
          <p:cNvGrpSpPr/>
          <p:nvPr/>
        </p:nvGrpSpPr>
        <p:grpSpPr>
          <a:xfrm>
            <a:off x="931068" y="2148475"/>
            <a:ext cx="7281864" cy="2688001"/>
            <a:chOff x="868300" y="2129450"/>
            <a:chExt cx="7281864" cy="2688001"/>
          </a:xfrm>
        </p:grpSpPr>
        <p:pic>
          <p:nvPicPr>
            <p:cNvPr id="899" name="Google Shape;899;g2c298da1f27_1_0"/>
            <p:cNvPicPr preferRelativeResize="0"/>
            <p:nvPr/>
          </p:nvPicPr>
          <p:blipFill rotWithShape="1">
            <a:blip r:embed="rId3">
              <a:alphaModFix/>
            </a:blip>
            <a:srcRect l="248" r="238"/>
            <a:stretch/>
          </p:blipFill>
          <p:spPr>
            <a:xfrm>
              <a:off x="868300" y="3994495"/>
              <a:ext cx="1147320" cy="822956"/>
            </a:xfrm>
            <a:prstGeom prst="rect">
              <a:avLst/>
            </a:prstGeom>
            <a:noFill/>
            <a:ln>
              <a:noFill/>
            </a:ln>
            <a:effectLst>
              <a:outerShdw blurRad="71438" dist="19050" dir="5400000" algn="bl" rotWithShape="0">
                <a:srgbClr val="000000">
                  <a:alpha val="17650"/>
                </a:srgbClr>
              </a:outerShdw>
            </a:effectLst>
          </p:spPr>
        </p:pic>
        <p:pic>
          <p:nvPicPr>
            <p:cNvPr id="900" name="Google Shape;900;g2c298da1f27_1_0"/>
            <p:cNvPicPr preferRelativeResize="0"/>
            <p:nvPr/>
          </p:nvPicPr>
          <p:blipFill rotWithShape="1">
            <a:blip r:embed="rId4">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7650"/>
                </a:srgbClr>
              </a:outerShdw>
            </a:effectLst>
          </p:spPr>
        </p:pic>
        <p:pic>
          <p:nvPicPr>
            <p:cNvPr id="901" name="Google Shape;901;g2c298da1f27_1_0"/>
            <p:cNvPicPr preferRelativeResize="0"/>
            <p:nvPr/>
          </p:nvPicPr>
          <p:blipFill rotWithShape="1">
            <a:blip r:embed="rId5">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7650"/>
                </a:srgbClr>
              </a:outerShdw>
            </a:effectLst>
          </p:spPr>
        </p:pic>
        <p:pic>
          <p:nvPicPr>
            <p:cNvPr id="902" name="Google Shape;902;g2c298da1f27_1_0"/>
            <p:cNvPicPr preferRelativeResize="0"/>
            <p:nvPr/>
          </p:nvPicPr>
          <p:blipFill rotWithShape="1">
            <a:blip r:embed="rId6">
              <a:alphaModFix/>
            </a:blip>
            <a:srcRect l="99" r="99"/>
            <a:stretch/>
          </p:blipFill>
          <p:spPr>
            <a:xfrm>
              <a:off x="3320730" y="3060270"/>
              <a:ext cx="1148707" cy="822955"/>
            </a:xfrm>
            <a:prstGeom prst="rect">
              <a:avLst/>
            </a:prstGeom>
            <a:noFill/>
            <a:ln>
              <a:noFill/>
            </a:ln>
            <a:effectLst>
              <a:outerShdw blurRad="71438" dist="19050" dir="5400000" algn="bl" rotWithShape="0">
                <a:srgbClr val="000000">
                  <a:alpha val="17650"/>
                </a:srgbClr>
              </a:outerShdw>
            </a:effectLst>
          </p:spPr>
        </p:pic>
        <p:pic>
          <p:nvPicPr>
            <p:cNvPr id="903" name="Google Shape;903;g2c298da1f27_1_0"/>
            <p:cNvPicPr preferRelativeResize="0"/>
            <p:nvPr/>
          </p:nvPicPr>
          <p:blipFill rotWithShape="1">
            <a:blip r:embed="rId7">
              <a:alphaModFix/>
            </a:blip>
            <a:srcRect l="189" r="179"/>
            <a:stretch/>
          </p:blipFill>
          <p:spPr>
            <a:xfrm>
              <a:off x="4547639" y="3060270"/>
              <a:ext cx="1148707" cy="822956"/>
            </a:xfrm>
            <a:prstGeom prst="rect">
              <a:avLst/>
            </a:prstGeom>
            <a:noFill/>
            <a:ln>
              <a:noFill/>
            </a:ln>
            <a:effectLst>
              <a:outerShdw blurRad="71438" dist="19050" dir="5400000" algn="bl" rotWithShape="0">
                <a:srgbClr val="000000">
                  <a:alpha val="17650"/>
                </a:srgbClr>
              </a:outerShdw>
            </a:effectLst>
          </p:spPr>
        </p:pic>
        <p:pic>
          <p:nvPicPr>
            <p:cNvPr id="904" name="Google Shape;904;g2c298da1f27_1_0"/>
            <p:cNvPicPr preferRelativeResize="0"/>
            <p:nvPr/>
          </p:nvPicPr>
          <p:blipFill rotWithShape="1">
            <a:blip r:embed="rId8">
              <a:alphaModFix/>
            </a:blip>
            <a:srcRect l="248" r="238"/>
            <a:stretch/>
          </p:blipFill>
          <p:spPr>
            <a:xfrm>
              <a:off x="868300" y="3060270"/>
              <a:ext cx="1147320" cy="822956"/>
            </a:xfrm>
            <a:prstGeom prst="rect">
              <a:avLst/>
            </a:prstGeom>
            <a:noFill/>
            <a:ln>
              <a:noFill/>
            </a:ln>
            <a:effectLst>
              <a:outerShdw blurRad="71438" dist="19050" dir="5400000" algn="bl" rotWithShape="0">
                <a:srgbClr val="000000">
                  <a:alpha val="17650"/>
                </a:srgbClr>
              </a:outerShdw>
            </a:effectLst>
          </p:spPr>
        </p:pic>
        <p:pic>
          <p:nvPicPr>
            <p:cNvPr id="905" name="Google Shape;905;g2c298da1f27_1_0"/>
            <p:cNvPicPr preferRelativeResize="0"/>
            <p:nvPr/>
          </p:nvPicPr>
          <p:blipFill rotWithShape="1">
            <a:blip r:embed="rId9">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7650"/>
                </a:srgbClr>
              </a:outerShdw>
            </a:effectLst>
          </p:spPr>
        </p:pic>
        <p:pic>
          <p:nvPicPr>
            <p:cNvPr id="906" name="Google Shape;906;g2c298da1f27_1_0"/>
            <p:cNvPicPr preferRelativeResize="0"/>
            <p:nvPr/>
          </p:nvPicPr>
          <p:blipFill rotWithShape="1">
            <a:blip r:embed="rId10">
              <a:alphaModFix/>
            </a:blip>
            <a:srcRect l="59" r="59"/>
            <a:stretch/>
          </p:blipFill>
          <p:spPr>
            <a:xfrm>
              <a:off x="868300" y="2129450"/>
              <a:ext cx="1146813" cy="819547"/>
            </a:xfrm>
            <a:prstGeom prst="rect">
              <a:avLst/>
            </a:prstGeom>
            <a:noFill/>
            <a:ln>
              <a:noFill/>
            </a:ln>
            <a:effectLst>
              <a:outerShdw blurRad="71438" dist="19050" dir="5400000" algn="bl" rotWithShape="0">
                <a:srgbClr val="000000">
                  <a:alpha val="18040"/>
                </a:srgbClr>
              </a:outerShdw>
            </a:effectLst>
          </p:spPr>
        </p:pic>
        <p:pic>
          <p:nvPicPr>
            <p:cNvPr id="907" name="Google Shape;907;g2c298da1f27_1_0"/>
            <p:cNvPicPr preferRelativeResize="0"/>
            <p:nvPr/>
          </p:nvPicPr>
          <p:blipFill rotWithShape="1">
            <a:blip r:embed="rId11">
              <a:alphaModFix/>
            </a:blip>
            <a:srcRect l="248" r="238"/>
            <a:stretch/>
          </p:blipFill>
          <p:spPr>
            <a:xfrm>
              <a:off x="2094526" y="2129450"/>
              <a:ext cx="1147320" cy="822956"/>
            </a:xfrm>
            <a:prstGeom prst="rect">
              <a:avLst/>
            </a:prstGeom>
            <a:noFill/>
            <a:ln>
              <a:noFill/>
            </a:ln>
            <a:effectLst>
              <a:outerShdw blurRad="71438" dist="19050" dir="5400000" algn="bl" rotWithShape="0">
                <a:srgbClr val="000000">
                  <a:alpha val="18040"/>
                </a:srgbClr>
              </a:outerShdw>
            </a:effectLst>
          </p:spPr>
        </p:pic>
        <p:pic>
          <p:nvPicPr>
            <p:cNvPr id="908" name="Google Shape;908;g2c298da1f27_1_0"/>
            <p:cNvPicPr preferRelativeResize="0"/>
            <p:nvPr/>
          </p:nvPicPr>
          <p:blipFill rotWithShape="1">
            <a:blip r:embed="rId12">
              <a:alphaModFix/>
            </a:blip>
            <a:srcRect l="159" r="159"/>
            <a:stretch/>
          </p:blipFill>
          <p:spPr>
            <a:xfrm>
              <a:off x="3321271" y="2130138"/>
              <a:ext cx="1147320" cy="821565"/>
            </a:xfrm>
            <a:prstGeom prst="rect">
              <a:avLst/>
            </a:prstGeom>
            <a:noFill/>
            <a:ln>
              <a:noFill/>
            </a:ln>
            <a:effectLst>
              <a:outerShdw blurRad="71438" dist="19050" dir="5400000" algn="bl" rotWithShape="0">
                <a:srgbClr val="000000">
                  <a:alpha val="18040"/>
                </a:srgbClr>
              </a:outerShdw>
            </a:effectLst>
          </p:spPr>
        </p:pic>
        <p:pic>
          <p:nvPicPr>
            <p:cNvPr id="909" name="Google Shape;909;g2c298da1f27_1_0"/>
            <p:cNvPicPr preferRelativeResize="0"/>
            <p:nvPr/>
          </p:nvPicPr>
          <p:blipFill rotWithShape="1">
            <a:blip r:embed="rId13">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040"/>
                </a:srgbClr>
              </a:outerShdw>
            </a:effectLst>
          </p:spPr>
        </p:pic>
        <p:pic>
          <p:nvPicPr>
            <p:cNvPr id="910" name="Google Shape;910;g2c298da1f27_1_0"/>
            <p:cNvPicPr preferRelativeResize="0"/>
            <p:nvPr/>
          </p:nvPicPr>
          <p:blipFill rotWithShape="1">
            <a:blip r:embed="rId14">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040"/>
                </a:srgbClr>
              </a:outerShdw>
            </a:effectLst>
          </p:spPr>
        </p:pic>
        <p:pic>
          <p:nvPicPr>
            <p:cNvPr id="911" name="Google Shape;911;g2c298da1f27_1_0"/>
            <p:cNvPicPr preferRelativeResize="0"/>
            <p:nvPr/>
          </p:nvPicPr>
          <p:blipFill rotWithShape="1">
            <a:blip r:embed="rId15">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040"/>
                </a:srgbClr>
              </a:outerShdw>
            </a:effectLst>
          </p:spPr>
        </p:pic>
        <p:pic>
          <p:nvPicPr>
            <p:cNvPr id="912" name="Google Shape;912;g2c298da1f27_1_0"/>
            <p:cNvPicPr preferRelativeResize="0"/>
            <p:nvPr/>
          </p:nvPicPr>
          <p:blipFill rotWithShape="1">
            <a:blip r:embed="rId16">
              <a:alphaModFix/>
            </a:blip>
            <a:srcRect l="19" r="9"/>
            <a:stretch/>
          </p:blipFill>
          <p:spPr>
            <a:xfrm>
              <a:off x="2093821" y="3995885"/>
              <a:ext cx="1148707" cy="821566"/>
            </a:xfrm>
            <a:prstGeom prst="rect">
              <a:avLst/>
            </a:prstGeom>
            <a:noFill/>
            <a:ln>
              <a:noFill/>
            </a:ln>
            <a:effectLst>
              <a:outerShdw blurRad="71438" dist="19050" dir="5400000" algn="bl" rotWithShape="0">
                <a:srgbClr val="000000">
                  <a:alpha val="17650"/>
                </a:srgbClr>
              </a:outerShdw>
            </a:effectLst>
          </p:spPr>
        </p:pic>
        <p:pic>
          <p:nvPicPr>
            <p:cNvPr id="913" name="Google Shape;913;g2c298da1f27_1_0"/>
            <p:cNvPicPr preferRelativeResize="0"/>
            <p:nvPr/>
          </p:nvPicPr>
          <p:blipFill rotWithShape="1">
            <a:blip r:embed="rId17">
              <a:alphaModFix/>
            </a:blip>
            <a:srcRect l="99" r="99"/>
            <a:stretch/>
          </p:blipFill>
          <p:spPr>
            <a:xfrm>
              <a:off x="3320721" y="3991810"/>
              <a:ext cx="1148707" cy="821565"/>
            </a:xfrm>
            <a:prstGeom prst="rect">
              <a:avLst/>
            </a:prstGeom>
            <a:noFill/>
            <a:ln>
              <a:noFill/>
            </a:ln>
            <a:effectLst>
              <a:outerShdw blurRad="71438" dist="19050" dir="5400000" algn="bl" rotWithShape="0">
                <a:srgbClr val="000000">
                  <a:alpha val="17650"/>
                </a:srgbClr>
              </a:outerShdw>
            </a:effectLst>
          </p:spPr>
        </p:pic>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18"/>
        <p:cNvGrpSpPr/>
        <p:nvPr/>
      </p:nvGrpSpPr>
      <p:grpSpPr>
        <a:xfrm>
          <a:off x="0" y="0"/>
          <a:ext cx="0" cy="0"/>
          <a:chOff x="0" y="0"/>
          <a:chExt cx="0" cy="0"/>
        </a:xfrm>
      </p:grpSpPr>
      <p:sp>
        <p:nvSpPr>
          <p:cNvPr id="919" name="Google Shape;919;g2cdbdd193bb_0_343"/>
          <p:cNvSpPr txBox="1">
            <a:spLocks noGrp="1"/>
          </p:cNvSpPr>
          <p:nvPr>
            <p:ph type="title"/>
          </p:nvPr>
        </p:nvSpPr>
        <p:spPr>
          <a:xfrm>
            <a:off x="710700" y="582900"/>
            <a:ext cx="7722600" cy="1243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2160"/>
              <a:buNone/>
            </a:pPr>
            <a:r>
              <a:rPr lang="en-US" sz="2000"/>
              <a:t>Review Phase 5.5 Common Exception Words </a:t>
            </a:r>
            <a:r>
              <a:rPr lang="en-US" sz="2000">
                <a:solidFill>
                  <a:srgbClr val="2356AF"/>
                </a:solidFill>
              </a:rPr>
              <a:t>people wild child mind kind behind eye oh most only both though through who prove shoe beautiful climb Christmas school</a:t>
            </a:r>
            <a:r>
              <a:rPr lang="en-US" sz="2000"/>
              <a:t>.</a:t>
            </a:r>
            <a:endParaRPr sz="2000"/>
          </a:p>
        </p:txBody>
      </p:sp>
      <p:grpSp>
        <p:nvGrpSpPr>
          <p:cNvPr id="920" name="Google Shape;920;g2cdbdd193bb_0_343"/>
          <p:cNvGrpSpPr/>
          <p:nvPr/>
        </p:nvGrpSpPr>
        <p:grpSpPr>
          <a:xfrm>
            <a:off x="931761" y="2129450"/>
            <a:ext cx="7280477" cy="3622230"/>
            <a:chOff x="868300" y="2129450"/>
            <a:chExt cx="7280477" cy="3622230"/>
          </a:xfrm>
        </p:grpSpPr>
        <p:pic>
          <p:nvPicPr>
            <p:cNvPr id="921" name="Google Shape;921;g2cdbdd193bb_0_343"/>
            <p:cNvPicPr preferRelativeResize="0"/>
            <p:nvPr/>
          </p:nvPicPr>
          <p:blipFill rotWithShape="1">
            <a:blip r:embed="rId3">
              <a:alphaModFix/>
            </a:blip>
            <a:srcRect l="59" r="59"/>
            <a:stretch/>
          </p:blipFill>
          <p:spPr>
            <a:xfrm>
              <a:off x="868300" y="4928725"/>
              <a:ext cx="1146813" cy="819547"/>
            </a:xfrm>
            <a:prstGeom prst="rect">
              <a:avLst/>
            </a:prstGeom>
            <a:noFill/>
            <a:ln>
              <a:noFill/>
            </a:ln>
            <a:effectLst>
              <a:outerShdw blurRad="71438" dist="19050" dir="5400000" algn="bl" rotWithShape="0">
                <a:srgbClr val="000000">
                  <a:alpha val="17250"/>
                </a:srgbClr>
              </a:outerShdw>
            </a:effectLst>
          </p:spPr>
        </p:pic>
        <p:pic>
          <p:nvPicPr>
            <p:cNvPr id="922" name="Google Shape;922;g2cdbdd193bb_0_343"/>
            <p:cNvPicPr preferRelativeResize="0"/>
            <p:nvPr/>
          </p:nvPicPr>
          <p:blipFill rotWithShape="1">
            <a:blip r:embed="rId4">
              <a:alphaModFix/>
            </a:blip>
            <a:srcRect l="159" r="159"/>
            <a:stretch/>
          </p:blipFill>
          <p:spPr>
            <a:xfrm>
              <a:off x="2094526" y="4928725"/>
              <a:ext cx="1147320" cy="822955"/>
            </a:xfrm>
            <a:prstGeom prst="rect">
              <a:avLst/>
            </a:prstGeom>
            <a:noFill/>
            <a:ln>
              <a:noFill/>
            </a:ln>
            <a:effectLst>
              <a:outerShdw blurRad="71438" dist="19050" dir="5400000" algn="bl" rotWithShape="0">
                <a:srgbClr val="000000">
                  <a:alpha val="17250"/>
                </a:srgbClr>
              </a:outerShdw>
            </a:effectLst>
          </p:spPr>
        </p:pic>
        <p:pic>
          <p:nvPicPr>
            <p:cNvPr id="923" name="Google Shape;923;g2cdbdd193bb_0_343"/>
            <p:cNvPicPr preferRelativeResize="0"/>
            <p:nvPr/>
          </p:nvPicPr>
          <p:blipFill rotWithShape="1">
            <a:blip r:embed="rId5">
              <a:alphaModFix/>
            </a:blip>
            <a:srcRect l="159" r="159"/>
            <a:stretch/>
          </p:blipFill>
          <p:spPr>
            <a:xfrm>
              <a:off x="7001457" y="3994500"/>
              <a:ext cx="1147320" cy="821565"/>
            </a:xfrm>
            <a:prstGeom prst="rect">
              <a:avLst/>
            </a:prstGeom>
            <a:noFill/>
            <a:ln>
              <a:noFill/>
            </a:ln>
            <a:effectLst>
              <a:outerShdw blurRad="71438" dist="19050" dir="5400000" algn="bl" rotWithShape="0">
                <a:srgbClr val="000000">
                  <a:alpha val="17650"/>
                </a:srgbClr>
              </a:outerShdw>
            </a:effectLst>
          </p:spPr>
        </p:pic>
        <p:pic>
          <p:nvPicPr>
            <p:cNvPr id="924" name="Google Shape;924;g2cdbdd193bb_0_343"/>
            <p:cNvPicPr preferRelativeResize="0"/>
            <p:nvPr/>
          </p:nvPicPr>
          <p:blipFill rotWithShape="1">
            <a:blip r:embed="rId6">
              <a:alphaModFix/>
            </a:blip>
            <a:srcRect l="159" r="159"/>
            <a:stretch/>
          </p:blipFill>
          <p:spPr>
            <a:xfrm>
              <a:off x="5774724" y="3994500"/>
              <a:ext cx="1147320" cy="821565"/>
            </a:xfrm>
            <a:prstGeom prst="rect">
              <a:avLst/>
            </a:prstGeom>
            <a:noFill/>
            <a:ln>
              <a:noFill/>
            </a:ln>
            <a:effectLst>
              <a:outerShdw blurRad="71438" dist="19050" dir="5400000" algn="bl" rotWithShape="0">
                <a:srgbClr val="000000">
                  <a:alpha val="17650"/>
                </a:srgbClr>
              </a:outerShdw>
            </a:effectLst>
          </p:spPr>
        </p:pic>
        <p:pic>
          <p:nvPicPr>
            <p:cNvPr id="925" name="Google Shape;925;g2cdbdd193bb_0_343"/>
            <p:cNvPicPr preferRelativeResize="0"/>
            <p:nvPr/>
          </p:nvPicPr>
          <p:blipFill rotWithShape="1">
            <a:blip r:embed="rId7">
              <a:alphaModFix/>
            </a:blip>
            <a:srcRect l="159" r="159"/>
            <a:stretch/>
          </p:blipFill>
          <p:spPr>
            <a:xfrm>
              <a:off x="2094526" y="3994500"/>
              <a:ext cx="1147320" cy="822955"/>
            </a:xfrm>
            <a:prstGeom prst="rect">
              <a:avLst/>
            </a:prstGeom>
            <a:noFill/>
            <a:ln>
              <a:noFill/>
            </a:ln>
            <a:effectLst>
              <a:outerShdw blurRad="71438" dist="19050" dir="5400000" algn="bl" rotWithShape="0">
                <a:srgbClr val="000000">
                  <a:alpha val="17650"/>
                </a:srgbClr>
              </a:outerShdw>
            </a:effectLst>
          </p:spPr>
        </p:pic>
        <p:pic>
          <p:nvPicPr>
            <p:cNvPr id="926" name="Google Shape;926;g2cdbdd193bb_0_343"/>
            <p:cNvPicPr preferRelativeResize="0"/>
            <p:nvPr/>
          </p:nvPicPr>
          <p:blipFill rotWithShape="1">
            <a:blip r:embed="rId8">
              <a:alphaModFix/>
            </a:blip>
            <a:srcRect l="79" r="69"/>
            <a:stretch/>
          </p:blipFill>
          <p:spPr>
            <a:xfrm>
              <a:off x="3321259" y="3994500"/>
              <a:ext cx="1147320" cy="821566"/>
            </a:xfrm>
            <a:prstGeom prst="rect">
              <a:avLst/>
            </a:prstGeom>
            <a:noFill/>
            <a:ln>
              <a:noFill/>
            </a:ln>
            <a:effectLst>
              <a:outerShdw blurRad="71438" dist="19050" dir="5400000" algn="bl" rotWithShape="0">
                <a:srgbClr val="000000">
                  <a:alpha val="17650"/>
                </a:srgbClr>
              </a:outerShdw>
            </a:effectLst>
          </p:spPr>
        </p:pic>
        <p:pic>
          <p:nvPicPr>
            <p:cNvPr id="927" name="Google Shape;927;g2cdbdd193bb_0_343"/>
            <p:cNvPicPr preferRelativeResize="0"/>
            <p:nvPr/>
          </p:nvPicPr>
          <p:blipFill rotWithShape="1">
            <a:blip r:embed="rId9">
              <a:alphaModFix/>
            </a:blip>
            <a:srcRect l="79" r="69"/>
            <a:stretch/>
          </p:blipFill>
          <p:spPr>
            <a:xfrm>
              <a:off x="4547991" y="3994500"/>
              <a:ext cx="1147320" cy="821566"/>
            </a:xfrm>
            <a:prstGeom prst="rect">
              <a:avLst/>
            </a:prstGeom>
            <a:noFill/>
            <a:ln>
              <a:noFill/>
            </a:ln>
            <a:effectLst>
              <a:outerShdw blurRad="71438" dist="19050" dir="5400000" algn="bl" rotWithShape="0">
                <a:srgbClr val="000000">
                  <a:alpha val="17650"/>
                </a:srgbClr>
              </a:outerShdw>
            </a:effectLst>
          </p:spPr>
        </p:pic>
        <p:pic>
          <p:nvPicPr>
            <p:cNvPr id="928" name="Google Shape;928;g2cdbdd193bb_0_343"/>
            <p:cNvPicPr preferRelativeResize="0"/>
            <p:nvPr/>
          </p:nvPicPr>
          <p:blipFill rotWithShape="1">
            <a:blip r:embed="rId10">
              <a:alphaModFix/>
            </a:blip>
            <a:srcRect l="59" r="59"/>
            <a:stretch/>
          </p:blipFill>
          <p:spPr>
            <a:xfrm>
              <a:off x="868300" y="3994500"/>
              <a:ext cx="1146813" cy="819547"/>
            </a:xfrm>
            <a:prstGeom prst="rect">
              <a:avLst/>
            </a:prstGeom>
            <a:noFill/>
            <a:ln>
              <a:noFill/>
            </a:ln>
            <a:effectLst>
              <a:outerShdw blurRad="71438" dist="19050" dir="5400000" algn="bl" rotWithShape="0">
                <a:srgbClr val="000000">
                  <a:alpha val="17650"/>
                </a:srgbClr>
              </a:outerShdw>
            </a:effectLst>
          </p:spPr>
        </p:pic>
        <p:pic>
          <p:nvPicPr>
            <p:cNvPr id="929" name="Google Shape;929;g2cdbdd193bb_0_343"/>
            <p:cNvPicPr preferRelativeResize="0"/>
            <p:nvPr/>
          </p:nvPicPr>
          <p:blipFill rotWithShape="1">
            <a:blip r:embed="rId11">
              <a:alphaModFix/>
            </a:blip>
            <a:srcRect/>
            <a:stretch/>
          </p:blipFill>
          <p:spPr>
            <a:xfrm>
              <a:off x="868300" y="2129450"/>
              <a:ext cx="1146813" cy="819547"/>
            </a:xfrm>
            <a:prstGeom prst="rect">
              <a:avLst/>
            </a:prstGeom>
            <a:noFill/>
            <a:ln>
              <a:noFill/>
            </a:ln>
            <a:effectLst>
              <a:outerShdw blurRad="71438" dist="19050" dir="5400000" algn="bl" rotWithShape="0">
                <a:srgbClr val="000000">
                  <a:alpha val="17650"/>
                </a:srgbClr>
              </a:outerShdw>
            </a:effectLst>
          </p:spPr>
        </p:pic>
        <p:pic>
          <p:nvPicPr>
            <p:cNvPr id="930" name="Google Shape;930;g2cdbdd193bb_0_343"/>
            <p:cNvPicPr preferRelativeResize="0"/>
            <p:nvPr/>
          </p:nvPicPr>
          <p:blipFill rotWithShape="1">
            <a:blip r:embed="rId12">
              <a:alphaModFix/>
            </a:blip>
            <a:srcRect l="189" r="179"/>
            <a:stretch/>
          </p:blipFill>
          <p:spPr>
            <a:xfrm>
              <a:off x="2094526" y="2129450"/>
              <a:ext cx="1147320" cy="822956"/>
            </a:xfrm>
            <a:prstGeom prst="rect">
              <a:avLst/>
            </a:prstGeom>
            <a:noFill/>
            <a:ln>
              <a:noFill/>
            </a:ln>
            <a:effectLst>
              <a:outerShdw blurRad="71438" dist="19050" dir="5400000" algn="bl" rotWithShape="0">
                <a:srgbClr val="000000">
                  <a:alpha val="17650"/>
                </a:srgbClr>
              </a:outerShdw>
            </a:effectLst>
          </p:spPr>
        </p:pic>
        <p:pic>
          <p:nvPicPr>
            <p:cNvPr id="931" name="Google Shape;931;g2cdbdd193bb_0_343"/>
            <p:cNvPicPr preferRelativeResize="0"/>
            <p:nvPr/>
          </p:nvPicPr>
          <p:blipFill rotWithShape="1">
            <a:blip r:embed="rId13">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7650"/>
                </a:srgbClr>
              </a:outerShdw>
            </a:effectLst>
          </p:spPr>
        </p:pic>
        <p:pic>
          <p:nvPicPr>
            <p:cNvPr id="932" name="Google Shape;932;g2cdbdd193bb_0_343"/>
            <p:cNvPicPr preferRelativeResize="0"/>
            <p:nvPr/>
          </p:nvPicPr>
          <p:blipFill rotWithShape="1">
            <a:blip r:embed="rId14">
              <a:alphaModFix/>
            </a:blip>
            <a:srcRect l="19" r="9"/>
            <a:stretch/>
          </p:blipFill>
          <p:spPr>
            <a:xfrm>
              <a:off x="4547991" y="2129450"/>
              <a:ext cx="1147320" cy="821566"/>
            </a:xfrm>
            <a:prstGeom prst="rect">
              <a:avLst/>
            </a:prstGeom>
            <a:noFill/>
            <a:ln>
              <a:noFill/>
            </a:ln>
            <a:effectLst>
              <a:outerShdw blurRad="71438" dist="19050" dir="5400000" algn="bl" rotWithShape="0">
                <a:srgbClr val="000000">
                  <a:alpha val="17650"/>
                </a:srgbClr>
              </a:outerShdw>
            </a:effectLst>
          </p:spPr>
        </p:pic>
        <p:pic>
          <p:nvPicPr>
            <p:cNvPr id="933" name="Google Shape;933;g2cdbdd193bb_0_343"/>
            <p:cNvPicPr preferRelativeResize="0"/>
            <p:nvPr/>
          </p:nvPicPr>
          <p:blipFill rotWithShape="1">
            <a:blip r:embed="rId15">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7650"/>
                </a:srgbClr>
              </a:outerShdw>
            </a:effectLst>
          </p:spPr>
        </p:pic>
        <p:pic>
          <p:nvPicPr>
            <p:cNvPr id="934" name="Google Shape;934;g2cdbdd193bb_0_343"/>
            <p:cNvPicPr preferRelativeResize="0"/>
            <p:nvPr/>
          </p:nvPicPr>
          <p:blipFill rotWithShape="1">
            <a:blip r:embed="rId16">
              <a:alphaModFix/>
            </a:blip>
            <a:srcRect l="19" r="9"/>
            <a:stretch/>
          </p:blipFill>
          <p:spPr>
            <a:xfrm>
              <a:off x="7001457" y="2129450"/>
              <a:ext cx="1147320" cy="821566"/>
            </a:xfrm>
            <a:prstGeom prst="rect">
              <a:avLst/>
            </a:prstGeom>
            <a:noFill/>
            <a:ln>
              <a:noFill/>
            </a:ln>
            <a:effectLst>
              <a:outerShdw blurRad="71438" dist="19050" dir="5400000" algn="bl" rotWithShape="0">
                <a:srgbClr val="000000">
                  <a:alpha val="17650"/>
                </a:srgbClr>
              </a:outerShdw>
            </a:effectLst>
          </p:spPr>
        </p:pic>
        <p:pic>
          <p:nvPicPr>
            <p:cNvPr id="935" name="Google Shape;935;g2cdbdd193bb_0_343"/>
            <p:cNvPicPr preferRelativeResize="0"/>
            <p:nvPr/>
          </p:nvPicPr>
          <p:blipFill rotWithShape="1">
            <a:blip r:embed="rId17">
              <a:alphaModFix/>
            </a:blip>
            <a:srcRect t="79" b="89"/>
            <a:stretch/>
          </p:blipFill>
          <p:spPr>
            <a:xfrm>
              <a:off x="868300" y="3060275"/>
              <a:ext cx="1146813" cy="819547"/>
            </a:xfrm>
            <a:prstGeom prst="rect">
              <a:avLst/>
            </a:prstGeom>
            <a:noFill/>
            <a:ln>
              <a:noFill/>
            </a:ln>
            <a:effectLst>
              <a:outerShdw blurRad="71438" dist="19050" dir="5400000" algn="bl" rotWithShape="0">
                <a:srgbClr val="000000">
                  <a:alpha val="17650"/>
                </a:srgbClr>
              </a:outerShdw>
            </a:effectLst>
          </p:spPr>
        </p:pic>
        <p:pic>
          <p:nvPicPr>
            <p:cNvPr id="936" name="Google Shape;936;g2cdbdd193bb_0_343"/>
            <p:cNvPicPr preferRelativeResize="0"/>
            <p:nvPr/>
          </p:nvPicPr>
          <p:blipFill rotWithShape="1">
            <a:blip r:embed="rId18">
              <a:alphaModFix/>
            </a:blip>
            <a:srcRect l="99" r="99"/>
            <a:stretch/>
          </p:blipFill>
          <p:spPr>
            <a:xfrm>
              <a:off x="2094526" y="3060275"/>
              <a:ext cx="1147320" cy="822955"/>
            </a:xfrm>
            <a:prstGeom prst="rect">
              <a:avLst/>
            </a:prstGeom>
            <a:noFill/>
            <a:ln>
              <a:noFill/>
            </a:ln>
            <a:effectLst>
              <a:outerShdw blurRad="71438" dist="19050" dir="5400000" algn="bl" rotWithShape="0">
                <a:srgbClr val="000000">
                  <a:alpha val="17650"/>
                </a:srgbClr>
              </a:outerShdw>
            </a:effectLst>
          </p:spPr>
        </p:pic>
        <p:pic>
          <p:nvPicPr>
            <p:cNvPr id="937" name="Google Shape;937;g2cdbdd193bb_0_343"/>
            <p:cNvPicPr preferRelativeResize="0"/>
            <p:nvPr/>
          </p:nvPicPr>
          <p:blipFill rotWithShape="1">
            <a:blip r:embed="rId19">
              <a:alphaModFix/>
            </a:blip>
            <a:srcRect l="159" r="159"/>
            <a:stretch/>
          </p:blipFill>
          <p:spPr>
            <a:xfrm>
              <a:off x="3321259" y="3060275"/>
              <a:ext cx="1147320" cy="821565"/>
            </a:xfrm>
            <a:prstGeom prst="rect">
              <a:avLst/>
            </a:prstGeom>
            <a:noFill/>
            <a:ln>
              <a:noFill/>
            </a:ln>
            <a:effectLst>
              <a:outerShdw blurRad="71438" dist="19050" dir="5400000" algn="bl" rotWithShape="0">
                <a:srgbClr val="000000">
                  <a:alpha val="17650"/>
                </a:srgbClr>
              </a:outerShdw>
            </a:effectLst>
          </p:spPr>
        </p:pic>
        <p:pic>
          <p:nvPicPr>
            <p:cNvPr id="938" name="Google Shape;938;g2cdbdd193bb_0_343"/>
            <p:cNvPicPr preferRelativeResize="0"/>
            <p:nvPr/>
          </p:nvPicPr>
          <p:blipFill rotWithShape="1">
            <a:blip r:embed="rId20">
              <a:alphaModFix/>
            </a:blip>
            <a:srcRect l="159" r="159"/>
            <a:stretch/>
          </p:blipFill>
          <p:spPr>
            <a:xfrm>
              <a:off x="4547991" y="3060275"/>
              <a:ext cx="1147320" cy="821565"/>
            </a:xfrm>
            <a:prstGeom prst="rect">
              <a:avLst/>
            </a:prstGeom>
            <a:noFill/>
            <a:ln>
              <a:noFill/>
            </a:ln>
            <a:effectLst>
              <a:outerShdw blurRad="71438" dist="19050" dir="5400000" algn="bl" rotWithShape="0">
                <a:srgbClr val="000000">
                  <a:alpha val="17650"/>
                </a:srgbClr>
              </a:outerShdw>
            </a:effectLst>
          </p:spPr>
        </p:pic>
        <p:pic>
          <p:nvPicPr>
            <p:cNvPr id="939" name="Google Shape;939;g2cdbdd193bb_0_343"/>
            <p:cNvPicPr preferRelativeResize="0"/>
            <p:nvPr/>
          </p:nvPicPr>
          <p:blipFill rotWithShape="1">
            <a:blip r:embed="rId21">
              <a:alphaModFix/>
            </a:blip>
            <a:srcRect l="159" r="159"/>
            <a:stretch/>
          </p:blipFill>
          <p:spPr>
            <a:xfrm>
              <a:off x="5774724" y="3060275"/>
              <a:ext cx="1147320" cy="821565"/>
            </a:xfrm>
            <a:prstGeom prst="rect">
              <a:avLst/>
            </a:prstGeom>
            <a:noFill/>
            <a:ln>
              <a:noFill/>
            </a:ln>
            <a:effectLst>
              <a:outerShdw blurRad="71438" dist="19050" dir="5400000" algn="bl" rotWithShape="0">
                <a:srgbClr val="000000">
                  <a:alpha val="17650"/>
                </a:srgbClr>
              </a:outerShdw>
            </a:effectLst>
          </p:spPr>
        </p:pic>
        <p:pic>
          <p:nvPicPr>
            <p:cNvPr id="940" name="Google Shape;940;g2cdbdd193bb_0_343"/>
            <p:cNvPicPr preferRelativeResize="0"/>
            <p:nvPr/>
          </p:nvPicPr>
          <p:blipFill rotWithShape="1">
            <a:blip r:embed="rId22">
              <a:alphaModFix/>
            </a:blip>
            <a:srcRect l="79" r="69"/>
            <a:stretch/>
          </p:blipFill>
          <p:spPr>
            <a:xfrm>
              <a:off x="7001457" y="3060275"/>
              <a:ext cx="1147320" cy="821566"/>
            </a:xfrm>
            <a:prstGeom prst="rect">
              <a:avLst/>
            </a:prstGeom>
            <a:noFill/>
            <a:ln>
              <a:noFill/>
            </a:ln>
            <a:effectLst>
              <a:outerShdw blurRad="71438" dist="19050" dir="5400000" algn="bl" rotWithShape="0">
                <a:srgbClr val="000000">
                  <a:alpha val="17650"/>
                </a:srgbClr>
              </a:outerShdw>
            </a:effectLst>
          </p:spPr>
        </p:pic>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45"/>
        <p:cNvGrpSpPr/>
        <p:nvPr/>
      </p:nvGrpSpPr>
      <p:grpSpPr>
        <a:xfrm>
          <a:off x="0" y="0"/>
          <a:ext cx="0" cy="0"/>
          <a:chOff x="0" y="0"/>
          <a:chExt cx="0" cy="0"/>
        </a:xfrm>
      </p:grpSpPr>
      <p:sp>
        <p:nvSpPr>
          <p:cNvPr id="946" name="Google Shape;946;g2c186218c5a_0_2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947" name="Google Shape;947;g2c186218c5a_0_2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Grapheme Caption</a:t>
            </a:r>
            <a:endParaRPr/>
          </a:p>
        </p:txBody>
      </p:sp>
      <p:pic>
        <p:nvPicPr>
          <p:cNvPr id="948" name="Google Shape;948;g2c186218c5a_0_25"/>
          <p:cNvPicPr preferRelativeResize="0"/>
          <p:nvPr/>
        </p:nvPicPr>
        <p:blipFill rotWithShape="1">
          <a:blip r:embed="rId3">
            <a:alphaModFix/>
          </a:blip>
          <a:srcRect l="79" r="79"/>
          <a:stretch/>
        </p:blipFill>
        <p:spPr>
          <a:xfrm>
            <a:off x="1360488" y="996300"/>
            <a:ext cx="2818850" cy="3989961"/>
          </a:xfrm>
          <a:prstGeom prst="rect">
            <a:avLst/>
          </a:prstGeom>
          <a:noFill/>
          <a:ln>
            <a:noFill/>
          </a:ln>
          <a:effectLst>
            <a:outerShdw blurRad="142875" dist="19050" dir="5400000" algn="bl" rotWithShape="0">
              <a:srgbClr val="000000">
                <a:alpha val="26666"/>
              </a:srgbClr>
            </a:outerShdw>
          </a:effectLst>
        </p:spPr>
      </p:pic>
      <p:sp>
        <p:nvSpPr>
          <p:cNvPr id="949" name="Google Shape;949;g2c186218c5a_0_2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
        <p:nvSpPr>
          <p:cNvPr id="950" name="Google Shape;950;g2c186218c5a_0_25"/>
          <p:cNvSpPr txBox="1"/>
          <p:nvPr/>
        </p:nvSpPr>
        <p:spPr>
          <a:xfrm>
            <a:off x="4510900" y="99630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b="0" i="0" u="none" strike="noStrike" cap="none">
                <a:solidFill>
                  <a:srgbClr val="1E8EE6"/>
                </a:solidFill>
                <a:latin typeface="Jost"/>
                <a:ea typeface="Jost"/>
                <a:cs typeface="Jost"/>
                <a:sym typeface="Jost"/>
              </a:rPr>
              <a:t>j</a:t>
            </a:r>
            <a:r>
              <a:rPr lang="en-US" sz="5800" b="0" i="0" u="none" strike="noStrike" cap="none">
                <a:solidFill>
                  <a:srgbClr val="2356AF"/>
                </a:solidFill>
                <a:latin typeface="Jost"/>
                <a:ea typeface="Jost"/>
                <a:cs typeface="Jost"/>
                <a:sym typeface="Jost"/>
              </a:rPr>
              <a:t>ob</a:t>
            </a:r>
            <a:endParaRPr sz="5800" b="0" i="0" u="none" strike="noStrike" cap="none">
              <a:solidFill>
                <a:srgbClr val="2356AF"/>
              </a:solidFill>
              <a:latin typeface="Jost"/>
              <a:ea typeface="Jost"/>
              <a:cs typeface="Jost"/>
              <a:sym typeface="Jost"/>
            </a:endParaRPr>
          </a:p>
        </p:txBody>
      </p:sp>
      <p:sp>
        <p:nvSpPr>
          <p:cNvPr id="951" name="Google Shape;951;g2c186218c5a_0_25"/>
          <p:cNvSpPr txBox="1"/>
          <p:nvPr/>
        </p:nvSpPr>
        <p:spPr>
          <a:xfrm>
            <a:off x="4510900" y="376345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chemeClr val="dk1"/>
              </a:buClr>
              <a:buSzPts val="5800"/>
              <a:buFont typeface="Arial"/>
              <a:buNone/>
            </a:pPr>
            <a:r>
              <a:rPr lang="en-US" sz="5800" b="0" i="0" u="none" strike="noStrike" cap="none">
                <a:solidFill>
                  <a:srgbClr val="1E8EE6"/>
                </a:solidFill>
                <a:latin typeface="Jost"/>
                <a:ea typeface="Jost"/>
                <a:cs typeface="Jost"/>
                <a:sym typeface="Jost"/>
              </a:rPr>
              <a:t>j</a:t>
            </a:r>
            <a:r>
              <a:rPr lang="en-US" sz="5800" b="0" i="0" u="none" strike="noStrike" cap="none">
                <a:solidFill>
                  <a:srgbClr val="2356AF"/>
                </a:solidFill>
                <a:latin typeface="Jost"/>
                <a:ea typeface="Jost"/>
                <a:cs typeface="Jost"/>
                <a:sym typeface="Jost"/>
              </a:rPr>
              <a:t>et</a:t>
            </a:r>
            <a:endParaRPr sz="5800" b="0" i="0" u="none" strike="noStrike" cap="none">
              <a:solidFill>
                <a:srgbClr val="2356AF"/>
              </a:solidFill>
              <a:latin typeface="Jost"/>
              <a:ea typeface="Jost"/>
              <a:cs typeface="Jost"/>
              <a:sym typeface="Jost"/>
            </a:endParaRPr>
          </a:p>
        </p:txBody>
      </p:sp>
      <p:sp>
        <p:nvSpPr>
          <p:cNvPr id="952" name="Google Shape;952;g2c186218c5a_0_25"/>
          <p:cNvSpPr txBox="1"/>
          <p:nvPr/>
        </p:nvSpPr>
        <p:spPr>
          <a:xfrm>
            <a:off x="4510900" y="2379875"/>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chemeClr val="dk1"/>
              </a:buClr>
              <a:buSzPts val="5800"/>
              <a:buFont typeface="Arial"/>
              <a:buNone/>
            </a:pPr>
            <a:r>
              <a:rPr lang="en-US" sz="5800" b="0" i="0" u="none" strike="noStrike" cap="none">
                <a:solidFill>
                  <a:srgbClr val="1E8EE6"/>
                </a:solidFill>
                <a:latin typeface="Jost"/>
                <a:ea typeface="Jost"/>
                <a:cs typeface="Jost"/>
                <a:sym typeface="Jost"/>
              </a:rPr>
              <a:t>j</a:t>
            </a:r>
            <a:r>
              <a:rPr lang="en-US" sz="4900" b="0" i="0" u="none" strike="noStrike" cap="none">
                <a:solidFill>
                  <a:srgbClr val="2356AF"/>
                </a:solidFill>
                <a:latin typeface="Poppins"/>
                <a:ea typeface="Poppins"/>
                <a:cs typeface="Poppins"/>
                <a:sym typeface="Poppins"/>
              </a:rPr>
              <a:t>a</a:t>
            </a:r>
            <a:r>
              <a:rPr lang="en-US" sz="5800" b="0" i="0" u="none" strike="noStrike" cap="none">
                <a:solidFill>
                  <a:srgbClr val="2356AF"/>
                </a:solidFill>
                <a:latin typeface="Jost"/>
                <a:ea typeface="Jost"/>
                <a:cs typeface="Jost"/>
                <a:sym typeface="Jost"/>
              </a:rPr>
              <a:t>m</a:t>
            </a:r>
            <a:endParaRPr sz="5800" b="0" i="0" u="none" strike="noStrike" cap="none">
              <a:solidFill>
                <a:srgbClr val="2356AF"/>
              </a:solidFill>
              <a:latin typeface="Jost"/>
              <a:ea typeface="Jost"/>
              <a:cs typeface="Jost"/>
              <a:sym typeface="Jost"/>
            </a:endParaRPr>
          </a:p>
        </p:txBody>
      </p:sp>
      <p:sp>
        <p:nvSpPr>
          <p:cNvPr id="953" name="Google Shape;953;g2c186218c5a_0_25"/>
          <p:cNvSpPr txBox="1">
            <a:spLocks noGrp="1"/>
          </p:cNvSpPr>
          <p:nvPr>
            <p:ph type="subTitle" idx="2"/>
          </p:nvPr>
        </p:nvSpPr>
        <p:spPr>
          <a:xfrm>
            <a:off x="1360500" y="523305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600"/>
              <a:buNone/>
            </a:pPr>
            <a:r>
              <a:rPr lang="en-US"/>
              <a:t>Phase 3, Lesson 1</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58"/>
        <p:cNvGrpSpPr/>
        <p:nvPr/>
      </p:nvGrpSpPr>
      <p:grpSpPr>
        <a:xfrm>
          <a:off x="0" y="0"/>
          <a:ext cx="0" cy="0"/>
          <a:chOff x="0" y="0"/>
          <a:chExt cx="0" cy="0"/>
        </a:xfrm>
      </p:grpSpPr>
      <p:sp>
        <p:nvSpPr>
          <p:cNvPr id="959" name="Google Shape;959;g2e5653a5c66_0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960" name="Google Shape;960;g2e5653a5c66_0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Grapheme Caption</a:t>
            </a:r>
            <a:endParaRPr/>
          </a:p>
        </p:txBody>
      </p:sp>
      <p:pic>
        <p:nvPicPr>
          <p:cNvPr id="961" name="Google Shape;961;g2e5653a5c66_0_0"/>
          <p:cNvPicPr preferRelativeResize="0"/>
          <p:nvPr/>
        </p:nvPicPr>
        <p:blipFill rotWithShape="1">
          <a:blip r:embed="rId3">
            <a:alphaModFix/>
          </a:blip>
          <a:srcRect l="19" r="29"/>
          <a:stretch/>
        </p:blipFill>
        <p:spPr>
          <a:xfrm>
            <a:off x="1360488" y="996300"/>
            <a:ext cx="2818850" cy="3989962"/>
          </a:xfrm>
          <a:prstGeom prst="rect">
            <a:avLst/>
          </a:prstGeom>
          <a:noFill/>
          <a:ln>
            <a:noFill/>
          </a:ln>
          <a:effectLst>
            <a:outerShdw blurRad="142875" dist="19050" dir="5400000" algn="bl" rotWithShape="0">
              <a:srgbClr val="000000">
                <a:alpha val="26666"/>
              </a:srgbClr>
            </a:outerShdw>
          </a:effectLst>
        </p:spPr>
      </p:pic>
      <p:sp>
        <p:nvSpPr>
          <p:cNvPr id="962" name="Google Shape;962;g2e5653a5c66_0_0"/>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
        <p:nvSpPr>
          <p:cNvPr id="963" name="Google Shape;963;g2e5653a5c66_0_0"/>
          <p:cNvSpPr txBox="1"/>
          <p:nvPr/>
        </p:nvSpPr>
        <p:spPr>
          <a:xfrm>
            <a:off x="4510900" y="99630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b="0" i="0" u="none" strike="noStrike" cap="none">
                <a:solidFill>
                  <a:srgbClr val="2356AF"/>
                </a:solidFill>
                <a:latin typeface="Jost"/>
                <a:ea typeface="Jost"/>
                <a:cs typeface="Jost"/>
                <a:sym typeface="Jost"/>
              </a:rPr>
              <a:t>m</a:t>
            </a:r>
            <a:r>
              <a:rPr lang="en-US" sz="4900" b="0" i="0" u="none" strike="noStrike" cap="none">
                <a:solidFill>
                  <a:srgbClr val="2356AF"/>
                </a:solidFill>
                <a:latin typeface="Poppins"/>
                <a:ea typeface="Poppins"/>
                <a:cs typeface="Poppins"/>
                <a:sym typeface="Poppins"/>
              </a:rPr>
              <a:t>a</a:t>
            </a:r>
            <a:r>
              <a:rPr lang="en-US" sz="5800" b="0" i="0" u="none" strike="noStrike" cap="none">
                <a:solidFill>
                  <a:srgbClr val="1E8EE6"/>
                </a:solidFill>
                <a:latin typeface="Jost"/>
                <a:ea typeface="Jost"/>
                <a:cs typeface="Jost"/>
                <a:sym typeface="Jost"/>
              </a:rPr>
              <a:t>g</a:t>
            </a:r>
            <a:r>
              <a:rPr lang="en-US" sz="5800" b="0" i="0" u="none" strike="noStrike" cap="none">
                <a:solidFill>
                  <a:srgbClr val="2356AF"/>
                </a:solidFill>
                <a:latin typeface="Jost"/>
                <a:ea typeface="Jost"/>
                <a:cs typeface="Jost"/>
                <a:sym typeface="Jost"/>
              </a:rPr>
              <a:t>ic</a:t>
            </a:r>
            <a:endParaRPr sz="5800" b="0" i="0" u="none" strike="noStrike" cap="none">
              <a:solidFill>
                <a:srgbClr val="2356AF"/>
              </a:solidFill>
              <a:latin typeface="Jost"/>
              <a:ea typeface="Jost"/>
              <a:cs typeface="Jost"/>
              <a:sym typeface="Jost"/>
            </a:endParaRPr>
          </a:p>
        </p:txBody>
      </p:sp>
      <p:sp>
        <p:nvSpPr>
          <p:cNvPr id="964" name="Google Shape;964;g2e5653a5c66_0_0"/>
          <p:cNvSpPr txBox="1"/>
          <p:nvPr/>
        </p:nvSpPr>
        <p:spPr>
          <a:xfrm>
            <a:off x="4510900" y="376345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chemeClr val="dk1"/>
              </a:buClr>
              <a:buSzPts val="5800"/>
              <a:buFont typeface="Arial"/>
              <a:buNone/>
            </a:pPr>
            <a:r>
              <a:rPr lang="en-US" sz="5800" b="0" i="0" u="none" strike="noStrike" cap="none">
                <a:solidFill>
                  <a:srgbClr val="2356AF"/>
                </a:solidFill>
                <a:latin typeface="Jost"/>
                <a:ea typeface="Jost"/>
                <a:cs typeface="Jost"/>
                <a:sym typeface="Jost"/>
              </a:rPr>
              <a:t>st</a:t>
            </a:r>
            <a:r>
              <a:rPr lang="en-US" sz="4900" b="0" i="0" u="none" strike="noStrike" cap="none">
                <a:solidFill>
                  <a:srgbClr val="2356AF"/>
                </a:solidFill>
                <a:latin typeface="Poppins"/>
                <a:ea typeface="Poppins"/>
                <a:cs typeface="Poppins"/>
                <a:sym typeface="Poppins"/>
              </a:rPr>
              <a:t>a</a:t>
            </a:r>
            <a:r>
              <a:rPr lang="en-US" sz="5800" b="0" i="0" u="none" strike="noStrike" cap="none">
                <a:solidFill>
                  <a:srgbClr val="1E8EE6"/>
                </a:solidFill>
                <a:latin typeface="Jost"/>
                <a:ea typeface="Jost"/>
                <a:cs typeface="Jost"/>
                <a:sym typeface="Jost"/>
              </a:rPr>
              <a:t>g</a:t>
            </a:r>
            <a:r>
              <a:rPr lang="en-US" sz="5800" b="0" i="0" u="none" strike="noStrike" cap="none">
                <a:solidFill>
                  <a:srgbClr val="2356AF"/>
                </a:solidFill>
                <a:latin typeface="Jost"/>
                <a:ea typeface="Jost"/>
                <a:cs typeface="Jost"/>
                <a:sym typeface="Jost"/>
              </a:rPr>
              <a:t>e</a:t>
            </a:r>
            <a:endParaRPr sz="5800" b="0" i="0" u="none" strike="noStrike" cap="none">
              <a:solidFill>
                <a:srgbClr val="2356AF"/>
              </a:solidFill>
              <a:latin typeface="Jost"/>
              <a:ea typeface="Jost"/>
              <a:cs typeface="Jost"/>
              <a:sym typeface="Jost"/>
            </a:endParaRPr>
          </a:p>
        </p:txBody>
      </p:sp>
      <p:sp>
        <p:nvSpPr>
          <p:cNvPr id="965" name="Google Shape;965;g2e5653a5c66_0_0"/>
          <p:cNvSpPr txBox="1"/>
          <p:nvPr/>
        </p:nvSpPr>
        <p:spPr>
          <a:xfrm>
            <a:off x="4510900" y="2379875"/>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chemeClr val="dk1"/>
              </a:buClr>
              <a:buSzPts val="5800"/>
              <a:buFont typeface="Arial"/>
              <a:buNone/>
            </a:pPr>
            <a:r>
              <a:rPr lang="en-US" sz="5800" b="0" i="0" u="none" strike="noStrike" cap="none">
                <a:solidFill>
                  <a:srgbClr val="1E8EE6"/>
                </a:solidFill>
                <a:latin typeface="Jost"/>
                <a:ea typeface="Jost"/>
                <a:cs typeface="Jost"/>
                <a:sym typeface="Jost"/>
              </a:rPr>
              <a:t>g</a:t>
            </a:r>
            <a:r>
              <a:rPr lang="en-US" sz="5800" b="0" i="0" u="none" strike="noStrike" cap="none">
                <a:solidFill>
                  <a:srgbClr val="2356AF"/>
                </a:solidFill>
                <a:latin typeface="Jost"/>
                <a:ea typeface="Jost"/>
                <a:cs typeface="Jost"/>
                <a:sym typeface="Jost"/>
              </a:rPr>
              <a:t>ir</a:t>
            </a:r>
            <a:r>
              <a:rPr lang="en-US" sz="4900" b="0" i="0" u="none" strike="noStrike" cap="none">
                <a:solidFill>
                  <a:srgbClr val="2356AF"/>
                </a:solidFill>
                <a:latin typeface="Poppins"/>
                <a:ea typeface="Poppins"/>
                <a:cs typeface="Poppins"/>
                <a:sym typeface="Poppins"/>
              </a:rPr>
              <a:t>a</a:t>
            </a:r>
            <a:r>
              <a:rPr lang="en-US" sz="5800" b="0" i="0" u="none" strike="noStrike" cap="none">
                <a:solidFill>
                  <a:srgbClr val="2356AF"/>
                </a:solidFill>
                <a:latin typeface="Jost"/>
                <a:ea typeface="Jost"/>
                <a:cs typeface="Jost"/>
                <a:sym typeface="Jost"/>
              </a:rPr>
              <a:t>ffe</a:t>
            </a:r>
            <a:endParaRPr sz="5800" b="0" i="0" u="none" strike="noStrike" cap="none">
              <a:solidFill>
                <a:srgbClr val="2356AF"/>
              </a:solidFill>
              <a:latin typeface="Jost"/>
              <a:ea typeface="Jost"/>
              <a:cs typeface="Jost"/>
              <a:sym typeface="Jost"/>
            </a:endParaRPr>
          </a:p>
        </p:txBody>
      </p:sp>
      <p:sp>
        <p:nvSpPr>
          <p:cNvPr id="966" name="Google Shape;966;g2e5653a5c66_0_0"/>
          <p:cNvSpPr txBox="1">
            <a:spLocks noGrp="1"/>
          </p:cNvSpPr>
          <p:nvPr>
            <p:ph type="subTitle" idx="2"/>
          </p:nvPr>
        </p:nvSpPr>
        <p:spPr>
          <a:xfrm>
            <a:off x="1360500" y="523305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600"/>
              <a:buNone/>
            </a:pPr>
            <a:r>
              <a:rPr lang="en-US"/>
              <a:t>Phase 5.5, Lesson 46</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71"/>
        <p:cNvGrpSpPr/>
        <p:nvPr/>
      </p:nvGrpSpPr>
      <p:grpSpPr>
        <a:xfrm>
          <a:off x="0" y="0"/>
          <a:ext cx="0" cy="0"/>
          <a:chOff x="0" y="0"/>
          <a:chExt cx="0" cy="0"/>
        </a:xfrm>
      </p:grpSpPr>
      <p:sp>
        <p:nvSpPr>
          <p:cNvPr id="972" name="Google Shape;972;g2c186218c5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Decoding</a:t>
            </a:r>
            <a:endParaRPr/>
          </a:p>
        </p:txBody>
      </p:sp>
      <p:pic>
        <p:nvPicPr>
          <p:cNvPr id="973" name="Google Shape;973;g2c186218c5a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78"/>
        <p:cNvGrpSpPr/>
        <p:nvPr/>
      </p:nvGrpSpPr>
      <p:grpSpPr>
        <a:xfrm>
          <a:off x="0" y="0"/>
          <a:ext cx="0" cy="0"/>
          <a:chOff x="0" y="0"/>
          <a:chExt cx="0" cy="0"/>
        </a:xfrm>
      </p:grpSpPr>
      <p:sp>
        <p:nvSpPr>
          <p:cNvPr id="979" name="Google Shape;979;g2c4fb7f6616_1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80" name="Google Shape;980;g2c4fb7f6616_1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81" name="Google Shape;981;g2c4fb7f6616_1_0"/>
          <p:cNvSpPr/>
          <p:nvPr/>
        </p:nvSpPr>
        <p:spPr>
          <a:xfrm>
            <a:off x="3532371"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2" name="Google Shape;982;g2c4fb7f6616_1_0"/>
          <p:cNvSpPr/>
          <p:nvPr/>
        </p:nvSpPr>
        <p:spPr>
          <a:xfrm>
            <a:off x="4545771"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3" name="Google Shape;983;g2c4fb7f6616_1_0"/>
          <p:cNvSpPr/>
          <p:nvPr/>
        </p:nvSpPr>
        <p:spPr>
          <a:xfrm>
            <a:off x="5559171"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84" name="Google Shape;984;g2c4fb7f6616_1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85" name="Google Shape;985;g2c4fb7f6616_1_0"/>
          <p:cNvSpPr txBox="1">
            <a:spLocks noGrp="1"/>
          </p:cNvSpPr>
          <p:nvPr>
            <p:ph type="subTitle" idx="4294967295"/>
          </p:nvPr>
        </p:nvSpPr>
        <p:spPr>
          <a:xfrm>
            <a:off x="4989521"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n</a:t>
            </a:r>
            <a:endParaRPr sz="15000" b="0" i="0" u="none" strike="noStrike" cap="none">
              <a:solidFill>
                <a:srgbClr val="2356AF"/>
              </a:solidFill>
              <a:latin typeface="Jost"/>
              <a:ea typeface="Jost"/>
              <a:cs typeface="Jost"/>
              <a:sym typeface="Jost"/>
            </a:endParaRPr>
          </a:p>
        </p:txBody>
      </p:sp>
      <p:sp>
        <p:nvSpPr>
          <p:cNvPr id="986" name="Google Shape;986;g2c4fb7f6616_1_0"/>
          <p:cNvSpPr txBox="1">
            <a:spLocks noGrp="1"/>
          </p:cNvSpPr>
          <p:nvPr>
            <p:ph type="subTitle" idx="4294967295"/>
          </p:nvPr>
        </p:nvSpPr>
        <p:spPr>
          <a:xfrm>
            <a:off x="2962671"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g</a:t>
            </a:r>
            <a:endParaRPr sz="15000" b="0" i="0" u="none" strike="noStrike" cap="none">
              <a:solidFill>
                <a:srgbClr val="2356AF"/>
              </a:solidFill>
              <a:latin typeface="Jost"/>
              <a:ea typeface="Jost"/>
              <a:cs typeface="Jost"/>
              <a:sym typeface="Jost"/>
            </a:endParaRPr>
          </a:p>
        </p:txBody>
      </p:sp>
      <p:sp>
        <p:nvSpPr>
          <p:cNvPr id="987" name="Google Shape;987;g2c4fb7f6616_1_0"/>
          <p:cNvSpPr txBox="1">
            <a:spLocks noGrp="1"/>
          </p:cNvSpPr>
          <p:nvPr>
            <p:ph type="subTitle" idx="4294967295"/>
          </p:nvPr>
        </p:nvSpPr>
        <p:spPr>
          <a:xfrm>
            <a:off x="3976096"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ED1C24"/>
                </a:solidFill>
                <a:latin typeface="Jost"/>
                <a:ea typeface="Jost"/>
                <a:cs typeface="Jost"/>
                <a:sym typeface="Jost"/>
              </a:rPr>
              <a:t>e</a:t>
            </a:r>
            <a:endParaRPr sz="15000" b="0" i="0" u="none" strike="noStrike" cap="none">
              <a:solidFill>
                <a:srgbClr val="ED1C24"/>
              </a:solidFill>
              <a:latin typeface="Jost"/>
              <a:ea typeface="Jost"/>
              <a:cs typeface="Jost"/>
              <a:sym typeface="Jost"/>
            </a:endParaRPr>
          </a:p>
        </p:txBody>
      </p:sp>
      <p:sp>
        <p:nvSpPr>
          <p:cNvPr id="988" name="Google Shape;988;g2c4fb7f6616_1_0"/>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89" name="Google Shape;989;g2c4fb7f6616_1_0"/>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90" name="Google Shape;990;g2c4fb7f6616_1_0"/>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91" name="Google Shape;991;g2c4fb7f6616_1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92" name="Google Shape;992;g2c4fb7f6616_1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93" name="Google Shape;993;g2c4fb7f6616_1_0"/>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4" name="Google Shape;994;g2c4fb7f6616_1_0"/>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5" name="Google Shape;995;g2c4fb7f6616_1_0"/>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996" name="Google Shape;996;g2c4fb7f6616_1_0"/>
          <p:cNvGrpSpPr/>
          <p:nvPr/>
        </p:nvGrpSpPr>
        <p:grpSpPr>
          <a:xfrm>
            <a:off x="-550" y="6984600"/>
            <a:ext cx="8596479" cy="808600"/>
            <a:chOff x="-550" y="6984600"/>
            <a:chExt cx="8596479" cy="808600"/>
          </a:xfrm>
        </p:grpSpPr>
        <p:sp>
          <p:nvSpPr>
            <p:cNvPr id="997" name="Google Shape;997;g2c4fb7f6616_1_0"/>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98" name="Google Shape;998;g2c4fb7f6616_1_0"/>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99" name="Google Shape;999;g2c4fb7f6616_1_0"/>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1000" name="Google Shape;1000;g2c4fb7f6616_1_0"/>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1001" name="Google Shape;1001;g2c4fb7f6616_1_0"/>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1002" name="Google Shape;1002;g2c4fb7f6616_1_0"/>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1003" name="Google Shape;1003;g2c4fb7f6616_1_0"/>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1004" name="Google Shape;1004;g2c4fb7f6616_1_0"/>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1005" name="Google Shape;1005;g2c4fb7f6616_1_0"/>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1006" name="Google Shape;1006;g2c4fb7f6616_1_0"/>
          <p:cNvSpPr/>
          <p:nvPr/>
        </p:nvSpPr>
        <p:spPr>
          <a:xfrm>
            <a:off x="6426371"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07" name="Google Shape;1007;g2c4fb7f6616_1_0"/>
          <p:cNvSpPr txBox="1">
            <a:spLocks noGrp="1"/>
          </p:cNvSpPr>
          <p:nvPr>
            <p:ph type="subTitle" idx="4294967295"/>
          </p:nvPr>
        </p:nvSpPr>
        <p:spPr>
          <a:xfrm>
            <a:off x="5856721"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t</a:t>
            </a:r>
            <a:endParaRPr sz="15000" b="0" i="0" u="none" strike="noStrike" cap="none">
              <a:solidFill>
                <a:srgbClr val="2356AF"/>
              </a:solidFill>
              <a:latin typeface="Jost"/>
              <a:ea typeface="Jost"/>
              <a:cs typeface="Jost"/>
              <a:sym typeface="Jost"/>
            </a:endParaRPr>
          </a:p>
        </p:txBody>
      </p:sp>
      <p:sp>
        <p:nvSpPr>
          <p:cNvPr id="1008" name="Google Shape;1008;g2c4fb7f6616_1_0"/>
          <p:cNvSpPr/>
          <p:nvPr/>
        </p:nvSpPr>
        <p:spPr>
          <a:xfrm>
            <a:off x="2450579" y="3906888"/>
            <a:ext cx="390000" cy="390000"/>
          </a:xfrm>
          <a:prstGeom prst="ellipse">
            <a:avLst/>
          </a:prstGeom>
          <a:solidFill>
            <a:srgbClr val="81513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09" name="Google Shape;1009;g2c4fb7f6616_1_0"/>
          <p:cNvSpPr txBox="1"/>
          <p:nvPr/>
        </p:nvSpPr>
        <p:spPr>
          <a:xfrm>
            <a:off x="1757879" y="1408102"/>
            <a:ext cx="1775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3000"/>
              <a:buFont typeface="Arial"/>
              <a:buNone/>
            </a:pPr>
            <a:r>
              <a:rPr lang="en-US" sz="13000" b="0" i="0" u="none" strike="noStrike" cap="none">
                <a:solidFill>
                  <a:srgbClr val="815138"/>
                </a:solidFill>
                <a:latin typeface="Poppins"/>
                <a:ea typeface="Poppins"/>
                <a:cs typeface="Poppins"/>
                <a:sym typeface="Poppins"/>
              </a:rPr>
              <a:t>a</a:t>
            </a:r>
            <a:endParaRPr sz="14000" b="0" i="0" u="none" strike="noStrike" cap="none">
              <a:solidFill>
                <a:srgbClr val="815138"/>
              </a:solidFill>
              <a:latin typeface="Jost"/>
              <a:ea typeface="Jost"/>
              <a:cs typeface="Jost"/>
              <a:sym typeface="Jost"/>
            </a:endParaRPr>
          </a:p>
        </p:txBody>
      </p:sp>
      <p:sp>
        <p:nvSpPr>
          <p:cNvPr id="1010" name="Google Shape;1010;g2c4fb7f6616_1_0"/>
          <p:cNvSpPr/>
          <p:nvPr/>
        </p:nvSpPr>
        <p:spPr>
          <a:xfrm>
            <a:off x="3161421" y="38703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15"/>
        <p:cNvGrpSpPr/>
        <p:nvPr/>
      </p:nvGrpSpPr>
      <p:grpSpPr>
        <a:xfrm>
          <a:off x="0" y="0"/>
          <a:ext cx="0" cy="0"/>
          <a:chOff x="0" y="0"/>
          <a:chExt cx="0" cy="0"/>
        </a:xfrm>
      </p:grpSpPr>
      <p:sp>
        <p:nvSpPr>
          <p:cNvPr id="1016" name="Google Shape;1016;g2e59be2f130_0_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1017" name="Google Shape;1017;g2e59be2f130_0_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1018" name="Google Shape;1018;g2e59be2f130_0_13"/>
          <p:cNvSpPr/>
          <p:nvPr/>
        </p:nvSpPr>
        <p:spPr>
          <a:xfrm>
            <a:off x="32111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9" name="Google Shape;1019;g2e59be2f130_0_13"/>
          <p:cNvSpPr/>
          <p:nvPr/>
        </p:nvSpPr>
        <p:spPr>
          <a:xfrm>
            <a:off x="4300775"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0" name="Google Shape;1020;g2e59be2f130_0_13"/>
          <p:cNvSpPr/>
          <p:nvPr/>
        </p:nvSpPr>
        <p:spPr>
          <a:xfrm>
            <a:off x="55427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1021" name="Google Shape;1021;g2e59be2f130_0_13"/>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1022" name="Google Shape;1022;g2e59be2f130_0_13"/>
          <p:cNvSpPr txBox="1">
            <a:spLocks noGrp="1"/>
          </p:cNvSpPr>
          <p:nvPr>
            <p:ph type="subTitle" idx="4294967295"/>
          </p:nvPr>
        </p:nvSpPr>
        <p:spPr>
          <a:xfrm>
            <a:off x="49731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m</a:t>
            </a:r>
            <a:endParaRPr sz="15000" b="0" i="0" u="none" strike="noStrike" cap="none">
              <a:solidFill>
                <a:srgbClr val="2356AF"/>
              </a:solidFill>
              <a:latin typeface="Jost"/>
              <a:ea typeface="Jost"/>
              <a:cs typeface="Jost"/>
              <a:sym typeface="Jost"/>
            </a:endParaRPr>
          </a:p>
        </p:txBody>
      </p:sp>
      <p:sp>
        <p:nvSpPr>
          <p:cNvPr id="1023" name="Google Shape;1023;g2e59be2f130_0_13"/>
          <p:cNvSpPr txBox="1">
            <a:spLocks noGrp="1"/>
          </p:cNvSpPr>
          <p:nvPr>
            <p:ph type="subTitle" idx="4294967295"/>
          </p:nvPr>
        </p:nvSpPr>
        <p:spPr>
          <a:xfrm>
            <a:off x="264147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g</a:t>
            </a:r>
            <a:endParaRPr sz="15000" b="0" i="0" u="none" strike="noStrike" cap="none">
              <a:solidFill>
                <a:srgbClr val="2356AF"/>
              </a:solidFill>
              <a:latin typeface="Jost"/>
              <a:ea typeface="Jost"/>
              <a:cs typeface="Jost"/>
              <a:sym typeface="Jost"/>
            </a:endParaRPr>
          </a:p>
        </p:txBody>
      </p:sp>
      <p:sp>
        <p:nvSpPr>
          <p:cNvPr id="1024" name="Google Shape;1024;g2e59be2f130_0_13"/>
          <p:cNvSpPr txBox="1">
            <a:spLocks noGrp="1"/>
          </p:cNvSpPr>
          <p:nvPr>
            <p:ph type="subTitle" idx="4294967295"/>
          </p:nvPr>
        </p:nvSpPr>
        <p:spPr>
          <a:xfrm>
            <a:off x="373110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ED1C24"/>
                </a:solidFill>
                <a:latin typeface="Jost"/>
                <a:ea typeface="Jost"/>
                <a:cs typeface="Jost"/>
                <a:sym typeface="Jost"/>
              </a:rPr>
              <a:t>e</a:t>
            </a:r>
            <a:endParaRPr sz="15000" b="0" i="0" u="none" strike="noStrike" cap="none">
              <a:solidFill>
                <a:srgbClr val="ED1C24"/>
              </a:solidFill>
              <a:latin typeface="Jost"/>
              <a:ea typeface="Jost"/>
              <a:cs typeface="Jost"/>
              <a:sym typeface="Jost"/>
            </a:endParaRPr>
          </a:p>
        </p:txBody>
      </p:sp>
      <p:sp>
        <p:nvSpPr>
          <p:cNvPr id="1025" name="Google Shape;1025;g2e59be2f130_0_13"/>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26" name="Google Shape;1026;g2e59be2f130_0_13"/>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27" name="Google Shape;1027;g2e59be2f130_0_13"/>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28" name="Google Shape;1028;g2e59be2f130_0_13"/>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29" name="Google Shape;1029;g2e59be2f130_0_13"/>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30" name="Google Shape;1030;g2e59be2f130_0_13"/>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31" name="Google Shape;1031;g2e59be2f130_0_13"/>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32" name="Google Shape;1032;g2e59be2f130_0_13"/>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033" name="Google Shape;1033;g2e59be2f130_0_13"/>
          <p:cNvGrpSpPr/>
          <p:nvPr/>
        </p:nvGrpSpPr>
        <p:grpSpPr>
          <a:xfrm>
            <a:off x="-550" y="6984600"/>
            <a:ext cx="8596479" cy="808600"/>
            <a:chOff x="-550" y="6984600"/>
            <a:chExt cx="8596479" cy="808600"/>
          </a:xfrm>
        </p:grpSpPr>
        <p:sp>
          <p:nvSpPr>
            <p:cNvPr id="1034" name="Google Shape;1034;g2e59be2f130_0_13"/>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1035" name="Google Shape;1035;g2e59be2f130_0_13"/>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1036" name="Google Shape;1036;g2e59be2f130_0_13"/>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1037" name="Google Shape;1037;g2e59be2f130_0_13"/>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1038" name="Google Shape;1038;g2e59be2f130_0_13"/>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1039" name="Google Shape;1039;g2e59be2f130_0_13"/>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1040" name="Google Shape;1040;g2e59be2f130_0_13"/>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1041" name="Google Shape;1041;g2e59be2f130_0_13"/>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1042" name="Google Shape;1042;g2e59be2f130_0_13"/>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47"/>
        <p:cNvGrpSpPr/>
        <p:nvPr/>
      </p:nvGrpSpPr>
      <p:grpSpPr>
        <a:xfrm>
          <a:off x="0" y="0"/>
          <a:ext cx="0" cy="0"/>
          <a:chOff x="0" y="0"/>
          <a:chExt cx="0" cy="0"/>
        </a:xfrm>
      </p:grpSpPr>
      <p:sp>
        <p:nvSpPr>
          <p:cNvPr id="1048" name="Google Shape;1048;g2c186218c5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Encoding</a:t>
            </a:r>
            <a:endParaRPr/>
          </a:p>
        </p:txBody>
      </p:sp>
      <p:pic>
        <p:nvPicPr>
          <p:cNvPr id="1049" name="Google Shape;1049;g2c186218c5a_0_44"/>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54"/>
        <p:cNvGrpSpPr/>
        <p:nvPr/>
      </p:nvGrpSpPr>
      <p:grpSpPr>
        <a:xfrm>
          <a:off x="0" y="0"/>
          <a:ext cx="0" cy="0"/>
          <a:chOff x="0" y="0"/>
          <a:chExt cx="0" cy="0"/>
        </a:xfrm>
      </p:grpSpPr>
      <p:sp>
        <p:nvSpPr>
          <p:cNvPr id="1055" name="Google Shape;1055;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1056" name="Google Shape;1056;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1057" name="Google Shape;1057;g26b641b03cd_0_204"/>
          <p:cNvPicPr preferRelativeResize="0"/>
          <p:nvPr/>
        </p:nvPicPr>
        <p:blipFill rotWithShape="1">
          <a:blip r:embed="rId3">
            <a:alphaModFix/>
          </a:blip>
          <a:srcRect l="149" r="159"/>
          <a:stretch/>
        </p:blipFill>
        <p:spPr>
          <a:xfrm>
            <a:off x="2859278" y="1109924"/>
            <a:ext cx="3425168" cy="4114800"/>
          </a:xfrm>
          <a:prstGeom prst="rect">
            <a:avLst/>
          </a:prstGeom>
          <a:noFill/>
          <a:ln>
            <a:noFill/>
          </a:ln>
          <a:effectLst>
            <a:outerShdw blurRad="114300" dist="19050" dir="5400000" algn="bl" rotWithShape="0">
              <a:srgbClr val="000000">
                <a:alpha val="20000"/>
              </a:srgbClr>
            </a:outerShdw>
          </a:effectLst>
        </p:spPr>
      </p:pic>
      <p:sp>
        <p:nvSpPr>
          <p:cNvPr id="1058" name="Google Shape;1058;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63"/>
        <p:cNvGrpSpPr/>
        <p:nvPr/>
      </p:nvGrpSpPr>
      <p:grpSpPr>
        <a:xfrm>
          <a:off x="0" y="0"/>
          <a:ext cx="0" cy="0"/>
          <a:chOff x="0" y="0"/>
          <a:chExt cx="0" cy="0"/>
        </a:xfrm>
      </p:grpSpPr>
      <p:sp>
        <p:nvSpPr>
          <p:cNvPr id="1064" name="Google Shape;1064;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1065" name="Google Shape;1065;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1066" name="Google Shape;1066;g2c186218c5a_0_48"/>
          <p:cNvPicPr preferRelativeResize="0"/>
          <p:nvPr/>
        </p:nvPicPr>
        <p:blipFill rotWithShape="1">
          <a:blip r:embed="rId3">
            <a:alphaModFix/>
          </a:blip>
          <a:srcRect l="69" r="69"/>
          <a:stretch/>
        </p:blipFill>
        <p:spPr>
          <a:xfrm>
            <a:off x="2859278" y="1109924"/>
            <a:ext cx="3425169" cy="4114800"/>
          </a:xfrm>
          <a:prstGeom prst="rect">
            <a:avLst/>
          </a:prstGeom>
          <a:noFill/>
          <a:ln>
            <a:noFill/>
          </a:ln>
          <a:effectLst>
            <a:outerShdw blurRad="114300" dist="19050" dir="5400000" algn="bl" rotWithShape="0">
              <a:srgbClr val="000000">
                <a:alpha val="20000"/>
              </a:srgbClr>
            </a:outerShdw>
          </a:effectLst>
        </p:spPr>
      </p:pic>
      <p:sp>
        <p:nvSpPr>
          <p:cNvPr id="1067" name="Google Shape;1067;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72"/>
        <p:cNvGrpSpPr/>
        <p:nvPr/>
      </p:nvGrpSpPr>
      <p:grpSpPr>
        <a:xfrm>
          <a:off x="0" y="0"/>
          <a:ext cx="0" cy="0"/>
          <a:chOff x="0" y="0"/>
          <a:chExt cx="0" cy="0"/>
        </a:xfrm>
      </p:grpSpPr>
      <p:sp>
        <p:nvSpPr>
          <p:cNvPr id="1073" name="Google Shape;1073;g26b641b03cd_0_2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1074" name="Google Shape;1074;g26b641b03cd_0_2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1075" name="Google Shape;1075;g26b641b03cd_0_213"/>
          <p:cNvPicPr preferRelativeResize="0"/>
          <p:nvPr/>
        </p:nvPicPr>
        <p:blipFill rotWithShape="1">
          <a:blip r:embed="rId3">
            <a:alphaModFix/>
          </a:blip>
          <a:srcRect/>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1076" name="Google Shape;1076;g26b641b03cd_0_2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81"/>
        <p:cNvGrpSpPr/>
        <p:nvPr/>
      </p:nvGrpSpPr>
      <p:grpSpPr>
        <a:xfrm>
          <a:off x="0" y="0"/>
          <a:ext cx="0" cy="0"/>
          <a:chOff x="0" y="0"/>
          <a:chExt cx="0" cy="0"/>
        </a:xfrm>
      </p:grpSpPr>
      <p:sp>
        <p:nvSpPr>
          <p:cNvPr id="1082" name="Google Shape;1082;g2c186218c5a_0_1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1083" name="Google Shape;1083;g2c186218c5a_0_1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1084" name="Google Shape;1084;g2c186218c5a_0_149"/>
          <p:cNvPicPr preferRelativeResize="0"/>
          <p:nvPr/>
        </p:nvPicPr>
        <p:blipFill rotWithShape="1">
          <a:blip r:embed="rId3">
            <a:alphaModFix/>
          </a:blip>
          <a:srcRect l="129" r="139"/>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1085" name="Google Shape;1085;g2c186218c5a_0_1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90"/>
        <p:cNvGrpSpPr/>
        <p:nvPr/>
      </p:nvGrpSpPr>
      <p:grpSpPr>
        <a:xfrm>
          <a:off x="0" y="0"/>
          <a:ext cx="0" cy="0"/>
          <a:chOff x="0" y="0"/>
          <a:chExt cx="0" cy="0"/>
        </a:xfrm>
      </p:grpSpPr>
      <p:sp>
        <p:nvSpPr>
          <p:cNvPr id="1091" name="Google Shape;1091;g1f3daf8a844_0_6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092" name="Google Shape;1092;g1f3daf8a844_0_6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093" name="Google Shape;1093;g1f3daf8a844_0_64"/>
          <p:cNvGrpSpPr/>
          <p:nvPr/>
        </p:nvGrpSpPr>
        <p:grpSpPr>
          <a:xfrm>
            <a:off x="3024000" y="209875"/>
            <a:ext cx="3096000" cy="454800"/>
            <a:chOff x="3024000" y="209875"/>
            <a:chExt cx="3096000" cy="454800"/>
          </a:xfrm>
        </p:grpSpPr>
        <p:sp>
          <p:nvSpPr>
            <p:cNvPr id="1094" name="Google Shape;1094;g1f3daf8a844_0_64"/>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5" name="Google Shape;1095;g1f3daf8a844_0_64"/>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096" name="Google Shape;1096;g1f3daf8a844_0_64"/>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097" name="Google Shape;1097;g1f3daf8a844_0_64"/>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98" name="Google Shape;1098;g1f3daf8a844_0_64"/>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99" name="Google Shape;1099;g1f3daf8a844_0_64"/>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100" name="Google Shape;1100;g1f3daf8a844_0_64"/>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101" name="Google Shape;1101;g1f3daf8a844_0_64"/>
          <p:cNvSpPr txBox="1"/>
          <p:nvPr/>
        </p:nvSpPr>
        <p:spPr>
          <a:xfrm>
            <a:off x="2333951"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e</a:t>
            </a:r>
            <a:endParaRPr sz="5500" b="0" i="0" u="none" strike="noStrike" cap="none">
              <a:solidFill>
                <a:srgbClr val="ED1C24"/>
              </a:solidFill>
              <a:latin typeface="Jost"/>
              <a:ea typeface="Jost"/>
              <a:cs typeface="Jost"/>
              <a:sym typeface="Jost"/>
            </a:endParaRPr>
          </a:p>
        </p:txBody>
      </p:sp>
      <p:sp>
        <p:nvSpPr>
          <p:cNvPr id="1102" name="Google Shape;1102;g1f3daf8a844_0_64"/>
          <p:cNvSpPr txBox="1"/>
          <p:nvPr/>
        </p:nvSpPr>
        <p:spPr>
          <a:xfrm>
            <a:off x="5792506"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103" name="Google Shape;1103;g1f3daf8a844_0_64"/>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g</a:t>
            </a:r>
            <a:endParaRPr sz="5500" b="0" i="0" u="none" strike="noStrike" cap="none">
              <a:solidFill>
                <a:srgbClr val="2356AF"/>
              </a:solidFill>
              <a:latin typeface="Jost"/>
              <a:ea typeface="Jost"/>
              <a:cs typeface="Jost"/>
              <a:sym typeface="Jost"/>
            </a:endParaRPr>
          </a:p>
        </p:txBody>
      </p:sp>
      <p:sp>
        <p:nvSpPr>
          <p:cNvPr id="1104" name="Google Shape;1104;g1f3daf8a844_0_64"/>
          <p:cNvSpPr txBox="1"/>
          <p:nvPr/>
        </p:nvSpPr>
        <p:spPr>
          <a:xfrm>
            <a:off x="4639654"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1105" name="Google Shape;1105;g1f3daf8a844_0_64"/>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2356AF"/>
              </a:solidFill>
              <a:latin typeface="Jost"/>
              <a:ea typeface="Jost"/>
              <a:cs typeface="Jost"/>
              <a:sym typeface="Jost"/>
            </a:endParaRPr>
          </a:p>
        </p:txBody>
      </p:sp>
      <p:sp>
        <p:nvSpPr>
          <p:cNvPr id="1106" name="Google Shape;1106;g1f3daf8a844_0_64"/>
          <p:cNvSpPr txBox="1"/>
          <p:nvPr/>
        </p:nvSpPr>
        <p:spPr>
          <a:xfrm>
            <a:off x="2333951"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i</a:t>
            </a:r>
            <a:endParaRPr sz="5500" b="0" i="0" u="none" strike="noStrike" cap="none">
              <a:solidFill>
                <a:srgbClr val="ED1C24"/>
              </a:solidFill>
              <a:latin typeface="Jost"/>
              <a:ea typeface="Jost"/>
              <a:cs typeface="Jost"/>
              <a:sym typeface="Jost"/>
            </a:endParaRPr>
          </a:p>
        </p:txBody>
      </p:sp>
      <p:sp>
        <p:nvSpPr>
          <p:cNvPr id="1107" name="Google Shape;1107;g1f3daf8a844_0_64"/>
          <p:cNvSpPr txBox="1"/>
          <p:nvPr/>
        </p:nvSpPr>
        <p:spPr>
          <a:xfrm>
            <a:off x="5792506"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y</a:t>
            </a:r>
            <a:endParaRPr sz="5500" b="0" i="0" u="none" strike="noStrike" cap="none">
              <a:solidFill>
                <a:srgbClr val="FFD403"/>
              </a:solidFill>
              <a:latin typeface="Jost"/>
              <a:ea typeface="Jost"/>
              <a:cs typeface="Jost"/>
              <a:sym typeface="Jost"/>
            </a:endParaRPr>
          </a:p>
        </p:txBody>
      </p:sp>
      <p:sp>
        <p:nvSpPr>
          <p:cNvPr id="1108" name="Google Shape;1108;g1f3daf8a844_0_64"/>
          <p:cNvSpPr txBox="1"/>
          <p:nvPr/>
        </p:nvSpPr>
        <p:spPr>
          <a:xfrm>
            <a:off x="1181100"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e</a:t>
            </a:r>
            <a:endParaRPr sz="5500" b="0" i="0" u="none" strike="noStrike" cap="none">
              <a:solidFill>
                <a:srgbClr val="ED1C24"/>
              </a:solidFill>
              <a:latin typeface="Jost"/>
              <a:ea typeface="Jost"/>
              <a:cs typeface="Jost"/>
              <a:sym typeface="Jost"/>
            </a:endParaRPr>
          </a:p>
        </p:txBody>
      </p:sp>
      <p:sp>
        <p:nvSpPr>
          <p:cNvPr id="1109" name="Google Shape;1109;g1f3daf8a844_0_64"/>
          <p:cNvSpPr txBox="1"/>
          <p:nvPr/>
        </p:nvSpPr>
        <p:spPr>
          <a:xfrm>
            <a:off x="4639654"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993FA2"/>
                </a:solidFill>
                <a:latin typeface="Jost"/>
                <a:ea typeface="Jost"/>
                <a:cs typeface="Jost"/>
                <a:sym typeface="Jost"/>
              </a:rPr>
              <a:t>er</a:t>
            </a:r>
            <a:endParaRPr sz="5500" b="0" i="0" u="none" strike="noStrike" cap="none">
              <a:solidFill>
                <a:srgbClr val="993FA2"/>
              </a:solidFill>
              <a:latin typeface="Jost"/>
              <a:ea typeface="Jost"/>
              <a:cs typeface="Jost"/>
              <a:sym typeface="Jost"/>
            </a:endParaRPr>
          </a:p>
        </p:txBody>
      </p:sp>
      <p:sp>
        <p:nvSpPr>
          <p:cNvPr id="1110" name="Google Shape;1110;g1f3daf8a844_0_64"/>
          <p:cNvSpPr txBox="1"/>
          <p:nvPr/>
        </p:nvSpPr>
        <p:spPr>
          <a:xfrm>
            <a:off x="3486803"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i</a:t>
            </a:r>
            <a:endParaRPr sz="5500" b="0" i="0" u="none" strike="noStrike" cap="none">
              <a:solidFill>
                <a:srgbClr val="ED1C24"/>
              </a:solidFill>
              <a:latin typeface="Jost"/>
              <a:ea typeface="Jost"/>
              <a:cs typeface="Jost"/>
              <a:sym typeface="Jost"/>
            </a:endParaRPr>
          </a:p>
        </p:txBody>
      </p:sp>
      <p:sp>
        <p:nvSpPr>
          <p:cNvPr id="1111" name="Google Shape;1111;g1f3daf8a844_0_64"/>
          <p:cNvSpPr txBox="1"/>
          <p:nvPr/>
        </p:nvSpPr>
        <p:spPr>
          <a:xfrm>
            <a:off x="6945355"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2356AF"/>
              </a:solidFill>
              <a:latin typeface="Jost"/>
              <a:ea typeface="Jost"/>
              <a:cs typeface="Jost"/>
              <a:sym typeface="Jost"/>
            </a:endParaRPr>
          </a:p>
        </p:txBody>
      </p:sp>
      <p:sp>
        <p:nvSpPr>
          <p:cNvPr id="1112" name="Google Shape;1112;g1f3daf8a844_0_6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LAYOUT A</a:t>
            </a:r>
            <a:endParaRPr/>
          </a:p>
        </p:txBody>
      </p:sp>
      <p:sp>
        <p:nvSpPr>
          <p:cNvPr id="1113" name="Google Shape;1113;g1f3daf8a844_0_64"/>
          <p:cNvSpPr txBox="1"/>
          <p:nvPr/>
        </p:nvSpPr>
        <p:spPr>
          <a:xfrm>
            <a:off x="3486803" y="2187547"/>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800" b="0" i="0" u="none" strike="noStrike" cap="none">
                <a:solidFill>
                  <a:srgbClr val="ED1C24"/>
                </a:solidFill>
                <a:latin typeface="Poppins"/>
                <a:ea typeface="Poppins"/>
                <a:cs typeface="Poppins"/>
                <a:sym typeface="Poppins"/>
              </a:rPr>
              <a:t>a</a:t>
            </a:r>
            <a:endParaRPr sz="4800" b="0" i="0" u="none" strike="noStrike" cap="none">
              <a:solidFill>
                <a:srgbClr val="ED1C24"/>
              </a:solidFill>
              <a:latin typeface="Jost"/>
              <a:ea typeface="Jost"/>
              <a:cs typeface="Jost"/>
              <a:sym typeface="Jost"/>
            </a:endParaRPr>
          </a:p>
        </p:txBody>
      </p:sp>
      <p:cxnSp>
        <p:nvCxnSpPr>
          <p:cNvPr id="1114" name="Google Shape;1114;g1f3daf8a844_0_64"/>
          <p:cNvCxnSpPr/>
          <p:nvPr/>
        </p:nvCxnSpPr>
        <p:spPr>
          <a:xfrm>
            <a:off x="1181100" y="3648525"/>
            <a:ext cx="6781800" cy="0"/>
          </a:xfrm>
          <a:prstGeom prst="straightConnector1">
            <a:avLst/>
          </a:prstGeom>
          <a:noFill/>
          <a:ln w="19050" cap="flat" cmpd="sng">
            <a:solidFill>
              <a:srgbClr val="CFD9EF"/>
            </a:solidFill>
            <a:prstDash val="solid"/>
            <a:miter lim="800000"/>
            <a:headEnd type="none" w="sm" len="sm"/>
            <a:tailEnd type="none" w="sm" len="sm"/>
          </a:ln>
        </p:spPr>
      </p:cxn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119"/>
        <p:cNvGrpSpPr/>
        <p:nvPr/>
      </p:nvGrpSpPr>
      <p:grpSpPr>
        <a:xfrm>
          <a:off x="0" y="0"/>
          <a:ext cx="0" cy="0"/>
          <a:chOff x="0" y="0"/>
          <a:chExt cx="0" cy="0"/>
        </a:xfrm>
      </p:grpSpPr>
      <p:sp>
        <p:nvSpPr>
          <p:cNvPr id="1120" name="Google Shape;1120;g2e59be2f130_0_5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121" name="Google Shape;1121;g2e59be2f130_0_5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122" name="Google Shape;1122;g2e59be2f130_0_52"/>
          <p:cNvGrpSpPr/>
          <p:nvPr/>
        </p:nvGrpSpPr>
        <p:grpSpPr>
          <a:xfrm>
            <a:off x="3024000" y="209875"/>
            <a:ext cx="3096000" cy="454800"/>
            <a:chOff x="3024000" y="209875"/>
            <a:chExt cx="3096000" cy="454800"/>
          </a:xfrm>
        </p:grpSpPr>
        <p:sp>
          <p:nvSpPr>
            <p:cNvPr id="1123" name="Google Shape;1123;g2e59be2f130_0_52"/>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24" name="Google Shape;1124;g2e59be2f130_0_52"/>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125" name="Google Shape;1125;g2e59be2f130_0_52"/>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126" name="Google Shape;1126;g2e59be2f130_0_52"/>
          <p:cNvCxnSpPr/>
          <p:nvPr/>
        </p:nvCxnSpPr>
        <p:spPr>
          <a:xfrm>
            <a:off x="1181100" y="39190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1127" name="Google Shape;1127;g2e59be2f130_0_52"/>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28" name="Google Shape;1128;g2e59be2f130_0_52"/>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29" name="Google Shape;1129;g2e59be2f130_0_52"/>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130" name="Google Shape;1130;g2e59be2f130_0_52"/>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131" name="Google Shape;1131;g2e59be2f130_0_52"/>
          <p:cNvSpPr txBox="1"/>
          <p:nvPr/>
        </p:nvSpPr>
        <p:spPr>
          <a:xfrm>
            <a:off x="1193375" y="3501975"/>
            <a:ext cx="67818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800"/>
              <a:buFont typeface="Arial"/>
              <a:buNone/>
            </a:pP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gent gi</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nt energy tr</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gic digit</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l</a:t>
            </a:r>
            <a:endParaRPr sz="1800" b="0" i="0" u="none" strike="noStrike" cap="none">
              <a:solidFill>
                <a:srgbClr val="B7B7B7"/>
              </a:solidFill>
              <a:latin typeface="Jost"/>
              <a:ea typeface="Jost"/>
              <a:cs typeface="Jost"/>
              <a:sym typeface="Jost"/>
            </a:endParaRPr>
          </a:p>
        </p:txBody>
      </p:sp>
      <p:sp>
        <p:nvSpPr>
          <p:cNvPr id="1132" name="Google Shape;1132;g2e59be2f130_0_52"/>
          <p:cNvSpPr txBox="1"/>
          <p:nvPr/>
        </p:nvSpPr>
        <p:spPr>
          <a:xfrm>
            <a:off x="2333951"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e</a:t>
            </a:r>
            <a:endParaRPr sz="5500" b="0" i="0" u="none" strike="noStrike" cap="none">
              <a:solidFill>
                <a:srgbClr val="ED1C24"/>
              </a:solidFill>
              <a:latin typeface="Jost"/>
              <a:ea typeface="Jost"/>
              <a:cs typeface="Jost"/>
              <a:sym typeface="Jost"/>
            </a:endParaRPr>
          </a:p>
        </p:txBody>
      </p:sp>
      <p:sp>
        <p:nvSpPr>
          <p:cNvPr id="1133" name="Google Shape;1133;g2e59be2f130_0_52"/>
          <p:cNvSpPr txBox="1"/>
          <p:nvPr/>
        </p:nvSpPr>
        <p:spPr>
          <a:xfrm>
            <a:off x="5792506"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134" name="Google Shape;1134;g2e59be2f130_0_52"/>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g</a:t>
            </a:r>
            <a:endParaRPr sz="5500" b="0" i="0" u="none" strike="noStrike" cap="none">
              <a:solidFill>
                <a:srgbClr val="2356AF"/>
              </a:solidFill>
              <a:latin typeface="Jost"/>
              <a:ea typeface="Jost"/>
              <a:cs typeface="Jost"/>
              <a:sym typeface="Jost"/>
            </a:endParaRPr>
          </a:p>
        </p:txBody>
      </p:sp>
      <p:sp>
        <p:nvSpPr>
          <p:cNvPr id="1135" name="Google Shape;1135;g2e59be2f130_0_52"/>
          <p:cNvSpPr txBox="1"/>
          <p:nvPr/>
        </p:nvSpPr>
        <p:spPr>
          <a:xfrm>
            <a:off x="4639654"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cxnSp>
        <p:nvCxnSpPr>
          <p:cNvPr id="1136" name="Google Shape;1136;g2e59be2f130_0_52"/>
          <p:cNvCxnSpPr/>
          <p:nvPr/>
        </p:nvCxnSpPr>
        <p:spPr>
          <a:xfrm>
            <a:off x="1181100" y="33780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137" name="Google Shape;1137;g2e59be2f130_0_52"/>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2356AF"/>
              </a:solidFill>
              <a:latin typeface="Jost"/>
              <a:ea typeface="Jost"/>
              <a:cs typeface="Jost"/>
              <a:sym typeface="Jost"/>
            </a:endParaRPr>
          </a:p>
        </p:txBody>
      </p:sp>
      <p:sp>
        <p:nvSpPr>
          <p:cNvPr id="1138" name="Google Shape;1138;g2e59be2f130_0_52"/>
          <p:cNvSpPr txBox="1"/>
          <p:nvPr/>
        </p:nvSpPr>
        <p:spPr>
          <a:xfrm>
            <a:off x="2333951"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i</a:t>
            </a:r>
            <a:endParaRPr sz="5500" b="0" i="0" u="none" strike="noStrike" cap="none">
              <a:solidFill>
                <a:srgbClr val="ED1C24"/>
              </a:solidFill>
              <a:latin typeface="Jost"/>
              <a:ea typeface="Jost"/>
              <a:cs typeface="Jost"/>
              <a:sym typeface="Jost"/>
            </a:endParaRPr>
          </a:p>
        </p:txBody>
      </p:sp>
      <p:sp>
        <p:nvSpPr>
          <p:cNvPr id="1139" name="Google Shape;1139;g2e59be2f130_0_52"/>
          <p:cNvSpPr txBox="1"/>
          <p:nvPr/>
        </p:nvSpPr>
        <p:spPr>
          <a:xfrm>
            <a:off x="5792506"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y</a:t>
            </a:r>
            <a:endParaRPr sz="5500" b="0" i="0" u="none" strike="noStrike" cap="none">
              <a:solidFill>
                <a:srgbClr val="FFD403"/>
              </a:solidFill>
              <a:latin typeface="Jost"/>
              <a:ea typeface="Jost"/>
              <a:cs typeface="Jost"/>
              <a:sym typeface="Jost"/>
            </a:endParaRPr>
          </a:p>
        </p:txBody>
      </p:sp>
      <p:sp>
        <p:nvSpPr>
          <p:cNvPr id="1140" name="Google Shape;1140;g2e59be2f130_0_52"/>
          <p:cNvSpPr txBox="1"/>
          <p:nvPr/>
        </p:nvSpPr>
        <p:spPr>
          <a:xfrm>
            <a:off x="1181100"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e</a:t>
            </a:r>
            <a:endParaRPr sz="5500" b="0" i="0" u="none" strike="noStrike" cap="none">
              <a:solidFill>
                <a:srgbClr val="ED1C24"/>
              </a:solidFill>
              <a:latin typeface="Jost"/>
              <a:ea typeface="Jost"/>
              <a:cs typeface="Jost"/>
              <a:sym typeface="Jost"/>
            </a:endParaRPr>
          </a:p>
        </p:txBody>
      </p:sp>
      <p:sp>
        <p:nvSpPr>
          <p:cNvPr id="1141" name="Google Shape;1141;g2e59be2f130_0_52"/>
          <p:cNvSpPr txBox="1"/>
          <p:nvPr/>
        </p:nvSpPr>
        <p:spPr>
          <a:xfrm>
            <a:off x="4639654"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993FA2"/>
                </a:solidFill>
                <a:latin typeface="Jost"/>
                <a:ea typeface="Jost"/>
                <a:cs typeface="Jost"/>
                <a:sym typeface="Jost"/>
              </a:rPr>
              <a:t>er</a:t>
            </a:r>
            <a:endParaRPr sz="5500" b="0" i="0" u="none" strike="noStrike" cap="none">
              <a:solidFill>
                <a:srgbClr val="993FA2"/>
              </a:solidFill>
              <a:latin typeface="Jost"/>
              <a:ea typeface="Jost"/>
              <a:cs typeface="Jost"/>
              <a:sym typeface="Jost"/>
            </a:endParaRPr>
          </a:p>
        </p:txBody>
      </p:sp>
      <p:sp>
        <p:nvSpPr>
          <p:cNvPr id="1142" name="Google Shape;1142;g2e59be2f130_0_52"/>
          <p:cNvSpPr txBox="1"/>
          <p:nvPr/>
        </p:nvSpPr>
        <p:spPr>
          <a:xfrm>
            <a:off x="3486803"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i</a:t>
            </a:r>
            <a:endParaRPr sz="5500" b="0" i="0" u="none" strike="noStrike" cap="none">
              <a:solidFill>
                <a:srgbClr val="ED1C24"/>
              </a:solidFill>
              <a:latin typeface="Jost"/>
              <a:ea typeface="Jost"/>
              <a:cs typeface="Jost"/>
              <a:sym typeface="Jost"/>
            </a:endParaRPr>
          </a:p>
        </p:txBody>
      </p:sp>
      <p:sp>
        <p:nvSpPr>
          <p:cNvPr id="1143" name="Google Shape;1143;g2e59be2f130_0_52"/>
          <p:cNvSpPr txBox="1"/>
          <p:nvPr/>
        </p:nvSpPr>
        <p:spPr>
          <a:xfrm>
            <a:off x="6945355"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2356AF"/>
              </a:solidFill>
              <a:latin typeface="Jost"/>
              <a:ea typeface="Jost"/>
              <a:cs typeface="Jost"/>
              <a:sym typeface="Jost"/>
            </a:endParaRPr>
          </a:p>
        </p:txBody>
      </p:sp>
      <p:sp>
        <p:nvSpPr>
          <p:cNvPr id="1144" name="Google Shape;1144;g2e59be2f130_0_52"/>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LAYOUT A</a:t>
            </a:r>
            <a:endParaRPr/>
          </a:p>
        </p:txBody>
      </p:sp>
      <p:sp>
        <p:nvSpPr>
          <p:cNvPr id="1145" name="Google Shape;1145;g2e59be2f130_0_52"/>
          <p:cNvSpPr txBox="1"/>
          <p:nvPr/>
        </p:nvSpPr>
        <p:spPr>
          <a:xfrm>
            <a:off x="3486803" y="2187547"/>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800" b="0" i="0" u="none" strike="noStrike" cap="none">
                <a:solidFill>
                  <a:srgbClr val="ED1C24"/>
                </a:solidFill>
                <a:latin typeface="Poppins"/>
                <a:ea typeface="Poppins"/>
                <a:cs typeface="Poppins"/>
                <a:sym typeface="Poppins"/>
              </a:rPr>
              <a:t>a</a:t>
            </a:r>
            <a:endParaRPr sz="4800" b="0" i="0" u="none" strike="noStrike" cap="none">
              <a:solidFill>
                <a:srgbClr val="ED1C24"/>
              </a:solidFill>
              <a:latin typeface="Jost"/>
              <a:ea typeface="Jost"/>
              <a:cs typeface="Jost"/>
              <a:sym typeface="Jost"/>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465</Words>
  <Application>Microsoft Office PowerPoint</Application>
  <PresentationFormat>On-screen Show (4:3)</PresentationFormat>
  <Paragraphs>157</Paragraphs>
  <Slides>23</Slides>
  <Notes>23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23</vt:i4>
      </vt:variant>
    </vt:vector>
  </HeadingPairs>
  <TitlesOfParts>
    <vt:vector size="31" baseType="lpstr">
      <vt:lpstr>Poppins Medium</vt:lpstr>
      <vt:lpstr>Jost</vt:lpstr>
      <vt:lpstr>Poppins</vt:lpstr>
      <vt:lpstr>Nunito Black</vt:lpstr>
      <vt:lpstr>Calibri</vt:lpstr>
      <vt:lpstr>Poppins SemiBold</vt:lpstr>
      <vt:lpstr>Arial</vt:lpstr>
      <vt:lpstr>Office Theme</vt:lpstr>
      <vt:lpstr>PowerPoint Presentation</vt:lpstr>
      <vt:lpstr>PowerPoint Presentation</vt:lpstr>
      <vt:lpstr>Recall all GPCs learned so far using flashcards.</vt:lpstr>
      <vt:lpstr>Recall all GPCs learned so far using flashcards.</vt:lpstr>
      <vt:lpstr>Recall all GPCs learned so far using flashcards.</vt:lpstr>
      <vt:lpstr>Recall all GPCs learned so far using flashcards.</vt:lpstr>
      <vt:lpstr>Review Phase 2 Common Exception Words  as I is no go to into the put his has of pull full.</vt:lpstr>
      <vt:lpstr>Review Phase 3 Common Exception Words push they me we be he she my by looked you are there here were all sure.</vt:lpstr>
      <vt:lpstr>Review Phase 4 Common Exception Words said like out have some come what was so old do little one.</vt:lpstr>
      <vt:lpstr>Review Phase 5 Common Exception Words today house mouse hour because Mr Mrs Ms where should could would move use want.</vt:lpstr>
      <vt:lpstr>Review Phase 5.5 Common Exception Words people wild child mind kind behind eye oh most only both though through who prove shoe beautiful climb Christmas school.</vt:lpstr>
      <vt:lpstr>Review Grapheme Caption</vt:lpstr>
      <vt:lpstr>Teach Grapheme Caption</vt:lpstr>
      <vt:lpstr>Explain Decoding</vt:lpstr>
      <vt:lpstr>Model Blending Phonemes</vt:lpstr>
      <vt:lpstr>Model Blending Phonemes</vt:lpstr>
      <vt:lpstr>Explain Encoding</vt:lpstr>
      <vt:lpstr>Build a Decodable Word</vt:lpstr>
      <vt:lpstr>Build a Decodable Word</vt:lpstr>
      <vt:lpstr>Practise with Alien Words</vt:lpstr>
      <vt:lpstr>Practise with Alien Words</vt:lpstr>
      <vt:lpstr>Practise Building Words</vt:lpstr>
      <vt:lpstr>Practise Building Words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2026-05-27T04:53:39Z</dcterms:modified>
</cp:coreProperties>
</file>