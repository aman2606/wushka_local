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Jost" panose="020B0604020202020204" charset="0"/>
      <p:regular r:id="rId20"/>
      <p:bold r:id="rId21"/>
      <p:italic r:id="rId22"/>
      <p:boldItalic r:id="rId23"/>
    </p:embeddedFont>
    <p:embeddedFont>
      <p:font typeface="Nunito Black" pitchFamily="2" charset="0"/>
      <p:bold r:id="rId24"/>
      <p:boldItalic r:id="rId25"/>
    </p:embeddedFont>
    <p:embeddedFont>
      <p:font typeface="Poppins" panose="00000500000000000000" pitchFamily="2" charset="0"/>
      <p:regular r:id="rId26"/>
      <p:bold r:id="rId27"/>
      <p:italic r:id="rId28"/>
      <p:boldItalic r:id="rId29"/>
    </p:embeddedFont>
    <p:embeddedFont>
      <p:font typeface="Poppins Medium" panose="00000600000000000000" pitchFamily="2" charset="0"/>
      <p:regular r:id="rId30"/>
      <p:bold r:id="rId31"/>
      <p:italic r:id="rId32"/>
      <p:boldItalic r:id="rId33"/>
    </p:embeddedFont>
    <p:embeddedFont>
      <p:font typeface="Poppins SemiBold" panose="000007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iI52meaVtwCxRER9iyFNlJGoGu4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7186F7-4E6E-44E3-AC0D-87EDDE6B4B97}">
  <a:tblStyle styleId="{8F7186F7-4E6E-44E3-AC0D-87EDDE6B4B9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19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4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8" name="Google Shape;64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e6426cc07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e6426cc07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e6426cc07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ce6426cc07_0_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ce6426cc07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ce6426cc07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743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Sound Family /ai/</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72" name="Google Shape;172;g26b641b03cd_0_260"/>
            <p:cNvGrpSpPr/>
            <p:nvPr/>
          </p:nvGrpSpPr>
          <p:grpSpPr>
            <a:xfrm>
              <a:off x="590592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174" name="Google Shape;174;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8" name="Google Shape;18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89" name="Google Shape;18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0" name="Google Shape;190;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1" name="Google Shape;19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2" name="Google Shape;19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3" name="Google Shape;19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4" name="Google Shape;19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5" name="Google Shape;19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7" name="Google Shape;19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8" name="Google Shape;198;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9" name="Google Shape;199;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1" name="Google Shape;201;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5" name="Google Shape;20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6" name="Google Shape;20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7" name="Google Shape;207;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9" name="Google Shape;21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0" name="Google Shape;22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1" name="Google Shape;22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2" name="Google Shape;22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3" name="Google Shape;22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6" name="Google Shape;22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7" name="Google Shape;227;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8" name="Google Shape;228;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0" name="Google Shape;230;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1" name="Google Shape;231;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4" name="Google Shape;23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5" name="Google Shape;23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8" name="Google Shape;24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49" name="Google Shape;249;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0" name="Google Shape;250;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3" name="Google Shape;25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4" name="Google Shape;25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5" name="Google Shape;25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6" name="Google Shape;256;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3" name="Google Shape;26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6" name="Google Shape;266;g2c157a2fb06_0_53"/>
          <p:cNvGrpSpPr/>
          <p:nvPr/>
        </p:nvGrpSpPr>
        <p:grpSpPr>
          <a:xfrm>
            <a:off x="662575" y="6212475"/>
            <a:ext cx="586800" cy="571500"/>
            <a:chOff x="662575" y="6212475"/>
            <a:chExt cx="586800" cy="571500"/>
          </a:xfrm>
        </p:grpSpPr>
        <p:sp>
          <p:nvSpPr>
            <p:cNvPr id="267" name="Google Shape;26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157a2fb06_0_53"/>
          <p:cNvGrpSpPr/>
          <p:nvPr/>
        </p:nvGrpSpPr>
        <p:grpSpPr>
          <a:xfrm>
            <a:off x="7894350" y="6212475"/>
            <a:ext cx="586800" cy="571500"/>
            <a:chOff x="7894350" y="6212475"/>
            <a:chExt cx="586800" cy="571500"/>
          </a:xfrm>
        </p:grpSpPr>
        <p:sp>
          <p:nvSpPr>
            <p:cNvPr id="271" name="Google Shape;27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4"/>
        <p:cNvGrpSpPr/>
        <p:nvPr/>
      </p:nvGrpSpPr>
      <p:grpSpPr>
        <a:xfrm>
          <a:off x="0" y="0"/>
          <a:ext cx="0" cy="0"/>
          <a:chOff x="0" y="0"/>
          <a:chExt cx="0" cy="0"/>
        </a:xfrm>
      </p:grpSpPr>
      <p:pic>
        <p:nvPicPr>
          <p:cNvPr id="275" name="Google Shape;27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6" name="Google Shape;2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7" name="Google Shape;2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8" name="Google Shape;278;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79" name="Google Shape;279;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3" name="Google Shape;2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4" name="Google Shape;284;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158"/>
          <p:cNvGrpSpPr/>
          <p:nvPr/>
        </p:nvGrpSpPr>
        <p:grpSpPr>
          <a:xfrm>
            <a:off x="662575" y="6212475"/>
            <a:ext cx="586800" cy="571500"/>
            <a:chOff x="662575" y="6212475"/>
            <a:chExt cx="586800" cy="571500"/>
          </a:xfrm>
        </p:grpSpPr>
        <p:sp>
          <p:nvSpPr>
            <p:cNvPr id="295" name="Google Shape;29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158"/>
          <p:cNvGrpSpPr/>
          <p:nvPr/>
        </p:nvGrpSpPr>
        <p:grpSpPr>
          <a:xfrm>
            <a:off x="7894350" y="6212475"/>
            <a:ext cx="586800" cy="571500"/>
            <a:chOff x="7894350" y="6212475"/>
            <a:chExt cx="586800" cy="571500"/>
          </a:xfrm>
        </p:grpSpPr>
        <p:sp>
          <p:nvSpPr>
            <p:cNvPr id="299" name="Google Shape;29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2"/>
        <p:cNvGrpSpPr/>
        <p:nvPr/>
      </p:nvGrpSpPr>
      <p:grpSpPr>
        <a:xfrm>
          <a:off x="0" y="0"/>
          <a:ext cx="0" cy="0"/>
          <a:chOff x="0" y="0"/>
          <a:chExt cx="0" cy="0"/>
        </a:xfrm>
      </p:grpSpPr>
      <p:sp>
        <p:nvSpPr>
          <p:cNvPr id="303" name="Google Shape;30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4" name="Google Shape;30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5" name="Google Shape;305;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a:spLocks noGrp="1"/>
          </p:cNvSpPr>
          <p:nvPr>
            <p:ph type="pic" idx="5"/>
          </p:nvPr>
        </p:nvSpPr>
        <p:spPr>
          <a:xfrm>
            <a:off x="5086375" y="4412425"/>
            <a:ext cx="2668800" cy="1291500"/>
          </a:xfrm>
          <a:prstGeom prst="rect">
            <a:avLst/>
          </a:prstGeom>
          <a:noFill/>
          <a:ln>
            <a:noFill/>
          </a:ln>
        </p:spPr>
      </p:sp>
      <p:sp>
        <p:nvSpPr>
          <p:cNvPr id="310" name="Google Shape;310;g2c157a2fb06_0_263"/>
          <p:cNvSpPr>
            <a:spLocks noGrp="1"/>
          </p:cNvSpPr>
          <p:nvPr>
            <p:ph type="pic" idx="6"/>
          </p:nvPr>
        </p:nvSpPr>
        <p:spPr>
          <a:xfrm>
            <a:off x="5086375" y="797675"/>
            <a:ext cx="2668800" cy="1291500"/>
          </a:xfrm>
          <a:prstGeom prst="rect">
            <a:avLst/>
          </a:prstGeom>
          <a:noFill/>
          <a:ln>
            <a:noFill/>
          </a:ln>
        </p:spPr>
      </p:sp>
      <p:sp>
        <p:nvSpPr>
          <p:cNvPr id="311" name="Google Shape;311;g2c157a2fb06_0_263"/>
          <p:cNvSpPr>
            <a:spLocks noGrp="1"/>
          </p:cNvSpPr>
          <p:nvPr>
            <p:ph type="pic" idx="7"/>
          </p:nvPr>
        </p:nvSpPr>
        <p:spPr>
          <a:xfrm>
            <a:off x="5086375" y="2002592"/>
            <a:ext cx="2668800" cy="1291500"/>
          </a:xfrm>
          <a:prstGeom prst="rect">
            <a:avLst/>
          </a:prstGeom>
          <a:noFill/>
          <a:ln>
            <a:noFill/>
          </a:ln>
        </p:spPr>
      </p:sp>
      <p:sp>
        <p:nvSpPr>
          <p:cNvPr id="312" name="Google Shape;312;g2c157a2fb06_0_263"/>
          <p:cNvSpPr>
            <a:spLocks noGrp="1"/>
          </p:cNvSpPr>
          <p:nvPr>
            <p:ph type="pic" idx="8"/>
          </p:nvPr>
        </p:nvSpPr>
        <p:spPr>
          <a:xfrm>
            <a:off x="5086375" y="3207508"/>
            <a:ext cx="2668800" cy="1291500"/>
          </a:xfrm>
          <a:prstGeom prst="rect">
            <a:avLst/>
          </a:prstGeom>
          <a:noFill/>
          <a:ln>
            <a:noFill/>
          </a:ln>
        </p:spPr>
      </p:sp>
      <p:sp>
        <p:nvSpPr>
          <p:cNvPr id="313" name="Google Shape;31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5" name="Google Shape;315;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7" name="Google Shape;317;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2" name="Google Shape;32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3" name="Google Shape;323;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5" name="Google Shape;325;g2c157a2fb06_0_263"/>
          <p:cNvGrpSpPr/>
          <p:nvPr/>
        </p:nvGrpSpPr>
        <p:grpSpPr>
          <a:xfrm>
            <a:off x="662575" y="6212475"/>
            <a:ext cx="586800" cy="571500"/>
            <a:chOff x="662575" y="6212475"/>
            <a:chExt cx="586800" cy="571500"/>
          </a:xfrm>
        </p:grpSpPr>
        <p:sp>
          <p:nvSpPr>
            <p:cNvPr id="326" name="Google Shape;32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9" name="Google Shape;329;g2c157a2fb06_0_263"/>
          <p:cNvGrpSpPr/>
          <p:nvPr/>
        </p:nvGrpSpPr>
        <p:grpSpPr>
          <a:xfrm>
            <a:off x="7894350" y="6212475"/>
            <a:ext cx="586800" cy="571500"/>
            <a:chOff x="7894350" y="6212475"/>
            <a:chExt cx="586800" cy="571500"/>
          </a:xfrm>
        </p:grpSpPr>
        <p:sp>
          <p:nvSpPr>
            <p:cNvPr id="330" name="Google Shape;33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3"/>
        <p:cNvGrpSpPr/>
        <p:nvPr/>
      </p:nvGrpSpPr>
      <p:grpSpPr>
        <a:xfrm>
          <a:off x="0" y="0"/>
          <a:ext cx="0" cy="0"/>
          <a:chOff x="0" y="0"/>
          <a:chExt cx="0" cy="0"/>
        </a:xfrm>
      </p:grpSpPr>
      <p:cxnSp>
        <p:nvCxnSpPr>
          <p:cNvPr id="334" name="Google Shape;33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5" name="Google Shape;33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6" name="Google Shape;33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7" name="Google Shape;33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8" name="Google Shape;33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39" name="Google Shape;33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1" name="Google Shape;341;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3" name="Google Shape;343;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4" name="Google Shape;344;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7" name="Google Shape;34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8" name="Google Shape;34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49" name="Google Shape;349;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1" name="Google Shape;351;g2c157a2fb06_0_467"/>
          <p:cNvGrpSpPr/>
          <p:nvPr/>
        </p:nvGrpSpPr>
        <p:grpSpPr>
          <a:xfrm>
            <a:off x="662575" y="6212475"/>
            <a:ext cx="586800" cy="571500"/>
            <a:chOff x="662575" y="6212475"/>
            <a:chExt cx="586800" cy="571500"/>
          </a:xfrm>
        </p:grpSpPr>
        <p:sp>
          <p:nvSpPr>
            <p:cNvPr id="352" name="Google Shape;35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467"/>
          <p:cNvGrpSpPr/>
          <p:nvPr/>
        </p:nvGrpSpPr>
        <p:grpSpPr>
          <a:xfrm>
            <a:off x="7894350" y="6212475"/>
            <a:ext cx="586800" cy="571500"/>
            <a:chOff x="7894350" y="6212475"/>
            <a:chExt cx="586800" cy="571500"/>
          </a:xfrm>
        </p:grpSpPr>
        <p:sp>
          <p:nvSpPr>
            <p:cNvPr id="356" name="Google Shape;35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59"/>
        <p:cNvGrpSpPr/>
        <p:nvPr/>
      </p:nvGrpSpPr>
      <p:grpSpPr>
        <a:xfrm>
          <a:off x="0" y="0"/>
          <a:ext cx="0" cy="0"/>
          <a:chOff x="0" y="0"/>
          <a:chExt cx="0" cy="0"/>
        </a:xfrm>
      </p:grpSpPr>
      <p:cxnSp>
        <p:nvCxnSpPr>
          <p:cNvPr id="360" name="Google Shape;36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3" name="Google Shape;363;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4" name="Google Shape;364;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5" name="Google Shape;365;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7" name="Google Shape;367;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9" name="Google Shape;369;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0" name="Google Shape;370;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3" name="Google Shape;37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5" name="Google Shape;375;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7" name="Google Shape;377;g2c157a2fb06_0_629"/>
          <p:cNvGrpSpPr/>
          <p:nvPr/>
        </p:nvGrpSpPr>
        <p:grpSpPr>
          <a:xfrm>
            <a:off x="662575" y="6212475"/>
            <a:ext cx="586800" cy="571500"/>
            <a:chOff x="662575" y="6212475"/>
            <a:chExt cx="586800" cy="571500"/>
          </a:xfrm>
        </p:grpSpPr>
        <p:sp>
          <p:nvSpPr>
            <p:cNvPr id="378" name="Google Shape;378;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629"/>
          <p:cNvGrpSpPr/>
          <p:nvPr/>
        </p:nvGrpSpPr>
        <p:grpSpPr>
          <a:xfrm>
            <a:off x="7894350" y="6212475"/>
            <a:ext cx="586800" cy="571500"/>
            <a:chOff x="7894350" y="6212475"/>
            <a:chExt cx="586800" cy="571500"/>
          </a:xfrm>
        </p:grpSpPr>
        <p:sp>
          <p:nvSpPr>
            <p:cNvPr id="382" name="Google Shape;382;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5"/>
        <p:cNvGrpSpPr/>
        <p:nvPr/>
      </p:nvGrpSpPr>
      <p:grpSpPr>
        <a:xfrm>
          <a:off x="0" y="0"/>
          <a:ext cx="0" cy="0"/>
          <a:chOff x="0" y="0"/>
          <a:chExt cx="0" cy="0"/>
        </a:xfrm>
      </p:grpSpPr>
      <p:cxnSp>
        <p:nvCxnSpPr>
          <p:cNvPr id="386" name="Google Shape;38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7" name="Google Shape;38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9" name="Google Shape;38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4" name="Google Shape;394;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6" name="Google Shape;396;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7" name="Google Shape;397;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0" name="Google Shape;40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1" name="Google Shape;40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2" name="Google Shape;402;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4" name="Google Shape;404;g2c157a2fb06_0_798"/>
          <p:cNvGrpSpPr/>
          <p:nvPr/>
        </p:nvGrpSpPr>
        <p:grpSpPr>
          <a:xfrm>
            <a:off x="662575" y="6212475"/>
            <a:ext cx="586800" cy="571500"/>
            <a:chOff x="662575" y="6212475"/>
            <a:chExt cx="586800" cy="571500"/>
          </a:xfrm>
        </p:grpSpPr>
        <p:sp>
          <p:nvSpPr>
            <p:cNvPr id="405" name="Google Shape;40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798"/>
          <p:cNvGrpSpPr/>
          <p:nvPr/>
        </p:nvGrpSpPr>
        <p:grpSpPr>
          <a:xfrm>
            <a:off x="7894350" y="6212475"/>
            <a:ext cx="586800" cy="571500"/>
            <a:chOff x="7894350" y="6212475"/>
            <a:chExt cx="586800" cy="571500"/>
          </a:xfrm>
        </p:grpSpPr>
        <p:sp>
          <p:nvSpPr>
            <p:cNvPr id="409" name="Google Shape;40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2"/>
        <p:cNvGrpSpPr/>
        <p:nvPr/>
      </p:nvGrpSpPr>
      <p:grpSpPr>
        <a:xfrm>
          <a:off x="0" y="0"/>
          <a:ext cx="0" cy="0"/>
          <a:chOff x="0" y="0"/>
          <a:chExt cx="0" cy="0"/>
        </a:xfrm>
      </p:grpSpPr>
      <p:cxnSp>
        <p:nvCxnSpPr>
          <p:cNvPr id="413" name="Google Shape;41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19" name="Google Shape;419;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1" name="Google Shape;421;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3" name="Google Shape;423;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7" name="Google Shape;42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8" name="Google Shape;42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29" name="Google Shape;429;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1" name="Google Shape;431;g2c157a2fb06_0_825"/>
          <p:cNvGrpSpPr/>
          <p:nvPr/>
        </p:nvGrpSpPr>
        <p:grpSpPr>
          <a:xfrm>
            <a:off x="662575" y="6212475"/>
            <a:ext cx="586800" cy="571500"/>
            <a:chOff x="662575" y="6212475"/>
            <a:chExt cx="586800" cy="571500"/>
          </a:xfrm>
        </p:grpSpPr>
        <p:sp>
          <p:nvSpPr>
            <p:cNvPr id="432" name="Google Shape;43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825"/>
          <p:cNvGrpSpPr/>
          <p:nvPr/>
        </p:nvGrpSpPr>
        <p:grpSpPr>
          <a:xfrm>
            <a:off x="7894350" y="6212475"/>
            <a:ext cx="586800" cy="571500"/>
            <a:chOff x="7894350" y="6212475"/>
            <a:chExt cx="586800" cy="571500"/>
          </a:xfrm>
        </p:grpSpPr>
        <p:sp>
          <p:nvSpPr>
            <p:cNvPr id="436" name="Google Shape;43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39"/>
        <p:cNvGrpSpPr/>
        <p:nvPr/>
      </p:nvGrpSpPr>
      <p:grpSpPr>
        <a:xfrm>
          <a:off x="0" y="0"/>
          <a:ext cx="0" cy="0"/>
          <a:chOff x="0" y="0"/>
          <a:chExt cx="0" cy="0"/>
        </a:xfrm>
      </p:grpSpPr>
      <p:sp>
        <p:nvSpPr>
          <p:cNvPr id="440" name="Google Shape;44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4" name="Google Shape;44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6" name="Google Shape;446;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9" name="Google Shape;45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0" name="Google Shape;460;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2" name="Google Shape;462;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6" name="Google Shape;46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7" name="Google Shape;46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8" name="Google Shape;468;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0" name="Google Shape;470;g2c157a2fb06_0_700"/>
          <p:cNvGrpSpPr/>
          <p:nvPr/>
        </p:nvGrpSpPr>
        <p:grpSpPr>
          <a:xfrm>
            <a:off x="662575" y="6212475"/>
            <a:ext cx="586800" cy="571500"/>
            <a:chOff x="662575" y="6212475"/>
            <a:chExt cx="586800" cy="571500"/>
          </a:xfrm>
        </p:grpSpPr>
        <p:sp>
          <p:nvSpPr>
            <p:cNvPr id="471" name="Google Shape;47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4" name="Google Shape;474;g2c157a2fb06_0_700"/>
          <p:cNvGrpSpPr/>
          <p:nvPr/>
        </p:nvGrpSpPr>
        <p:grpSpPr>
          <a:xfrm>
            <a:off x="7894350" y="6212475"/>
            <a:ext cx="586800" cy="571500"/>
            <a:chOff x="7894350" y="6212475"/>
            <a:chExt cx="586800" cy="571500"/>
          </a:xfrm>
        </p:grpSpPr>
        <p:sp>
          <p:nvSpPr>
            <p:cNvPr id="475" name="Google Shape;47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8"/>
        <p:cNvGrpSpPr/>
        <p:nvPr/>
      </p:nvGrpSpPr>
      <p:grpSpPr>
        <a:xfrm>
          <a:off x="0" y="0"/>
          <a:ext cx="0" cy="0"/>
          <a:chOff x="0" y="0"/>
          <a:chExt cx="0" cy="0"/>
        </a:xfrm>
      </p:grpSpPr>
      <p:sp>
        <p:nvSpPr>
          <p:cNvPr id="479" name="Google Shape;47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0" name="Google Shape;48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1" name="Google Shape;48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8" name="Google Shape;48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9" name="Google Shape;48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0" name="Google Shape;490;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1" name="Google Shape;491;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1" name="Google Shape;501;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5" name="Google Shape;50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6" name="Google Shape;50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7" name="Google Shape;507;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09" name="Google Shape;509;g2c157a2fb06_0_932"/>
          <p:cNvGrpSpPr/>
          <p:nvPr/>
        </p:nvGrpSpPr>
        <p:grpSpPr>
          <a:xfrm>
            <a:off x="662575" y="6212475"/>
            <a:ext cx="586800" cy="571500"/>
            <a:chOff x="662575" y="6212475"/>
            <a:chExt cx="586800" cy="571500"/>
          </a:xfrm>
        </p:grpSpPr>
        <p:sp>
          <p:nvSpPr>
            <p:cNvPr id="510" name="Google Shape;51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932"/>
          <p:cNvGrpSpPr/>
          <p:nvPr/>
        </p:nvGrpSpPr>
        <p:grpSpPr>
          <a:xfrm>
            <a:off x="7894350" y="6212475"/>
            <a:ext cx="586800" cy="571500"/>
            <a:chOff x="7894350" y="6212475"/>
            <a:chExt cx="586800" cy="571500"/>
          </a:xfrm>
        </p:grpSpPr>
        <p:sp>
          <p:nvSpPr>
            <p:cNvPr id="514" name="Google Shape;51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7"/>
        <p:cNvGrpSpPr/>
        <p:nvPr/>
      </p:nvGrpSpPr>
      <p:grpSpPr>
        <a:xfrm>
          <a:off x="0" y="0"/>
          <a:ext cx="0" cy="0"/>
          <a:chOff x="0" y="0"/>
          <a:chExt cx="0" cy="0"/>
        </a:xfrm>
      </p:grpSpPr>
      <p:cxnSp>
        <p:nvCxnSpPr>
          <p:cNvPr id="518" name="Google Shape;51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19" name="Google Shape;51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0" name="Google Shape;52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1" name="Google Shape;52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0" name="Google Shape;53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1" name="Google Shape;531;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3" name="Google Shape;53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4" name="Google Shape;53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5" name="Google Shape;535;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2" name="Google Shape;54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3" name="Google Shape;543;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5" name="Google Shape;545;g2c157a2fb06_0_1045"/>
          <p:cNvGrpSpPr/>
          <p:nvPr/>
        </p:nvGrpSpPr>
        <p:grpSpPr>
          <a:xfrm>
            <a:off x="662575" y="6212475"/>
            <a:ext cx="586800" cy="571500"/>
            <a:chOff x="662575" y="6212475"/>
            <a:chExt cx="586800" cy="571500"/>
          </a:xfrm>
        </p:grpSpPr>
        <p:sp>
          <p:nvSpPr>
            <p:cNvPr id="546" name="Google Shape;54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9" name="Google Shape;549;g2c157a2fb06_0_1045"/>
          <p:cNvGrpSpPr/>
          <p:nvPr/>
        </p:nvGrpSpPr>
        <p:grpSpPr>
          <a:xfrm>
            <a:off x="7894350" y="6212475"/>
            <a:ext cx="586800" cy="571500"/>
            <a:chOff x="7894350" y="6212475"/>
            <a:chExt cx="586800" cy="571500"/>
          </a:xfrm>
        </p:grpSpPr>
        <p:sp>
          <p:nvSpPr>
            <p:cNvPr id="550" name="Google Shape;55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3"/>
        <p:cNvGrpSpPr/>
        <p:nvPr/>
      </p:nvGrpSpPr>
      <p:grpSpPr>
        <a:xfrm>
          <a:off x="0" y="0"/>
          <a:ext cx="0" cy="0"/>
          <a:chOff x="0" y="0"/>
          <a:chExt cx="0" cy="0"/>
        </a:xfrm>
      </p:grpSpPr>
      <p:sp>
        <p:nvSpPr>
          <p:cNvPr id="554" name="Google Shape;55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5" name="Google Shape;55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6" name="Google Shape;556;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7" name="Google Shape;557;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0" name="Google Shape;560;g2c157a2fb06_0_1110"/>
          <p:cNvGrpSpPr/>
          <p:nvPr/>
        </p:nvGrpSpPr>
        <p:grpSpPr>
          <a:xfrm>
            <a:off x="5806200" y="1807463"/>
            <a:ext cx="756300" cy="146700"/>
            <a:chOff x="5806200" y="1807463"/>
            <a:chExt cx="756300" cy="146700"/>
          </a:xfrm>
        </p:grpSpPr>
        <p:sp>
          <p:nvSpPr>
            <p:cNvPr id="561" name="Google Shape;56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4" name="Google Shape;56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6" name="Google Shape;566;g2c157a2fb06_0_1110"/>
          <p:cNvGrpSpPr/>
          <p:nvPr/>
        </p:nvGrpSpPr>
        <p:grpSpPr>
          <a:xfrm>
            <a:off x="5806200" y="2842438"/>
            <a:ext cx="756300" cy="146700"/>
            <a:chOff x="5806200" y="1807463"/>
            <a:chExt cx="756300" cy="146700"/>
          </a:xfrm>
        </p:grpSpPr>
        <p:sp>
          <p:nvSpPr>
            <p:cNvPr id="567" name="Google Shape;567;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110"/>
          <p:cNvGrpSpPr/>
          <p:nvPr/>
        </p:nvGrpSpPr>
        <p:grpSpPr>
          <a:xfrm>
            <a:off x="5806200" y="3877413"/>
            <a:ext cx="756300" cy="146700"/>
            <a:chOff x="5806200" y="1807463"/>
            <a:chExt cx="756300" cy="146700"/>
          </a:xfrm>
        </p:grpSpPr>
        <p:sp>
          <p:nvSpPr>
            <p:cNvPr id="571" name="Google Shape;57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6" name="Google Shape;576;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0" name="Google Shape;58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1" name="Google Shape;58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2" name="Google Shape;582;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4" name="Google Shape;584;g2c157a2fb06_0_1110"/>
          <p:cNvGrpSpPr/>
          <p:nvPr/>
        </p:nvGrpSpPr>
        <p:grpSpPr>
          <a:xfrm>
            <a:off x="662575" y="6212475"/>
            <a:ext cx="586800" cy="571500"/>
            <a:chOff x="662575" y="6212475"/>
            <a:chExt cx="586800" cy="571500"/>
          </a:xfrm>
        </p:grpSpPr>
        <p:sp>
          <p:nvSpPr>
            <p:cNvPr id="585" name="Google Shape;58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8" name="Google Shape;588;g2c157a2fb06_0_1110"/>
          <p:cNvGrpSpPr/>
          <p:nvPr/>
        </p:nvGrpSpPr>
        <p:grpSpPr>
          <a:xfrm>
            <a:off x="7894350" y="6212475"/>
            <a:ext cx="586800" cy="571500"/>
            <a:chOff x="7894350" y="6212475"/>
            <a:chExt cx="586800" cy="571500"/>
          </a:xfrm>
        </p:grpSpPr>
        <p:sp>
          <p:nvSpPr>
            <p:cNvPr id="589" name="Google Shape;58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2"/>
        <p:cNvGrpSpPr/>
        <p:nvPr/>
      </p:nvGrpSpPr>
      <p:grpSpPr>
        <a:xfrm>
          <a:off x="0" y="0"/>
          <a:ext cx="0" cy="0"/>
          <a:chOff x="0" y="0"/>
          <a:chExt cx="0" cy="0"/>
        </a:xfrm>
      </p:grpSpPr>
      <p:sp>
        <p:nvSpPr>
          <p:cNvPr id="593" name="Google Shape;59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7" name="Google Shape;59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0" name="Google Shape;60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6" name="Google Shape;606;p30"/>
          <p:cNvGrpSpPr/>
          <p:nvPr/>
        </p:nvGrpSpPr>
        <p:grpSpPr>
          <a:xfrm>
            <a:off x="6022940" y="5341706"/>
            <a:ext cx="594501" cy="305904"/>
            <a:chOff x="5672081" y="1914352"/>
            <a:chExt cx="792668" cy="305904"/>
          </a:xfrm>
        </p:grpSpPr>
        <p:sp>
          <p:nvSpPr>
            <p:cNvPr id="607" name="Google Shape;60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8" name="Google Shape;60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9" name="Google Shape;60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0" name="Google Shape;61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8" name="Google Shape;61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19" name="Google Shape;61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0" name="Google Shape;62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7" name="Google Shape;62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3" name="Google Shape;63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6" name="Google Shape;63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7" name="Google Shape;63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8"/>
        <p:cNvGrpSpPr/>
        <p:nvPr/>
      </p:nvGrpSpPr>
      <p:grpSpPr>
        <a:xfrm>
          <a:off x="0" y="0"/>
          <a:ext cx="0" cy="0"/>
          <a:chOff x="0" y="0"/>
          <a:chExt cx="0" cy="0"/>
        </a:xfrm>
      </p:grpSpPr>
      <p:sp>
        <p:nvSpPr>
          <p:cNvPr id="639" name="Google Shape;63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0" name="Google Shape;64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1" name="Google Shape;64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2"/>
        <p:cNvGrpSpPr/>
        <p:nvPr/>
      </p:nvGrpSpPr>
      <p:grpSpPr>
        <a:xfrm>
          <a:off x="0" y="0"/>
          <a:ext cx="0" cy="0"/>
          <a:chOff x="0" y="0"/>
          <a:chExt cx="0" cy="0"/>
        </a:xfrm>
      </p:grpSpPr>
      <p:sp>
        <p:nvSpPr>
          <p:cNvPr id="643" name="Google Shape;64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4" name="Google Shape;64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5" name="Google Shape;64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6.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2.png"/><Relationship Id="rId21" Type="http://schemas.openxmlformats.org/officeDocument/2006/relationships/image" Target="../media/image49.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6.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2.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9.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5.png"/><Relationship Id="rId21" Type="http://schemas.openxmlformats.org/officeDocument/2006/relationships/image" Target="../media/image78.png"/><Relationship Id="rId34" Type="http://schemas.openxmlformats.org/officeDocument/2006/relationships/image" Target="../media/image5.png"/><Relationship Id="rId42" Type="http://schemas.openxmlformats.org/officeDocument/2006/relationships/image" Target="../media/image98.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2.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6.xml"/><Relationship Id="rId16"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9.png"/><Relationship Id="rId26" Type="http://schemas.openxmlformats.org/officeDocument/2006/relationships/image" Target="../media/image137.png"/><Relationship Id="rId3" Type="http://schemas.openxmlformats.org/officeDocument/2006/relationships/image" Target="../media/image114.png"/><Relationship Id="rId21"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8.png"/><Relationship Id="rId25" Type="http://schemas.openxmlformats.org/officeDocument/2006/relationships/image" Target="../media/image136.png"/><Relationship Id="rId2" Type="http://schemas.openxmlformats.org/officeDocument/2006/relationships/notesSlide" Target="../notesSlides/notesSlide7.xml"/><Relationship Id="rId16" Type="http://schemas.openxmlformats.org/officeDocument/2006/relationships/image" Target="../media/image127.png"/><Relationship Id="rId20" Type="http://schemas.openxmlformats.org/officeDocument/2006/relationships/image" Target="../media/image131.png"/><Relationship Id="rId29" Type="http://schemas.openxmlformats.org/officeDocument/2006/relationships/image" Target="../media/image140.png"/><Relationship Id="rId1" Type="http://schemas.openxmlformats.org/officeDocument/2006/relationships/slideLayout" Target="../slideLayouts/slideLayout3.xml"/><Relationship Id="rId6" Type="http://schemas.openxmlformats.org/officeDocument/2006/relationships/image" Target="../media/image117.png"/><Relationship Id="rId11" Type="http://schemas.openxmlformats.org/officeDocument/2006/relationships/image" Target="../media/image122.png"/><Relationship Id="rId24" Type="http://schemas.openxmlformats.org/officeDocument/2006/relationships/image" Target="../media/image135.png"/><Relationship Id="rId5" Type="http://schemas.openxmlformats.org/officeDocument/2006/relationships/image" Target="../media/image116.png"/><Relationship Id="rId15" Type="http://schemas.openxmlformats.org/officeDocument/2006/relationships/image" Target="../media/image126.png"/><Relationship Id="rId23" Type="http://schemas.openxmlformats.org/officeDocument/2006/relationships/image" Target="../media/image134.png"/><Relationship Id="rId28" Type="http://schemas.openxmlformats.org/officeDocument/2006/relationships/image" Target="../media/image139.png"/><Relationship Id="rId10" Type="http://schemas.openxmlformats.org/officeDocument/2006/relationships/image" Target="../media/image121.png"/><Relationship Id="rId19" Type="http://schemas.openxmlformats.org/officeDocument/2006/relationships/image" Target="../media/image13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 Id="rId22" Type="http://schemas.openxmlformats.org/officeDocument/2006/relationships/image" Target="../media/image133.png"/><Relationship Id="rId27" Type="http://schemas.openxmlformats.org/officeDocument/2006/relationships/image" Target="../media/image138.png"/><Relationship Id="rId30" Type="http://schemas.openxmlformats.org/officeDocument/2006/relationships/image" Target="../media/image141.png"/></Relationships>
</file>

<file path=ppt/slides/_rels/slide8.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3" Type="http://schemas.openxmlformats.org/officeDocument/2006/relationships/image" Target="../media/image142.png"/><Relationship Id="rId7" Type="http://schemas.openxmlformats.org/officeDocument/2006/relationships/image" Target="../media/image146.png"/><Relationship Id="rId12" Type="http://schemas.openxmlformats.org/officeDocument/2006/relationships/image" Target="../media/image15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5.png"/><Relationship Id="rId11" Type="http://schemas.openxmlformats.org/officeDocument/2006/relationships/image" Target="../media/image150.png"/><Relationship Id="rId5" Type="http://schemas.openxmlformats.org/officeDocument/2006/relationships/image" Target="../media/image144.png"/><Relationship Id="rId15" Type="http://schemas.openxmlformats.org/officeDocument/2006/relationships/image" Target="../media/image154.png"/><Relationship Id="rId10" Type="http://schemas.openxmlformats.org/officeDocument/2006/relationships/image" Target="../media/image149.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s>
</file>

<file path=ppt/slides/_rels/slide9.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65.png"/><Relationship Id="rId3" Type="http://schemas.openxmlformats.org/officeDocument/2006/relationships/image" Target="../media/image155.png"/><Relationship Id="rId7" Type="http://schemas.openxmlformats.org/officeDocument/2006/relationships/image" Target="../media/image159.png"/><Relationship Id="rId12" Type="http://schemas.openxmlformats.org/officeDocument/2006/relationships/image" Target="../media/image164.png"/><Relationship Id="rId2" Type="http://schemas.openxmlformats.org/officeDocument/2006/relationships/notesSlide" Target="../notesSlides/notesSlide9.xml"/><Relationship Id="rId16" Type="http://schemas.openxmlformats.org/officeDocument/2006/relationships/image" Target="../media/image168.png"/><Relationship Id="rId1" Type="http://schemas.openxmlformats.org/officeDocument/2006/relationships/slideLayout" Target="../slideLayouts/slideLayout3.xml"/><Relationship Id="rId6" Type="http://schemas.openxmlformats.org/officeDocument/2006/relationships/image" Target="../media/image158.png"/><Relationship Id="rId11" Type="http://schemas.openxmlformats.org/officeDocument/2006/relationships/image" Target="../media/image163.png"/><Relationship Id="rId5" Type="http://schemas.openxmlformats.org/officeDocument/2006/relationships/image" Target="../media/image157.png"/><Relationship Id="rId15" Type="http://schemas.openxmlformats.org/officeDocument/2006/relationships/image" Target="../media/image167.png"/><Relationship Id="rId10" Type="http://schemas.openxmlformats.org/officeDocument/2006/relationships/image" Target="../media/image162.png"/><Relationship Id="rId4" Type="http://schemas.openxmlformats.org/officeDocument/2006/relationships/image" Target="../media/image156.png"/><Relationship Id="rId9" Type="http://schemas.openxmlformats.org/officeDocument/2006/relationships/image" Target="../media/image161.png"/><Relationship Id="rId14" Type="http://schemas.openxmlformats.org/officeDocument/2006/relationships/image" Target="../media/image16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/ai/;</a:t>
            </a:r>
            <a:br>
              <a:rPr lang="en-US" sz="3000"/>
            </a:br>
            <a:r>
              <a:rPr lang="en-US" sz="3000"/>
              <a:t>ai / ay</a:t>
            </a:r>
            <a:endParaRPr sz="3000"/>
          </a:p>
        </p:txBody>
      </p:sp>
      <p:sp>
        <p:nvSpPr>
          <p:cNvPr id="651" name="Google Shape;651;p1"/>
          <p:cNvSpPr txBox="1">
            <a:spLocks noGrp="1"/>
          </p:cNvSpPr>
          <p:nvPr>
            <p:ph type="subTitle" idx="2"/>
          </p:nvPr>
        </p:nvSpPr>
        <p:spPr>
          <a:xfrm>
            <a:off x="884092" y="370841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a:t>
            </a:r>
            <a:endParaRPr/>
          </a:p>
        </p:txBody>
      </p:sp>
      <p:pic>
        <p:nvPicPr>
          <p:cNvPr id="652" name="Google Shape;652;p1"/>
          <p:cNvPicPr preferRelativeResize="0"/>
          <p:nvPr/>
        </p:nvPicPr>
        <p:blipFill rotWithShape="1">
          <a:blip r:embed="rId3">
            <a:alphaModFix/>
          </a:blip>
          <a:srcRect l="79" r="69"/>
          <a:stretch/>
        </p:blipFill>
        <p:spPr>
          <a:xfrm rot="540305">
            <a:off x="669570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3" name="Google Shape;653;p1"/>
          <p:cNvPicPr preferRelativeResize="0"/>
          <p:nvPr/>
        </p:nvPicPr>
        <p:blipFill rotWithShape="1">
          <a:blip r:embed="rId4">
            <a:alphaModFix/>
          </a:blip>
          <a:srcRect l="19" r="19"/>
          <a:stretch/>
        </p:blipFill>
        <p:spPr>
          <a:xfrm rot="-320692">
            <a:off x="5552281" y="3960003"/>
            <a:ext cx="1208037" cy="1709829"/>
          </a:xfrm>
          <a:prstGeom prst="rect">
            <a:avLst/>
          </a:prstGeom>
          <a:noFill/>
          <a:ln>
            <a:noFill/>
          </a:ln>
          <a:effectLst>
            <a:outerShdw blurRad="71438" dist="38100" dir="5220000" algn="bl" rotWithShape="0">
              <a:srgbClr val="000000">
                <a:alpha val="20000"/>
              </a:srgbClr>
            </a:outerShdw>
          </a:effectLst>
        </p:spPr>
      </p:pic>
      <p:graphicFrame>
        <p:nvGraphicFramePr>
          <p:cNvPr id="654" name="Google Shape;654;p1"/>
          <p:cNvGraphicFramePr/>
          <p:nvPr/>
        </p:nvGraphicFramePr>
        <p:xfrm>
          <a:off x="4844200" y="1646527"/>
          <a:ext cx="3784875" cy="2032200"/>
        </p:xfrm>
        <a:graphic>
          <a:graphicData uri="http://schemas.openxmlformats.org/drawingml/2006/table">
            <a:tbl>
              <a:tblPr firstRow="1" bandRow="1">
                <a:noFill/>
                <a:tableStyleId>{8F7186F7-4E6E-44E3-AC0D-87EDDE6B4B97}</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i/</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/ee/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/ai/</a:t>
            </a:r>
            <a:r>
              <a:rPr lang="en-US"/>
              <a:t> sound family spelling patterns.</a:t>
            </a:r>
            <a:endParaRPr/>
          </a:p>
        </p:txBody>
      </p:sp>
      <p:sp>
        <p:nvSpPr>
          <p:cNvPr id="661" name="Google Shape;661;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2" name="Google Shape;662;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3" name="Google Shape;663;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4" name="Google Shape;664;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5" name="Google Shape;665;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7" name="Google Shape;667;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8" name="Google Shape;668;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0" name="Google Shape;670;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1" name="Google Shape;671;g2bee4f4af4b_0_204">
            <a:hlinkClick r:id="rId6" action="ppaction://hlinksldjump"/>
          </p:cNvPr>
          <p:cNvSpPr/>
          <p:nvPr/>
        </p:nvSpPr>
        <p:spPr>
          <a:xfrm>
            <a:off x="951832" y="367580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bee4f4af4b_0_204">
            <a:hlinkClick r:id="rId7" action="ppaction://hlinksldjump"/>
          </p:cNvPr>
          <p:cNvSpPr/>
          <p:nvPr/>
        </p:nvSpPr>
        <p:spPr>
          <a:xfrm>
            <a:off x="2093146" y="37324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8" action="ppaction://hlinksldjump"/>
          </p:cNvPr>
          <p:cNvSpPr/>
          <p:nvPr/>
        </p:nvSpPr>
        <p:spPr>
          <a:xfrm>
            <a:off x="3349576"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0" name="Google Shape;680;g26b641b03cd_0_165"/>
          <p:cNvGrpSpPr/>
          <p:nvPr/>
        </p:nvGrpSpPr>
        <p:grpSpPr>
          <a:xfrm>
            <a:off x="930400" y="2053244"/>
            <a:ext cx="7283200" cy="3724851"/>
            <a:chOff x="930400" y="2129444"/>
            <a:chExt cx="7283200" cy="3724851"/>
          </a:xfrm>
        </p:grpSpPr>
        <p:pic>
          <p:nvPicPr>
            <p:cNvPr id="681" name="Google Shape;6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0" name="Google Shape;710;g26b7edf6e71_0_26"/>
          <p:cNvGrpSpPr/>
          <p:nvPr/>
        </p:nvGrpSpPr>
        <p:grpSpPr>
          <a:xfrm>
            <a:off x="930400" y="2053250"/>
            <a:ext cx="7283201" cy="2971674"/>
            <a:chOff x="930400" y="2129450"/>
            <a:chExt cx="7283201" cy="2971674"/>
          </a:xfrm>
        </p:grpSpPr>
        <p:pic>
          <p:nvPicPr>
            <p:cNvPr id="711" name="Google Shape;7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2" name="Google Shape;7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1" name="Google Shape;7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2c298da1f27_0_417"/>
          <p:cNvGrpSpPr/>
          <p:nvPr/>
        </p:nvGrpSpPr>
        <p:grpSpPr>
          <a:xfrm>
            <a:off x="930400" y="2053250"/>
            <a:ext cx="7283201" cy="2971674"/>
            <a:chOff x="930400" y="2053250"/>
            <a:chExt cx="7283201" cy="2971674"/>
          </a:xfrm>
        </p:grpSpPr>
        <p:pic>
          <p:nvPicPr>
            <p:cNvPr id="747" name="Google Shape;747;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8" name="Google Shape;748;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9" name="Google Shape;749;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4" name="Google Shape;794;g26b7edf6e71_0_109"/>
          <p:cNvGrpSpPr/>
          <p:nvPr/>
        </p:nvGrpSpPr>
        <p:grpSpPr>
          <a:xfrm>
            <a:off x="865957" y="2135925"/>
            <a:ext cx="7282807" cy="2686611"/>
            <a:chOff x="867357" y="2129450"/>
            <a:chExt cx="7282807" cy="2686611"/>
          </a:xfrm>
        </p:grpSpPr>
        <p:pic>
          <p:nvPicPr>
            <p:cNvPr id="795" name="Google Shape;79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5" name="Google Shape;815;g2c298d33e0c_0_6"/>
          <p:cNvGrpSpPr/>
          <p:nvPr/>
        </p:nvGrpSpPr>
        <p:grpSpPr>
          <a:xfrm>
            <a:off x="866900" y="2079100"/>
            <a:ext cx="7281864" cy="2684601"/>
            <a:chOff x="868300" y="2129450"/>
            <a:chExt cx="7281864" cy="2684601"/>
          </a:xfrm>
        </p:grpSpPr>
        <p:pic>
          <p:nvPicPr>
            <p:cNvPr id="816" name="Google Shape;81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20" name="Google Shape;82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50" name="Google Shape;850;g2c298da1f27_0_455"/>
          <p:cNvGrpSpPr/>
          <p:nvPr/>
        </p:nvGrpSpPr>
        <p:grpSpPr>
          <a:xfrm>
            <a:off x="868300" y="2129450"/>
            <a:ext cx="7281864" cy="2684601"/>
            <a:chOff x="868300" y="2053250"/>
            <a:chExt cx="7281864" cy="2684601"/>
          </a:xfrm>
        </p:grpSpPr>
        <p:pic>
          <p:nvPicPr>
            <p:cNvPr id="851" name="Google Shape;85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6" name="Google Shape;85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7" name="Google Shape;85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8" name="Google Shape;85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1" name="Google Shape;86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2" name="Google Shape;86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3" name="Google Shape;86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70" name="Google Shape;870;g2c298da1f27_1_0"/>
          <p:cNvGrpSpPr/>
          <p:nvPr/>
        </p:nvGrpSpPr>
        <p:grpSpPr>
          <a:xfrm>
            <a:off x="868300" y="2129450"/>
            <a:ext cx="7281864" cy="2688001"/>
            <a:chOff x="868300" y="2129450"/>
            <a:chExt cx="7281864" cy="2688001"/>
          </a:xfrm>
        </p:grpSpPr>
        <p:pic>
          <p:nvPicPr>
            <p:cNvPr id="871" name="Google Shape;87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1" name="Google Shape;89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pic>
        <p:nvPicPr>
          <p:cNvPr id="892" name="Google Shape;892;g2c186218c5a_0_25"/>
          <p:cNvPicPr preferRelativeResize="0"/>
          <p:nvPr/>
        </p:nvPicPr>
        <p:blipFill rotWithShape="1">
          <a:blip r:embed="rId3">
            <a:alphaModFix/>
          </a:blip>
          <a:srcRect l="19" r="29"/>
          <a:stretch/>
        </p:blipFill>
        <p:spPr>
          <a:xfrm>
            <a:off x="1360488" y="996300"/>
            <a:ext cx="2818850" cy="3989951"/>
          </a:xfrm>
          <a:prstGeom prst="rect">
            <a:avLst/>
          </a:prstGeom>
          <a:noFill/>
          <a:ln>
            <a:noFill/>
          </a:ln>
          <a:effectLst>
            <a:outerShdw blurRad="142875" dist="19050" dir="5400000" algn="bl" rotWithShape="0">
              <a:srgbClr val="000000">
                <a:alpha val="27058"/>
              </a:srgbClr>
            </a:outerShdw>
          </a:effectLst>
        </p:spPr>
      </p:pic>
      <p:sp>
        <p:nvSpPr>
          <p:cNvPr id="893" name="Google Shape;89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894" name="Google Shape;894;g2c186218c5a_0_25"/>
          <p:cNvSpPr txBox="1">
            <a:spLocks noGrp="1"/>
          </p:cNvSpPr>
          <p:nvPr>
            <p:ph type="subTitle" idx="4294967295"/>
          </p:nvPr>
        </p:nvSpPr>
        <p:spPr>
          <a:xfrm>
            <a:off x="4572012" y="99630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r</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i</a:t>
            </a:r>
            <a:r>
              <a:rPr lang="en-US" sz="6000" b="0" i="0" u="none" strike="noStrike" cap="none">
                <a:solidFill>
                  <a:srgbClr val="2356AF"/>
                </a:solidFill>
                <a:latin typeface="Jost"/>
                <a:ea typeface="Jost"/>
                <a:cs typeface="Jost"/>
                <a:sym typeface="Jost"/>
              </a:rPr>
              <a:t>n</a:t>
            </a:r>
            <a:endParaRPr sz="6000" b="0" i="0" u="none" strike="noStrike" cap="none">
              <a:solidFill>
                <a:srgbClr val="2356AF"/>
              </a:solidFill>
              <a:latin typeface="Jost"/>
              <a:ea typeface="Jost"/>
              <a:cs typeface="Jost"/>
              <a:sym typeface="Jost"/>
            </a:endParaRPr>
          </a:p>
        </p:txBody>
      </p:sp>
      <p:sp>
        <p:nvSpPr>
          <p:cNvPr id="895" name="Google Shape;895;g2c186218c5a_0_25"/>
          <p:cNvSpPr txBox="1">
            <a:spLocks noGrp="1"/>
          </p:cNvSpPr>
          <p:nvPr>
            <p:ph type="subTitle" idx="4294967295"/>
          </p:nvPr>
        </p:nvSpPr>
        <p:spPr>
          <a:xfrm>
            <a:off x="4572012" y="376345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tr</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i</a:t>
            </a:r>
            <a:r>
              <a:rPr lang="en-US" sz="6000" b="0" i="0" u="none" strike="noStrike" cap="none">
                <a:solidFill>
                  <a:srgbClr val="2356AF"/>
                </a:solidFill>
                <a:latin typeface="Jost"/>
                <a:ea typeface="Jost"/>
                <a:cs typeface="Jost"/>
                <a:sym typeface="Jost"/>
              </a:rPr>
              <a:t>n</a:t>
            </a:r>
            <a:endParaRPr sz="6000" b="0" i="0" u="none" strike="noStrike" cap="none">
              <a:solidFill>
                <a:srgbClr val="2356AF"/>
              </a:solidFill>
              <a:latin typeface="Jost"/>
              <a:ea typeface="Jost"/>
              <a:cs typeface="Jost"/>
              <a:sym typeface="Jost"/>
            </a:endParaRPr>
          </a:p>
        </p:txBody>
      </p:sp>
      <p:sp>
        <p:nvSpPr>
          <p:cNvPr id="896" name="Google Shape;896;g2c186218c5a_0_25"/>
          <p:cNvSpPr txBox="1">
            <a:spLocks noGrp="1"/>
          </p:cNvSpPr>
          <p:nvPr>
            <p:ph type="subTitle" idx="4294967295"/>
          </p:nvPr>
        </p:nvSpPr>
        <p:spPr>
          <a:xfrm>
            <a:off x="4572012" y="2379875"/>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sn</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i</a:t>
            </a:r>
            <a:r>
              <a:rPr lang="en-US" sz="6000" b="0" i="0" u="none" strike="noStrike" cap="none">
                <a:solidFill>
                  <a:srgbClr val="2356AF"/>
                </a:solidFill>
                <a:latin typeface="Jost"/>
                <a:ea typeface="Jost"/>
                <a:cs typeface="Jost"/>
                <a:sym typeface="Jost"/>
              </a:rPr>
              <a:t>l</a:t>
            </a:r>
            <a:endParaRPr sz="6000" b="0" i="0" u="none" strike="noStrike" cap="none">
              <a:solidFill>
                <a:srgbClr val="2356AF"/>
              </a:solidFill>
              <a:latin typeface="Jost"/>
              <a:ea typeface="Jost"/>
              <a:cs typeface="Jost"/>
              <a:sym typeface="Jost"/>
            </a:endParaRPr>
          </a:p>
        </p:txBody>
      </p:sp>
      <p:sp>
        <p:nvSpPr>
          <p:cNvPr id="897" name="Google Shape;897;g2c186218c5a_0_25"/>
          <p:cNvSpPr txBox="1">
            <a:spLocks noGrp="1"/>
          </p:cNvSpPr>
          <p:nvPr>
            <p:ph type="subTitle" id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sz="1600"/>
              <a:t>Phase 3, Lesson 31</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e6426cc07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4" name="Google Shape;904;g2ce6426cc07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pic>
        <p:nvPicPr>
          <p:cNvPr id="905" name="Google Shape;905;g2ce6426cc07_0_6"/>
          <p:cNvPicPr preferRelativeResize="0"/>
          <p:nvPr/>
        </p:nvPicPr>
        <p:blipFill rotWithShape="1">
          <a:blip r:embed="rId3">
            <a:alphaModFix/>
          </a:blip>
          <a:srcRect l="79" r="79"/>
          <a:stretch/>
        </p:blipFill>
        <p:spPr>
          <a:xfrm>
            <a:off x="1360488" y="996300"/>
            <a:ext cx="2818850" cy="3989950"/>
          </a:xfrm>
          <a:prstGeom prst="rect">
            <a:avLst/>
          </a:prstGeom>
          <a:noFill/>
          <a:ln>
            <a:noFill/>
          </a:ln>
          <a:effectLst>
            <a:outerShdw blurRad="142875" dist="19050" dir="5400000" algn="bl" rotWithShape="0">
              <a:srgbClr val="000000">
                <a:alpha val="27058"/>
              </a:srgbClr>
            </a:outerShdw>
          </a:effectLst>
        </p:spPr>
      </p:pic>
      <p:sp>
        <p:nvSpPr>
          <p:cNvPr id="906" name="Google Shape;906;g2ce6426cc07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7" name="Google Shape;907;g2ce6426cc07_0_6"/>
          <p:cNvSpPr txBox="1">
            <a:spLocks noGrp="1"/>
          </p:cNvSpPr>
          <p:nvPr>
            <p:ph type="subTitle" idx="4294967295"/>
          </p:nvPr>
        </p:nvSpPr>
        <p:spPr>
          <a:xfrm>
            <a:off x="4572012" y="99630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pl</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y</a:t>
            </a:r>
            <a:endParaRPr sz="6000" b="0" i="0" u="none" strike="noStrike" cap="none">
              <a:solidFill>
                <a:srgbClr val="2356AF"/>
              </a:solidFill>
              <a:latin typeface="Jost"/>
              <a:ea typeface="Jost"/>
              <a:cs typeface="Jost"/>
              <a:sym typeface="Jost"/>
            </a:endParaRPr>
          </a:p>
        </p:txBody>
      </p:sp>
      <p:sp>
        <p:nvSpPr>
          <p:cNvPr id="908" name="Google Shape;908;g2ce6426cc07_0_6"/>
          <p:cNvSpPr txBox="1">
            <a:spLocks noGrp="1"/>
          </p:cNvSpPr>
          <p:nvPr>
            <p:ph type="subTitle" idx="4294967295"/>
          </p:nvPr>
        </p:nvSpPr>
        <p:spPr>
          <a:xfrm>
            <a:off x="4572012" y="376345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spr</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y</a:t>
            </a:r>
            <a:endParaRPr sz="6000" b="0" i="0" u="none" strike="noStrike" cap="none">
              <a:solidFill>
                <a:srgbClr val="2356AF"/>
              </a:solidFill>
              <a:latin typeface="Jost"/>
              <a:ea typeface="Jost"/>
              <a:cs typeface="Jost"/>
              <a:sym typeface="Jost"/>
            </a:endParaRPr>
          </a:p>
        </p:txBody>
      </p:sp>
      <p:sp>
        <p:nvSpPr>
          <p:cNvPr id="909" name="Google Shape;909;g2ce6426cc07_0_6"/>
          <p:cNvSpPr txBox="1">
            <a:spLocks noGrp="1"/>
          </p:cNvSpPr>
          <p:nvPr>
            <p:ph type="subTitle" idx="4294967295"/>
          </p:nvPr>
        </p:nvSpPr>
        <p:spPr>
          <a:xfrm>
            <a:off x="4572012" y="2379875"/>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d</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y</a:t>
            </a:r>
            <a:endParaRPr sz="6000" b="0" i="0" u="none" strike="noStrike" cap="none">
              <a:solidFill>
                <a:srgbClr val="2356AF"/>
              </a:solidFill>
              <a:latin typeface="Jost"/>
              <a:ea typeface="Jost"/>
              <a:cs typeface="Jost"/>
              <a:sym typeface="Jost"/>
            </a:endParaRPr>
          </a:p>
        </p:txBody>
      </p:sp>
      <p:sp>
        <p:nvSpPr>
          <p:cNvPr id="910" name="Google Shape;910;g2ce6426cc07_0_6"/>
          <p:cNvSpPr txBox="1">
            <a:spLocks noGrp="1"/>
          </p:cNvSpPr>
          <p:nvPr>
            <p:ph type="subTitle" id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sz="1600"/>
              <a:t>Phase 5, Lesson 1</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17" name="Google Shape;91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8" name="Google Shape;918;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9" name="Google Shape;91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26" name="Google Shape;92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7" name="Google Shape;927;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28" name="Google Shape;92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35" name="Google Shape;93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6" name="Google Shape;93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7" name="Google Shape;93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44" name="Google Shape;94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5" name="Google Shape;94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6" name="Google Shape;94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3" name="Google Shape;95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4" name="Google Shape;954;g1f3daf8a844_0_64"/>
          <p:cNvGrpSpPr/>
          <p:nvPr/>
        </p:nvGrpSpPr>
        <p:grpSpPr>
          <a:xfrm>
            <a:off x="3024000" y="209875"/>
            <a:ext cx="3096000" cy="454800"/>
            <a:chOff x="3024000" y="209875"/>
            <a:chExt cx="3096000" cy="454800"/>
          </a:xfrm>
        </p:grpSpPr>
        <p:sp>
          <p:nvSpPr>
            <p:cNvPr id="955" name="Google Shape;95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7" name="Google Shape;95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958" name="Google Shape;958;g1f3daf8a844_0_64"/>
          <p:cNvGrpSpPr/>
          <p:nvPr/>
        </p:nvGrpSpPr>
        <p:grpSpPr>
          <a:xfrm>
            <a:off x="1181100" y="4225358"/>
            <a:ext cx="6781800" cy="774975"/>
            <a:chOff x="1181100" y="4225358"/>
            <a:chExt cx="6781800" cy="774975"/>
          </a:xfrm>
        </p:grpSpPr>
        <p:cxnSp>
          <p:nvCxnSpPr>
            <p:cNvPr id="959" name="Google Shape;95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0" name="Google Shape;96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1" name="Google Shape;96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2" name="Google Shape;96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grpSp>
      <p:sp>
        <p:nvSpPr>
          <p:cNvPr id="963" name="Google Shape;96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64" name="Google Shape;96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65" name="Google Shape;96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66" name="Google Shape;96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5500" b="0" i="0" u="none" strike="noStrike" cap="none">
              <a:solidFill>
                <a:srgbClr val="00904C"/>
              </a:solidFill>
              <a:latin typeface="Jost"/>
              <a:ea typeface="Jost"/>
              <a:cs typeface="Jost"/>
              <a:sym typeface="Jost"/>
            </a:endParaRPr>
          </a:p>
        </p:txBody>
      </p:sp>
      <p:sp>
        <p:nvSpPr>
          <p:cNvPr id="967" name="Google Shape;96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68" name="Google Shape;96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69" name="Google Shape;969;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70" name="Google Shape;970;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FFD403"/>
              </a:solidFill>
              <a:latin typeface="Jost"/>
              <a:ea typeface="Jost"/>
              <a:cs typeface="Jost"/>
              <a:sym typeface="Jost"/>
            </a:endParaRPr>
          </a:p>
        </p:txBody>
      </p:sp>
      <p:sp>
        <p:nvSpPr>
          <p:cNvPr id="971" name="Google Shape;971;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72" name="Google Shape;972;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73" name="Google Shape;973;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74" name="Google Shape;974;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y</a:t>
            </a:r>
            <a:endParaRPr sz="5500" b="0" i="0" u="none" strike="noStrike" cap="none">
              <a:solidFill>
                <a:srgbClr val="00904C"/>
              </a:solidFill>
              <a:latin typeface="Jost"/>
              <a:ea typeface="Jost"/>
              <a:cs typeface="Jost"/>
              <a:sym typeface="Jost"/>
            </a:endParaRPr>
          </a:p>
        </p:txBody>
      </p:sp>
      <p:cxnSp>
        <p:nvCxnSpPr>
          <p:cNvPr id="975" name="Google Shape;97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ce6426cc07_0_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2" name="Google Shape;982;g2ce6426cc07_0_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3" name="Google Shape;983;g2ce6426cc07_0_57"/>
          <p:cNvGrpSpPr/>
          <p:nvPr/>
        </p:nvGrpSpPr>
        <p:grpSpPr>
          <a:xfrm>
            <a:off x="3024000" y="209875"/>
            <a:ext cx="3096000" cy="454800"/>
            <a:chOff x="3024000" y="209875"/>
            <a:chExt cx="3096000" cy="454800"/>
          </a:xfrm>
        </p:grpSpPr>
        <p:sp>
          <p:nvSpPr>
            <p:cNvPr id="984" name="Google Shape;984;g2ce6426cc07_0_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ce6426cc07_0_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6" name="Google Shape;986;g2ce6426cc07_0_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7" name="Google Shape;987;g2ce6426cc07_0_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88" name="Google Shape;988;g2ce6426cc07_0_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9" name="Google Shape;989;g2ce6426cc07_0_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0" name="Google Shape;990;g2ce6426cc07_0_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1" name="Google Shape;991;g2ce6426cc07_0_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2" name="Google Shape;992;g2ce6426cc07_0_5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dr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il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 gr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 str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it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it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pl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str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a:t>
            </a:r>
            <a:endParaRPr sz="1800" b="0" i="0" u="none" strike="noStrike" cap="none">
              <a:solidFill>
                <a:srgbClr val="B7B7B7"/>
              </a:solidFill>
              <a:latin typeface="Jost"/>
              <a:ea typeface="Jost"/>
              <a:cs typeface="Jost"/>
              <a:sym typeface="Jost"/>
            </a:endParaRPr>
          </a:p>
        </p:txBody>
      </p:sp>
      <p:sp>
        <p:nvSpPr>
          <p:cNvPr id="993" name="Google Shape;993;g2ce6426cc07_0_5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94" name="Google Shape;994;g2ce6426cc07_0_5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95" name="Google Shape;995;g2ce6426cc07_0_5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6" name="Google Shape;996;g2ce6426cc07_0_5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5500" b="0" i="0" u="none" strike="noStrike" cap="none">
              <a:solidFill>
                <a:srgbClr val="00904C"/>
              </a:solidFill>
              <a:latin typeface="Jost"/>
              <a:ea typeface="Jost"/>
              <a:cs typeface="Jost"/>
              <a:sym typeface="Jost"/>
            </a:endParaRPr>
          </a:p>
        </p:txBody>
      </p:sp>
      <p:sp>
        <p:nvSpPr>
          <p:cNvPr id="997" name="Google Shape;997;g2ce6426cc07_0_5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998" name="Google Shape;998;g2ce6426cc07_0_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9" name="Google Shape;999;g2ce6426cc07_0_5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0" name="Google Shape;1000;g2ce6426cc07_0_57"/>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1" name="Google Shape;1001;g2ce6426cc07_0_57"/>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FFD403"/>
              </a:solidFill>
              <a:latin typeface="Jost"/>
              <a:ea typeface="Jost"/>
              <a:cs typeface="Jost"/>
              <a:sym typeface="Jost"/>
            </a:endParaRPr>
          </a:p>
        </p:txBody>
      </p:sp>
      <p:sp>
        <p:nvSpPr>
          <p:cNvPr id="1002" name="Google Shape;1002;g2ce6426cc07_0_57"/>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3" name="Google Shape;1003;g2ce6426cc07_0_57"/>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4" name="Google Shape;1004;g2ce6426cc07_0_57"/>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5" name="Google Shape;1005;g2ce6426cc07_0_57"/>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y</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364</Words>
  <Application>Microsoft Office PowerPoint</Application>
  <PresentationFormat>On-screen Show (4:3)</PresentationFormat>
  <Paragraphs>115</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Calibri</vt:lpstr>
      <vt:lpstr>Nunito Black</vt:lpstr>
      <vt:lpstr>Arial</vt:lpstr>
      <vt:lpstr>Poppins SemiBold</vt:lpstr>
      <vt:lpstr>Jost</vt:lpstr>
      <vt:lpstr>Poppins</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Captions</vt:lpstr>
      <vt:lpstr>Review Grapheme Captions</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2026-05-22T04:08:30Z</dcterms:modified>
</cp:coreProperties>
</file>