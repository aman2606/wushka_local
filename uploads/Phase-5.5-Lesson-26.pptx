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embeddedFontLst>
    <p:embeddedFont>
      <p:font typeface="Jost" panose="020B0604020202020204" charset="0"/>
      <p:regular r:id="rId22"/>
      <p:bold r:id="rId23"/>
      <p:italic r:id="rId24"/>
      <p:boldItalic r:id="rId25"/>
    </p:embeddedFont>
    <p:embeddedFont>
      <p:font typeface="Nunito Black" pitchFamily="2" charset="0"/>
      <p:bold r:id="rId26"/>
      <p:boldItalic r:id="rId27"/>
    </p:embeddedFont>
    <p:embeddedFont>
      <p:font typeface="Poppins" panose="00000500000000000000" pitchFamily="2" charset="0"/>
      <p:regular r:id="rId28"/>
      <p:bold r:id="rId29"/>
      <p:italic r:id="rId30"/>
      <p:boldItalic r:id="rId31"/>
    </p:embeddedFont>
    <p:embeddedFont>
      <p:font typeface="Poppins Medium" panose="00000600000000000000" pitchFamily="2" charset="0"/>
      <p:regular r:id="rId32"/>
      <p:bold r:id="rId33"/>
      <p:italic r:id="rId34"/>
      <p:boldItalic r:id="rId35"/>
    </p:embeddedFont>
    <p:embeddedFont>
      <p:font typeface="Poppins SemiBold" panose="000007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iGEb0sC75eE1LIK6YAlykVyytub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547A57D-A826-451F-BE72-9B9D4FF93430}">
  <a:tblStyle styleId="{6547A57D-A826-451F-BE72-9B9D4FF93430}"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8" name="Google Shape;67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8" name="Google Shape;828;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9" name="Google Shape;829;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3" name="Google Shape;863;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4" name="Google Shape;864;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4" name="Google Shape;904;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5" name="Google Shape;905;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6" name="Google Shape;926;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7" name="Google Shape;927;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2da53642daf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9" name="Google Shape;939;g2da53642daf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0" name="Google Shape;940;g2da53642daf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3" name="Google Shape;95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1" name="Google Shape;96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2" name="Google Shape;96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1" name="Google Shape;97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9" name="Google Shape;97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0" name="Google Shape;98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8" name="Google Shape;988;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9" name="Google Shape;989;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5"/>
        <p:cNvGrpSpPr/>
        <p:nvPr/>
      </p:nvGrpSpPr>
      <p:grpSpPr>
        <a:xfrm>
          <a:off x="0" y="0"/>
          <a:ext cx="0" cy="0"/>
          <a:chOff x="0" y="0"/>
          <a:chExt cx="0" cy="0"/>
        </a:xfrm>
      </p:grpSpPr>
      <p:sp>
        <p:nvSpPr>
          <p:cNvPr id="1016" name="Google Shape;1016;g2da53642daf_0_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7" name="Google Shape;1017;g2da53642daf_0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8" name="Google Shape;1018;g2da53642daf_0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4168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/y-oo/</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6 - Monday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26</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7.xml"/><Relationship Id="rId3" Type="http://schemas.openxmlformats.org/officeDocument/2006/relationships/image" Target="../media/image6.png"/><Relationship Id="rId7" Type="http://schemas.openxmlformats.org/officeDocument/2006/relationships/slide" Target="slide1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5.png"/><Relationship Id="rId21" Type="http://schemas.openxmlformats.org/officeDocument/2006/relationships/image" Target="../media/image79.png"/><Relationship Id="rId34" Type="http://schemas.openxmlformats.org/officeDocument/2006/relationships/image" Target="../media/image92.png"/><Relationship Id="rId42" Type="http://schemas.openxmlformats.org/officeDocument/2006/relationships/image" Target="../media/image98.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41"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90.png"/><Relationship Id="rId37" Type="http://schemas.openxmlformats.org/officeDocument/2006/relationships/image" Target="../media/image95.png"/><Relationship Id="rId40" Type="http://schemas.openxmlformats.org/officeDocument/2006/relationships/image" Target="../media/image97.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94.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 Id="rId35" Type="http://schemas.openxmlformats.org/officeDocument/2006/relationships/image" Target="../media/image93.png"/><Relationship Id="rId43" Type="http://schemas.openxmlformats.org/officeDocument/2006/relationships/image" Target="../media/image99.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1.png"/><Relationship Id="rId38" Type="http://schemas.openxmlformats.org/officeDocument/2006/relationships/image" Target="../media/image96.png"/></Relationships>
</file>

<file path=ppt/slides/_rels/slide6.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0.png"/><Relationship Id="rId7" Type="http://schemas.openxmlformats.org/officeDocument/2006/relationships/image" Target="../media/image104.png"/><Relationship Id="rId12" Type="http://schemas.openxmlformats.org/officeDocument/2006/relationships/image" Target="../media/image109.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102.png"/><Relationship Id="rId10" Type="http://schemas.openxmlformats.org/officeDocument/2006/relationships/image" Target="../media/image107.png"/><Relationship Id="rId4" Type="http://schemas.openxmlformats.org/officeDocument/2006/relationships/image" Target="../media/image101.png"/><Relationship Id="rId9" Type="http://schemas.openxmlformats.org/officeDocument/2006/relationships/image" Target="../media/image106.png"/></Relationships>
</file>

<file path=ppt/slides/_rels/slide7.xml.rels><?xml version="1.0" encoding="UTF-8" standalone="yes"?>
<Relationships xmlns="http://schemas.openxmlformats.org/package/2006/relationships"><Relationship Id="rId8" Type="http://schemas.openxmlformats.org/officeDocument/2006/relationships/image" Target="../media/image115.png"/><Relationship Id="rId13" Type="http://schemas.openxmlformats.org/officeDocument/2006/relationships/image" Target="../media/image120.png"/><Relationship Id="rId3" Type="http://schemas.openxmlformats.org/officeDocument/2006/relationships/image" Target="../media/image110.png"/><Relationship Id="rId7" Type="http://schemas.openxmlformats.org/officeDocument/2006/relationships/image" Target="../media/image114.png"/><Relationship Id="rId12" Type="http://schemas.openxmlformats.org/officeDocument/2006/relationships/image" Target="../media/image119.png"/><Relationship Id="rId2" Type="http://schemas.openxmlformats.org/officeDocument/2006/relationships/notesSlide" Target="../notesSlides/notesSlide7.xml"/><Relationship Id="rId16" Type="http://schemas.openxmlformats.org/officeDocument/2006/relationships/image" Target="../media/image123.png"/><Relationship Id="rId1" Type="http://schemas.openxmlformats.org/officeDocument/2006/relationships/slideLayout" Target="../slideLayouts/slideLayout3.xml"/><Relationship Id="rId6" Type="http://schemas.openxmlformats.org/officeDocument/2006/relationships/image" Target="../media/image113.png"/><Relationship Id="rId11" Type="http://schemas.openxmlformats.org/officeDocument/2006/relationships/image" Target="../media/image118.png"/><Relationship Id="rId5" Type="http://schemas.openxmlformats.org/officeDocument/2006/relationships/image" Target="../media/image112.png"/><Relationship Id="rId15" Type="http://schemas.openxmlformats.org/officeDocument/2006/relationships/image" Target="../media/image122.png"/><Relationship Id="rId10" Type="http://schemas.openxmlformats.org/officeDocument/2006/relationships/image" Target="../media/image117.png"/><Relationship Id="rId4" Type="http://schemas.openxmlformats.org/officeDocument/2006/relationships/image" Target="../media/image111.png"/><Relationship Id="rId9" Type="http://schemas.openxmlformats.org/officeDocument/2006/relationships/image" Target="../media/image116.png"/><Relationship Id="rId14" Type="http://schemas.openxmlformats.org/officeDocument/2006/relationships/image" Target="../media/image121.png"/></Relationships>
</file>

<file path=ppt/slides/_rels/slide8.xml.rels><?xml version="1.0" encoding="UTF-8" standalone="yes"?>
<Relationships xmlns="http://schemas.openxmlformats.org/package/2006/relationships"><Relationship Id="rId8" Type="http://schemas.openxmlformats.org/officeDocument/2006/relationships/image" Target="../media/image129.png"/><Relationship Id="rId13" Type="http://schemas.openxmlformats.org/officeDocument/2006/relationships/image" Target="../media/image134.png"/><Relationship Id="rId18" Type="http://schemas.openxmlformats.org/officeDocument/2006/relationships/image" Target="../media/image139.png"/><Relationship Id="rId26" Type="http://schemas.openxmlformats.org/officeDocument/2006/relationships/image" Target="../media/image147.png"/><Relationship Id="rId3" Type="http://schemas.openxmlformats.org/officeDocument/2006/relationships/image" Target="../media/image124.png"/><Relationship Id="rId21" Type="http://schemas.openxmlformats.org/officeDocument/2006/relationships/image" Target="../media/image142.png"/><Relationship Id="rId7" Type="http://schemas.openxmlformats.org/officeDocument/2006/relationships/image" Target="../media/image128.png"/><Relationship Id="rId12" Type="http://schemas.openxmlformats.org/officeDocument/2006/relationships/image" Target="../media/image133.png"/><Relationship Id="rId17" Type="http://schemas.openxmlformats.org/officeDocument/2006/relationships/image" Target="../media/image138.png"/><Relationship Id="rId25" Type="http://schemas.openxmlformats.org/officeDocument/2006/relationships/image" Target="../media/image146.png"/><Relationship Id="rId2" Type="http://schemas.openxmlformats.org/officeDocument/2006/relationships/notesSlide" Target="../notesSlides/notesSlide8.xml"/><Relationship Id="rId16" Type="http://schemas.openxmlformats.org/officeDocument/2006/relationships/image" Target="../media/image137.png"/><Relationship Id="rId20" Type="http://schemas.openxmlformats.org/officeDocument/2006/relationships/image" Target="../media/image141.png"/><Relationship Id="rId29" Type="http://schemas.openxmlformats.org/officeDocument/2006/relationships/image" Target="../media/image150.png"/><Relationship Id="rId1" Type="http://schemas.openxmlformats.org/officeDocument/2006/relationships/slideLayout" Target="../slideLayouts/slideLayout3.xml"/><Relationship Id="rId6" Type="http://schemas.openxmlformats.org/officeDocument/2006/relationships/image" Target="../media/image127.png"/><Relationship Id="rId11" Type="http://schemas.openxmlformats.org/officeDocument/2006/relationships/image" Target="../media/image132.png"/><Relationship Id="rId24" Type="http://schemas.openxmlformats.org/officeDocument/2006/relationships/image" Target="../media/image145.png"/><Relationship Id="rId5" Type="http://schemas.openxmlformats.org/officeDocument/2006/relationships/image" Target="../media/image126.png"/><Relationship Id="rId15" Type="http://schemas.openxmlformats.org/officeDocument/2006/relationships/image" Target="../media/image136.png"/><Relationship Id="rId23" Type="http://schemas.openxmlformats.org/officeDocument/2006/relationships/image" Target="../media/image144.png"/><Relationship Id="rId28" Type="http://schemas.openxmlformats.org/officeDocument/2006/relationships/image" Target="../media/image149.png"/><Relationship Id="rId10" Type="http://schemas.openxmlformats.org/officeDocument/2006/relationships/image" Target="../media/image131.png"/><Relationship Id="rId19" Type="http://schemas.openxmlformats.org/officeDocument/2006/relationships/image" Target="../media/image140.png"/><Relationship Id="rId4" Type="http://schemas.openxmlformats.org/officeDocument/2006/relationships/image" Target="../media/image125.png"/><Relationship Id="rId9" Type="http://schemas.openxmlformats.org/officeDocument/2006/relationships/image" Target="../media/image130.png"/><Relationship Id="rId14" Type="http://schemas.openxmlformats.org/officeDocument/2006/relationships/image" Target="../media/image135.png"/><Relationship Id="rId22" Type="http://schemas.openxmlformats.org/officeDocument/2006/relationships/image" Target="../media/image143.png"/><Relationship Id="rId27" Type="http://schemas.openxmlformats.org/officeDocument/2006/relationships/image" Target="../media/image148.png"/><Relationship Id="rId30" Type="http://schemas.openxmlformats.org/officeDocument/2006/relationships/image" Target="../media/image151.png"/></Relationships>
</file>

<file path=ppt/slides/_rels/slide9.xml.rels><?xml version="1.0" encoding="UTF-8" standalone="yes"?>
<Relationships xmlns="http://schemas.openxmlformats.org/package/2006/relationships"><Relationship Id="rId8" Type="http://schemas.openxmlformats.org/officeDocument/2006/relationships/image" Target="../media/image157.png"/><Relationship Id="rId13" Type="http://schemas.openxmlformats.org/officeDocument/2006/relationships/image" Target="../media/image162.png"/><Relationship Id="rId3" Type="http://schemas.openxmlformats.org/officeDocument/2006/relationships/image" Target="../media/image152.png"/><Relationship Id="rId7" Type="http://schemas.openxmlformats.org/officeDocument/2006/relationships/image" Target="../media/image156.png"/><Relationship Id="rId12" Type="http://schemas.openxmlformats.org/officeDocument/2006/relationships/image" Target="../media/image16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5.png"/><Relationship Id="rId11" Type="http://schemas.openxmlformats.org/officeDocument/2006/relationships/image" Target="../media/image160.png"/><Relationship Id="rId5" Type="http://schemas.openxmlformats.org/officeDocument/2006/relationships/image" Target="../media/image154.png"/><Relationship Id="rId15" Type="http://schemas.openxmlformats.org/officeDocument/2006/relationships/image" Target="../media/image164.png"/><Relationship Id="rId10" Type="http://schemas.openxmlformats.org/officeDocument/2006/relationships/image" Target="../media/image159.png"/><Relationship Id="rId4" Type="http://schemas.openxmlformats.org/officeDocument/2006/relationships/image" Target="../media/image153.png"/><Relationship Id="rId9" Type="http://schemas.openxmlformats.org/officeDocument/2006/relationships/image" Target="../media/image158.png"/><Relationship Id="rId14" Type="http://schemas.openxmlformats.org/officeDocument/2006/relationships/image" Target="../media/image163.png"/></Relationships>
</file>

<file path=ppt/slides/_rels/slide10.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175.png"/><Relationship Id="rId3" Type="http://schemas.openxmlformats.org/officeDocument/2006/relationships/image" Target="../media/image165.png"/><Relationship Id="rId7" Type="http://schemas.openxmlformats.org/officeDocument/2006/relationships/image" Target="../media/image169.png"/><Relationship Id="rId12" Type="http://schemas.openxmlformats.org/officeDocument/2006/relationships/image" Target="../media/image174.png"/><Relationship Id="rId2" Type="http://schemas.openxmlformats.org/officeDocument/2006/relationships/notesSlide" Target="../notesSlides/notesSlide10.xml"/><Relationship Id="rId16" Type="http://schemas.openxmlformats.org/officeDocument/2006/relationships/image" Target="../media/image178.png"/><Relationship Id="rId1" Type="http://schemas.openxmlformats.org/officeDocument/2006/relationships/slideLayout" Target="../slideLayouts/slideLayout3.xml"/><Relationship Id="rId6" Type="http://schemas.openxmlformats.org/officeDocument/2006/relationships/image" Target="../media/image168.png"/><Relationship Id="rId11" Type="http://schemas.openxmlformats.org/officeDocument/2006/relationships/image" Target="../media/image173.png"/><Relationship Id="rId5" Type="http://schemas.openxmlformats.org/officeDocument/2006/relationships/image" Target="../media/image167.png"/><Relationship Id="rId15" Type="http://schemas.openxmlformats.org/officeDocument/2006/relationships/image" Target="../media/image177.png"/><Relationship Id="rId10" Type="http://schemas.openxmlformats.org/officeDocument/2006/relationships/image" Target="../media/image172.png"/><Relationship Id="rId4" Type="http://schemas.openxmlformats.org/officeDocument/2006/relationships/image" Target="../media/image166.png"/><Relationship Id="rId9" Type="http://schemas.openxmlformats.org/officeDocument/2006/relationships/image" Target="../media/image171.png"/><Relationship Id="rId14" Type="http://schemas.openxmlformats.org/officeDocument/2006/relationships/image" Target="../media/image176.png"/></Relationships>
</file>

<file path=ppt/slides/_rels/slide11.xml.rels><?xml version="1.0" encoding="UTF-8" standalone="yes"?>
<Relationships xmlns="http://schemas.openxmlformats.org/package/2006/relationships"><Relationship Id="rId8" Type="http://schemas.openxmlformats.org/officeDocument/2006/relationships/image" Target="../media/image184.png"/><Relationship Id="rId13" Type="http://schemas.openxmlformats.org/officeDocument/2006/relationships/image" Target="../media/image189.png"/><Relationship Id="rId18" Type="http://schemas.openxmlformats.org/officeDocument/2006/relationships/image" Target="../media/image194.png"/><Relationship Id="rId3" Type="http://schemas.openxmlformats.org/officeDocument/2006/relationships/image" Target="../media/image179.png"/><Relationship Id="rId7" Type="http://schemas.openxmlformats.org/officeDocument/2006/relationships/image" Target="../media/image183.png"/><Relationship Id="rId12" Type="http://schemas.openxmlformats.org/officeDocument/2006/relationships/image" Target="../media/image188.png"/><Relationship Id="rId17" Type="http://schemas.openxmlformats.org/officeDocument/2006/relationships/image" Target="../media/image193.png"/><Relationship Id="rId2" Type="http://schemas.openxmlformats.org/officeDocument/2006/relationships/notesSlide" Target="../notesSlides/notesSlide11.xml"/><Relationship Id="rId16" Type="http://schemas.openxmlformats.org/officeDocument/2006/relationships/image" Target="../media/image192.png"/><Relationship Id="rId1" Type="http://schemas.openxmlformats.org/officeDocument/2006/relationships/slideLayout" Target="../slideLayouts/slideLayout3.xml"/><Relationship Id="rId6" Type="http://schemas.openxmlformats.org/officeDocument/2006/relationships/image" Target="../media/image182.png"/><Relationship Id="rId11" Type="http://schemas.openxmlformats.org/officeDocument/2006/relationships/image" Target="../media/image187.png"/><Relationship Id="rId5" Type="http://schemas.openxmlformats.org/officeDocument/2006/relationships/image" Target="../media/image181.png"/><Relationship Id="rId15" Type="http://schemas.openxmlformats.org/officeDocument/2006/relationships/image" Target="../media/image191.png"/><Relationship Id="rId10" Type="http://schemas.openxmlformats.org/officeDocument/2006/relationships/image" Target="../media/image186.png"/><Relationship Id="rId4" Type="http://schemas.openxmlformats.org/officeDocument/2006/relationships/image" Target="../media/image180.png"/><Relationship Id="rId9" Type="http://schemas.openxmlformats.org/officeDocument/2006/relationships/image" Target="../media/image185.png"/><Relationship Id="rId14" Type="http://schemas.openxmlformats.org/officeDocument/2006/relationships/image" Target="../media/image190.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100" y="2685046"/>
            <a:ext cx="39600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2800"/>
              <a:t>Sound Family /y-oo/;</a:t>
            </a:r>
            <a:br>
              <a:rPr lang="en-US" sz="2800"/>
            </a:br>
            <a:r>
              <a:rPr lang="en-US" sz="2800"/>
              <a:t>ue (/oo/ vs /y-oo/)</a:t>
            </a:r>
            <a:endParaRPr sz="28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26</a:t>
            </a:r>
            <a:endParaRPr/>
          </a:p>
        </p:txBody>
      </p:sp>
      <p:pic>
        <p:nvPicPr>
          <p:cNvPr id="653" name="Google Shape;653;p1"/>
          <p:cNvPicPr preferRelativeResize="0"/>
          <p:nvPr/>
        </p:nvPicPr>
        <p:blipFill rotWithShape="1">
          <a:blip r:embed="rId3">
            <a:alphaModFix/>
          </a:blip>
          <a:srcRect l="79" r="69"/>
          <a:stretch/>
        </p:blipFill>
        <p:spPr>
          <a:xfrm rot="540305">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19" r="19"/>
          <a:stretch/>
        </p:blipFill>
        <p:spPr>
          <a:xfrm rot="-278018">
            <a:off x="5552278" y="3960008"/>
            <a:ext cx="1208038" cy="1709827"/>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{6547A57D-A826-451F-BE72-9B9D4FF93430}</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FFFFFF"/>
                          </a:solidFill>
                          <a:latin typeface="Jost"/>
                          <a:ea typeface="Jost"/>
                          <a:cs typeface="Jost"/>
                          <a:sym typeface="Jost"/>
                        </a:rPr>
                        <a:t>/y-oo/ </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/y-oo/</a:t>
            </a:r>
            <a:r>
              <a:rPr lang="en-US"/>
              <a:t> sound family spelling patterns.</a:t>
            </a:r>
            <a:endParaRPr/>
          </a:p>
        </p:txBody>
      </p:sp>
      <p:sp>
        <p:nvSpPr>
          <p:cNvPr id="662" name="Google Shape;662;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l="89" r="79"/>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2" name="Google Shape;672;g2bee4f4af4b_0_204">
            <a:hlinkClick r:id="rId6" action="ppaction://hlinksldjump"/>
          </p:cNvPr>
          <p:cNvSpPr/>
          <p:nvPr/>
        </p:nvSpPr>
        <p:spPr>
          <a:xfrm>
            <a:off x="851606" y="3817429"/>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bee4f4af4b_0_204">
            <a:hlinkClick r:id="rId7" action="ppaction://hlinksldjump"/>
          </p:cNvPr>
          <p:cNvSpPr/>
          <p:nvPr/>
        </p:nvSpPr>
        <p:spPr>
          <a:xfrm>
            <a:off x="2118472" y="381742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4" name="Google Shape;674;g2bee4f4af4b_0_204">
            <a:hlinkClick r:id="rId8" action="ppaction://hlinksldjump"/>
          </p:cNvPr>
          <p:cNvSpPr/>
          <p:nvPr/>
        </p:nvSpPr>
        <p:spPr>
          <a:xfrm>
            <a:off x="3335461" y="3805592"/>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1" name="Google Shape;681;g26b641b03cd_0_165"/>
          <p:cNvGrpSpPr/>
          <p:nvPr/>
        </p:nvGrpSpPr>
        <p:grpSpPr>
          <a:xfrm>
            <a:off x="930400" y="2053244"/>
            <a:ext cx="7283200" cy="3724851"/>
            <a:chOff x="930400" y="2129444"/>
            <a:chExt cx="7283200" cy="3724851"/>
          </a:xfrm>
        </p:grpSpPr>
        <p:pic>
          <p:nvPicPr>
            <p:cNvPr id="682" name="Google Shape;68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1" name="Google Shape;711;g26b7edf6e71_0_26"/>
          <p:cNvGrpSpPr/>
          <p:nvPr/>
        </p:nvGrpSpPr>
        <p:grpSpPr>
          <a:xfrm>
            <a:off x="930400" y="2053250"/>
            <a:ext cx="7283201" cy="2971674"/>
            <a:chOff x="930400" y="2129450"/>
            <a:chExt cx="7283201" cy="2971674"/>
          </a:xfrm>
        </p:grpSpPr>
        <p:pic>
          <p:nvPicPr>
            <p:cNvPr id="712" name="Google Shape;712;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3" name="Google Shape;713;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2" name="Google Shape;722;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7" name="Google Shape;747;g2c298da1f27_0_417"/>
          <p:cNvGrpSpPr/>
          <p:nvPr/>
        </p:nvGrpSpPr>
        <p:grpSpPr>
          <a:xfrm>
            <a:off x="930400" y="2053250"/>
            <a:ext cx="7283201" cy="2971674"/>
            <a:chOff x="930400" y="2053250"/>
            <a:chExt cx="7283201" cy="2971674"/>
          </a:xfrm>
        </p:grpSpPr>
        <p:pic>
          <p:nvPicPr>
            <p:cNvPr id="748" name="Google Shape;748;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9" name="Google Shape;749;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0" name="Google Shape;750;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1" name="Google Shape;751;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5" name="Google Shape;795;g2cdbdd49f8e_0_0"/>
          <p:cNvPicPr preferRelativeResize="0"/>
          <p:nvPr/>
        </p:nvPicPr>
        <p:blipFill rotWithShape="1">
          <a:blip r:embed="rId3">
            <a:alphaModFix/>
          </a:blip>
          <a:srcRect l="79" r="79"/>
          <a:stretch/>
        </p:blipFill>
        <p:spPr>
          <a:xfrm>
            <a:off x="930400" y="2053250"/>
            <a:ext cx="650175" cy="920300"/>
          </a:xfrm>
          <a:prstGeom prst="rect">
            <a:avLst/>
          </a:prstGeom>
          <a:noFill/>
          <a:ln>
            <a:noFill/>
          </a:ln>
          <a:effectLst>
            <a:outerShdw blurRad="71438" dist="28575" dir="5400000" algn="bl" rotWithShape="0">
              <a:srgbClr val="000000">
                <a:alpha val="15294"/>
              </a:srgbClr>
            </a:outerShdw>
          </a:effectLst>
        </p:spPr>
      </p:pic>
      <p:pic>
        <p:nvPicPr>
          <p:cNvPr id="796" name="Google Shape;796;g2cdbdd49f8e_0_0"/>
          <p:cNvPicPr preferRelativeResize="0"/>
          <p:nvPr/>
        </p:nvPicPr>
        <p:blipFill rotWithShape="1">
          <a:blip r:embed="rId4">
            <a:alphaModFix/>
          </a:blip>
          <a:srcRect l="79" r="79"/>
          <a:stretch/>
        </p:blipFill>
        <p:spPr>
          <a:xfrm>
            <a:off x="3119078" y="2053250"/>
            <a:ext cx="650175" cy="920300"/>
          </a:xfrm>
          <a:prstGeom prst="rect">
            <a:avLst/>
          </a:prstGeom>
          <a:noFill/>
          <a:ln>
            <a:noFill/>
          </a:ln>
          <a:effectLst>
            <a:outerShdw blurRad="71438" dist="28575" dir="5400000" algn="bl" rotWithShape="0">
              <a:srgbClr val="000000">
                <a:alpha val="15294"/>
              </a:srgbClr>
            </a:outerShdw>
          </a:effectLst>
        </p:spPr>
      </p:pic>
      <p:pic>
        <p:nvPicPr>
          <p:cNvPr id="797" name="Google Shape;797;g2cdbdd49f8e_0_0"/>
          <p:cNvPicPr preferRelativeResize="0"/>
          <p:nvPr/>
        </p:nvPicPr>
        <p:blipFill rotWithShape="1">
          <a:blip r:embed="rId5">
            <a:alphaModFix/>
          </a:blip>
          <a:srcRect l="19" r="29"/>
          <a:stretch/>
        </p:blipFill>
        <p:spPr>
          <a:xfrm>
            <a:off x="1659959" y="2053250"/>
            <a:ext cx="650175" cy="920300"/>
          </a:xfrm>
          <a:prstGeom prst="rect">
            <a:avLst/>
          </a:prstGeom>
          <a:noFill/>
          <a:ln>
            <a:noFill/>
          </a:ln>
          <a:effectLst>
            <a:outerShdw blurRad="71438" dist="28575" dir="5400000" algn="bl" rotWithShape="0">
              <a:srgbClr val="000000">
                <a:alpha val="15294"/>
              </a:srgbClr>
            </a:outerShdw>
          </a:effectLst>
        </p:spPr>
      </p:pic>
      <p:pic>
        <p:nvPicPr>
          <p:cNvPr id="798" name="Google Shape;798;g2cdbdd49f8e_0_0"/>
          <p:cNvPicPr preferRelativeResize="0"/>
          <p:nvPr/>
        </p:nvPicPr>
        <p:blipFill rotWithShape="1">
          <a:blip r:embed="rId6">
            <a:alphaModFix/>
          </a:blip>
          <a:srcRect l="19" r="29"/>
          <a:stretch/>
        </p:blipFill>
        <p:spPr>
          <a:xfrm>
            <a:off x="2389520" y="2053250"/>
            <a:ext cx="650175" cy="920300"/>
          </a:xfrm>
          <a:prstGeom prst="rect">
            <a:avLst/>
          </a:prstGeom>
          <a:noFill/>
          <a:ln>
            <a:noFill/>
          </a:ln>
          <a:effectLst>
            <a:outerShdw blurRad="71438" dist="28575" dir="5400000" algn="bl" rotWithShape="0">
              <a:srgbClr val="000000">
                <a:alpha val="15294"/>
              </a:srgbClr>
            </a:outerShdw>
          </a:effectLst>
        </p:spPr>
      </p:pic>
      <p:pic>
        <p:nvPicPr>
          <p:cNvPr id="799" name="Google Shape;799;g2cdbdd49f8e_0_0"/>
          <p:cNvPicPr preferRelativeResize="0"/>
          <p:nvPr/>
        </p:nvPicPr>
        <p:blipFill rotWithShape="1">
          <a:blip r:embed="rId7">
            <a:alphaModFix/>
          </a:blip>
          <a:srcRect l="19" r="29"/>
          <a:stretch/>
        </p:blipFill>
        <p:spPr>
          <a:xfrm>
            <a:off x="3848637" y="2053250"/>
            <a:ext cx="650175" cy="920300"/>
          </a:xfrm>
          <a:prstGeom prst="rect">
            <a:avLst/>
          </a:prstGeom>
          <a:noFill/>
          <a:ln>
            <a:noFill/>
          </a:ln>
          <a:effectLst>
            <a:outerShdw blurRad="71438" dist="28575" dir="5400000" algn="bl" rotWithShape="0">
              <a:srgbClr val="000000">
                <a:alpha val="15294"/>
              </a:srgbClr>
            </a:outerShdw>
          </a:effectLst>
        </p:spPr>
      </p:pic>
      <p:pic>
        <p:nvPicPr>
          <p:cNvPr id="800" name="Google Shape;800;g2cdbdd49f8e_0_0"/>
          <p:cNvPicPr preferRelativeResize="0"/>
          <p:nvPr/>
        </p:nvPicPr>
        <p:blipFill rotWithShape="1">
          <a:blip r:embed="rId8">
            <a:alphaModFix/>
          </a:blip>
          <a:srcRect l="79" r="79"/>
          <a:stretch/>
        </p:blipFill>
        <p:spPr>
          <a:xfrm>
            <a:off x="6037316" y="2053250"/>
            <a:ext cx="650175" cy="920300"/>
          </a:xfrm>
          <a:prstGeom prst="rect">
            <a:avLst/>
          </a:prstGeom>
          <a:noFill/>
          <a:ln>
            <a:noFill/>
          </a:ln>
          <a:effectLst>
            <a:outerShdw blurRad="71438" dist="28575" dir="5400000" algn="bl" rotWithShape="0">
              <a:srgbClr val="000000">
                <a:alpha val="15294"/>
              </a:srgbClr>
            </a:outerShdw>
          </a:effectLst>
        </p:spPr>
      </p:pic>
      <p:pic>
        <p:nvPicPr>
          <p:cNvPr id="801" name="Google Shape;801;g2cdbdd49f8e_0_0"/>
          <p:cNvPicPr preferRelativeResize="0"/>
          <p:nvPr/>
        </p:nvPicPr>
        <p:blipFill rotWithShape="1">
          <a:blip r:embed="rId9">
            <a:alphaModFix/>
          </a:blip>
          <a:srcRect l="79" r="79"/>
          <a:stretch/>
        </p:blipFill>
        <p:spPr>
          <a:xfrm>
            <a:off x="4578198" y="2053250"/>
            <a:ext cx="650175" cy="920300"/>
          </a:xfrm>
          <a:prstGeom prst="rect">
            <a:avLst/>
          </a:prstGeom>
          <a:noFill/>
          <a:ln>
            <a:noFill/>
          </a:ln>
          <a:effectLst>
            <a:outerShdw blurRad="71438" dist="28575" dir="5400000" algn="bl" rotWithShape="0">
              <a:srgbClr val="000000">
                <a:alpha val="15294"/>
              </a:srgbClr>
            </a:outerShdw>
          </a:effectLst>
        </p:spPr>
      </p:pic>
      <p:pic>
        <p:nvPicPr>
          <p:cNvPr id="802" name="Google Shape;802;g2cdbdd49f8e_0_0"/>
          <p:cNvPicPr preferRelativeResize="0"/>
          <p:nvPr/>
        </p:nvPicPr>
        <p:blipFill rotWithShape="1">
          <a:blip r:embed="rId10">
            <a:alphaModFix/>
          </a:blip>
          <a:srcRect l="79" r="79"/>
          <a:stretch/>
        </p:blipFill>
        <p:spPr>
          <a:xfrm>
            <a:off x="5307757" y="2053250"/>
            <a:ext cx="650175" cy="920300"/>
          </a:xfrm>
          <a:prstGeom prst="rect">
            <a:avLst/>
          </a:prstGeom>
          <a:noFill/>
          <a:ln>
            <a:noFill/>
          </a:ln>
          <a:effectLst>
            <a:outerShdw blurRad="71438" dist="28575" dir="5400000" algn="bl" rotWithShape="0">
              <a:srgbClr val="000000">
                <a:alpha val="15294"/>
              </a:srgbClr>
            </a:outerShdw>
          </a:effectLst>
        </p:spPr>
      </p:pic>
      <p:pic>
        <p:nvPicPr>
          <p:cNvPr id="803" name="Google Shape;803;g2cdbdd49f8e_0_0"/>
          <p:cNvPicPr preferRelativeResize="0"/>
          <p:nvPr/>
        </p:nvPicPr>
        <p:blipFill rotWithShape="1">
          <a:blip r:embed="rId11">
            <a:alphaModFix/>
          </a:blip>
          <a:srcRect l="19" r="29"/>
          <a:stretch/>
        </p:blipFill>
        <p:spPr>
          <a:xfrm>
            <a:off x="6766872" y="2053250"/>
            <a:ext cx="650175" cy="920300"/>
          </a:xfrm>
          <a:prstGeom prst="rect">
            <a:avLst/>
          </a:prstGeom>
          <a:noFill/>
          <a:ln>
            <a:noFill/>
          </a:ln>
          <a:effectLst>
            <a:outerShdw blurRad="71438" dist="28575" dir="5400000" algn="bl" rotWithShape="0">
              <a:srgbClr val="000000">
                <a:alpha val="15294"/>
              </a:srgbClr>
            </a:outerShdw>
          </a:effectLst>
        </p:spPr>
      </p:pic>
      <p:pic>
        <p:nvPicPr>
          <p:cNvPr id="804" name="Google Shape;804;g2cdbdd49f8e_0_0"/>
          <p:cNvPicPr preferRelativeResize="0"/>
          <p:nvPr/>
        </p:nvPicPr>
        <p:blipFill rotWithShape="1">
          <a:blip r:embed="rId12">
            <a:alphaModFix/>
          </a:blip>
          <a:srcRect/>
          <a:stretch/>
        </p:blipFill>
        <p:spPr>
          <a:xfrm>
            <a:off x="7496424" y="2053250"/>
            <a:ext cx="650176" cy="920300"/>
          </a:xfrm>
          <a:prstGeom prst="rect">
            <a:avLst/>
          </a:prstGeom>
          <a:noFill/>
          <a:ln>
            <a:noFill/>
          </a:ln>
          <a:effectLst>
            <a:outerShdw blurRad="71438" dist="28575" dir="5400000" algn="bl" rotWithShape="0">
              <a:srgbClr val="000000">
                <a:alpha val="15294"/>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1" name="Google Shape;811;g26b7edf6e71_0_109"/>
          <p:cNvGrpSpPr/>
          <p:nvPr/>
        </p:nvGrpSpPr>
        <p:grpSpPr>
          <a:xfrm>
            <a:off x="865957" y="2135925"/>
            <a:ext cx="7282807" cy="2686611"/>
            <a:chOff x="867357" y="2129450"/>
            <a:chExt cx="7282807" cy="2686611"/>
          </a:xfrm>
        </p:grpSpPr>
        <p:pic>
          <p:nvPicPr>
            <p:cNvPr id="812" name="Google Shape;812;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3" name="Google Shape;813;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2" name="Google Shape;832;g2c298d33e0c_0_6"/>
          <p:cNvGrpSpPr/>
          <p:nvPr/>
        </p:nvGrpSpPr>
        <p:grpSpPr>
          <a:xfrm>
            <a:off x="866900" y="2133161"/>
            <a:ext cx="7281864" cy="2684601"/>
            <a:chOff x="868300" y="2129450"/>
            <a:chExt cx="7281864" cy="2684601"/>
          </a:xfrm>
        </p:grpSpPr>
        <p:pic>
          <p:nvPicPr>
            <p:cNvPr id="833" name="Google Shape;833;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7" name="Google Shape;837;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67" name="Google Shape;867;g2c298da1f27_0_455"/>
          <p:cNvGrpSpPr/>
          <p:nvPr/>
        </p:nvGrpSpPr>
        <p:grpSpPr>
          <a:xfrm>
            <a:off x="868300" y="2129450"/>
            <a:ext cx="7281864" cy="2684601"/>
            <a:chOff x="868300" y="2053250"/>
            <a:chExt cx="7281864" cy="2684601"/>
          </a:xfrm>
        </p:grpSpPr>
        <p:pic>
          <p:nvPicPr>
            <p:cNvPr id="868" name="Google Shape;868;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69" name="Google Shape;869;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70" name="Google Shape;870;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1" name="Google Shape;871;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2" name="Google Shape;872;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76" name="Google Shape;876;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77" name="Google Shape;877;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78" name="Google Shape;878;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79" name="Google Shape;879;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80" name="Google Shape;880;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87" name="Google Shape;887;g2c298da1f27_1_0"/>
          <p:cNvGrpSpPr/>
          <p:nvPr/>
        </p:nvGrpSpPr>
        <p:grpSpPr>
          <a:xfrm>
            <a:off x="868300" y="2129450"/>
            <a:ext cx="7281864" cy="2688001"/>
            <a:chOff x="868300" y="2129450"/>
            <a:chExt cx="7281864" cy="2688001"/>
          </a:xfrm>
        </p:grpSpPr>
        <p:pic>
          <p:nvPicPr>
            <p:cNvPr id="888" name="Google Shape;888;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89" name="Google Shape;889;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6" name="Google Shape;896;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97" name="Google Shape;897;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98" name="Google Shape;898;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99" name="Google Shape;899;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00" name="Google Shape;900;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01" name="Google Shape;901;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g2cdbdd193bb_0_343"/>
          <p:cNvSpPr txBox="1">
            <a:spLocks noGrp="1"/>
          </p:cNvSpPr>
          <p:nvPr>
            <p:ph type="title"/>
          </p:nvPr>
        </p:nvSpPr>
        <p:spPr>
          <a:xfrm>
            <a:off x="995575" y="582900"/>
            <a:ext cx="71532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200"/>
              <a:t>Review Phase 5.5 Common Exception Words </a:t>
            </a:r>
            <a:br>
              <a:rPr lang="en-US" sz="2200"/>
            </a:br>
            <a:r>
              <a:rPr lang="en-US" sz="2200">
                <a:solidFill>
                  <a:srgbClr val="2356AF"/>
                </a:solidFill>
              </a:rPr>
              <a:t>people wild child mind kind behind eye oh most only both though through who prove shoe</a:t>
            </a:r>
            <a:r>
              <a:rPr lang="en-US" sz="2200"/>
              <a:t>.</a:t>
            </a:r>
            <a:endParaRPr sz="2200"/>
          </a:p>
        </p:txBody>
      </p:sp>
      <p:pic>
        <p:nvPicPr>
          <p:cNvPr id="908" name="Google Shape;908;g2cdbdd193bb_0_343"/>
          <p:cNvPicPr preferRelativeResize="0"/>
          <p:nvPr/>
        </p:nvPicPr>
        <p:blipFill rotWithShape="1">
          <a:blip r:embed="rId3">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7647"/>
              </a:srgbClr>
            </a:outerShdw>
          </a:effectLst>
        </p:spPr>
      </p:pic>
      <p:pic>
        <p:nvPicPr>
          <p:cNvPr id="909" name="Google Shape;909;g2cdbdd193bb_0_343"/>
          <p:cNvPicPr preferRelativeResize="0"/>
          <p:nvPr/>
        </p:nvPicPr>
        <p:blipFill rotWithShape="1">
          <a:blip r:embed="rId4">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7647"/>
              </a:srgbClr>
            </a:outerShdw>
          </a:effectLst>
        </p:spPr>
      </p:pic>
      <p:pic>
        <p:nvPicPr>
          <p:cNvPr id="910" name="Google Shape;910;g2cdbdd193bb_0_343"/>
          <p:cNvPicPr preferRelativeResize="0"/>
          <p:nvPr/>
        </p:nvPicPr>
        <p:blipFill rotWithShape="1">
          <a:blip r:embed="rId5">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7647"/>
              </a:srgbClr>
            </a:outerShdw>
          </a:effectLst>
        </p:spPr>
      </p:pic>
      <p:pic>
        <p:nvPicPr>
          <p:cNvPr id="911" name="Google Shape;911;g2cdbdd193bb_0_343"/>
          <p:cNvPicPr preferRelativeResize="0"/>
          <p:nvPr/>
        </p:nvPicPr>
        <p:blipFill rotWithShape="1">
          <a:blip r:embed="rId6">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7650"/>
              </a:srgbClr>
            </a:outerShdw>
          </a:effectLst>
        </p:spPr>
      </p:pic>
      <p:pic>
        <p:nvPicPr>
          <p:cNvPr id="912" name="Google Shape;912;g2cdbdd193bb_0_343"/>
          <p:cNvPicPr preferRelativeResize="0"/>
          <p:nvPr/>
        </p:nvPicPr>
        <p:blipFill rotWithShape="1">
          <a:blip r:embed="rId7">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13" name="Google Shape;913;g2cdbdd193bb_0_343"/>
          <p:cNvPicPr preferRelativeResize="0"/>
          <p:nvPr/>
        </p:nvPicPr>
        <p:blipFill rotWithShape="1">
          <a:blip r:embed="rId8">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14" name="Google Shape;914;g2cdbdd193bb_0_343"/>
          <p:cNvPicPr preferRelativeResize="0"/>
          <p:nvPr/>
        </p:nvPicPr>
        <p:blipFill rotWithShape="1">
          <a:blip r:embed="rId9">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15" name="Google Shape;915;g2cdbdd193bb_0_343"/>
          <p:cNvPicPr preferRelativeResize="0"/>
          <p:nvPr/>
        </p:nvPicPr>
        <p:blipFill rotWithShape="1">
          <a:blip r:embed="rId10">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16" name="Google Shape;916;g2cdbdd193bb_0_343"/>
          <p:cNvPicPr preferRelativeResize="0"/>
          <p:nvPr/>
        </p:nvPicPr>
        <p:blipFill rotWithShape="1">
          <a:blip r:embed="rId11">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17" name="Google Shape;917;g2cdbdd193bb_0_343"/>
          <p:cNvPicPr preferRelativeResize="0"/>
          <p:nvPr/>
        </p:nvPicPr>
        <p:blipFill rotWithShape="1">
          <a:blip r:embed="rId12">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18" name="Google Shape;918;g2cdbdd193bb_0_343"/>
          <p:cNvPicPr preferRelativeResize="0"/>
          <p:nvPr/>
        </p:nvPicPr>
        <p:blipFill rotWithShape="1">
          <a:blip r:embed="rId13">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19" name="Google Shape;919;g2cdbdd193bb_0_343"/>
          <p:cNvPicPr preferRelativeResize="0"/>
          <p:nvPr/>
        </p:nvPicPr>
        <p:blipFill rotWithShape="1">
          <a:blip r:embed="rId14">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20" name="Google Shape;920;g2cdbdd193bb_0_343"/>
          <p:cNvPicPr preferRelativeResize="0"/>
          <p:nvPr/>
        </p:nvPicPr>
        <p:blipFill rotWithShape="1">
          <a:blip r:embed="rId15">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21" name="Google Shape;921;g2cdbdd193bb_0_343"/>
          <p:cNvPicPr preferRelativeResize="0"/>
          <p:nvPr/>
        </p:nvPicPr>
        <p:blipFill rotWithShape="1">
          <a:blip r:embed="rId16">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22" name="Google Shape;922;g2cdbdd193bb_0_343"/>
          <p:cNvPicPr preferRelativeResize="0"/>
          <p:nvPr/>
        </p:nvPicPr>
        <p:blipFill rotWithShape="1">
          <a:blip r:embed="rId17">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23" name="Google Shape;923;g2cdbdd193bb_0_343"/>
          <p:cNvPicPr preferRelativeResize="0"/>
          <p:nvPr/>
        </p:nvPicPr>
        <p:blipFill rotWithShape="1">
          <a:blip r:embed="rId18">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0" name="Google Shape;930;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31" name="Google Shape;931;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32" name="Google Shape;932;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33" name="Google Shape;933;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gl</a:t>
            </a:r>
            <a:r>
              <a:rPr lang="en-US" sz="5800" b="0" i="0" u="none" strike="noStrike" cap="none">
                <a:solidFill>
                  <a:srgbClr val="00904C"/>
                </a:solidFill>
                <a:latin typeface="Jost"/>
                <a:ea typeface="Jost"/>
                <a:cs typeface="Jost"/>
                <a:sym typeface="Jost"/>
              </a:rPr>
              <a:t>ue</a:t>
            </a:r>
            <a:endParaRPr sz="5800" b="0" i="0" u="none" strike="noStrike" cap="none">
              <a:solidFill>
                <a:srgbClr val="00904C"/>
              </a:solidFill>
              <a:latin typeface="Jost"/>
              <a:ea typeface="Jost"/>
              <a:cs typeface="Jost"/>
              <a:sym typeface="Jost"/>
            </a:endParaRPr>
          </a:p>
        </p:txBody>
      </p:sp>
      <p:sp>
        <p:nvSpPr>
          <p:cNvPr id="934" name="Google Shape;934;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bl</a:t>
            </a:r>
            <a:r>
              <a:rPr lang="en-US" sz="5800" b="0" i="0" u="none" strike="noStrike" cap="none">
                <a:solidFill>
                  <a:srgbClr val="00904C"/>
                </a:solidFill>
                <a:latin typeface="Jost"/>
                <a:ea typeface="Jost"/>
                <a:cs typeface="Jost"/>
                <a:sym typeface="Jost"/>
              </a:rPr>
              <a:t>ue</a:t>
            </a:r>
            <a:endParaRPr sz="5800" b="0" i="0" u="none" strike="noStrike" cap="none">
              <a:solidFill>
                <a:srgbClr val="2356AF"/>
              </a:solidFill>
              <a:latin typeface="Jost"/>
              <a:ea typeface="Jost"/>
              <a:cs typeface="Jost"/>
              <a:sym typeface="Jost"/>
            </a:endParaRPr>
          </a:p>
        </p:txBody>
      </p:sp>
      <p:sp>
        <p:nvSpPr>
          <p:cNvPr id="935" name="Google Shape;935;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tr</a:t>
            </a:r>
            <a:r>
              <a:rPr lang="en-US" sz="5800" b="0" i="0" u="none" strike="noStrike" cap="none">
                <a:solidFill>
                  <a:srgbClr val="00904C"/>
                </a:solidFill>
                <a:latin typeface="Jost"/>
                <a:ea typeface="Jost"/>
                <a:cs typeface="Jost"/>
                <a:sym typeface="Jost"/>
              </a:rPr>
              <a:t>ue</a:t>
            </a:r>
            <a:endParaRPr sz="5800" b="0" i="0" u="none" strike="noStrike" cap="none">
              <a:solidFill>
                <a:srgbClr val="2356AF"/>
              </a:solidFill>
              <a:latin typeface="Jost"/>
              <a:ea typeface="Jost"/>
              <a:cs typeface="Jost"/>
              <a:sym typeface="Jost"/>
            </a:endParaRPr>
          </a:p>
        </p:txBody>
      </p:sp>
      <p:sp>
        <p:nvSpPr>
          <p:cNvPr id="936" name="Google Shape;936;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100"/>
              <a:buNone/>
            </a:pPr>
            <a:r>
              <a:rPr lang="en-US"/>
              <a:t>Phase 5, Lesson 8</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g2da53642daf_0_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43" name="Google Shape;943;g2da53642daf_0_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44" name="Google Shape;944;g2da53642daf_0_8"/>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945" name="Google Shape;945;g2da53642daf_0_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46" name="Google Shape;946;g2da53642daf_0_8"/>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ven</a:t>
            </a:r>
            <a:r>
              <a:rPr lang="en-US" sz="5800" b="0" i="0" u="none" strike="noStrike" cap="none">
                <a:solidFill>
                  <a:srgbClr val="00904C"/>
                </a:solidFill>
                <a:latin typeface="Jost"/>
                <a:ea typeface="Jost"/>
                <a:cs typeface="Jost"/>
                <a:sym typeface="Jost"/>
              </a:rPr>
              <a:t>ue</a:t>
            </a:r>
            <a:endParaRPr sz="5800" b="0" i="0" u="none" strike="noStrike" cap="none">
              <a:solidFill>
                <a:srgbClr val="2356AF"/>
              </a:solidFill>
              <a:latin typeface="Jost"/>
              <a:ea typeface="Jost"/>
              <a:cs typeface="Jost"/>
              <a:sym typeface="Jost"/>
            </a:endParaRPr>
          </a:p>
        </p:txBody>
      </p:sp>
      <p:sp>
        <p:nvSpPr>
          <p:cNvPr id="947" name="Google Shape;947;g2da53642daf_0_8"/>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contin</a:t>
            </a:r>
            <a:r>
              <a:rPr lang="en-US" sz="5800" b="0" i="0" u="none" strike="noStrike" cap="none">
                <a:solidFill>
                  <a:srgbClr val="00904C"/>
                </a:solidFill>
                <a:latin typeface="Jost"/>
                <a:ea typeface="Jost"/>
                <a:cs typeface="Jost"/>
                <a:sym typeface="Jost"/>
              </a:rPr>
              <a:t>ue</a:t>
            </a:r>
            <a:endParaRPr sz="5800" b="0" i="0" u="none" strike="noStrike" cap="none">
              <a:solidFill>
                <a:srgbClr val="2356AF"/>
              </a:solidFill>
              <a:latin typeface="Jost"/>
              <a:ea typeface="Jost"/>
              <a:cs typeface="Jost"/>
              <a:sym typeface="Jost"/>
            </a:endParaRPr>
          </a:p>
        </p:txBody>
      </p:sp>
      <p:sp>
        <p:nvSpPr>
          <p:cNvPr id="948" name="Google Shape;948;g2da53642daf_0_8"/>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f</a:t>
            </a:r>
            <a:r>
              <a:rPr lang="en-US" sz="5800" b="0" i="0" u="none" strike="noStrike" cap="none">
                <a:solidFill>
                  <a:srgbClr val="00904C"/>
                </a:solidFill>
                <a:latin typeface="Jost"/>
                <a:ea typeface="Jost"/>
                <a:cs typeface="Jost"/>
                <a:sym typeface="Jost"/>
              </a:rPr>
              <a:t>ue</a:t>
            </a:r>
            <a:r>
              <a:rPr lang="en-US" sz="5800" b="0" i="0" u="none" strike="noStrike" cap="none">
                <a:solidFill>
                  <a:srgbClr val="2356AF"/>
                </a:solidFill>
                <a:latin typeface="Jost"/>
                <a:ea typeface="Jost"/>
                <a:cs typeface="Jost"/>
                <a:sym typeface="Jost"/>
              </a:rPr>
              <a:t>l</a:t>
            </a:r>
            <a:endParaRPr sz="5800" b="0" i="0" u="none" strike="noStrike" cap="none">
              <a:solidFill>
                <a:srgbClr val="2356AF"/>
              </a:solidFill>
              <a:latin typeface="Jost"/>
              <a:ea typeface="Jost"/>
              <a:cs typeface="Jost"/>
              <a:sym typeface="Jost"/>
            </a:endParaRPr>
          </a:p>
        </p:txBody>
      </p:sp>
      <p:sp>
        <p:nvSpPr>
          <p:cNvPr id="949" name="Google Shape;949;g2da53642daf_0_8"/>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100"/>
              <a:buNone/>
            </a:pPr>
            <a:r>
              <a:rPr lang="en-US"/>
              <a:t>Phase 5, Lesson 9</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56" name="Google Shape;95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57" name="Google Shape;957;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58" name="Google Shape;95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65" name="Google Shape;96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66" name="Google Shape;966;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67" name="Google Shape;96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74" name="Google Shape;97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75" name="Google Shape;975;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76" name="Google Shape;97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83" name="Google Shape;98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84" name="Google Shape;984;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85" name="Google Shape;98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92" name="Google Shape;992;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93" name="Google Shape;993;g1f3daf8a844_0_64"/>
          <p:cNvGrpSpPr/>
          <p:nvPr/>
        </p:nvGrpSpPr>
        <p:grpSpPr>
          <a:xfrm>
            <a:off x="3024000" y="209875"/>
            <a:ext cx="3096000" cy="454800"/>
            <a:chOff x="3024000" y="209875"/>
            <a:chExt cx="3096000" cy="454800"/>
          </a:xfrm>
        </p:grpSpPr>
        <p:sp>
          <p:nvSpPr>
            <p:cNvPr id="994" name="Google Shape;994;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5" name="Google Shape;995;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96" name="Google Shape;996;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97" name="Google Shape;997;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8" name="Google Shape;998;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9" name="Google Shape;999;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00" name="Google Shape;1000;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01" name="Google Shape;1001;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02" name="Google Shape;1002;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03" name="Google Shape;1003;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04" name="Google Shape;1004;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05" name="Google Shape;1005;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06" name="Google Shape;1006;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07" name="Google Shape;1007;g1f3daf8a844_0_64"/>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FFD403"/>
              </a:solidFill>
              <a:latin typeface="Jost"/>
              <a:ea typeface="Jost"/>
              <a:cs typeface="Jost"/>
              <a:sym typeface="Jost"/>
            </a:endParaRPr>
          </a:p>
        </p:txBody>
      </p:sp>
      <p:sp>
        <p:nvSpPr>
          <p:cNvPr id="1008" name="Google Shape;1008;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09" name="Google Shape;1009;g1f3daf8a844_0_64"/>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10" name="Google Shape;1010;g1f3daf8a844_0_64"/>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11" name="Google Shape;1011;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ue</a:t>
            </a:r>
            <a:endParaRPr sz="5500" b="0" i="0" u="none" strike="noStrike" cap="none">
              <a:solidFill>
                <a:srgbClr val="00904C"/>
              </a:solidFill>
              <a:latin typeface="Jost"/>
              <a:ea typeface="Jost"/>
              <a:cs typeface="Jost"/>
              <a:sym typeface="Jost"/>
            </a:endParaRPr>
          </a:p>
        </p:txBody>
      </p:sp>
      <p:sp>
        <p:nvSpPr>
          <p:cNvPr id="1012" name="Google Shape;1012;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993F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r</a:t>
            </a:r>
            <a:endParaRPr sz="5500" b="0" i="0" u="none" strike="noStrike" cap="none">
              <a:solidFill>
                <a:srgbClr val="993FA2"/>
              </a:solidFill>
              <a:latin typeface="Jost"/>
              <a:ea typeface="Jost"/>
              <a:cs typeface="Jost"/>
              <a:sym typeface="Jost"/>
            </a:endParaRPr>
          </a:p>
        </p:txBody>
      </p:sp>
      <p:sp>
        <p:nvSpPr>
          <p:cNvPr id="1013" name="Google Shape;1013;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cxnSp>
        <p:nvCxnSpPr>
          <p:cNvPr id="1014" name="Google Shape;1014;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19"/>
        <p:cNvGrpSpPr/>
        <p:nvPr/>
      </p:nvGrpSpPr>
      <p:grpSpPr>
        <a:xfrm>
          <a:off x="0" y="0"/>
          <a:ext cx="0" cy="0"/>
          <a:chOff x="0" y="0"/>
          <a:chExt cx="0" cy="0"/>
        </a:xfrm>
      </p:grpSpPr>
      <p:sp>
        <p:nvSpPr>
          <p:cNvPr id="1020" name="Google Shape;1020;g2da53642daf_0_2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21" name="Google Shape;1021;g2da53642daf_0_2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22" name="Google Shape;1022;g2da53642daf_0_28"/>
          <p:cNvGrpSpPr/>
          <p:nvPr/>
        </p:nvGrpSpPr>
        <p:grpSpPr>
          <a:xfrm>
            <a:off x="3024000" y="209875"/>
            <a:ext cx="3096000" cy="454800"/>
            <a:chOff x="3024000" y="209875"/>
            <a:chExt cx="3096000" cy="454800"/>
          </a:xfrm>
        </p:grpSpPr>
        <p:sp>
          <p:nvSpPr>
            <p:cNvPr id="1023" name="Google Shape;1023;g2da53642daf_0_28"/>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4" name="Google Shape;1024;g2da53642daf_0_28"/>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25" name="Google Shape;1025;g2da53642daf_0_28"/>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26" name="Google Shape;1026;g2da53642daf_0_28"/>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27" name="Google Shape;1027;g2da53642daf_0_28"/>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8" name="Google Shape;1028;g2da53642daf_0_28"/>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9" name="Google Shape;1029;g2da53642daf_0_28"/>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30" name="Google Shape;1030;g2da53642daf_0_28"/>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31" name="Google Shape;1031;g2da53642daf_0_28"/>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blue true glue due rescue </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rgue</a:t>
            </a:r>
            <a:endParaRPr sz="1800" b="0" i="0" u="none" strike="noStrike" cap="none">
              <a:solidFill>
                <a:srgbClr val="B7B7B7"/>
              </a:solidFill>
              <a:latin typeface="Jost"/>
              <a:ea typeface="Jost"/>
              <a:cs typeface="Jost"/>
              <a:sym typeface="Jost"/>
            </a:endParaRPr>
          </a:p>
        </p:txBody>
      </p:sp>
      <p:sp>
        <p:nvSpPr>
          <p:cNvPr id="1032" name="Google Shape;1032;g2da53642daf_0_28"/>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33" name="Google Shape;1033;g2da53642daf_0_28"/>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34" name="Google Shape;1034;g2da53642daf_0_28"/>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35" name="Google Shape;1035;g2da53642daf_0_28"/>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cxnSp>
        <p:nvCxnSpPr>
          <p:cNvPr id="1036" name="Google Shape;1036;g2da53642daf_0_28"/>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37" name="Google Shape;1037;g2da53642daf_0_28"/>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38" name="Google Shape;1038;g2da53642daf_0_28"/>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39" name="Google Shape;1039;g2da53642daf_0_28"/>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FFD403"/>
              </a:solidFill>
              <a:latin typeface="Jost"/>
              <a:ea typeface="Jost"/>
              <a:cs typeface="Jost"/>
              <a:sym typeface="Jost"/>
            </a:endParaRPr>
          </a:p>
        </p:txBody>
      </p:sp>
      <p:sp>
        <p:nvSpPr>
          <p:cNvPr id="1040" name="Google Shape;1040;g2da53642daf_0_28"/>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41" name="Google Shape;1041;g2da53642daf_0_28"/>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42" name="Google Shape;1042;g2da53642daf_0_28"/>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43" name="Google Shape;1043;g2da53642daf_0_28"/>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ue</a:t>
            </a:r>
            <a:endParaRPr sz="5500" b="0" i="0" u="none" strike="noStrike" cap="none">
              <a:solidFill>
                <a:srgbClr val="00904C"/>
              </a:solidFill>
              <a:latin typeface="Jost"/>
              <a:ea typeface="Jost"/>
              <a:cs typeface="Jost"/>
              <a:sym typeface="Jost"/>
            </a:endParaRPr>
          </a:p>
        </p:txBody>
      </p:sp>
      <p:sp>
        <p:nvSpPr>
          <p:cNvPr id="1044" name="Google Shape;1044;g2da53642daf_0_28"/>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993F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r</a:t>
            </a:r>
            <a:endParaRPr sz="5500" b="0" i="0" u="none" strike="noStrike" cap="none">
              <a:solidFill>
                <a:srgbClr val="993FA2"/>
              </a:solidFill>
              <a:latin typeface="Jost"/>
              <a:ea typeface="Jost"/>
              <a:cs typeface="Jost"/>
              <a:sym typeface="Jost"/>
            </a:endParaRPr>
          </a:p>
        </p:txBody>
      </p:sp>
      <p:sp>
        <p:nvSpPr>
          <p:cNvPr id="1045" name="Google Shape;1045;g2da53642daf_0_2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403</Words>
  <Application>Microsoft Office PowerPoint</Application>
  <PresentationFormat>On-screen Show (4:3)</PresentationFormat>
  <Paragraphs>121</Paragraphs>
  <Slides>19</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Nunito Black</vt:lpstr>
      <vt:lpstr>Poppins SemiBold</vt:lpstr>
      <vt:lpstr>Poppins Medium</vt:lpstr>
      <vt:lpstr>Calibri</vt:lpstr>
      <vt:lpstr>Arial</vt:lpstr>
      <vt:lpstr>Jost</vt:lpstr>
      <vt:lpstr>Poppins</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 eye oh most only both though through who prove shoe.</vt:lpstr>
      <vt:lpstr>Review Grapheme Caption</vt:lpstr>
      <vt:lpstr>Review Grapheme Caption</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2026-05-25T05:23:08Z</dcterms:modified>
</cp:coreProperties>
</file>