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opWjE/Ri50ObLMpyPM0GVbtAa8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FAA9A3-8C32-41BF-8A9C-457104D62605}">
  <a:tblStyle styleId="{C1FAA9A3-8C32-41BF-8A9C-457104D6260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6" name="Google Shape;67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4" name="Google Shape;70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cfe4d86008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2cfe4d86008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2cfe4d86008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cfe4d8600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cfe4d8600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cfe4d8600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1" name="Google Shape;1101;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8" name="Google Shape;111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9" name="Google Shape;111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2cfe2204705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7" name="Google Shape;1147;g2cfe2204705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8" name="Google Shape;1148;g2cfe2204705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Split Digraph 'o-e'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6 - Monday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26</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2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22.xml"/><Relationship Id="rId5" Type="http://schemas.openxmlformats.org/officeDocument/2006/relationships/image" Target="../media/image5.png"/><Relationship Id="rId10" Type="http://schemas.openxmlformats.org/officeDocument/2006/relationships/slide" Target="slide20.xml"/><Relationship Id="rId4" Type="http://schemas.openxmlformats.org/officeDocument/2006/relationships/image" Target="../media/image9.png"/><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13" Type="http://schemas.openxmlformats.org/officeDocument/2006/relationships/image" Target="../media/image72.png"/><Relationship Id="rId18" Type="http://schemas.openxmlformats.org/officeDocument/2006/relationships/image" Target="../media/image77.png"/><Relationship Id="rId26" Type="http://schemas.openxmlformats.org/officeDocument/2006/relationships/image" Target="../media/image85.png"/><Relationship Id="rId39" Type="http://schemas.openxmlformats.org/officeDocument/2006/relationships/image" Target="../media/image98.png"/><Relationship Id="rId21" Type="http://schemas.openxmlformats.org/officeDocument/2006/relationships/image" Target="../media/image80.png"/><Relationship Id="rId34" Type="http://schemas.openxmlformats.org/officeDocument/2006/relationships/image" Target="../media/image93.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5" Type="http://schemas.openxmlformats.org/officeDocument/2006/relationships/image" Target="../media/image84.png"/><Relationship Id="rId33" Type="http://schemas.openxmlformats.org/officeDocument/2006/relationships/image" Target="../media/image92.png"/><Relationship Id="rId38" Type="http://schemas.openxmlformats.org/officeDocument/2006/relationships/image" Target="../media/image97.png"/><Relationship Id="rId2" Type="http://schemas.openxmlformats.org/officeDocument/2006/relationships/notesSlide" Target="../notesSlides/notesSlide5.xml"/><Relationship Id="rId16" Type="http://schemas.openxmlformats.org/officeDocument/2006/relationships/image" Target="../media/image75.png"/><Relationship Id="rId20" Type="http://schemas.openxmlformats.org/officeDocument/2006/relationships/image" Target="../media/image79.png"/><Relationship Id="rId29" Type="http://schemas.openxmlformats.org/officeDocument/2006/relationships/image" Target="../media/image88.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24" Type="http://schemas.openxmlformats.org/officeDocument/2006/relationships/image" Target="../media/image83.png"/><Relationship Id="rId32" Type="http://schemas.openxmlformats.org/officeDocument/2006/relationships/image" Target="../media/image91.png"/><Relationship Id="rId37" Type="http://schemas.openxmlformats.org/officeDocument/2006/relationships/image" Target="../media/image96.png"/><Relationship Id="rId5" Type="http://schemas.openxmlformats.org/officeDocument/2006/relationships/image" Target="../media/image64.png"/><Relationship Id="rId15" Type="http://schemas.openxmlformats.org/officeDocument/2006/relationships/image" Target="../media/image74.png"/><Relationship Id="rId23" Type="http://schemas.openxmlformats.org/officeDocument/2006/relationships/image" Target="../media/image82.png"/><Relationship Id="rId28" Type="http://schemas.openxmlformats.org/officeDocument/2006/relationships/image" Target="../media/image87.png"/><Relationship Id="rId36" Type="http://schemas.openxmlformats.org/officeDocument/2006/relationships/image" Target="../media/image95.png"/><Relationship Id="rId10" Type="http://schemas.openxmlformats.org/officeDocument/2006/relationships/image" Target="../media/image69.png"/><Relationship Id="rId19" Type="http://schemas.openxmlformats.org/officeDocument/2006/relationships/image" Target="../media/image78.png"/><Relationship Id="rId31" Type="http://schemas.openxmlformats.org/officeDocument/2006/relationships/image" Target="../media/image90.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1.png"/><Relationship Id="rId27" Type="http://schemas.openxmlformats.org/officeDocument/2006/relationships/image" Target="../media/image86.png"/><Relationship Id="rId30" Type="http://schemas.openxmlformats.org/officeDocument/2006/relationships/image" Target="../media/image89.png"/><Relationship Id="rId35" Type="http://schemas.openxmlformats.org/officeDocument/2006/relationships/image" Target="../media/image94.png"/><Relationship Id="rId8" Type="http://schemas.openxmlformats.org/officeDocument/2006/relationships/image" Target="../media/image67.png"/><Relationship Id="rId3" Type="http://schemas.openxmlformats.org/officeDocument/2006/relationships/image" Target="../media/image62.png"/></Relationships>
</file>

<file path=ppt/slides/_rels/slide6.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3" Type="http://schemas.openxmlformats.org/officeDocument/2006/relationships/image" Target="../media/image99.png"/><Relationship Id="rId7" Type="http://schemas.openxmlformats.org/officeDocument/2006/relationships/image" Target="../media/image103.png"/><Relationship Id="rId12" Type="http://schemas.openxmlformats.org/officeDocument/2006/relationships/image" Target="../media/image108.png"/><Relationship Id="rId2" Type="http://schemas.openxmlformats.org/officeDocument/2006/relationships/notesSlide" Target="../notesSlides/notesSlide6.xml"/><Relationship Id="rId16" Type="http://schemas.openxmlformats.org/officeDocument/2006/relationships/image" Target="../media/image112.png"/><Relationship Id="rId1" Type="http://schemas.openxmlformats.org/officeDocument/2006/relationships/slideLayout" Target="../slideLayouts/slideLayout3.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1.png"/><Relationship Id="rId15" Type="http://schemas.openxmlformats.org/officeDocument/2006/relationships/image" Target="../media/image111.png"/><Relationship Id="rId10" Type="http://schemas.openxmlformats.org/officeDocument/2006/relationships/image" Target="../media/image106.png"/><Relationship Id="rId4" Type="http://schemas.openxmlformats.org/officeDocument/2006/relationships/image" Target="../media/image100.png"/><Relationship Id="rId9" Type="http://schemas.openxmlformats.org/officeDocument/2006/relationships/image" Target="../media/image105.png"/><Relationship Id="rId14" Type="http://schemas.openxmlformats.org/officeDocument/2006/relationships/image" Target="../media/image110.png"/></Relationships>
</file>

<file path=ppt/slides/_rels/slide7.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18" Type="http://schemas.openxmlformats.org/officeDocument/2006/relationships/image" Target="../media/image128.png"/><Relationship Id="rId26" Type="http://schemas.openxmlformats.org/officeDocument/2006/relationships/image" Target="../media/image136.png"/><Relationship Id="rId3" Type="http://schemas.openxmlformats.org/officeDocument/2006/relationships/image" Target="../media/image113.png"/><Relationship Id="rId21" Type="http://schemas.openxmlformats.org/officeDocument/2006/relationships/image" Target="../media/image131.png"/><Relationship Id="rId7" Type="http://schemas.openxmlformats.org/officeDocument/2006/relationships/image" Target="../media/image117.png"/><Relationship Id="rId12" Type="http://schemas.openxmlformats.org/officeDocument/2006/relationships/image" Target="../media/image122.png"/><Relationship Id="rId17" Type="http://schemas.openxmlformats.org/officeDocument/2006/relationships/image" Target="../media/image127.png"/><Relationship Id="rId25" Type="http://schemas.openxmlformats.org/officeDocument/2006/relationships/image" Target="../media/image135.png"/><Relationship Id="rId2" Type="http://schemas.openxmlformats.org/officeDocument/2006/relationships/notesSlide" Target="../notesSlides/notesSlide7.xml"/><Relationship Id="rId16" Type="http://schemas.openxmlformats.org/officeDocument/2006/relationships/image" Target="../media/image126.png"/><Relationship Id="rId20" Type="http://schemas.openxmlformats.org/officeDocument/2006/relationships/image" Target="../media/image130.png"/><Relationship Id="rId29" Type="http://schemas.openxmlformats.org/officeDocument/2006/relationships/image" Target="../media/image139.png"/><Relationship Id="rId1" Type="http://schemas.openxmlformats.org/officeDocument/2006/relationships/slideLayout" Target="../slideLayouts/slideLayout3.xml"/><Relationship Id="rId6" Type="http://schemas.openxmlformats.org/officeDocument/2006/relationships/image" Target="../media/image116.png"/><Relationship Id="rId11" Type="http://schemas.openxmlformats.org/officeDocument/2006/relationships/image" Target="../media/image121.png"/><Relationship Id="rId24" Type="http://schemas.openxmlformats.org/officeDocument/2006/relationships/image" Target="../media/image134.png"/><Relationship Id="rId5" Type="http://schemas.openxmlformats.org/officeDocument/2006/relationships/image" Target="../media/image115.png"/><Relationship Id="rId15" Type="http://schemas.openxmlformats.org/officeDocument/2006/relationships/image" Target="../media/image125.png"/><Relationship Id="rId23" Type="http://schemas.openxmlformats.org/officeDocument/2006/relationships/image" Target="../media/image133.png"/><Relationship Id="rId28" Type="http://schemas.openxmlformats.org/officeDocument/2006/relationships/image" Target="../media/image138.png"/><Relationship Id="rId10" Type="http://schemas.openxmlformats.org/officeDocument/2006/relationships/image" Target="../media/image120.png"/><Relationship Id="rId19" Type="http://schemas.openxmlformats.org/officeDocument/2006/relationships/image" Target="../media/image129.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 Id="rId22" Type="http://schemas.openxmlformats.org/officeDocument/2006/relationships/image" Target="../media/image132.png"/><Relationship Id="rId27" Type="http://schemas.openxmlformats.org/officeDocument/2006/relationships/image" Target="../media/image137.png"/><Relationship Id="rId30" Type="http://schemas.openxmlformats.org/officeDocument/2006/relationships/image" Target="../media/image140.png"/></Relationships>
</file>

<file path=ppt/slides/_rels/slide8.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1.png"/><Relationship Id="rId3" Type="http://schemas.openxmlformats.org/officeDocument/2006/relationships/image" Target="../media/image141.png"/><Relationship Id="rId7" Type="http://schemas.openxmlformats.org/officeDocument/2006/relationships/image" Target="../media/image145.png"/><Relationship Id="rId12" Type="http://schemas.openxmlformats.org/officeDocument/2006/relationships/image" Target="../media/image15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4.png"/><Relationship Id="rId11" Type="http://schemas.openxmlformats.org/officeDocument/2006/relationships/image" Target="../media/image149.png"/><Relationship Id="rId5" Type="http://schemas.openxmlformats.org/officeDocument/2006/relationships/image" Target="../media/image143.png"/><Relationship Id="rId15" Type="http://schemas.openxmlformats.org/officeDocument/2006/relationships/image" Target="../media/image153.pn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png"/><Relationship Id="rId14" Type="http://schemas.openxmlformats.org/officeDocument/2006/relationships/image" Target="../media/image152.png"/></Relationships>
</file>

<file path=ppt/slides/_rels/slide9.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4.png"/><Relationship Id="rId3" Type="http://schemas.openxmlformats.org/officeDocument/2006/relationships/image" Target="../media/image154.png"/><Relationship Id="rId7" Type="http://schemas.openxmlformats.org/officeDocument/2006/relationships/image" Target="../media/image158.png"/><Relationship Id="rId12" Type="http://schemas.openxmlformats.org/officeDocument/2006/relationships/image" Target="../media/image16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7.png"/><Relationship Id="rId11" Type="http://schemas.openxmlformats.org/officeDocument/2006/relationships/image" Target="../media/image162.png"/><Relationship Id="rId5" Type="http://schemas.openxmlformats.org/officeDocument/2006/relationships/image" Target="../media/image156.png"/><Relationship Id="rId10" Type="http://schemas.openxmlformats.org/officeDocument/2006/relationships/image" Target="../media/image161.png"/><Relationship Id="rId4" Type="http://schemas.openxmlformats.org/officeDocument/2006/relationships/image" Target="../media/image155.png"/><Relationship Id="rId9" Type="http://schemas.openxmlformats.org/officeDocument/2006/relationships/image" Target="../media/image160.png"/><Relationship Id="rId14" Type="http://schemas.openxmlformats.org/officeDocument/2006/relationships/image" Target="../media/image16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Split Digraph 'o-e'</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26</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{C1FAA9A3-8C32-41BF-8A9C-457104D62605}</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o-e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1568"/>
              </a:srgbClr>
            </a:outerShdw>
          </a:effectLst>
        </p:spPr>
      </p:pic>
      <p:pic>
        <p:nvPicPr>
          <p:cNvPr id="671" name="Google Shape;671;p1"/>
          <p:cNvPicPr preferRelativeResize="0"/>
          <p:nvPr/>
        </p:nvPicPr>
        <p:blipFill rotWithShape="1">
          <a:blip r:embed="rId4">
            <a:alphaModFix/>
          </a:blip>
          <a:srcRect l="139" r="14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72" name="Google Shape;672;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3" name="Google Shape;673;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split digraph </a:t>
            </a:r>
            <a:r>
              <a:rPr lang="en-US">
                <a:solidFill>
                  <a:srgbClr val="8DC63F"/>
                </a:solidFill>
              </a:rPr>
              <a:t>o-e</a:t>
            </a:r>
            <a:r>
              <a:rPr lang="en-US"/>
              <a:t>.</a:t>
            </a:r>
            <a:endParaRPr/>
          </a:p>
        </p:txBody>
      </p:sp>
      <p:sp>
        <p:nvSpPr>
          <p:cNvPr id="680" name="Google Shape;680;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2 Common Exception Words </a:t>
            </a:r>
            <a:r>
              <a:rPr lang="en-US">
                <a:solidFill>
                  <a:srgbClr val="2356AF"/>
                </a:solidFill>
              </a:rPr>
              <a:t>as I is no go to into the put his has of pull full.</a:t>
            </a:r>
            <a:endParaRPr>
              <a:solidFill>
                <a:srgbClr val="2356AF"/>
              </a:solidFill>
            </a:endParaRPr>
          </a:p>
        </p:txBody>
      </p:sp>
      <p:sp>
        <p:nvSpPr>
          <p:cNvPr id="681" name="Google Shape;68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2" name="Google Shape;68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3" name="Google Shape;68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684" name="Google Shape;68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5" name="Google Shape;68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6" name="Google Shape;68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7" name="Google Shape;68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8" name="Google Shape;68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9" name="Google Shape;68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90" name="Google Shape;690;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1" name="Google Shape;691;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92" name="Google Shape;692;g2bee4f4af4b_0_204"/>
          <p:cNvPicPr preferRelativeResize="0"/>
          <p:nvPr/>
        </p:nvPicPr>
        <p:blipFill rotWithShape="1">
          <a:blip r:embed="rId6">
            <a:alphaModFix/>
          </a:blip>
          <a:srcRect/>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693" name="Google Shape;69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4" name="Google Shape;69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5" name="Google Shape;695;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6" name="Google Shape;696;g2bee4f4af4b_0_204">
            <a:hlinkClick r:id="rId8" action="ppaction://hlinksldjump"/>
          </p:cNvPr>
          <p:cNvSpPr/>
          <p:nvPr/>
        </p:nvSpPr>
        <p:spPr>
          <a:xfrm>
            <a:off x="926987"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g2bee4f4af4b_0_204">
            <a:hlinkClick r:id="rId9" action="ppaction://hlinksldjump"/>
          </p:cNvPr>
          <p:cNvSpPr/>
          <p:nvPr/>
        </p:nvSpPr>
        <p:spPr>
          <a:xfrm>
            <a:off x="2413627" y="380918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g2bee4f4af4b_0_204">
            <a:hlinkClick r:id="rId10" action="ppaction://hlinksldjump"/>
          </p:cNvPr>
          <p:cNvSpPr/>
          <p:nvPr/>
        </p:nvSpPr>
        <p:spPr>
          <a:xfrm>
            <a:off x="3588810" y="378401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11" action="ppaction://hlinksldjump"/>
          </p:cNvPr>
          <p:cNvSpPr/>
          <p:nvPr/>
        </p:nvSpPr>
        <p:spPr>
          <a:xfrm>
            <a:off x="4878669" y="37545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a:hlinkClick r:id="rId12" action="ppaction://hlinksldjump"/>
          </p:cNvPr>
          <p:cNvSpPr/>
          <p:nvPr/>
        </p:nvSpPr>
        <p:spPr>
          <a:xfrm>
            <a:off x="5963920" y="37782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7" name="Google Shape;707;g26b641b03cd_0_165"/>
          <p:cNvGrpSpPr/>
          <p:nvPr/>
        </p:nvGrpSpPr>
        <p:grpSpPr>
          <a:xfrm>
            <a:off x="930400" y="2053244"/>
            <a:ext cx="7283200" cy="3724851"/>
            <a:chOff x="930400" y="2129444"/>
            <a:chExt cx="7283200" cy="3724851"/>
          </a:xfrm>
        </p:grpSpPr>
        <p:pic>
          <p:nvPicPr>
            <p:cNvPr id="708" name="Google Shape;70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7" name="Google Shape;737;g26b7edf6e71_0_26"/>
          <p:cNvGrpSpPr/>
          <p:nvPr/>
        </p:nvGrpSpPr>
        <p:grpSpPr>
          <a:xfrm>
            <a:off x="930400" y="2053250"/>
            <a:ext cx="7283201" cy="2971674"/>
            <a:chOff x="930400" y="2129450"/>
            <a:chExt cx="7283201" cy="2971674"/>
          </a:xfrm>
        </p:grpSpPr>
        <p:pic>
          <p:nvPicPr>
            <p:cNvPr id="738" name="Google Shape;73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8" name="Google Shape;74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3" name="Google Shape;773;g2c298da1f27_0_417"/>
          <p:cNvPicPr preferRelativeResize="0"/>
          <p:nvPr/>
        </p:nvPicPr>
        <p:blipFill rotWithShape="1">
          <a:blip r:embed="rId3">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4">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5">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6">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7">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8">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9">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0">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1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1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1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14">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5" name="Google Shape;785;g2c298da1f27_0_417"/>
          <p:cNvPicPr preferRelativeResize="0"/>
          <p:nvPr/>
        </p:nvPicPr>
        <p:blipFill rotWithShape="1">
          <a:blip r:embed="rId15">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86" name="Google Shape;786;g2c298da1f27_0_417"/>
          <p:cNvPicPr preferRelativeResize="0"/>
          <p:nvPr/>
        </p:nvPicPr>
        <p:blipFill rotWithShape="1">
          <a:blip r:embed="rId16">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7" name="Google Shape;787;g2c298da1f27_0_417"/>
          <p:cNvPicPr preferRelativeResize="0"/>
          <p:nvPr/>
        </p:nvPicPr>
        <p:blipFill rotWithShape="1">
          <a:blip r:embed="rId17">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8" name="Google Shape;788;g2c298da1f27_0_417"/>
          <p:cNvPicPr preferRelativeResize="0"/>
          <p:nvPr/>
        </p:nvPicPr>
        <p:blipFill rotWithShape="1">
          <a:blip r:embed="rId18">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89" name="Google Shape;789;g2c298da1f27_0_417"/>
          <p:cNvPicPr preferRelativeResize="0"/>
          <p:nvPr/>
        </p:nvPicPr>
        <p:blipFill rotWithShape="1">
          <a:blip r:embed="rId19">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90" name="Google Shape;790;g2c298da1f27_0_417"/>
          <p:cNvPicPr preferRelativeResize="0"/>
          <p:nvPr/>
        </p:nvPicPr>
        <p:blipFill rotWithShape="1">
          <a:blip r:embed="rId20">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1" name="Google Shape;791;g2c298da1f27_0_417"/>
          <p:cNvPicPr preferRelativeResize="0"/>
          <p:nvPr/>
        </p:nvPicPr>
        <p:blipFill rotWithShape="1">
          <a:blip r:embed="rId21">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92" name="Google Shape;792;g2c298da1f27_0_417"/>
          <p:cNvPicPr preferRelativeResize="0"/>
          <p:nvPr/>
        </p:nvPicPr>
        <p:blipFill rotWithShape="1">
          <a:blip r:embed="rId22">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2c298da1f27_0_417"/>
          <p:cNvPicPr preferRelativeResize="0"/>
          <p:nvPr/>
        </p:nvPicPr>
        <p:blipFill rotWithShape="1">
          <a:blip r:embed="rId23">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c298da1f27_0_417"/>
          <p:cNvPicPr preferRelativeResize="0"/>
          <p:nvPr/>
        </p:nvPicPr>
        <p:blipFill rotWithShape="1">
          <a:blip r:embed="rId24">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5" name="Google Shape;795;g2c298da1f27_0_417"/>
          <p:cNvPicPr preferRelativeResize="0"/>
          <p:nvPr/>
        </p:nvPicPr>
        <p:blipFill rotWithShape="1">
          <a:blip r:embed="rId25">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c298da1f27_0_417"/>
          <p:cNvPicPr preferRelativeResize="0"/>
          <p:nvPr/>
        </p:nvPicPr>
        <p:blipFill rotWithShape="1">
          <a:blip r:embed="rId26">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c298da1f27_0_417"/>
          <p:cNvPicPr preferRelativeResize="0"/>
          <p:nvPr/>
        </p:nvPicPr>
        <p:blipFill rotWithShape="1">
          <a:blip r:embed="rId27">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c298da1f27_0_417"/>
          <p:cNvPicPr preferRelativeResize="0"/>
          <p:nvPr/>
        </p:nvPicPr>
        <p:blipFill rotWithShape="1">
          <a:blip r:embed="rId28">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2c298da1f27_0_417"/>
          <p:cNvPicPr preferRelativeResize="0"/>
          <p:nvPr/>
        </p:nvPicPr>
        <p:blipFill rotWithShape="1">
          <a:blip r:embed="rId29">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2c298da1f27_0_417"/>
          <p:cNvPicPr preferRelativeResize="0"/>
          <p:nvPr/>
        </p:nvPicPr>
        <p:blipFill rotWithShape="1">
          <a:blip r:embed="rId30">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c298da1f27_0_417"/>
          <p:cNvPicPr preferRelativeResize="0"/>
          <p:nvPr/>
        </p:nvPicPr>
        <p:blipFill rotWithShape="1">
          <a:blip r:embed="rId31">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c298da1f27_0_417"/>
          <p:cNvPicPr preferRelativeResize="0"/>
          <p:nvPr/>
        </p:nvPicPr>
        <p:blipFill rotWithShape="1">
          <a:blip r:embed="rId32">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c298da1f27_0_417"/>
          <p:cNvPicPr preferRelativeResize="0"/>
          <p:nvPr/>
        </p:nvPicPr>
        <p:blipFill rotWithShape="1">
          <a:blip r:embed="rId33">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c298da1f27_0_417"/>
          <p:cNvPicPr preferRelativeResize="0"/>
          <p:nvPr/>
        </p:nvPicPr>
        <p:blipFill rotWithShape="1">
          <a:blip r:embed="rId34">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35">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36">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37">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c298da1f27_0_417"/>
          <p:cNvPicPr preferRelativeResize="0"/>
          <p:nvPr/>
        </p:nvPicPr>
        <p:blipFill rotWithShape="1">
          <a:blip r:embed="rId38">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c298da1f27_0_417"/>
          <p:cNvPicPr preferRelativeResize="0"/>
          <p:nvPr/>
        </p:nvPicPr>
        <p:blipFill rotWithShape="1">
          <a:blip r:embed="rId39">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6" name="Google Shape;816;g26b7edf6e71_0_109"/>
          <p:cNvGrpSpPr/>
          <p:nvPr/>
        </p:nvGrpSpPr>
        <p:grpSpPr>
          <a:xfrm>
            <a:off x="865957" y="2135925"/>
            <a:ext cx="7282807" cy="2686611"/>
            <a:chOff x="867357" y="2129450"/>
            <a:chExt cx="7282807" cy="2686611"/>
          </a:xfrm>
        </p:grpSpPr>
        <p:pic>
          <p:nvPicPr>
            <p:cNvPr id="817" name="Google Shape;81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a:t>
            </a:r>
            <a:r>
              <a:rPr lang="en-US"/>
              <a:t>.</a:t>
            </a:r>
            <a:endParaRPr/>
          </a:p>
        </p:txBody>
      </p:sp>
      <p:grpSp>
        <p:nvGrpSpPr>
          <p:cNvPr id="837" name="Google Shape;837;g2c298d33e0c_0_6"/>
          <p:cNvGrpSpPr/>
          <p:nvPr/>
        </p:nvGrpSpPr>
        <p:grpSpPr>
          <a:xfrm>
            <a:off x="866900" y="2079100"/>
            <a:ext cx="7281864" cy="2684601"/>
            <a:chOff x="868300" y="2129450"/>
            <a:chExt cx="7281864" cy="2684601"/>
          </a:xfrm>
        </p:grpSpPr>
        <p:pic>
          <p:nvPicPr>
            <p:cNvPr id="838" name="Google Shape;83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2" name="Google Shape;84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2" name="Google Shape;872;g2c298da1f27_0_455"/>
          <p:cNvGrpSpPr/>
          <p:nvPr/>
        </p:nvGrpSpPr>
        <p:grpSpPr>
          <a:xfrm>
            <a:off x="868300" y="2129450"/>
            <a:ext cx="7281864" cy="2684601"/>
            <a:chOff x="868300" y="2053250"/>
            <a:chExt cx="7281864" cy="2684601"/>
          </a:xfrm>
        </p:grpSpPr>
        <p:pic>
          <p:nvPicPr>
            <p:cNvPr id="873" name="Google Shape;873;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a:t>
            </a:r>
            <a:r>
              <a:rPr lang="en-US"/>
              <a:t>.</a:t>
            </a:r>
            <a:endParaRPr/>
          </a:p>
        </p:txBody>
      </p:sp>
      <p:pic>
        <p:nvPicPr>
          <p:cNvPr id="892" name="Google Shape;892;g2c298da1f27_1_0"/>
          <p:cNvPicPr preferRelativeResize="0"/>
          <p:nvPr/>
        </p:nvPicPr>
        <p:blipFill rotWithShape="1">
          <a:blip r:embed="rId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4">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5">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6">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7">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8">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0">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1">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0" name="Google Shape;91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11" name="Google Shape;911;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12" name="Google Shape;91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9" name="Google Shape;91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20" name="Google Shape;920;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21" name="Google Shape;92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8" name="Google Shape;92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29" name="Google Shape;929;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30" name="Google Shape;93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7" name="Google Shape;93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38" name="Google Shape;938;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39" name="Google Shape;93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46" name="Google Shape;94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3" name="Google Shape;95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4" name="Google Shape;95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0" name="Google Shape;960;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1" name="Google Shape;961;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2" name="Google Shape;962;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3" name="Google Shape;963;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4" name="Google Shape;964;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5" name="Google Shape;965;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6" name="Google Shape;966;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7" name="Google Shape;967;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c4fb7f6616_1_0"/>
          <p:cNvSpPr/>
          <p:nvPr/>
        </p:nvSpPr>
        <p:spPr>
          <a:xfrm>
            <a:off x="2754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c4fb7f6616_1_0"/>
          <p:cNvSpPr/>
          <p:nvPr/>
        </p:nvSpPr>
        <p:spPr>
          <a:xfrm>
            <a:off x="3767400"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c4fb7f6616_1_0"/>
          <p:cNvSpPr/>
          <p:nvPr/>
        </p:nvSpPr>
        <p:spPr>
          <a:xfrm>
            <a:off x="5009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2" name="Google Shape;972;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3" name="Google Shape;973;g2c4fb7f6616_1_0"/>
          <p:cNvSpPr txBox="1">
            <a:spLocks noGrp="1"/>
          </p:cNvSpPr>
          <p:nvPr>
            <p:ph type="subTitle" idx="4294967295"/>
          </p:nvPr>
        </p:nvSpPr>
        <p:spPr>
          <a:xfrm>
            <a:off x="4439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74" name="Google Shape;974;g2c4fb7f6616_1_0"/>
          <p:cNvSpPr txBox="1">
            <a:spLocks noGrp="1"/>
          </p:cNvSpPr>
          <p:nvPr>
            <p:ph type="subTitle" idx="4294967295"/>
          </p:nvPr>
        </p:nvSpPr>
        <p:spPr>
          <a:xfrm>
            <a:off x="2184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975" name="Google Shape;975;g2c4fb7f6616_1_0"/>
          <p:cNvSpPr txBox="1">
            <a:spLocks noGrp="1"/>
          </p:cNvSpPr>
          <p:nvPr>
            <p:ph type="subTitle" idx="4294967295"/>
          </p:nvPr>
        </p:nvSpPr>
        <p:spPr>
          <a:xfrm>
            <a:off x="3197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o</a:t>
            </a:r>
            <a:endParaRPr sz="15000" b="0" i="0" u="none" strike="noStrike" cap="none">
              <a:solidFill>
                <a:srgbClr val="F7941D"/>
              </a:solidFill>
              <a:latin typeface="Jost"/>
              <a:ea typeface="Jost"/>
              <a:cs typeface="Jost"/>
              <a:sym typeface="Jost"/>
            </a:endParaRPr>
          </a:p>
        </p:txBody>
      </p:sp>
      <p:sp>
        <p:nvSpPr>
          <p:cNvPr id="976" name="Google Shape;976;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8" name="Google Shape;978;g2c4fb7f6616_1_0"/>
          <p:cNvSpPr txBox="1">
            <a:spLocks noGrp="1"/>
          </p:cNvSpPr>
          <p:nvPr>
            <p:ph type="subTitle" idx="4294967295"/>
          </p:nvPr>
        </p:nvSpPr>
        <p:spPr>
          <a:xfrm>
            <a:off x="5712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979" name="Google Shape;979;g2c4fb7f6616_1_0"/>
          <p:cNvGrpSpPr/>
          <p:nvPr/>
        </p:nvGrpSpPr>
        <p:grpSpPr>
          <a:xfrm>
            <a:off x="3893875" y="1151425"/>
            <a:ext cx="2651700" cy="928700"/>
            <a:chOff x="3893875" y="1151425"/>
            <a:chExt cx="2651700" cy="928700"/>
          </a:xfrm>
        </p:grpSpPr>
        <p:sp>
          <p:nvSpPr>
            <p:cNvPr id="980" name="Google Shape;980;g2c4fb7f6616_1_0"/>
            <p:cNvSpPr/>
            <p:nvPr/>
          </p:nvSpPr>
          <p:spPr>
            <a:xfrm rot="-5400000">
              <a:off x="3534175" y="15813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a:off x="3893875" y="1151425"/>
              <a:ext cx="26517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4fb7f6616_1_0"/>
            <p:cNvSpPr/>
            <p:nvPr/>
          </p:nvSpPr>
          <p:spPr>
            <a:xfrm rot="5400000">
              <a:off x="6046825" y="1581375"/>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2cfe4d86008_0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9" name="Google Shape;989;g2cfe4d86008_0_3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0" name="Google Shape;990;g2cfe4d86008_0_3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cfe4d86008_0_3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cfe4d86008_0_3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cfe4d86008_0_3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cfe4d86008_0_3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cfe4d86008_0_3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6" name="Google Shape;996;g2cfe4d86008_0_3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7" name="Google Shape;997;g2cfe4d86008_0_3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8" name="Google Shape;998;g2cfe4d86008_0_3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9" name="Google Shape;999;g2cfe4d86008_0_3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0" name="Google Shape;1000;g2cfe4d86008_0_3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1" name="Google Shape;1001;g2cfe4d86008_0_3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2" name="Google Shape;1002;g2cfe4d86008_0_3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3" name="Google Shape;1003;g2cfe4d86008_0_3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cfe4d86008_0_3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cfe4d86008_0_31"/>
          <p:cNvSpPr/>
          <p:nvPr/>
        </p:nvSpPr>
        <p:spPr>
          <a:xfrm>
            <a:off x="28796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cfe4d86008_0_31"/>
          <p:cNvSpPr/>
          <p:nvPr/>
        </p:nvSpPr>
        <p:spPr>
          <a:xfrm>
            <a:off x="38930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cfe4d86008_0_31"/>
          <p:cNvSpPr/>
          <p:nvPr/>
        </p:nvSpPr>
        <p:spPr>
          <a:xfrm>
            <a:off x="49064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8" name="Google Shape;1008;g2cfe4d86008_0_3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9" name="Google Shape;1009;g2cfe4d86008_0_31"/>
          <p:cNvSpPr txBox="1">
            <a:spLocks noGrp="1"/>
          </p:cNvSpPr>
          <p:nvPr>
            <p:ph type="subTitle" idx="4294967295"/>
          </p:nvPr>
        </p:nvSpPr>
        <p:spPr>
          <a:xfrm>
            <a:off x="43368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10" name="Google Shape;1010;g2cfe4d86008_0_31"/>
          <p:cNvSpPr txBox="1">
            <a:spLocks noGrp="1"/>
          </p:cNvSpPr>
          <p:nvPr>
            <p:ph type="subTitle" idx="4294967295"/>
          </p:nvPr>
        </p:nvSpPr>
        <p:spPr>
          <a:xfrm>
            <a:off x="23099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11" name="Google Shape;1011;g2cfe4d86008_0_31"/>
          <p:cNvSpPr txBox="1">
            <a:spLocks noGrp="1"/>
          </p:cNvSpPr>
          <p:nvPr>
            <p:ph type="subTitle" idx="4294967295"/>
          </p:nvPr>
        </p:nvSpPr>
        <p:spPr>
          <a:xfrm>
            <a:off x="33234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o</a:t>
            </a:r>
            <a:endParaRPr sz="15000" b="0" i="0" u="none" strike="noStrike" cap="none">
              <a:solidFill>
                <a:srgbClr val="F7941D"/>
              </a:solidFill>
              <a:latin typeface="Jost"/>
              <a:ea typeface="Jost"/>
              <a:cs typeface="Jost"/>
              <a:sym typeface="Jost"/>
            </a:endParaRPr>
          </a:p>
        </p:txBody>
      </p:sp>
      <p:sp>
        <p:nvSpPr>
          <p:cNvPr id="1012" name="Google Shape;1012;g2cfe4d86008_0_3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cfe4d86008_0_3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14" name="Google Shape;1014;g2cfe4d86008_0_31"/>
          <p:cNvSpPr txBox="1">
            <a:spLocks noGrp="1"/>
          </p:cNvSpPr>
          <p:nvPr>
            <p:ph type="subTitle" idx="4294967295"/>
          </p:nvPr>
        </p:nvSpPr>
        <p:spPr>
          <a:xfrm>
            <a:off x="53046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1015" name="Google Shape;1015;g2cfe4d86008_0_31"/>
          <p:cNvGrpSpPr/>
          <p:nvPr/>
        </p:nvGrpSpPr>
        <p:grpSpPr>
          <a:xfrm>
            <a:off x="4019563" y="1164625"/>
            <a:ext cx="2118312" cy="933225"/>
            <a:chOff x="4019563" y="1164625"/>
            <a:chExt cx="2118312" cy="933225"/>
          </a:xfrm>
        </p:grpSpPr>
        <p:sp>
          <p:nvSpPr>
            <p:cNvPr id="1016" name="Google Shape;1016;g2cfe4d86008_0_31"/>
            <p:cNvSpPr/>
            <p:nvPr/>
          </p:nvSpPr>
          <p:spPr>
            <a:xfrm rot="-5400000">
              <a:off x="3659863"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cfe4d86008_0_31"/>
            <p:cNvSpPr/>
            <p:nvPr/>
          </p:nvSpPr>
          <p:spPr>
            <a:xfrm>
              <a:off x="4019575" y="1164625"/>
              <a:ext cx="21183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8" name="Google Shape;1018;g2cfe4d86008_0_31"/>
            <p:cNvSpPr/>
            <p:nvPr/>
          </p:nvSpPr>
          <p:spPr>
            <a:xfrm rot="5400000">
              <a:off x="5639113"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cfe4d86008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5" name="Google Shape;1025;g2cfe4d86008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6" name="Google Shape;1026;g2cfe4d86008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7" name="Google Shape;1027;g2cfe4d86008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cfe4d86008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cfe4d86008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cfe4d86008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cfe4d86008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2" name="Google Shape;1032;g2cfe4d86008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3" name="Google Shape;1033;g2cfe4d86008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4" name="Google Shape;1034;g2cfe4d86008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5" name="Google Shape;1035;g2cfe4d86008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6" name="Google Shape;1036;g2cfe4d86008_0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7" name="Google Shape;1037;g2cfe4d86008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8" name="Google Shape;1038;g2cfe4d86008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9" name="Google Shape;1039;g2cfe4d86008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cfe4d86008_0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1" name="Google Shape;1041;g2cfe4d86008_0_0"/>
          <p:cNvSpPr/>
          <p:nvPr/>
        </p:nvSpPr>
        <p:spPr>
          <a:xfrm>
            <a:off x="29939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2" name="Google Shape;1042;g2cfe4d86008_0_0"/>
          <p:cNvSpPr/>
          <p:nvPr/>
        </p:nvSpPr>
        <p:spPr>
          <a:xfrm>
            <a:off x="4007388"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cfe4d86008_0_0"/>
          <p:cNvSpPr/>
          <p:nvPr/>
        </p:nvSpPr>
        <p:spPr>
          <a:xfrm>
            <a:off x="48683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44" name="Google Shape;1044;g2cfe4d86008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5" name="Google Shape;1045;g2cfe4d86008_0_0"/>
          <p:cNvSpPr txBox="1">
            <a:spLocks noGrp="1"/>
          </p:cNvSpPr>
          <p:nvPr>
            <p:ph type="subTitle" idx="4294967295"/>
          </p:nvPr>
        </p:nvSpPr>
        <p:spPr>
          <a:xfrm>
            <a:off x="42987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46" name="Google Shape;1046;g2cfe4d86008_0_0"/>
          <p:cNvSpPr txBox="1">
            <a:spLocks noGrp="1"/>
          </p:cNvSpPr>
          <p:nvPr>
            <p:ph type="subTitle" idx="4294967295"/>
          </p:nvPr>
        </p:nvSpPr>
        <p:spPr>
          <a:xfrm>
            <a:off x="24242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47" name="Google Shape;1047;g2cfe4d86008_0_0"/>
          <p:cNvSpPr txBox="1">
            <a:spLocks noGrp="1"/>
          </p:cNvSpPr>
          <p:nvPr>
            <p:ph type="subTitle" idx="4294967295"/>
          </p:nvPr>
        </p:nvSpPr>
        <p:spPr>
          <a:xfrm>
            <a:off x="34377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o</a:t>
            </a:r>
            <a:endParaRPr sz="15000" b="0" i="0" u="none" strike="noStrike" cap="none">
              <a:solidFill>
                <a:srgbClr val="F7941D"/>
              </a:solidFill>
              <a:latin typeface="Jost"/>
              <a:ea typeface="Jost"/>
              <a:cs typeface="Jost"/>
              <a:sym typeface="Jost"/>
            </a:endParaRPr>
          </a:p>
        </p:txBody>
      </p:sp>
      <p:sp>
        <p:nvSpPr>
          <p:cNvPr id="1048" name="Google Shape;1048;g2cfe4d86008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9" name="Google Shape;1049;g2cfe4d86008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50" name="Google Shape;1050;g2cfe4d86008_0_0"/>
          <p:cNvSpPr txBox="1">
            <a:spLocks noGrp="1"/>
          </p:cNvSpPr>
          <p:nvPr>
            <p:ph type="subTitle" idx="4294967295"/>
          </p:nvPr>
        </p:nvSpPr>
        <p:spPr>
          <a:xfrm>
            <a:off x="51903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1051" name="Google Shape;1051;g2cfe4d86008_0_0"/>
          <p:cNvGrpSpPr/>
          <p:nvPr/>
        </p:nvGrpSpPr>
        <p:grpSpPr>
          <a:xfrm>
            <a:off x="4133863" y="1164625"/>
            <a:ext cx="1889712" cy="933225"/>
            <a:chOff x="4133863" y="1164625"/>
            <a:chExt cx="1889712" cy="933225"/>
          </a:xfrm>
        </p:grpSpPr>
        <p:sp>
          <p:nvSpPr>
            <p:cNvPr id="1052" name="Google Shape;1052;g2cfe4d86008_0_0"/>
            <p:cNvSpPr/>
            <p:nvPr/>
          </p:nvSpPr>
          <p:spPr>
            <a:xfrm rot="-5400000">
              <a:off x="3774163"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3" name="Google Shape;1053;g2cfe4d86008_0_0"/>
            <p:cNvSpPr/>
            <p:nvPr/>
          </p:nvSpPr>
          <p:spPr>
            <a:xfrm>
              <a:off x="4133875" y="1164625"/>
              <a:ext cx="18897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4" name="Google Shape;1054;g2cfe4d86008_0_0"/>
            <p:cNvSpPr/>
            <p:nvPr/>
          </p:nvSpPr>
          <p:spPr>
            <a:xfrm rot="5400000">
              <a:off x="5524813"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61" name="Google Shape;106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8" name="Google Shape;106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9" name="Google Shape;1069;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70" name="Google Shape;107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7" name="Google Shape;107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8" name="Google Shape;1078;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79" name="Google Shape;107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86" name="Google Shape;108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87" name="Google Shape;1087;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88" name="Google Shape;108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5" name="Google Shape;109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96" name="Google Shape;1096;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7" name="Google Shape;109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g26b641b03cd_0_301"/>
          <p:cNvSpPr txBox="1">
            <a:spLocks noGrp="1"/>
          </p:cNvSpPr>
          <p:nvPr>
            <p:ph type="title"/>
          </p:nvPr>
        </p:nvSpPr>
        <p:spPr>
          <a:xfrm>
            <a:off x="845725" y="5568500"/>
            <a:ext cx="7452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4" name="Google Shape;1104;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105" name="Google Shape;1105;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106" name="Google Shape;110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113" name="Google Shape;1113;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114" name="Google Shape;111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5" name="Google Shape;1115;g26b641b03cd_0_308"/>
          <p:cNvSpPr txBox="1">
            <a:spLocks noGrp="1"/>
          </p:cNvSpPr>
          <p:nvPr>
            <p:ph type="title"/>
          </p:nvPr>
        </p:nvSpPr>
        <p:spPr>
          <a:xfrm>
            <a:off x="833050" y="5568500"/>
            <a:ext cx="7477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2" name="Google Shape;112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3" name="Google Shape;1123;g1f3daf8a844_0_64"/>
          <p:cNvGrpSpPr/>
          <p:nvPr/>
        </p:nvGrpSpPr>
        <p:grpSpPr>
          <a:xfrm>
            <a:off x="3024000" y="209875"/>
            <a:ext cx="3096000" cy="454800"/>
            <a:chOff x="3024000" y="209875"/>
            <a:chExt cx="3096000" cy="454800"/>
          </a:xfrm>
        </p:grpSpPr>
        <p:sp>
          <p:nvSpPr>
            <p:cNvPr id="1124" name="Google Shape;112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5" name="Google Shape;112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1126" name="Google Shape;112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7" name="Google Shape;112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8" name="Google Shape;112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9" name="Google Shape;112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0" name="Google Shape;113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1" name="Google Shape;1131;g1f3daf8a844_0_64"/>
          <p:cNvSpPr txBox="1"/>
          <p:nvPr/>
        </p:nvSpPr>
        <p:spPr>
          <a:xfrm>
            <a:off x="2438850" y="960050"/>
            <a:ext cx="74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32" name="Google Shape;1132;g1f3daf8a844_0_64"/>
          <p:cNvSpPr txBox="1"/>
          <p:nvPr/>
        </p:nvSpPr>
        <p:spPr>
          <a:xfrm>
            <a:off x="5256600" y="960050"/>
            <a:ext cx="74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3" name="Google Shape;113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34" name="Google Shape;1134;g1f3daf8a844_0_64"/>
          <p:cNvSpPr txBox="1"/>
          <p:nvPr/>
        </p:nvSpPr>
        <p:spPr>
          <a:xfrm>
            <a:off x="3426600" y="960050"/>
            <a:ext cx="602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35" name="Google Shape;1135;g1f3daf8a844_0_64"/>
          <p:cNvSpPr txBox="1"/>
          <p:nvPr/>
        </p:nvSpPr>
        <p:spPr>
          <a:xfrm>
            <a:off x="4268850" y="960050"/>
            <a:ext cx="74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6" name="Google Shape;1136;g1f3daf8a844_0_64"/>
          <p:cNvSpPr txBox="1"/>
          <p:nvPr/>
        </p:nvSpPr>
        <p:spPr>
          <a:xfrm>
            <a:off x="7086601" y="960050"/>
            <a:ext cx="87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37" name="Google Shape;1137;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8" name="Google Shape;1138;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39" name="Google Shape;1139;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40" name="Google Shape;1140;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41" name="Google Shape;1141;g1f3daf8a844_0_64"/>
          <p:cNvSpPr txBox="1"/>
          <p:nvPr/>
        </p:nvSpPr>
        <p:spPr>
          <a:xfrm>
            <a:off x="6873250" y="2160375"/>
            <a:ext cx="1089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rgbClr val="F7941D"/>
              </a:solidFill>
              <a:latin typeface="Jost"/>
              <a:ea typeface="Jost"/>
              <a:cs typeface="Jost"/>
              <a:sym typeface="Jost"/>
            </a:endParaRPr>
          </a:p>
        </p:txBody>
      </p:sp>
      <p:sp>
        <p:nvSpPr>
          <p:cNvPr id="1142" name="Google Shape;1142;g1f3daf8a844_0_64"/>
          <p:cNvSpPr txBox="1"/>
          <p:nvPr/>
        </p:nvSpPr>
        <p:spPr>
          <a:xfrm>
            <a:off x="6244351" y="960050"/>
            <a:ext cx="602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143" name="Google Shape;114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4" name="Google Shape;1144;g1f3daf8a844_0_64"/>
          <p:cNvSpPr txBox="1"/>
          <p:nvPr/>
        </p:nvSpPr>
        <p:spPr>
          <a:xfrm>
            <a:off x="5764352" y="219262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g2cfe2204705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1" name="Google Shape;1151;g2cfe2204705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2" name="Google Shape;1152;g2cfe2204705_0_12"/>
          <p:cNvGrpSpPr/>
          <p:nvPr/>
        </p:nvGrpSpPr>
        <p:grpSpPr>
          <a:xfrm>
            <a:off x="3024000" y="209875"/>
            <a:ext cx="3096000" cy="454800"/>
            <a:chOff x="3024000" y="209875"/>
            <a:chExt cx="3096000" cy="454800"/>
          </a:xfrm>
        </p:grpSpPr>
        <p:sp>
          <p:nvSpPr>
            <p:cNvPr id="1153" name="Google Shape;1153;g2cfe2204705_0_1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4" name="Google Shape;1154;g2cfe2204705_0_1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1155" name="Google Shape;1155;g2cfe2204705_0_1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56" name="Google Shape;1156;g2cfe2204705_0_1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57" name="Google Shape;1157;g2cfe2204705_0_1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8" name="Google Shape;1158;g2cfe2204705_0_1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9" name="Google Shape;1159;g2cfe2204705_0_1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0" name="Google Shape;1160;g2cfe2204705_0_1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1" name="Google Shape;1161;g2cfe2204705_0_1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home bone note cone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lone those woke stone</a:t>
            </a:r>
            <a:endParaRPr sz="1800" b="0" i="0" u="none" strike="noStrike" cap="none">
              <a:solidFill>
                <a:srgbClr val="B7B7B7"/>
              </a:solidFill>
              <a:latin typeface="Jost"/>
              <a:ea typeface="Jost"/>
              <a:cs typeface="Jost"/>
              <a:sym typeface="Jost"/>
            </a:endParaRPr>
          </a:p>
        </p:txBody>
      </p:sp>
      <p:sp>
        <p:nvSpPr>
          <p:cNvPr id="1162" name="Google Shape;1162;g2cfe2204705_0_12"/>
          <p:cNvSpPr txBox="1"/>
          <p:nvPr/>
        </p:nvSpPr>
        <p:spPr>
          <a:xfrm>
            <a:off x="2438850" y="960050"/>
            <a:ext cx="74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63" name="Google Shape;1163;g2cfe2204705_0_12"/>
          <p:cNvSpPr txBox="1"/>
          <p:nvPr/>
        </p:nvSpPr>
        <p:spPr>
          <a:xfrm>
            <a:off x="5256600" y="960050"/>
            <a:ext cx="74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4" name="Google Shape;1164;g2cfe2204705_0_1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65" name="Google Shape;1165;g2cfe2204705_0_12"/>
          <p:cNvSpPr txBox="1"/>
          <p:nvPr/>
        </p:nvSpPr>
        <p:spPr>
          <a:xfrm>
            <a:off x="3426600" y="960050"/>
            <a:ext cx="602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66" name="Google Shape;1166;g2cfe2204705_0_12"/>
          <p:cNvSpPr txBox="1"/>
          <p:nvPr/>
        </p:nvSpPr>
        <p:spPr>
          <a:xfrm>
            <a:off x="4268850" y="960050"/>
            <a:ext cx="74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67" name="Google Shape;1167;g2cfe2204705_0_1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8" name="Google Shape;1168;g2cfe2204705_0_12"/>
          <p:cNvSpPr txBox="1"/>
          <p:nvPr/>
        </p:nvSpPr>
        <p:spPr>
          <a:xfrm>
            <a:off x="7086601" y="960050"/>
            <a:ext cx="87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9" name="Google Shape;1169;g2cfe2204705_0_12"/>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70" name="Google Shape;1170;g2cfe2204705_0_12"/>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71" name="Google Shape;1171;g2cfe2204705_0_12"/>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72" name="Google Shape;1172;g2cfe2204705_0_12"/>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73" name="Google Shape;1173;g2cfe2204705_0_12"/>
          <p:cNvSpPr txBox="1"/>
          <p:nvPr/>
        </p:nvSpPr>
        <p:spPr>
          <a:xfrm>
            <a:off x="6873250" y="2160375"/>
            <a:ext cx="1089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rgbClr val="F7941D"/>
              </a:solidFill>
              <a:latin typeface="Jost"/>
              <a:ea typeface="Jost"/>
              <a:cs typeface="Jost"/>
              <a:sym typeface="Jost"/>
            </a:endParaRPr>
          </a:p>
        </p:txBody>
      </p:sp>
      <p:sp>
        <p:nvSpPr>
          <p:cNvPr id="1174" name="Google Shape;1174;g2cfe2204705_0_12"/>
          <p:cNvSpPr txBox="1"/>
          <p:nvPr/>
        </p:nvSpPr>
        <p:spPr>
          <a:xfrm>
            <a:off x="6244351" y="960050"/>
            <a:ext cx="602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75" name="Google Shape;1175;g2cfe2204705_0_12"/>
          <p:cNvSpPr txBox="1"/>
          <p:nvPr/>
        </p:nvSpPr>
        <p:spPr>
          <a:xfrm>
            <a:off x="5764352" y="219262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433</Words>
  <Application>Microsoft Office PowerPoint</Application>
  <PresentationFormat>On-screen Show (4:3)</PresentationFormat>
  <Paragraphs>176</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Calibri</vt:lpstr>
      <vt:lpstr>Poppins SemiBold</vt:lpstr>
      <vt:lpstr>Nunito Black</vt:lpstr>
      <vt:lpstr>Poppins</vt:lpstr>
      <vt:lpstr>Poppins Medium</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vt:lpstr>
      <vt:lpstr>Review Phase 4 Common Exception Words said like out have some come what was so old do little one.</vt:lpstr>
      <vt:lpstr>Review Phase 5 Common Exception Words today house mouse hour because Mr Mrs Ms where should could would.</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2026-05-20T07:01:35Z</dcterms:modified>
</cp:coreProperties>
</file>