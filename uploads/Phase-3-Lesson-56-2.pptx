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Mulish" panose="020B0604020202020204" charset="0"/>
      <p:regular r:id="rId31"/>
      <p:bold r:id="rId32"/>
      <p:italic r:id="rId33"/>
      <p:boldItalic r:id="rId34"/>
    </p:embeddedFont>
    <p:embeddedFont>
      <p:font typeface="Nunito Black" pitchFamily="2" charset="0"/>
      <p:bold r:id="rId35"/>
      <p:boldItalic r:id="rId36"/>
    </p:embeddedFont>
    <p:embeddedFont>
      <p:font typeface="Poppins" panose="00000500000000000000" pitchFamily="2" charset="0"/>
      <p:regular r:id="rId37"/>
      <p:bold r:id="rId38"/>
      <p:italic r:id="rId39"/>
      <p:boldItalic r:id="rId40"/>
    </p:embeddedFont>
    <p:embeddedFont>
      <p:font typeface="Poppins Medium" panose="00000600000000000000" pitchFamily="2" charset="0"/>
      <p:regular r:id="rId41"/>
      <p:bold r:id="rId42"/>
      <p:italic r:id="rId43"/>
      <p:boldItalic r:id="rId44"/>
    </p:embeddedFont>
    <p:embeddedFont>
      <p:font typeface="Poppins SemiBold" panose="00000700000000000000"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gui5/3KATOXb6rM5f6fq3O4dRZq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343AD27-1E2A-449D-922B-861FF6281CC8}">
  <a:tblStyle styleId="{3343AD27-1E2A-449D-922B-861FF6281CC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47" Type="http://schemas.openxmlformats.org/officeDocument/2006/relationships/font" Target="fonts/font21.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font" Target="fonts/font19.fntdata"/><Relationship Id="rId58"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48" Type="http://schemas.openxmlformats.org/officeDocument/2006/relationships/font" Target="fonts/font22.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font" Target="fonts/font20.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5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6" name="Google Shape;696;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7" name="Google Shape;697;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8" name="Google Shape;728;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9" name="Google Shape;729;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8" name="Google Shape;758;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9" name="Google Shape;759;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2c610ea7438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2" name="Google Shape;812;g2c610ea7438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3" name="Google Shape;813;g2c610ea7438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4" name="Google Shape;844;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5" name="Google Shape;845;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3" name="Google Shape;853;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4" name="Google Shape;854;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2" name="Google Shape;862;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3" name="Google Shape;863;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1" name="Google Shape;881;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g2cecd4575cd_0_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9" name="Google Shape;919;g2cecd4575cd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0" name="Google Shape;920;g2cecd4575cd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0" name="Google Shape;95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1" name="Google Shape;95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8" name="Google Shape;958;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9" name="Google Shape;959;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7" name="Google Shape;967;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8" name="Google Shape;968;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6" name="Google Shape;976;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7" name="Google Shape;977;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5" name="Google Shape;985;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6" name="Google Shape;986;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g31b85211d1e_0_1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4" name="Google Shape;994;g31b85211d1e_0_1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5" name="Google Shape;995;g31b85211d1e_0_1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g31b85211d1e_0_8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3" name="Google Shape;1003;g31b85211d1e_0_8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4" name="Google Shape;1004;g31b85211d1e_0_8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3" name="Google Shape;1013;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1" name="Google Shape;1021;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2" name="Google Shape;1022;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0" name="Google Shape;1030;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1" name="Google Shape;1031;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g2cecd4575cd_0_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7" name="Google Shape;1057;g2cecd4575cd_0_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8" name="Google Shape;1058;g2cecd4575cd_0_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09250"/>
            <a:ext cx="4850100" cy="1597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140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014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R-controlled Digraph 'or'</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804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12 - Monday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56</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190068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6" name="Google Shape;176;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image" Target="../media/image6.png"/><Relationship Id="rId3" Type="http://schemas.openxmlformats.org/officeDocument/2006/relationships/image" Target="../media/image8.png"/><Relationship Id="rId7" Type="http://schemas.openxmlformats.org/officeDocument/2006/relationships/image" Target="../media/image7.png"/><Relationship Id="rId12" Type="http://schemas.openxmlformats.org/officeDocument/2006/relationships/slide" Target="slide1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slide" Target="slide21.xml"/><Relationship Id="rId5" Type="http://schemas.openxmlformats.org/officeDocument/2006/relationships/image" Target="../media/image5.png"/><Relationship Id="rId10" Type="http://schemas.openxmlformats.org/officeDocument/2006/relationships/slide" Target="slide18.xml"/><Relationship Id="rId4" Type="http://schemas.openxmlformats.org/officeDocument/2006/relationships/image" Target="../media/image9.png"/><Relationship Id="rId9" Type="http://schemas.openxmlformats.org/officeDocument/2006/relationships/slide" Target="slide9.xml"/><Relationship Id="rId14" Type="http://schemas.openxmlformats.org/officeDocument/2006/relationships/slide" Target="slide19.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3.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26" Type="http://schemas.openxmlformats.org/officeDocument/2006/relationships/image" Target="../media/image57.png"/><Relationship Id="rId3" Type="http://schemas.openxmlformats.org/officeDocument/2006/relationships/image" Target="../media/image34.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5" Type="http://schemas.openxmlformats.org/officeDocument/2006/relationships/image" Target="../media/image56.png"/><Relationship Id="rId2" Type="http://schemas.openxmlformats.org/officeDocument/2006/relationships/notesSlide" Target="../notesSlides/notesSlide4.xml"/><Relationship Id="rId16" Type="http://schemas.openxmlformats.org/officeDocument/2006/relationships/image" Target="../media/image47.png"/><Relationship Id="rId20" Type="http://schemas.openxmlformats.org/officeDocument/2006/relationships/image" Target="../media/image51.png"/><Relationship Id="rId29" Type="http://schemas.openxmlformats.org/officeDocument/2006/relationships/image" Target="../media/image60.png"/><Relationship Id="rId1" Type="http://schemas.openxmlformats.org/officeDocument/2006/relationships/slideLayout" Target="../slideLayouts/slideLayout3.xml"/><Relationship Id="rId6" Type="http://schemas.openxmlformats.org/officeDocument/2006/relationships/image" Target="../media/image37.png"/><Relationship Id="rId11" Type="http://schemas.openxmlformats.org/officeDocument/2006/relationships/image" Target="../media/image42.png"/><Relationship Id="rId24" Type="http://schemas.openxmlformats.org/officeDocument/2006/relationships/image" Target="../media/image55.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4.png"/><Relationship Id="rId28" Type="http://schemas.openxmlformats.org/officeDocument/2006/relationships/image" Target="../media/image59.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3.png"/><Relationship Id="rId27" Type="http://schemas.openxmlformats.org/officeDocument/2006/relationships/image" Target="../media/image58.png"/></Relationships>
</file>

<file path=ppt/slides/_rels/slide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notesSlide" Target="../notesSlides/notesSlide5.xml"/><Relationship Id="rId16" Type="http://schemas.openxmlformats.org/officeDocument/2006/relationships/image" Target="../media/image74.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_rels/slide6.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18" Type="http://schemas.openxmlformats.org/officeDocument/2006/relationships/image" Target="../media/image90.png"/><Relationship Id="rId26" Type="http://schemas.openxmlformats.org/officeDocument/2006/relationships/image" Target="../media/image98.png"/><Relationship Id="rId3" Type="http://schemas.openxmlformats.org/officeDocument/2006/relationships/image" Target="../media/image75.png"/><Relationship Id="rId21" Type="http://schemas.openxmlformats.org/officeDocument/2006/relationships/image" Target="../media/image93.png"/><Relationship Id="rId7" Type="http://schemas.openxmlformats.org/officeDocument/2006/relationships/image" Target="../media/image79.png"/><Relationship Id="rId12" Type="http://schemas.openxmlformats.org/officeDocument/2006/relationships/image" Target="../media/image84.png"/><Relationship Id="rId17" Type="http://schemas.openxmlformats.org/officeDocument/2006/relationships/image" Target="../media/image89.png"/><Relationship Id="rId25" Type="http://schemas.openxmlformats.org/officeDocument/2006/relationships/image" Target="../media/image97.png"/><Relationship Id="rId2" Type="http://schemas.openxmlformats.org/officeDocument/2006/relationships/notesSlide" Target="../notesSlides/notesSlide6.xml"/><Relationship Id="rId16" Type="http://schemas.openxmlformats.org/officeDocument/2006/relationships/image" Target="../media/image88.png"/><Relationship Id="rId20" Type="http://schemas.openxmlformats.org/officeDocument/2006/relationships/image" Target="../media/image92.png"/><Relationship Id="rId1" Type="http://schemas.openxmlformats.org/officeDocument/2006/relationships/slideLayout" Target="../slideLayouts/slideLayout3.xml"/><Relationship Id="rId6" Type="http://schemas.openxmlformats.org/officeDocument/2006/relationships/image" Target="../media/image78.png"/><Relationship Id="rId11" Type="http://schemas.openxmlformats.org/officeDocument/2006/relationships/image" Target="../media/image83.png"/><Relationship Id="rId24" Type="http://schemas.openxmlformats.org/officeDocument/2006/relationships/image" Target="../media/image96.png"/><Relationship Id="rId5" Type="http://schemas.openxmlformats.org/officeDocument/2006/relationships/image" Target="../media/image77.png"/><Relationship Id="rId15" Type="http://schemas.openxmlformats.org/officeDocument/2006/relationships/image" Target="../media/image87.png"/><Relationship Id="rId23" Type="http://schemas.openxmlformats.org/officeDocument/2006/relationships/image" Target="../media/image95.png"/><Relationship Id="rId28" Type="http://schemas.openxmlformats.org/officeDocument/2006/relationships/image" Target="../media/image100.png"/><Relationship Id="rId10" Type="http://schemas.openxmlformats.org/officeDocument/2006/relationships/image" Target="../media/image82.png"/><Relationship Id="rId19" Type="http://schemas.openxmlformats.org/officeDocument/2006/relationships/image" Target="../media/image91.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 Id="rId22" Type="http://schemas.openxmlformats.org/officeDocument/2006/relationships/image" Target="../media/image94.png"/><Relationship Id="rId27" Type="http://schemas.openxmlformats.org/officeDocument/2006/relationships/image" Target="../media/image99.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R-controlled Digraph 'or'</a:t>
            </a:r>
            <a:endParaRPr/>
          </a:p>
        </p:txBody>
      </p:sp>
      <p:sp>
        <p:nvSpPr>
          <p:cNvPr id="683" name="Google Shape;683;p1"/>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56</a:t>
            </a:r>
            <a:endParaRPr/>
          </a:p>
        </p:txBody>
      </p:sp>
      <p:graphicFrame>
        <p:nvGraphicFramePr>
          <p:cNvPr id="684" name="Google Shape;684;p1"/>
          <p:cNvGraphicFramePr/>
          <p:nvPr/>
        </p:nvGraphicFramePr>
        <p:xfrm>
          <a:off x="4844200" y="1891197"/>
          <a:ext cx="3784950" cy="1678950"/>
        </p:xfrm>
        <a:graphic>
          <a:graphicData uri="http://schemas.openxmlformats.org/drawingml/2006/table">
            <a:tbl>
              <a:tblPr firstRow="1" bandRow="1">
                <a:noFill/>
                <a:tableStyleId>{3343AD27-1E2A-449D-922B-861FF6281CC8}</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j</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Mulish"/>
                          <a:ea typeface="Mulish"/>
                          <a:cs typeface="Mulish"/>
                          <a:sym typeface="Mulish"/>
                        </a:rPr>
                        <a:t>v</a:t>
                      </a:r>
                      <a:endParaRPr sz="1800" u="none" strike="noStrike" cap="none">
                        <a:solidFill>
                          <a:schemeClr val="dk1"/>
                        </a:solidFill>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x</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z</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zz</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qu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ch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sh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th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ng</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i</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igh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a:t>
                      </a:r>
                      <a:r>
                        <a:rPr lang="en-US" sz="1500" u="none" strike="noStrike" cap="none">
                          <a:solidFill>
                            <a:schemeClr val="dk1"/>
                          </a:solidFill>
                          <a:latin typeface="Poppins"/>
                          <a:ea typeface="Poppins"/>
                          <a:cs typeface="Poppins"/>
                          <a:sym typeface="Poppins"/>
                        </a:rPr>
                        <a:t>a</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oi</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oo</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ur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or</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5" name="Google Shape;685;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86" name="Google Shape;686;p1"/>
          <p:cNvGrpSpPr/>
          <p:nvPr/>
        </p:nvGrpSpPr>
        <p:grpSpPr>
          <a:xfrm>
            <a:off x="3166128" y="3803247"/>
            <a:ext cx="5504463" cy="1888626"/>
            <a:chOff x="3166128" y="3803247"/>
            <a:chExt cx="5504463" cy="1888626"/>
          </a:xfrm>
        </p:grpSpPr>
        <p:pic>
          <p:nvPicPr>
            <p:cNvPr id="687" name="Google Shape;687;p1"/>
            <p:cNvPicPr preferRelativeResize="0"/>
            <p:nvPr/>
          </p:nvPicPr>
          <p:blipFill rotWithShape="1">
            <a:blip r:embed="rId3">
              <a:alphaModFix/>
            </a:blip>
            <a:srcRect/>
            <a:stretch/>
          </p:blipFill>
          <p:spPr>
            <a:xfrm rot="-142761">
              <a:off x="3185766" y="4326234"/>
              <a:ext cx="2493519" cy="997851"/>
            </a:xfrm>
            <a:prstGeom prst="rect">
              <a:avLst/>
            </a:prstGeom>
            <a:noFill/>
            <a:ln>
              <a:noFill/>
            </a:ln>
            <a:effectLst>
              <a:outerShdw blurRad="71438" dist="38100" dir="5220000" algn="bl" rotWithShape="0">
                <a:srgbClr val="000000">
                  <a:alpha val="21176"/>
                </a:srgbClr>
              </a:outerShdw>
            </a:effectLst>
          </p:spPr>
        </p:pic>
        <p:sp>
          <p:nvSpPr>
            <p:cNvPr id="688" name="Google Shape;688;p1"/>
            <p:cNvSpPr/>
            <p:nvPr/>
          </p:nvSpPr>
          <p:spPr>
            <a:xfrm>
              <a:off x="5177314"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9" name="Google Shape;689;p1"/>
            <p:cNvSpPr/>
            <p:nvPr/>
          </p:nvSpPr>
          <p:spPr>
            <a:xfrm>
              <a:off x="5544307"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90" name="Google Shape;690;p1"/>
            <p:cNvPicPr preferRelativeResize="0"/>
            <p:nvPr/>
          </p:nvPicPr>
          <p:blipFill rotWithShape="1">
            <a:blip r:embed="rId4">
              <a:alphaModFix/>
            </a:blip>
            <a:srcRect l="59" r="59"/>
            <a:stretch/>
          </p:blipFill>
          <p:spPr>
            <a:xfrm rot="342607">
              <a:off x="4903837" y="4228652"/>
              <a:ext cx="1800026" cy="1288522"/>
            </a:xfrm>
            <a:prstGeom prst="rect">
              <a:avLst/>
            </a:prstGeom>
            <a:noFill/>
            <a:ln>
              <a:noFill/>
            </a:ln>
            <a:effectLst>
              <a:outerShdw blurRad="57150" dist="38100" dir="5400000" algn="bl" rotWithShape="0">
                <a:srgbClr val="000000">
                  <a:alpha val="20000"/>
                </a:srgbClr>
              </a:outerShdw>
            </a:effectLst>
          </p:spPr>
        </p:pic>
        <p:pic>
          <p:nvPicPr>
            <p:cNvPr id="691" name="Google Shape;691;p1"/>
            <p:cNvPicPr preferRelativeResize="0"/>
            <p:nvPr/>
          </p:nvPicPr>
          <p:blipFill rotWithShape="1">
            <a:blip r:embed="rId5">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92" name="Google Shape;692;p1"/>
            <p:cNvPicPr preferRelativeResize="0"/>
            <p:nvPr/>
          </p:nvPicPr>
          <p:blipFill rotWithShape="1">
            <a:blip r:embed="rId6">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grpSp>
      <p:cxnSp>
        <p:nvCxnSpPr>
          <p:cNvPr id="693" name="Google Shape;693;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r-controlled digraph </a:t>
            </a:r>
            <a:r>
              <a:rPr lang="en-US">
                <a:solidFill>
                  <a:srgbClr val="8DC63F"/>
                </a:solidFill>
              </a:rPr>
              <a:t>or</a:t>
            </a:r>
            <a:r>
              <a:rPr lang="en-US"/>
              <a:t>.</a:t>
            </a:r>
            <a:endParaRPr/>
          </a:p>
        </p:txBody>
      </p:sp>
      <p:sp>
        <p:nvSpPr>
          <p:cNvPr id="700" name="Google Shape;700;g2bee4f4af4b_0_204"/>
          <p:cNvSpPr txBox="1">
            <a:spLocks noGrp="1"/>
          </p:cNvSpPr>
          <p:nvPr>
            <p:ph type="body" idx="2"/>
          </p:nvPr>
        </p:nvSpPr>
        <p:spPr>
          <a:xfrm>
            <a:off x="3298550" y="1720225"/>
            <a:ext cx="5280300" cy="15849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&amp; 3 Common Exception Words:</a:t>
            </a:r>
            <a:endParaRPr/>
          </a:p>
          <a:p>
            <a:pPr marL="457200" lvl="0" indent="-330200" algn="l" rtl="0">
              <a:lnSpc>
                <a:spcPct val="100000"/>
              </a:lnSpc>
              <a:spcBef>
                <a:spcPts val="0"/>
              </a:spcBef>
              <a:spcAft>
                <a:spcPts val="0"/>
              </a:spcAft>
              <a:buClr>
                <a:srgbClr val="2356AF"/>
              </a:buClr>
              <a:buSzPts val="1600"/>
              <a:buChar char="•"/>
            </a:pPr>
            <a:r>
              <a:rPr lang="en-US">
                <a:solidFill>
                  <a:srgbClr val="2356AF"/>
                </a:solidFill>
              </a:rPr>
              <a:t>as I is no go to into the put his has of pull full</a:t>
            </a:r>
            <a:endParaRPr>
              <a:solidFill>
                <a:srgbClr val="2356AF"/>
              </a:solidFill>
            </a:endParaRPr>
          </a:p>
          <a:p>
            <a:pPr marL="457200" lvl="0" indent="-330200" algn="l" rtl="0">
              <a:lnSpc>
                <a:spcPct val="100000"/>
              </a:lnSpc>
              <a:spcBef>
                <a:spcPts val="0"/>
              </a:spcBef>
              <a:spcAft>
                <a:spcPts val="0"/>
              </a:spcAft>
              <a:buClr>
                <a:srgbClr val="2356AF"/>
              </a:buClr>
              <a:buSzPts val="1600"/>
              <a:buChar char="•"/>
            </a:pPr>
            <a:r>
              <a:rPr lang="en-US">
                <a:solidFill>
                  <a:srgbClr val="2356AF"/>
                </a:solidFill>
              </a:rPr>
              <a:t>push they me we be he she my by looked you are there here were</a:t>
            </a:r>
            <a:endParaRPr>
              <a:solidFill>
                <a:srgbClr val="2356AF"/>
              </a:solidFill>
            </a:endParaRPr>
          </a:p>
        </p:txBody>
      </p:sp>
      <p:sp>
        <p:nvSpPr>
          <p:cNvPr id="701" name="Google Shape;701;g2bee4f4af4b_0_204"/>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2" name="Google Shape;702;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3" name="Google Shape;703;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4" name="Google Shape;704;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05" name="Google Shape;705;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6" name="Google Shape;706;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7" name="Google Shape;707;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8" name="Google Shape;708;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9" name="Google Shape;709;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10" name="Google Shape;710;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11" name="Google Shape;711;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12" name="Google Shape;712;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13" name="Google Shape;713;g2bee4f4af4b_0_204"/>
          <p:cNvPicPr preferRelativeResize="0"/>
          <p:nvPr/>
        </p:nvPicPr>
        <p:blipFill rotWithShape="1">
          <a:blip r:embed="rId6">
            <a:alphaModFix/>
          </a:blip>
          <a:srcRect t="89" b="99"/>
          <a:stretch/>
        </p:blipFill>
        <p:spPr>
          <a:xfrm>
            <a:off x="7455246" y="4363493"/>
            <a:ext cx="786850" cy="590421"/>
          </a:xfrm>
          <a:prstGeom prst="rect">
            <a:avLst/>
          </a:prstGeom>
          <a:noFill/>
          <a:ln>
            <a:noFill/>
          </a:ln>
          <a:effectLst>
            <a:outerShdw blurRad="71438" dist="19050" dir="5220000" algn="bl" rotWithShape="0">
              <a:srgbClr val="D8D8D8"/>
            </a:outerShdw>
          </a:effectLst>
        </p:spPr>
      </p:pic>
      <p:sp>
        <p:nvSpPr>
          <p:cNvPr id="714" name="Google Shape;714;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5" name="Google Shape;715;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6" name="Google Shape;716;g2bee4f4af4b_0_204"/>
          <p:cNvPicPr preferRelativeResize="0"/>
          <p:nvPr/>
        </p:nvPicPr>
        <p:blipFill rotWithShape="1">
          <a:blip r:embed="rId7">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7" name="Google Shape;717;g2bee4f4af4b_0_204">
            <a:hlinkClick r:id="rId8" action="ppaction://hlinksldjump"/>
          </p:cNvPr>
          <p:cNvSpPr/>
          <p:nvPr/>
        </p:nvSpPr>
        <p:spPr>
          <a:xfrm>
            <a:off x="940451" y="38235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8" name="Google Shape;718;g2bee4f4af4b_0_204">
            <a:hlinkClick r:id="rId9" action="ppaction://hlinksldjump"/>
          </p:cNvPr>
          <p:cNvSpPr/>
          <p:nvPr/>
        </p:nvSpPr>
        <p:spPr>
          <a:xfrm>
            <a:off x="2446538" y="3745766"/>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9" name="Google Shape;719;g2bee4f4af4b_0_204">
            <a:hlinkClick r:id="rId10" action="ppaction://hlinksldjump"/>
          </p:cNvPr>
          <p:cNvSpPr/>
          <p:nvPr/>
        </p:nvSpPr>
        <p:spPr>
          <a:xfrm>
            <a:off x="4878200" y="3805587"/>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0" name="Google Shape;720;g2bee4f4af4b_0_204">
            <a:hlinkClick r:id="rId11" action="ppaction://hlinksldjump"/>
          </p:cNvPr>
          <p:cNvSpPr/>
          <p:nvPr/>
        </p:nvSpPr>
        <p:spPr>
          <a:xfrm>
            <a:off x="7330629" y="3805587"/>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1" name="Google Shape;721;g2bee4f4af4b_0_204">
            <a:hlinkClick r:id="rId12" action="ppaction://hlinksldjump"/>
          </p:cNvPr>
          <p:cNvSpPr/>
          <p:nvPr/>
        </p:nvSpPr>
        <p:spPr>
          <a:xfrm>
            <a:off x="3561831" y="3745766"/>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2" name="Google Shape;722;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23" name="Google Shape;723;g2bee4f4af4b_0_204"/>
          <p:cNvSpPr txBox="1"/>
          <p:nvPr/>
        </p:nvSpPr>
        <p:spPr>
          <a:xfrm>
            <a:off x="5786328" y="5256525"/>
            <a:ext cx="1564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24" name="Google Shape;724;g2bee4f4af4b_0_204"/>
          <p:cNvPicPr preferRelativeResize="0"/>
          <p:nvPr/>
        </p:nvPicPr>
        <p:blipFill rotWithShape="1">
          <a:blip r:embed="rId13">
            <a:alphaModFix/>
          </a:blip>
          <a:srcRect t="89" b="79"/>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725" name="Google Shape;725;g2bee4f4af4b_0_204">
            <a:hlinkClick r:id="rId14" action="ppaction://hlinksldjump"/>
          </p:cNvPr>
          <p:cNvSpPr/>
          <p:nvPr/>
        </p:nvSpPr>
        <p:spPr>
          <a:xfrm>
            <a:off x="5947479" y="37576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32" name="Google Shape;732;g26b641b03cd_0_165"/>
          <p:cNvGrpSpPr/>
          <p:nvPr/>
        </p:nvGrpSpPr>
        <p:grpSpPr>
          <a:xfrm>
            <a:off x="930400" y="2129444"/>
            <a:ext cx="7283200" cy="3724851"/>
            <a:chOff x="930400" y="2129444"/>
            <a:chExt cx="7283200" cy="3724851"/>
          </a:xfrm>
        </p:grpSpPr>
        <p:pic>
          <p:nvPicPr>
            <p:cNvPr id="733" name="Google Shape;733;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62" name="Google Shape;762;g26b7edf6e71_0_26"/>
          <p:cNvPicPr preferRelativeResize="0"/>
          <p:nvPr/>
        </p:nvPicPr>
        <p:blipFill rotWithShape="1">
          <a:blip r:embed="rId3">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63" name="Google Shape;763;g26b7edf6e71_0_26"/>
          <p:cNvPicPr preferRelativeResize="0"/>
          <p:nvPr/>
        </p:nvPicPr>
        <p:blipFill rotWithShape="1">
          <a:blip r:embed="rId4">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64" name="Google Shape;764;g26b7edf6e71_0_26"/>
          <p:cNvPicPr preferRelativeResize="0"/>
          <p:nvPr/>
        </p:nvPicPr>
        <p:blipFill rotWithShape="1">
          <a:blip r:embed="rId5">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5" name="Google Shape;765;g26b7edf6e71_0_26"/>
          <p:cNvPicPr preferRelativeResize="0"/>
          <p:nvPr/>
        </p:nvPicPr>
        <p:blipFill rotWithShape="1">
          <a:blip r:embed="rId6">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6" name="Google Shape;766;g26b7edf6e71_0_26"/>
          <p:cNvPicPr preferRelativeResize="0"/>
          <p:nvPr/>
        </p:nvPicPr>
        <p:blipFill rotWithShape="1">
          <a:blip r:embed="rId7">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67" name="Google Shape;767;g26b7edf6e71_0_26"/>
          <p:cNvPicPr preferRelativeResize="0"/>
          <p:nvPr/>
        </p:nvPicPr>
        <p:blipFill rotWithShape="1">
          <a:blip r:embed="rId8">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8" name="Google Shape;768;g26b7edf6e71_0_26"/>
          <p:cNvPicPr preferRelativeResize="0"/>
          <p:nvPr/>
        </p:nvPicPr>
        <p:blipFill rotWithShape="1">
          <a:blip r:embed="rId9">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9" name="Google Shape;769;g26b7edf6e71_0_26"/>
          <p:cNvPicPr preferRelativeResize="0"/>
          <p:nvPr/>
        </p:nvPicPr>
        <p:blipFill rotWithShape="1">
          <a:blip r:embed="rId10">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70" name="Google Shape;770;g26b7edf6e71_0_26"/>
          <p:cNvPicPr preferRelativeResize="0"/>
          <p:nvPr/>
        </p:nvPicPr>
        <p:blipFill rotWithShape="1">
          <a:blip r:embed="rId11">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71" name="Google Shape;771;g26b7edf6e71_0_26"/>
          <p:cNvPicPr preferRelativeResize="0"/>
          <p:nvPr/>
        </p:nvPicPr>
        <p:blipFill rotWithShape="1">
          <a:blip r:embed="rId12">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72" name="Google Shape;772;g26b7edf6e71_0_26"/>
          <p:cNvPicPr preferRelativeResize="0"/>
          <p:nvPr/>
        </p:nvPicPr>
        <p:blipFill rotWithShape="1">
          <a:blip r:embed="rId13">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73" name="Google Shape;773;g26b7edf6e71_0_26"/>
          <p:cNvPicPr preferRelativeResize="0"/>
          <p:nvPr/>
        </p:nvPicPr>
        <p:blipFill rotWithShape="1">
          <a:blip r:embed="rId14">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74" name="Google Shape;774;g26b7edf6e71_0_26"/>
          <p:cNvPicPr preferRelativeResize="0"/>
          <p:nvPr/>
        </p:nvPicPr>
        <p:blipFill rotWithShape="1">
          <a:blip r:embed="rId15">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75" name="Google Shape;775;g26b7edf6e71_0_26"/>
          <p:cNvPicPr preferRelativeResize="0"/>
          <p:nvPr/>
        </p:nvPicPr>
        <p:blipFill rotWithShape="1">
          <a:blip r:embed="rId16">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76" name="Google Shape;776;g26b7edf6e71_0_26"/>
          <p:cNvPicPr preferRelativeResize="0"/>
          <p:nvPr/>
        </p:nvPicPr>
        <p:blipFill rotWithShape="1">
          <a:blip r:embed="rId17">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6b7edf6e71_0_26"/>
          <p:cNvPicPr preferRelativeResize="0"/>
          <p:nvPr/>
        </p:nvPicPr>
        <p:blipFill rotWithShape="1">
          <a:blip r:embed="rId18">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8" name="Google Shape;778;g26b7edf6e71_0_26"/>
          <p:cNvPicPr preferRelativeResize="0"/>
          <p:nvPr/>
        </p:nvPicPr>
        <p:blipFill rotWithShape="1">
          <a:blip r:embed="rId19">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9" name="Google Shape;779;g26b7edf6e71_0_26"/>
          <p:cNvPicPr preferRelativeResize="0"/>
          <p:nvPr/>
        </p:nvPicPr>
        <p:blipFill rotWithShape="1">
          <a:blip r:embed="rId20">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26b7edf6e71_0_26"/>
          <p:cNvPicPr preferRelativeResize="0"/>
          <p:nvPr/>
        </p:nvPicPr>
        <p:blipFill rotWithShape="1">
          <a:blip r:embed="rId21">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6b7edf6e71_0_26"/>
          <p:cNvPicPr preferRelativeResize="0"/>
          <p:nvPr/>
        </p:nvPicPr>
        <p:blipFill rotWithShape="1">
          <a:blip r:embed="rId22">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82" name="Google Shape;782;g26b7edf6e71_0_26"/>
          <p:cNvPicPr preferRelativeResize="0"/>
          <p:nvPr/>
        </p:nvPicPr>
        <p:blipFill rotWithShape="1">
          <a:blip r:embed="rId23">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83" name="Google Shape;783;g26b7edf6e71_0_26"/>
          <p:cNvPicPr preferRelativeResize="0"/>
          <p:nvPr/>
        </p:nvPicPr>
        <p:blipFill rotWithShape="1">
          <a:blip r:embed="rId24">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6b7edf6e71_0_26"/>
          <p:cNvPicPr preferRelativeResize="0"/>
          <p:nvPr/>
        </p:nvPicPr>
        <p:blipFill rotWithShape="1">
          <a:blip r:embed="rId25">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6b7edf6e71_0_26"/>
          <p:cNvPicPr preferRelativeResize="0"/>
          <p:nvPr/>
        </p:nvPicPr>
        <p:blipFill rotWithShape="1">
          <a:blip r:embed="rId26">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6b7edf6e71_0_26"/>
          <p:cNvPicPr preferRelativeResize="0"/>
          <p:nvPr/>
        </p:nvPicPr>
        <p:blipFill rotWithShape="1">
          <a:blip r:embed="rId27">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6b7edf6e71_0_26"/>
          <p:cNvPicPr preferRelativeResize="0"/>
          <p:nvPr/>
        </p:nvPicPr>
        <p:blipFill rotWithShape="1">
          <a:blip r:embed="rId28">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88" name="Google Shape;788;g26b7edf6e71_0_26"/>
          <p:cNvPicPr preferRelativeResize="0"/>
          <p:nvPr/>
        </p:nvPicPr>
        <p:blipFill rotWithShape="1">
          <a:blip r:embed="rId29">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95" name="Google Shape;795;g26b7edf6e71_0_109"/>
          <p:cNvGrpSpPr/>
          <p:nvPr/>
        </p:nvGrpSpPr>
        <p:grpSpPr>
          <a:xfrm>
            <a:off x="867357" y="2129450"/>
            <a:ext cx="7282807" cy="2686611"/>
            <a:chOff x="867357" y="2129450"/>
            <a:chExt cx="7282807" cy="2686611"/>
          </a:xfrm>
        </p:grpSpPr>
        <p:pic>
          <p:nvPicPr>
            <p:cNvPr id="796" name="Google Shape;796;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97" name="Google Shape;797;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98" name="Google Shape;798;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99" name="Google Shape;799;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00" name="Google Shape;800;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01" name="Google Shape;801;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02" name="Google Shape;802;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03" name="Google Shape;803;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04" name="Google Shape;804;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05" name="Google Shape;805;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06" name="Google Shape;806;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07" name="Google Shape;807;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08" name="Google Shape;808;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09" name="Google Shape;809;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g2c610ea7438_0_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990"/>
              <a:buNone/>
            </a:pPr>
            <a:r>
              <a:rPr lang="en-US"/>
              <a:t>Review Phase 3 Common Exception Words </a:t>
            </a:r>
            <a:r>
              <a:rPr lang="en-US">
                <a:solidFill>
                  <a:srgbClr val="2356AF"/>
                </a:solidFill>
              </a:rPr>
              <a:t>push they me we be he she my by looked you are there here were</a:t>
            </a:r>
            <a:r>
              <a:rPr lang="en-US"/>
              <a:t>.</a:t>
            </a:r>
            <a:endParaRPr/>
          </a:p>
        </p:txBody>
      </p:sp>
      <p:pic>
        <p:nvPicPr>
          <p:cNvPr id="816" name="Google Shape;816;g2c610ea7438_0_1"/>
          <p:cNvPicPr preferRelativeResize="0"/>
          <p:nvPr/>
        </p:nvPicPr>
        <p:blipFill rotWithShape="1">
          <a:blip r:embed="rId3">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17" name="Google Shape;817;g2c610ea7438_0_1"/>
          <p:cNvPicPr preferRelativeResize="0"/>
          <p:nvPr/>
        </p:nvPicPr>
        <p:blipFill rotWithShape="1">
          <a:blip r:embed="rId4">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18" name="Google Shape;818;g2c610ea7438_0_1"/>
          <p:cNvPicPr preferRelativeResize="0"/>
          <p:nvPr/>
        </p:nvPicPr>
        <p:blipFill rotWithShape="1">
          <a:blip r:embed="rId5">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19" name="Google Shape;819;g2c610ea7438_0_1"/>
          <p:cNvPicPr preferRelativeResize="0"/>
          <p:nvPr/>
        </p:nvPicPr>
        <p:blipFill rotWithShape="1">
          <a:blip r:embed="rId6">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20" name="Google Shape;820;g2c610ea7438_0_1"/>
          <p:cNvPicPr preferRelativeResize="0"/>
          <p:nvPr/>
        </p:nvPicPr>
        <p:blipFill rotWithShape="1">
          <a:blip r:embed="rId7">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1" name="Google Shape;821;g2c610ea7438_0_1"/>
          <p:cNvPicPr preferRelativeResize="0"/>
          <p:nvPr/>
        </p:nvPicPr>
        <p:blipFill rotWithShape="1">
          <a:blip r:embed="rId8">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c610ea7438_0_1"/>
          <p:cNvPicPr preferRelativeResize="0"/>
          <p:nvPr/>
        </p:nvPicPr>
        <p:blipFill rotWithShape="1">
          <a:blip r:embed="rId9">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3" name="Google Shape;823;g2c610ea7438_0_1"/>
          <p:cNvPicPr preferRelativeResize="0"/>
          <p:nvPr/>
        </p:nvPicPr>
        <p:blipFill rotWithShape="1">
          <a:blip r:embed="rId10">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4" name="Google Shape;824;g2c610ea7438_0_1"/>
          <p:cNvPicPr preferRelativeResize="0"/>
          <p:nvPr/>
        </p:nvPicPr>
        <p:blipFill rotWithShape="1">
          <a:blip r:embed="rId11">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5" name="Google Shape;825;g2c610ea7438_0_1"/>
          <p:cNvPicPr preferRelativeResize="0"/>
          <p:nvPr/>
        </p:nvPicPr>
        <p:blipFill rotWithShape="1">
          <a:blip r:embed="rId12">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6" name="Google Shape;826;g2c610ea7438_0_1"/>
          <p:cNvPicPr preferRelativeResize="0"/>
          <p:nvPr/>
        </p:nvPicPr>
        <p:blipFill rotWithShape="1">
          <a:blip r:embed="rId13">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7" name="Google Shape;827;g2c610ea7438_0_1"/>
          <p:cNvPicPr preferRelativeResize="0"/>
          <p:nvPr/>
        </p:nvPicPr>
        <p:blipFill rotWithShape="1">
          <a:blip r:embed="rId14">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8" name="Google Shape;828;g2c610ea7438_0_1"/>
          <p:cNvPicPr preferRelativeResize="0"/>
          <p:nvPr/>
        </p:nvPicPr>
        <p:blipFill rotWithShape="1">
          <a:blip r:embed="rId15">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9" name="Google Shape;829;g2c610ea7438_0_1"/>
          <p:cNvPicPr preferRelativeResize="0"/>
          <p:nvPr/>
        </p:nvPicPr>
        <p:blipFill rotWithShape="1">
          <a:blip r:embed="rId16">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0" name="Google Shape;830;g2c610ea7438_0_1"/>
          <p:cNvPicPr preferRelativeResize="0"/>
          <p:nvPr/>
        </p:nvPicPr>
        <p:blipFill rotWithShape="1">
          <a:blip r:embed="rId17">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31" name="Google Shape;831;g2c610ea7438_0_1"/>
          <p:cNvPicPr preferRelativeResize="0"/>
          <p:nvPr/>
        </p:nvPicPr>
        <p:blipFill rotWithShape="1">
          <a:blip r:embed="rId1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2" name="Google Shape;832;g2c610ea7438_0_1"/>
          <p:cNvPicPr preferRelativeResize="0"/>
          <p:nvPr/>
        </p:nvPicPr>
        <p:blipFill rotWithShape="1">
          <a:blip r:embed="rId1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3" name="Google Shape;833;g2c610ea7438_0_1"/>
          <p:cNvPicPr preferRelativeResize="0"/>
          <p:nvPr/>
        </p:nvPicPr>
        <p:blipFill rotWithShape="1">
          <a:blip r:embed="rId2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4" name="Google Shape;834;g2c610ea7438_0_1"/>
          <p:cNvPicPr preferRelativeResize="0"/>
          <p:nvPr/>
        </p:nvPicPr>
        <p:blipFill rotWithShape="1">
          <a:blip r:embed="rId2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35" name="Google Shape;835;g2c610ea7438_0_1"/>
          <p:cNvPicPr preferRelativeResize="0"/>
          <p:nvPr/>
        </p:nvPicPr>
        <p:blipFill rotWithShape="1">
          <a:blip r:embed="rId2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36" name="Google Shape;836;g2c610ea7438_0_1"/>
          <p:cNvPicPr preferRelativeResize="0"/>
          <p:nvPr/>
        </p:nvPicPr>
        <p:blipFill rotWithShape="1">
          <a:blip r:embed="rId2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7" name="Google Shape;837;g2c610ea7438_0_1"/>
          <p:cNvPicPr preferRelativeResize="0"/>
          <p:nvPr/>
        </p:nvPicPr>
        <p:blipFill rotWithShape="1">
          <a:blip r:embed="rId2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8" name="Google Shape;838;g2c610ea7438_0_1"/>
          <p:cNvPicPr preferRelativeResize="0"/>
          <p:nvPr/>
        </p:nvPicPr>
        <p:blipFill rotWithShape="1">
          <a:blip r:embed="rId2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39" name="Google Shape;839;g2c610ea7438_0_1"/>
          <p:cNvPicPr preferRelativeResize="0"/>
          <p:nvPr/>
        </p:nvPicPr>
        <p:blipFill rotWithShape="1">
          <a:blip r:embed="rId2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0" name="Google Shape;840;g2c610ea7438_0_1"/>
          <p:cNvPicPr preferRelativeResize="0"/>
          <p:nvPr/>
        </p:nvPicPr>
        <p:blipFill rotWithShape="1">
          <a:blip r:embed="rId2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1" name="Google Shape;841;g2c610ea7438_0_1"/>
          <p:cNvPicPr preferRelativeResize="0"/>
          <p:nvPr/>
        </p:nvPicPr>
        <p:blipFill rotWithShape="1">
          <a:blip r:embed="rId2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48" name="Google Shape;848;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49" name="Google Shape;849;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50" name="Google Shape;850;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57" name="Google Shape;857;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58" name="Google Shape;858;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59" name="Google Shape;859;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66" name="Google Shape;866;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67" name="Google Shape;867;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68" name="Google Shape;868;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75" name="Google Shape;875;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76" name="Google Shape;876;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77" name="Google Shape;877;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84" name="Google Shape;884;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85" name="Google Shape;885;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92" name="Google Shape;892;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93" name="Google Shape;893;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4" name="Google Shape;894;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5" name="Google Shape;895;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6" name="Google Shape;896;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7" name="Google Shape;897;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98" name="Google Shape;898;g2c4fd7a3c22_2_0"/>
          <p:cNvGrpSpPr/>
          <p:nvPr/>
        </p:nvGrpSpPr>
        <p:grpSpPr>
          <a:xfrm>
            <a:off x="304250" y="6984600"/>
            <a:ext cx="8330829" cy="808600"/>
            <a:chOff x="-152950" y="7365600"/>
            <a:chExt cx="8330829" cy="808600"/>
          </a:xfrm>
        </p:grpSpPr>
        <p:sp>
          <p:nvSpPr>
            <p:cNvPr id="899" name="Google Shape;899;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00" name="Google Shape;900;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01" name="Google Shape;901;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02" name="Google Shape;902;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03" name="Google Shape;903;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04" name="Google Shape;904;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05" name="Google Shape;905;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06" name="Google Shape;906;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07" name="Google Shape;907;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8" name="Google Shape;908;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9" name="Google Shape;909;g2c4fd7a3c22_2_0"/>
          <p:cNvSpPr/>
          <p:nvPr/>
        </p:nvSpPr>
        <p:spPr>
          <a:xfrm>
            <a:off x="2982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0" name="Google Shape;910;g2c4fd7a3c22_2_0"/>
          <p:cNvSpPr/>
          <p:nvPr/>
        </p:nvSpPr>
        <p:spPr>
          <a:xfrm>
            <a:off x="5771375"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11" name="Google Shape;911;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2" name="Google Shape;912;g2c4fd7a3c22_2_0"/>
          <p:cNvSpPr txBox="1">
            <a:spLocks noGrp="1"/>
          </p:cNvSpPr>
          <p:nvPr>
            <p:ph type="subTitle" idx="4294967295"/>
          </p:nvPr>
        </p:nvSpPr>
        <p:spPr>
          <a:xfrm>
            <a:off x="52017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13" name="Google Shape;913;g2c4fd7a3c22_2_0"/>
          <p:cNvSpPr txBox="1">
            <a:spLocks noGrp="1"/>
          </p:cNvSpPr>
          <p:nvPr>
            <p:ph type="subTitle" idx="4294967295"/>
          </p:nvPr>
        </p:nvSpPr>
        <p:spPr>
          <a:xfrm>
            <a:off x="24128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14" name="Google Shape;914;g2c4fd7a3c22_2_0"/>
          <p:cNvSpPr txBox="1">
            <a:spLocks noGrp="1"/>
          </p:cNvSpPr>
          <p:nvPr>
            <p:ph type="subTitle" idx="4294967295"/>
          </p:nvPr>
        </p:nvSpPr>
        <p:spPr>
          <a:xfrm>
            <a:off x="3350100" y="1308025"/>
            <a:ext cx="244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993FA2"/>
                </a:solidFill>
                <a:latin typeface="Jost"/>
                <a:ea typeface="Jost"/>
                <a:cs typeface="Jost"/>
                <a:sym typeface="Jost"/>
              </a:rPr>
              <a:t>or</a:t>
            </a:r>
            <a:endParaRPr sz="15000" b="0" i="0" u="none" strike="noStrike" cap="none">
              <a:solidFill>
                <a:srgbClr val="993FA2"/>
              </a:solidFill>
              <a:latin typeface="Jost"/>
              <a:ea typeface="Jost"/>
              <a:cs typeface="Jost"/>
              <a:sym typeface="Jost"/>
            </a:endParaRPr>
          </a:p>
        </p:txBody>
      </p:sp>
      <p:sp>
        <p:nvSpPr>
          <p:cNvPr id="915" name="Google Shape;915;g2c4fd7a3c22_2_0"/>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6" name="Google Shape;916;g2c4fd7a3c22_2_0"/>
          <p:cNvSpPr/>
          <p:nvPr/>
        </p:nvSpPr>
        <p:spPr>
          <a:xfrm>
            <a:off x="3934350" y="4056375"/>
            <a:ext cx="12801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g2cecd4575cd_0_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3" name="Google Shape;923;g2cecd4575cd_0_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24" name="Google Shape;924;g2cecd4575cd_0_9"/>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5" name="Google Shape;925;g2cecd4575cd_0_9"/>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6" name="Google Shape;926;g2cecd4575cd_0_9"/>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7" name="Google Shape;927;g2cecd4575cd_0_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8" name="Google Shape;928;g2cecd4575cd_0_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29" name="Google Shape;929;g2cecd4575cd_0_9"/>
          <p:cNvGrpSpPr/>
          <p:nvPr/>
        </p:nvGrpSpPr>
        <p:grpSpPr>
          <a:xfrm>
            <a:off x="304250" y="6984600"/>
            <a:ext cx="8330829" cy="808600"/>
            <a:chOff x="-152950" y="7365600"/>
            <a:chExt cx="8330829" cy="808600"/>
          </a:xfrm>
        </p:grpSpPr>
        <p:sp>
          <p:nvSpPr>
            <p:cNvPr id="930" name="Google Shape;930;g2cecd4575cd_0_9"/>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31" name="Google Shape;931;g2cecd4575cd_0_9"/>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32" name="Google Shape;932;g2cecd4575cd_0_9"/>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3" name="Google Shape;933;g2cecd4575cd_0_9"/>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4" name="Google Shape;934;g2cecd4575cd_0_9"/>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5" name="Google Shape;935;g2cecd4575cd_0_9"/>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6" name="Google Shape;936;g2cecd4575cd_0_9"/>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7" name="Google Shape;937;g2cecd4575cd_0_9"/>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38" name="Google Shape;938;g2cecd4575cd_0_9"/>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9" name="Google Shape;939;g2cecd4575cd_0_9"/>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0" name="Google Shape;940;g2cecd4575cd_0_9"/>
          <p:cNvSpPr/>
          <p:nvPr/>
        </p:nvSpPr>
        <p:spPr>
          <a:xfrm>
            <a:off x="6086275"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41" name="Google Shape;941;g2cecd4575cd_0_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2" name="Google Shape;942;g2cecd4575cd_0_9"/>
          <p:cNvSpPr txBox="1">
            <a:spLocks noGrp="1"/>
          </p:cNvSpPr>
          <p:nvPr>
            <p:ph type="subTitle" idx="4294967295"/>
          </p:nvPr>
        </p:nvSpPr>
        <p:spPr>
          <a:xfrm>
            <a:off x="55166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43" name="Google Shape;943;g2cecd4575cd_0_9"/>
          <p:cNvSpPr txBox="1">
            <a:spLocks noGrp="1"/>
          </p:cNvSpPr>
          <p:nvPr>
            <p:ph type="subTitle" idx="4294967295"/>
          </p:nvPr>
        </p:nvSpPr>
        <p:spPr>
          <a:xfrm>
            <a:off x="2097975" y="1308025"/>
            <a:ext cx="2159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sh</a:t>
            </a:r>
            <a:endParaRPr sz="15000" b="0" i="0" u="none" strike="noStrike" cap="none">
              <a:solidFill>
                <a:srgbClr val="FFD400"/>
              </a:solidFill>
              <a:latin typeface="Jost"/>
              <a:ea typeface="Jost"/>
              <a:cs typeface="Jost"/>
              <a:sym typeface="Jost"/>
            </a:endParaRPr>
          </a:p>
        </p:txBody>
      </p:sp>
      <p:sp>
        <p:nvSpPr>
          <p:cNvPr id="944" name="Google Shape;944;g2cecd4575cd_0_9"/>
          <p:cNvSpPr txBox="1">
            <a:spLocks noGrp="1"/>
          </p:cNvSpPr>
          <p:nvPr>
            <p:ph type="subTitle" idx="4294967295"/>
          </p:nvPr>
        </p:nvSpPr>
        <p:spPr>
          <a:xfrm>
            <a:off x="3741200" y="1308025"/>
            <a:ext cx="244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993FA2"/>
                </a:solidFill>
                <a:latin typeface="Jost"/>
                <a:ea typeface="Jost"/>
                <a:cs typeface="Jost"/>
                <a:sym typeface="Jost"/>
              </a:rPr>
              <a:t>or</a:t>
            </a:r>
            <a:endParaRPr sz="15000" b="0" i="0" u="none" strike="noStrike" cap="none">
              <a:solidFill>
                <a:srgbClr val="993FA2"/>
              </a:solidFill>
              <a:latin typeface="Jost"/>
              <a:ea typeface="Jost"/>
              <a:cs typeface="Jost"/>
              <a:sym typeface="Jost"/>
            </a:endParaRPr>
          </a:p>
        </p:txBody>
      </p:sp>
      <p:sp>
        <p:nvSpPr>
          <p:cNvPr id="945" name="Google Shape;945;g2cecd4575cd_0_9"/>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6" name="Google Shape;946;g2cecd4575cd_0_9"/>
          <p:cNvSpPr/>
          <p:nvPr/>
        </p:nvSpPr>
        <p:spPr>
          <a:xfrm>
            <a:off x="4325450" y="4056375"/>
            <a:ext cx="12801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7" name="Google Shape;947;g2cecd4575cd_0_9"/>
          <p:cNvSpPr/>
          <p:nvPr/>
        </p:nvSpPr>
        <p:spPr>
          <a:xfrm>
            <a:off x="2412825" y="4056375"/>
            <a:ext cx="1529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D4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54" name="Google Shape;954;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55" name="Google Shape;955;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0"/>
        <p:cNvGrpSpPr/>
        <p:nvPr/>
      </p:nvGrpSpPr>
      <p:grpSpPr>
        <a:xfrm>
          <a:off x="0" y="0"/>
          <a:ext cx="0" cy="0"/>
          <a:chOff x="0" y="0"/>
          <a:chExt cx="0" cy="0"/>
        </a:xfrm>
      </p:grpSpPr>
      <p:sp>
        <p:nvSpPr>
          <p:cNvPr id="961" name="Google Shape;961;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62" name="Google Shape;962;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63" name="Google Shape;963;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64" name="Google Shape;964;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970" name="Google Shape;970;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71" name="Google Shape;971;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72" name="Google Shape;972;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73" name="Google Shape;973;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79" name="Google Shape;979;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80" name="Google Shape;980;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81" name="Google Shape;981;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82" name="Google Shape;982;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89" name="Google Shape;989;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90" name="Google Shape;990;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91" name="Google Shape;991;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7" name="Google Shape;997;g31b85211d1e_0_125"/>
          <p:cNvSpPr txBox="1">
            <a:spLocks noGrp="1"/>
          </p:cNvSpPr>
          <p:nvPr>
            <p:ph type="title"/>
          </p:nvPr>
        </p:nvSpPr>
        <p:spPr>
          <a:xfrm>
            <a:off x="951900" y="5568500"/>
            <a:ext cx="7240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98" name="Google Shape;998;g31b85211d1e_0_1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99" name="Google Shape;999;g31b85211d1e_0_125"/>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00" name="Google Shape;1000;g31b85211d1e_0_1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sp>
        <p:nvSpPr>
          <p:cNvPr id="1006" name="Google Shape;1006;g31b85211d1e_0_804"/>
          <p:cNvSpPr txBox="1">
            <a:spLocks noGrp="1"/>
          </p:cNvSpPr>
          <p:nvPr>
            <p:ph type="title"/>
          </p:nvPr>
        </p:nvSpPr>
        <p:spPr>
          <a:xfrm>
            <a:off x="951900" y="5568500"/>
            <a:ext cx="7240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07" name="Google Shape;1007;g31b85211d1e_0_8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1008" name="Google Shape;1008;g31b85211d1e_0_804"/>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09" name="Google Shape;1009;g31b85211d1e_0_8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16" name="Google Shape;1016;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1017" name="Google Shape;1017;g26b641b03cd_0_315"/>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18" name="Google Shape;1018;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25" name="Google Shape;1025;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1026" name="Google Shape;1026;g26b641b03cd_1_0"/>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27" name="Google Shape;1027;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34" name="Google Shape;1034;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35" name="Google Shape;1035;g1f3daf8a844_0_64"/>
          <p:cNvGrpSpPr/>
          <p:nvPr/>
        </p:nvGrpSpPr>
        <p:grpSpPr>
          <a:xfrm>
            <a:off x="3024000" y="209875"/>
            <a:ext cx="3096000" cy="454800"/>
            <a:chOff x="3024000" y="209875"/>
            <a:chExt cx="3096000" cy="454800"/>
          </a:xfrm>
        </p:grpSpPr>
        <p:sp>
          <p:nvSpPr>
            <p:cNvPr id="1036" name="Google Shape;1036;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7" name="Google Shape;1037;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38" name="Google Shape;1038;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39" name="Google Shape;1039;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0" name="Google Shape;1040;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1" name="Google Shape;1041;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42" name="Google Shape;1042;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43" name="Google Shape;1043;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44" name="Google Shape;1044;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45" name="Google Shape;1045;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46" name="Google Shape;1046;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47" name="Google Shape;1047;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48" name="Google Shape;1048;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49" name="Google Shape;1049;g1f3daf8a844_0_64"/>
          <p:cNvSpPr txBox="1"/>
          <p:nvPr/>
        </p:nvSpPr>
        <p:spPr>
          <a:xfrm>
            <a:off x="291034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050" name="Google Shape;1050;g1f3daf8a844_0_64"/>
          <p:cNvSpPr txBox="1"/>
          <p:nvPr/>
        </p:nvSpPr>
        <p:spPr>
          <a:xfrm>
            <a:off x="63689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993FA2"/>
                </a:solidFill>
                <a:latin typeface="Jost"/>
                <a:ea typeface="Jost"/>
                <a:cs typeface="Jost"/>
                <a:sym typeface="Jost"/>
              </a:rPr>
              <a:t>or</a:t>
            </a:r>
            <a:endParaRPr sz="5500" b="0" i="0" u="none" strike="noStrike" cap="none">
              <a:solidFill>
                <a:srgbClr val="993FA2"/>
              </a:solidFill>
              <a:latin typeface="Jost"/>
              <a:ea typeface="Jost"/>
              <a:cs typeface="Jost"/>
              <a:sym typeface="Jost"/>
            </a:endParaRPr>
          </a:p>
        </p:txBody>
      </p:sp>
      <p:sp>
        <p:nvSpPr>
          <p:cNvPr id="1051" name="Google Shape;1051;g1f3daf8a844_0_64"/>
          <p:cNvSpPr txBox="1"/>
          <p:nvPr/>
        </p:nvSpPr>
        <p:spPr>
          <a:xfrm>
            <a:off x="175749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52" name="Google Shape;1052;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53" name="Google Shape;1053;g1f3daf8a844_0_64"/>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cxnSp>
        <p:nvCxnSpPr>
          <p:cNvPr id="1054" name="Google Shape;1054;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g2cecd4575cd_0_4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61" name="Google Shape;1061;g2cecd4575cd_0_4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62" name="Google Shape;1062;g2cecd4575cd_0_41"/>
          <p:cNvGrpSpPr/>
          <p:nvPr/>
        </p:nvGrpSpPr>
        <p:grpSpPr>
          <a:xfrm>
            <a:off x="3024000" y="209875"/>
            <a:ext cx="3096000" cy="454800"/>
            <a:chOff x="3024000" y="209875"/>
            <a:chExt cx="3096000" cy="454800"/>
          </a:xfrm>
        </p:grpSpPr>
        <p:sp>
          <p:nvSpPr>
            <p:cNvPr id="1063" name="Google Shape;1063;g2cecd4575cd_0_41"/>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4" name="Google Shape;1064;g2cecd4575cd_0_41"/>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65" name="Google Shape;1065;g2cecd4575cd_0_41"/>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66" name="Google Shape;1066;g2cecd4575cd_0_41"/>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67" name="Google Shape;1067;g2cecd4575cd_0_41"/>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8" name="Google Shape;1068;g2cecd4575cd_0_41"/>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9" name="Google Shape;1069;g2cecd4575cd_0_41"/>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70" name="Google Shape;1070;g2cecd4575cd_0_41"/>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71" name="Google Shape;1071;g2cecd4575cd_0_41"/>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fork sort cork born worn fort short torn horn</a:t>
            </a:r>
            <a:endParaRPr sz="1800" b="0" i="0" u="none" strike="noStrike" cap="none">
              <a:solidFill>
                <a:srgbClr val="B7B7B7"/>
              </a:solidFill>
              <a:latin typeface="Jost"/>
              <a:ea typeface="Jost"/>
              <a:cs typeface="Jost"/>
              <a:sym typeface="Jost"/>
            </a:endParaRPr>
          </a:p>
        </p:txBody>
      </p:sp>
      <p:sp>
        <p:nvSpPr>
          <p:cNvPr id="1072" name="Google Shape;1072;g2cecd4575cd_0_41"/>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73" name="Google Shape;1073;g2cecd4575cd_0_41"/>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74" name="Google Shape;1074;g2cecd4575cd_0_41"/>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75" name="Google Shape;1075;g2cecd4575cd_0_41"/>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76" name="Google Shape;1076;g2cecd4575cd_0_41"/>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cxnSp>
        <p:nvCxnSpPr>
          <p:cNvPr id="1077" name="Google Shape;1077;g2cecd4575cd_0_41"/>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78" name="Google Shape;1078;g2cecd4575cd_0_41"/>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79" name="Google Shape;1079;g2cecd4575cd_0_41"/>
          <p:cNvSpPr txBox="1"/>
          <p:nvPr/>
        </p:nvSpPr>
        <p:spPr>
          <a:xfrm>
            <a:off x="291034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080" name="Google Shape;1080;g2cecd4575cd_0_41"/>
          <p:cNvSpPr txBox="1"/>
          <p:nvPr/>
        </p:nvSpPr>
        <p:spPr>
          <a:xfrm>
            <a:off x="63689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993FA2"/>
                </a:solidFill>
                <a:latin typeface="Jost"/>
                <a:ea typeface="Jost"/>
                <a:cs typeface="Jost"/>
                <a:sym typeface="Jost"/>
              </a:rPr>
              <a:t>or</a:t>
            </a:r>
            <a:endParaRPr sz="5500" b="0" i="0" u="none" strike="noStrike" cap="none">
              <a:solidFill>
                <a:srgbClr val="993FA2"/>
              </a:solidFill>
              <a:latin typeface="Jost"/>
              <a:ea typeface="Jost"/>
              <a:cs typeface="Jost"/>
              <a:sym typeface="Jost"/>
            </a:endParaRPr>
          </a:p>
        </p:txBody>
      </p:sp>
      <p:sp>
        <p:nvSpPr>
          <p:cNvPr id="1081" name="Google Shape;1081;g2cecd4575cd_0_41"/>
          <p:cNvSpPr txBox="1"/>
          <p:nvPr/>
        </p:nvSpPr>
        <p:spPr>
          <a:xfrm>
            <a:off x="175749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82" name="Google Shape;1082;g2cecd4575cd_0_41"/>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83" name="Google Shape;1083;g2cecd4575cd_0_41"/>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389</Words>
  <Application>Microsoft Office PowerPoint</Application>
  <PresentationFormat>On-screen Show (4:3)</PresentationFormat>
  <Paragraphs>167</Paragraphs>
  <Slides>24</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Mulish</vt:lpstr>
      <vt:lpstr>Nunito Black</vt:lpstr>
      <vt:lpstr>Jost</vt:lpstr>
      <vt:lpstr>Calibri</vt:lpstr>
      <vt:lpstr>Poppins Medium</vt:lpstr>
      <vt:lpstr>Poppins</vt:lpstr>
      <vt:lpstr>Poppins SemiBold</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vt:lpstr>
      <vt:lpstr>Hear Phonemes</vt:lpstr>
      <vt:lpstr>Hear Phonemes</vt:lpstr>
      <vt:lpstr>Teach Grapheme Caption</vt:lpstr>
      <vt:lpstr>Review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High Frequency Words</vt:lpstr>
      <vt:lpstr>Practise High Frequency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2026-04-29T06:10:23Z</dcterms:modified>
</cp:coreProperties>
</file>