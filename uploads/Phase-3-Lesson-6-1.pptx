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Finger Paint" panose="020B0604020202020204" charset="0"/>
      <p:regular r:id="rId24"/>
    </p:embeddedFon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NPuLU2t5MzC6lDmlVPxlip7LdV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103CF0-FEFE-45A3-8CD5-E7C08D53E22C}">
  <a:tblStyle styleId="{C6103CF0-FEFE-45A3-8CD5-E7C08D53E22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font" Target="fonts/font1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61a4c82c2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61a4c82c2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61a4c82c2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61a4c82c2_0_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61a4c82c2_0_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61a4c82c2_0_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c61a4c82c2_0_1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c61a4c82c2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c61a4c82c2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'y'</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2 -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6</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8.xml"/><Relationship Id="rId4" Type="http://schemas.openxmlformats.org/officeDocument/2006/relationships/image" Target="../media/image8.png"/><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5.xml"/><Relationship Id="rId16"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'y'</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{C6103CF0-FEFE-45A3-8CD5-E7C08D53E22C}</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y</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l="39" r="49"/>
          <a:stretch/>
        </p:blipFill>
        <p:spPr>
          <a:xfrm rot="187863">
            <a:off x="3974941" y="4507810"/>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y</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r>
              <a:rPr lang="en-US"/>
              <a:t>.</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1013149"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440777" y="377466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584560" y="37598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859461" y="375233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2" name="Google Shape;752;g26b7edf6e71_0_26"/>
          <p:cNvPicPr preferRelativeResize="0"/>
          <p:nvPr/>
        </p:nvPicPr>
        <p:blipFill rotWithShape="1">
          <a:blip r:embed="rId3">
            <a:alphaModFix/>
          </a:blip>
          <a:srcRect l="79" r="79"/>
          <a:stretch/>
        </p:blipFill>
        <p:spPr>
          <a:xfrm>
            <a:off x="865575" y="2053250"/>
            <a:ext cx="1747050" cy="2472849"/>
          </a:xfrm>
          <a:prstGeom prst="rect">
            <a:avLst/>
          </a:prstGeom>
          <a:noFill/>
          <a:ln>
            <a:noFill/>
          </a:ln>
          <a:effectLst>
            <a:outerShdw blurRad="71438" dist="28575" dir="5400000" algn="bl" rotWithShape="0">
              <a:srgbClr val="000000">
                <a:alpha val="16078"/>
              </a:srgbClr>
            </a:outerShdw>
          </a:effectLst>
        </p:spPr>
      </p:pic>
      <p:pic>
        <p:nvPicPr>
          <p:cNvPr id="753" name="Google Shape;753;g26b7edf6e71_0_26"/>
          <p:cNvPicPr preferRelativeResize="0"/>
          <p:nvPr/>
        </p:nvPicPr>
        <p:blipFill rotWithShape="1">
          <a:blip r:embed="rId4">
            <a:alphaModFix/>
          </a:blip>
          <a:srcRect l="79" r="79"/>
          <a:stretch/>
        </p:blipFill>
        <p:spPr>
          <a:xfrm>
            <a:off x="6401636" y="2053250"/>
            <a:ext cx="1747050" cy="2472849"/>
          </a:xfrm>
          <a:prstGeom prst="rect">
            <a:avLst/>
          </a:prstGeom>
          <a:noFill/>
          <a:ln>
            <a:noFill/>
          </a:ln>
          <a:effectLst>
            <a:outerShdw blurRad="71438" dist="28575" dir="5400000" algn="bl" rotWithShape="0">
              <a:srgbClr val="000000">
                <a:alpha val="16078"/>
              </a:srgbClr>
            </a:outerShdw>
          </a:effectLst>
        </p:spPr>
      </p:pic>
      <p:pic>
        <p:nvPicPr>
          <p:cNvPr id="754" name="Google Shape;754;g26b7edf6e71_0_26"/>
          <p:cNvPicPr preferRelativeResize="0"/>
          <p:nvPr/>
        </p:nvPicPr>
        <p:blipFill rotWithShape="1">
          <a:blip r:embed="rId5">
            <a:alphaModFix/>
          </a:blip>
          <a:srcRect l="79" r="79"/>
          <a:stretch/>
        </p:blipFill>
        <p:spPr>
          <a:xfrm>
            <a:off x="2710929" y="2053250"/>
            <a:ext cx="1747050" cy="2472849"/>
          </a:xfrm>
          <a:prstGeom prst="rect">
            <a:avLst/>
          </a:prstGeom>
          <a:noFill/>
          <a:ln>
            <a:noFill/>
          </a:ln>
          <a:effectLst>
            <a:outerShdw blurRad="71438" dist="28575" dir="5400000" algn="bl" rotWithShape="0">
              <a:srgbClr val="000000">
                <a:alpha val="16078"/>
              </a:srgbClr>
            </a:outerShdw>
          </a:effectLst>
        </p:spPr>
      </p:pic>
      <p:pic>
        <p:nvPicPr>
          <p:cNvPr id="755" name="Google Shape;755;g26b7edf6e71_0_26"/>
          <p:cNvPicPr preferRelativeResize="0"/>
          <p:nvPr/>
        </p:nvPicPr>
        <p:blipFill rotWithShape="1">
          <a:blip r:embed="rId6">
            <a:alphaModFix/>
          </a:blip>
          <a:srcRect l="19" r="29"/>
          <a:stretch/>
        </p:blipFill>
        <p:spPr>
          <a:xfrm>
            <a:off x="4556283" y="2053250"/>
            <a:ext cx="1747050"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62" name="Google Shape;762;g26b7edf6e71_0_109"/>
          <p:cNvGrpSpPr/>
          <p:nvPr/>
        </p:nvGrpSpPr>
        <p:grpSpPr>
          <a:xfrm>
            <a:off x="867357" y="2129450"/>
            <a:ext cx="7282807" cy="2686611"/>
            <a:chOff x="867357" y="2129450"/>
            <a:chExt cx="7282807" cy="2686611"/>
          </a:xfrm>
        </p:grpSpPr>
        <p:pic>
          <p:nvPicPr>
            <p:cNvPr id="763" name="Google Shape;76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64" name="Google Shape;76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65" name="Google Shape;76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66" name="Google Shape;76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67" name="Google Shape;76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68" name="Google Shape;76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69" name="Google Shape;76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70" name="Google Shape;77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71" name="Google Shape;77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72" name="Google Shape;77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73" name="Google Shape;77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74" name="Google Shape;77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75" name="Google Shape;77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76" name="Google Shape;77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3" name="Google Shape;78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4" name="Google Shape;784;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85" name="Google Shape;78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2" name="Google Shape;79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3" name="Google Shape;793;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4" name="Google Shape;79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1" name="Google Shape;80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2" name="Google Shape;802;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03" name="Google Shape;80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0" name="Google Shape;81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11" name="Google Shape;811;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12" name="Google Shape;81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9" name="Google Shape;81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20" name="Google Shape;82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7" name="Google Shape;827;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8" name="Google Shape;828;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3" name="Google Shape;833;g2c4fd7a3c22_2_0"/>
          <p:cNvGrpSpPr/>
          <p:nvPr/>
        </p:nvGrpSpPr>
        <p:grpSpPr>
          <a:xfrm>
            <a:off x="304250" y="6984600"/>
            <a:ext cx="8330829" cy="808600"/>
            <a:chOff x="-152950" y="7365600"/>
            <a:chExt cx="8330829" cy="808600"/>
          </a:xfrm>
        </p:grpSpPr>
        <p:sp>
          <p:nvSpPr>
            <p:cNvPr id="834" name="Google Shape;834;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5" name="Google Shape;835;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2" name="Google Shape;842;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3" name="Google Shape;843;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c4fd7a3c22_2_0"/>
          <p:cNvSpPr/>
          <p:nvPr/>
        </p:nvSpPr>
        <p:spPr>
          <a:xfrm>
            <a:off x="3211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c4fd7a3c22_2_0"/>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fd7a3c22_2_0"/>
          <p:cNvSpPr/>
          <p:nvPr/>
        </p:nvSpPr>
        <p:spPr>
          <a:xfrm>
            <a:off x="5619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7" name="Google Shape;847;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8" name="Google Shape;848;g2c4fd7a3c22_2_0"/>
          <p:cNvSpPr txBox="1">
            <a:spLocks noGrp="1"/>
          </p:cNvSpPr>
          <p:nvPr>
            <p:ph type="subTitle" idx="4294967295"/>
          </p:nvPr>
        </p:nvSpPr>
        <p:spPr>
          <a:xfrm>
            <a:off x="5049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49" name="Google Shape;849;g2c4fd7a3c22_2_0"/>
          <p:cNvSpPr txBox="1">
            <a:spLocks noGrp="1"/>
          </p:cNvSpPr>
          <p:nvPr>
            <p:ph type="subTitle" idx="4294967295"/>
          </p:nvPr>
        </p:nvSpPr>
        <p:spPr>
          <a:xfrm>
            <a:off x="2641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y</a:t>
            </a:r>
            <a:endParaRPr sz="15000" b="0" i="0" u="none" strike="noStrike" cap="none">
              <a:solidFill>
                <a:srgbClr val="2356AF"/>
              </a:solidFill>
              <a:latin typeface="Jost"/>
              <a:ea typeface="Jost"/>
              <a:cs typeface="Jost"/>
              <a:sym typeface="Jost"/>
            </a:endParaRPr>
          </a:p>
        </p:txBody>
      </p:sp>
      <p:sp>
        <p:nvSpPr>
          <p:cNvPr id="850" name="Google Shape;850;g2c4fd7a3c22_2_0"/>
          <p:cNvSpPr txBox="1"/>
          <p:nvPr/>
        </p:nvSpPr>
        <p:spPr>
          <a:xfrm>
            <a:off x="3684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61a4c82c2_0_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7" name="Google Shape;857;g2c61a4c82c2_0_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8" name="Google Shape;858;g2c61a4c82c2_0_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c61a4c82c2_0_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c61a4c82c2_0_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c61a4c82c2_0_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c61a4c82c2_0_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3" name="Google Shape;863;g2c61a4c82c2_0_4"/>
          <p:cNvGrpSpPr/>
          <p:nvPr/>
        </p:nvGrpSpPr>
        <p:grpSpPr>
          <a:xfrm>
            <a:off x="304250" y="6984600"/>
            <a:ext cx="8330829" cy="808600"/>
            <a:chOff x="-152950" y="7365600"/>
            <a:chExt cx="8330829" cy="808600"/>
          </a:xfrm>
        </p:grpSpPr>
        <p:sp>
          <p:nvSpPr>
            <p:cNvPr id="864" name="Google Shape;864;g2c61a4c82c2_0_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5" name="Google Shape;865;g2c61a4c82c2_0_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6" name="Google Shape;866;g2c61a4c82c2_0_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7" name="Google Shape;867;g2c61a4c82c2_0_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8" name="Google Shape;868;g2c61a4c82c2_0_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9" name="Google Shape;869;g2c61a4c82c2_0_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0" name="Google Shape;870;g2c61a4c82c2_0_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1" name="Google Shape;871;g2c61a4c82c2_0_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2" name="Google Shape;872;g2c61a4c82c2_0_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c61a4c82c2_0_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c61a4c82c2_0_4"/>
          <p:cNvSpPr/>
          <p:nvPr/>
        </p:nvSpPr>
        <p:spPr>
          <a:xfrm>
            <a:off x="3211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c61a4c82c2_0_4"/>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c61a4c82c2_0_4"/>
          <p:cNvSpPr/>
          <p:nvPr/>
        </p:nvSpPr>
        <p:spPr>
          <a:xfrm>
            <a:off x="5466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7" name="Google Shape;877;g2c61a4c82c2_0_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c61a4c82c2_0_4"/>
          <p:cNvSpPr txBox="1">
            <a:spLocks noGrp="1"/>
          </p:cNvSpPr>
          <p:nvPr>
            <p:ph type="subTitle" idx="4294967295"/>
          </p:nvPr>
        </p:nvSpPr>
        <p:spPr>
          <a:xfrm>
            <a:off x="4896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79" name="Google Shape;879;g2c61a4c82c2_0_4"/>
          <p:cNvSpPr txBox="1">
            <a:spLocks noGrp="1"/>
          </p:cNvSpPr>
          <p:nvPr>
            <p:ph type="subTitle" idx="4294967295"/>
          </p:nvPr>
        </p:nvSpPr>
        <p:spPr>
          <a:xfrm>
            <a:off x="2641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y</a:t>
            </a:r>
            <a:endParaRPr sz="15000" b="0" i="0" u="none" strike="noStrike" cap="none">
              <a:solidFill>
                <a:srgbClr val="2356AF"/>
              </a:solidFill>
              <a:latin typeface="Jost"/>
              <a:ea typeface="Jost"/>
              <a:cs typeface="Jost"/>
              <a:sym typeface="Jost"/>
            </a:endParaRPr>
          </a:p>
        </p:txBody>
      </p:sp>
      <p:sp>
        <p:nvSpPr>
          <p:cNvPr id="880" name="Google Shape;880;g2c61a4c82c2_0_4"/>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61a4c82c2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7" name="Google Shape;887;g2c61a4c82c2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8" name="Google Shape;888;g2c61a4c82c2_0_3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61a4c82c2_0_3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61a4c82c2_0_3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61a4c82c2_0_3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c61a4c82c2_0_3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3" name="Google Shape;893;g2c61a4c82c2_0_33"/>
          <p:cNvGrpSpPr/>
          <p:nvPr/>
        </p:nvGrpSpPr>
        <p:grpSpPr>
          <a:xfrm>
            <a:off x="304250" y="6984600"/>
            <a:ext cx="8330829" cy="808600"/>
            <a:chOff x="-152950" y="7365600"/>
            <a:chExt cx="8330829" cy="808600"/>
          </a:xfrm>
        </p:grpSpPr>
        <p:sp>
          <p:nvSpPr>
            <p:cNvPr id="894" name="Google Shape;894;g2c61a4c82c2_0_3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5" name="Google Shape;895;g2c61a4c82c2_0_3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6" name="Google Shape;896;g2c61a4c82c2_0_3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7" name="Google Shape;897;g2c61a4c82c2_0_3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8" name="Google Shape;898;g2c61a4c82c2_0_3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9" name="Google Shape;899;g2c61a4c82c2_0_3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0" name="Google Shape;900;g2c61a4c82c2_0_3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1" name="Google Shape;901;g2c61a4c82c2_0_3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2" name="Google Shape;902;g2c61a4c82c2_0_3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61a4c82c2_0_3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61a4c82c2_0_33"/>
          <p:cNvSpPr/>
          <p:nvPr/>
        </p:nvSpPr>
        <p:spPr>
          <a:xfrm>
            <a:off x="3134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5" name="Google Shape;905;g2c61a4c82c2_0_33"/>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2c61a4c82c2_0_33"/>
          <p:cNvSpPr/>
          <p:nvPr/>
        </p:nvSpPr>
        <p:spPr>
          <a:xfrm>
            <a:off x="5618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7" name="Google Shape;907;g2c61a4c82c2_0_3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8" name="Google Shape;908;g2c61a4c82c2_0_33"/>
          <p:cNvSpPr txBox="1">
            <a:spLocks noGrp="1"/>
          </p:cNvSpPr>
          <p:nvPr>
            <p:ph type="subTitle" idx="4294967295"/>
          </p:nvPr>
        </p:nvSpPr>
        <p:spPr>
          <a:xfrm>
            <a:off x="5049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09" name="Google Shape;909;g2c61a4c82c2_0_33"/>
          <p:cNvSpPr txBox="1">
            <a:spLocks noGrp="1"/>
          </p:cNvSpPr>
          <p:nvPr>
            <p:ph type="subTitle" idx="4294967295"/>
          </p:nvPr>
        </p:nvSpPr>
        <p:spPr>
          <a:xfrm>
            <a:off x="2565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y</a:t>
            </a:r>
            <a:endParaRPr sz="15000" b="0" i="0" u="none" strike="noStrike" cap="none">
              <a:solidFill>
                <a:srgbClr val="2356AF"/>
              </a:solidFill>
              <a:latin typeface="Jost"/>
              <a:ea typeface="Jost"/>
              <a:cs typeface="Jost"/>
              <a:sym typeface="Jost"/>
            </a:endParaRPr>
          </a:p>
        </p:txBody>
      </p:sp>
      <p:sp>
        <p:nvSpPr>
          <p:cNvPr id="910" name="Google Shape;910;g2c61a4c82c2_0_33"/>
          <p:cNvSpPr txBox="1"/>
          <p:nvPr/>
        </p:nvSpPr>
        <p:spPr>
          <a:xfrm>
            <a:off x="36080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17" name="Google Shape;91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18" name="Google Shape;91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5" name="Google Shape;92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6" name="Google Shape;92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27" name="Google Shape;92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34" name="Google Shape;93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5" name="Google Shape;935;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36" name="Google Shape;93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3" name="Google Shape;94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4" name="Google Shape;94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5" name="Google Shape;94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52" name="Google Shape;95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53" name="Google Shape;95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54" name="Google Shape;95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61" name="Google Shape;96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62" name="Google Shape;962;g1f3daf8a844_0_64"/>
          <p:cNvGrpSpPr/>
          <p:nvPr/>
        </p:nvGrpSpPr>
        <p:grpSpPr>
          <a:xfrm>
            <a:off x="3024000" y="209875"/>
            <a:ext cx="3096000" cy="454800"/>
            <a:chOff x="3024000" y="209875"/>
            <a:chExt cx="3096000" cy="454800"/>
          </a:xfrm>
        </p:grpSpPr>
        <p:sp>
          <p:nvSpPr>
            <p:cNvPr id="963" name="Google Shape;96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65" name="Google Shape;96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66" name="Google Shape;96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7" name="Google Shape;96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8" name="Google Shape;96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9" name="Google Shape;96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70" name="Google Shape;970;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71" name="Google Shape;97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72" name="Google Shape;972;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ED1C24"/>
              </a:solidFill>
              <a:latin typeface="Jost"/>
              <a:ea typeface="Jost"/>
              <a:cs typeface="Jost"/>
              <a:sym typeface="Jost"/>
            </a:endParaRPr>
          </a:p>
        </p:txBody>
      </p:sp>
      <p:sp>
        <p:nvSpPr>
          <p:cNvPr id="973" name="Google Shape;97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2356AF"/>
              </a:solidFill>
              <a:latin typeface="Jost"/>
              <a:ea typeface="Jost"/>
              <a:cs typeface="Jost"/>
              <a:sym typeface="Jost"/>
            </a:endParaRPr>
          </a:p>
        </p:txBody>
      </p:sp>
      <p:sp>
        <p:nvSpPr>
          <p:cNvPr id="974" name="Google Shape;974;g1f3daf8a844_0_64"/>
          <p:cNvSpPr txBox="1"/>
          <p:nvPr/>
        </p:nvSpPr>
        <p:spPr>
          <a:xfrm>
            <a:off x="34867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975" name="Google Shape;975;g1f3daf8a844_0_64"/>
          <p:cNvSpPr txBox="1"/>
          <p:nvPr/>
        </p:nvSpPr>
        <p:spPr>
          <a:xfrm>
            <a:off x="46396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ED1C24"/>
              </a:solidFill>
              <a:latin typeface="Jost"/>
              <a:ea typeface="Jost"/>
              <a:cs typeface="Jost"/>
              <a:sym typeface="Jost"/>
            </a:endParaRPr>
          </a:p>
        </p:txBody>
      </p:sp>
      <p:sp>
        <p:nvSpPr>
          <p:cNvPr id="976" name="Google Shape;976;g1f3daf8a844_0_6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sp>
        <p:nvSpPr>
          <p:cNvPr id="977" name="Google Shape;977;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978" name="Google Shape;97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c61a4c82c2_0_1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5" name="Google Shape;985;g2c61a4c82c2_0_10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6" name="Google Shape;986;g2c61a4c82c2_0_101"/>
          <p:cNvGrpSpPr/>
          <p:nvPr/>
        </p:nvGrpSpPr>
        <p:grpSpPr>
          <a:xfrm>
            <a:off x="3024000" y="209875"/>
            <a:ext cx="3096000" cy="454800"/>
            <a:chOff x="3024000" y="209875"/>
            <a:chExt cx="3096000" cy="454800"/>
          </a:xfrm>
        </p:grpSpPr>
        <p:sp>
          <p:nvSpPr>
            <p:cNvPr id="987" name="Google Shape;987;g2c61a4c82c2_0_10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c61a4c82c2_0_10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9" name="Google Shape;989;g2c61a4c82c2_0_10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0" name="Google Shape;990;g2c61a4c82c2_0_10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91" name="Google Shape;991;g2c61a4c82c2_0_10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2" name="Google Shape;992;g2c61a4c82c2_0_10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3" name="Google Shape;993;g2c61a4c82c2_0_10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4" name="Google Shape;994;g2c61a4c82c2_0_10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5" name="Google Shape;995;g2c61a4c82c2_0_10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yes yet y</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y</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 yell y</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a:t>
            </a:r>
            <a:endParaRPr sz="1800" b="0" i="0" u="none" strike="noStrike" cap="none">
              <a:solidFill>
                <a:srgbClr val="B7B7B7"/>
              </a:solidFill>
              <a:latin typeface="Jost"/>
              <a:ea typeface="Jost"/>
              <a:cs typeface="Jost"/>
              <a:sym typeface="Jost"/>
            </a:endParaRPr>
          </a:p>
        </p:txBody>
      </p:sp>
      <p:sp>
        <p:nvSpPr>
          <p:cNvPr id="996" name="Google Shape;996;g2c61a4c82c2_0_101"/>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97" name="Google Shape;997;g2c61a4c82c2_0_10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98" name="Google Shape;998;g2c61a4c82c2_0_101"/>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ED1C24"/>
              </a:solidFill>
              <a:latin typeface="Jost"/>
              <a:ea typeface="Jost"/>
              <a:cs typeface="Jost"/>
              <a:sym typeface="Jost"/>
            </a:endParaRPr>
          </a:p>
        </p:txBody>
      </p:sp>
      <p:cxnSp>
        <p:nvCxnSpPr>
          <p:cNvPr id="999" name="Google Shape;999;g2c61a4c82c2_0_10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00" name="Google Shape;1000;g2c61a4c82c2_0_10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2356AF"/>
              </a:solidFill>
              <a:latin typeface="Jost"/>
              <a:ea typeface="Jost"/>
              <a:cs typeface="Jost"/>
              <a:sym typeface="Jost"/>
            </a:endParaRPr>
          </a:p>
        </p:txBody>
      </p:sp>
      <p:sp>
        <p:nvSpPr>
          <p:cNvPr id="1001" name="Google Shape;1001;g2c61a4c82c2_0_101"/>
          <p:cNvSpPr txBox="1"/>
          <p:nvPr/>
        </p:nvSpPr>
        <p:spPr>
          <a:xfrm>
            <a:off x="34867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002" name="Google Shape;1002;g2c61a4c82c2_0_101"/>
          <p:cNvSpPr txBox="1"/>
          <p:nvPr/>
        </p:nvSpPr>
        <p:spPr>
          <a:xfrm>
            <a:off x="46396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ED1C24"/>
              </a:solidFill>
              <a:latin typeface="Jost"/>
              <a:ea typeface="Jost"/>
              <a:cs typeface="Jost"/>
              <a:sym typeface="Jost"/>
            </a:endParaRPr>
          </a:p>
        </p:txBody>
      </p:sp>
      <p:sp>
        <p:nvSpPr>
          <p:cNvPr id="1003" name="Google Shape;1003;g2c61a4c82c2_0_101"/>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sp>
        <p:nvSpPr>
          <p:cNvPr id="1004" name="Google Shape;1004;g2c61a4c82c2_0_101"/>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a:t>
            </a:r>
            <a:r>
              <a:rPr lang="en-US">
                <a:solidFill>
                  <a:srgbClr val="8DC63F"/>
                </a:solidFill>
              </a:rPr>
              <a:t>y</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p:txBody>
      </p:sp>
      <p:sp>
        <p:nvSpPr>
          <p:cNvPr id="1011" name="Google Shape;1011;g2c186218c5a_0_118"/>
          <p:cNvSpPr txBox="1"/>
          <p:nvPr/>
        </p:nvSpPr>
        <p:spPr>
          <a:xfrm rot="1026164">
            <a:off x="2552468" y="2085842"/>
            <a:ext cx="293792" cy="713504"/>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y</a:t>
            </a:r>
            <a:endParaRPr sz="10000" b="0" i="0" u="none" strike="noStrike" cap="none">
              <a:solidFill>
                <a:srgbClr val="2356AF"/>
              </a:solidFill>
              <a:latin typeface="Finger Paint"/>
              <a:ea typeface="Finger Paint"/>
              <a:cs typeface="Finger Paint"/>
              <a:sym typeface="Finger Paint"/>
            </a:endParaRPr>
          </a:p>
        </p:txBody>
      </p:sp>
      <p:pic>
        <p:nvPicPr>
          <p:cNvPr id="1012" name="Google Shape;1012;g2c186218c5a_0_118"/>
          <p:cNvPicPr preferRelativeResize="0"/>
          <p:nvPr/>
        </p:nvPicPr>
        <p:blipFill rotWithShape="1">
          <a:blip r:embed="rId3">
            <a:alphaModFix/>
          </a:blip>
          <a:srcRect/>
          <a:stretch/>
        </p:blipFill>
        <p:spPr>
          <a:xfrm rot="-789459">
            <a:off x="1052500" y="2826750"/>
            <a:ext cx="986905" cy="13358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360</Words>
  <Application>Microsoft Office PowerPoint</Application>
  <PresentationFormat>On-screen Show (4:3)</PresentationFormat>
  <Paragraphs>154</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Jost</vt:lpstr>
      <vt:lpstr>Poppins</vt:lpstr>
      <vt:lpstr>Nunito Black</vt:lpstr>
      <vt:lpstr>Poppins Medium</vt:lpstr>
      <vt:lpstr>Calibri</vt:lpstr>
      <vt:lpstr>Finger Paint</vt:lpstr>
      <vt:lpstr>Mulish</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2026-04-29T00:31:25Z</dcterms:modified>
</cp:coreProperties>
</file>