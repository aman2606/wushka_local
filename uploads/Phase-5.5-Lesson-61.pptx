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jSVjmQHlEzoRHeqAd8nMbCiqRC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0BC7C10-AAA9-4943-BC45-83E0E3884DAB}">
  <a:tblStyle styleId="{30BC7C10-AAA9-4943-BC45-83E0E3884DA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4" name="Google Shape;67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4" name="Google Shape;70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4" name="Google Shape;84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5" name="Google Shape;84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9" name="Google Shape;87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0" name="Google Shape;88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5" name="Google Shape;97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6" name="Google Shape;97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3" name="Google Shape;983;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73c559e809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73c559e809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73c559e809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4" name="Google Shape;106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2" name="Google Shape;107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0" name="Google Shape;108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1" name="Google Shape;108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9" name="Google Shape;1089;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0" name="Google Shape;1090;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273c559e809_0_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5" name="Google Shape;1125;g273c559e809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6" name="Google Shape;1126;g273c559e809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4" name="Google Shape;24;p14"/>
          <p:cNvSpPr txBox="1"/>
          <p:nvPr/>
        </p:nvSpPr>
        <p:spPr>
          <a:xfrm>
            <a:off x="804225" y="1600125"/>
            <a:ext cx="5794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/zh/ - 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13.1 -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61</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notesSlide" Target="../notesSlides/notesSlide3.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s>
</file>

<file path=ppt/slides/_rels/slide4.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26" Type="http://schemas.openxmlformats.org/officeDocument/2006/relationships/image" Target="../media/image53.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52.png"/><Relationship Id="rId2" Type="http://schemas.openxmlformats.org/officeDocument/2006/relationships/notesSlide" Target="../notesSlides/notesSlide4.xml"/><Relationship Id="rId16" Type="http://schemas.openxmlformats.org/officeDocument/2006/relationships/image" Target="../media/image43.png"/><Relationship Id="rId20" Type="http://schemas.openxmlformats.org/officeDocument/2006/relationships/image" Target="../media/image47.png"/><Relationship Id="rId29" Type="http://schemas.openxmlformats.org/officeDocument/2006/relationships/image" Target="../media/image56.png"/><Relationship Id="rId1" Type="http://schemas.openxmlformats.org/officeDocument/2006/relationships/slideLayout" Target="../slideLayouts/slideLayout3.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28" Type="http://schemas.openxmlformats.org/officeDocument/2006/relationships/image" Target="../media/image55.png"/><Relationship Id="rId10" Type="http://schemas.openxmlformats.org/officeDocument/2006/relationships/image" Target="../media/image37.png"/><Relationship Id="rId19" Type="http://schemas.openxmlformats.org/officeDocument/2006/relationships/image" Target="../media/image46.png"/><Relationship Id="rId31" Type="http://schemas.openxmlformats.org/officeDocument/2006/relationships/image" Target="../media/image58.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 Id="rId27" Type="http://schemas.openxmlformats.org/officeDocument/2006/relationships/image" Target="../media/image54.png"/><Relationship Id="rId30" Type="http://schemas.openxmlformats.org/officeDocument/2006/relationships/image" Target="../media/image57.png"/></Relationships>
</file>

<file path=ppt/slides/_rels/slide5.xml.rels><?xml version="1.0" encoding="UTF-8" standalone="yes"?>
<Relationships xmlns="http://schemas.openxmlformats.org/package/2006/relationships"><Relationship Id="rId13" Type="http://schemas.openxmlformats.org/officeDocument/2006/relationships/image" Target="../media/image69.png"/><Relationship Id="rId18" Type="http://schemas.openxmlformats.org/officeDocument/2006/relationships/image" Target="../media/image74.png"/><Relationship Id="rId26" Type="http://schemas.openxmlformats.org/officeDocument/2006/relationships/image" Target="../media/image82.png"/><Relationship Id="rId39" Type="http://schemas.openxmlformats.org/officeDocument/2006/relationships/image" Target="../media/image95.png"/><Relationship Id="rId21" Type="http://schemas.openxmlformats.org/officeDocument/2006/relationships/image" Target="../media/image77.png"/><Relationship Id="rId34" Type="http://schemas.openxmlformats.org/officeDocument/2006/relationships/image" Target="../media/image90.png"/><Relationship Id="rId42" Type="http://schemas.openxmlformats.org/officeDocument/2006/relationships/image" Target="../media/image98.png"/><Relationship Id="rId7"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72.png"/><Relationship Id="rId20" Type="http://schemas.openxmlformats.org/officeDocument/2006/relationships/image" Target="../media/image76.png"/><Relationship Id="rId29" Type="http://schemas.openxmlformats.org/officeDocument/2006/relationships/image" Target="../media/image85.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7.png"/><Relationship Id="rId24" Type="http://schemas.openxmlformats.org/officeDocument/2006/relationships/image" Target="../media/image80.png"/><Relationship Id="rId32" Type="http://schemas.openxmlformats.org/officeDocument/2006/relationships/image" Target="../media/image88.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1.png"/><Relationship Id="rId15" Type="http://schemas.openxmlformats.org/officeDocument/2006/relationships/image" Target="../media/image71.png"/><Relationship Id="rId23" Type="http://schemas.openxmlformats.org/officeDocument/2006/relationships/image" Target="../media/image79.png"/><Relationship Id="rId28" Type="http://schemas.openxmlformats.org/officeDocument/2006/relationships/image" Target="../media/image84.png"/><Relationship Id="rId36" Type="http://schemas.openxmlformats.org/officeDocument/2006/relationships/image" Target="../media/image92.png"/><Relationship Id="rId10" Type="http://schemas.openxmlformats.org/officeDocument/2006/relationships/image" Target="../media/image66.png"/><Relationship Id="rId19" Type="http://schemas.openxmlformats.org/officeDocument/2006/relationships/image" Target="../media/image75.png"/><Relationship Id="rId31" Type="http://schemas.openxmlformats.org/officeDocument/2006/relationships/image" Target="../media/image87.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 Id="rId22" Type="http://schemas.openxmlformats.org/officeDocument/2006/relationships/image" Target="../media/image78.png"/><Relationship Id="rId27" Type="http://schemas.openxmlformats.org/officeDocument/2006/relationships/image" Target="../media/image83.png"/><Relationship Id="rId30" Type="http://schemas.openxmlformats.org/officeDocument/2006/relationships/image" Target="../media/image86.png"/><Relationship Id="rId35" Type="http://schemas.openxmlformats.org/officeDocument/2006/relationships/image" Target="../media/image91.png"/><Relationship Id="rId43" Type="http://schemas.openxmlformats.org/officeDocument/2006/relationships/image" Target="../media/image99.png"/><Relationship Id="rId8" Type="http://schemas.openxmlformats.org/officeDocument/2006/relationships/image" Target="../media/image64.png"/><Relationship Id="rId3" Type="http://schemas.openxmlformats.org/officeDocument/2006/relationships/image" Target="../media/image59.png"/><Relationship Id="rId12" Type="http://schemas.openxmlformats.org/officeDocument/2006/relationships/image" Target="../media/image68.png"/><Relationship Id="rId17" Type="http://schemas.openxmlformats.org/officeDocument/2006/relationships/image" Target="../media/image73.png"/><Relationship Id="rId25" Type="http://schemas.openxmlformats.org/officeDocument/2006/relationships/image" Target="../media/image81.png"/><Relationship Id="rId33" Type="http://schemas.openxmlformats.org/officeDocument/2006/relationships/image" Target="../media/image89.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18" Type="http://schemas.openxmlformats.org/officeDocument/2006/relationships/image" Target="../media/image115.png"/><Relationship Id="rId26" Type="http://schemas.openxmlformats.org/officeDocument/2006/relationships/image" Target="../media/image123.png"/><Relationship Id="rId3" Type="http://schemas.openxmlformats.org/officeDocument/2006/relationships/image" Target="../media/image100.png"/><Relationship Id="rId21" Type="http://schemas.openxmlformats.org/officeDocument/2006/relationships/image" Target="../media/image118.png"/><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5" Type="http://schemas.openxmlformats.org/officeDocument/2006/relationships/image" Target="../media/image122.png"/><Relationship Id="rId2" Type="http://schemas.openxmlformats.org/officeDocument/2006/relationships/notesSlide" Target="../notesSlides/notesSlide6.xml"/><Relationship Id="rId16" Type="http://schemas.openxmlformats.org/officeDocument/2006/relationships/image" Target="../media/image113.png"/><Relationship Id="rId20" Type="http://schemas.openxmlformats.org/officeDocument/2006/relationships/image" Target="../media/image117.png"/><Relationship Id="rId29" Type="http://schemas.openxmlformats.org/officeDocument/2006/relationships/image" Target="../media/image126.png"/><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24" Type="http://schemas.openxmlformats.org/officeDocument/2006/relationships/image" Target="../media/image121.png"/><Relationship Id="rId32" Type="http://schemas.openxmlformats.org/officeDocument/2006/relationships/image" Target="../media/image5.png"/><Relationship Id="rId5" Type="http://schemas.openxmlformats.org/officeDocument/2006/relationships/image" Target="../media/image102.png"/><Relationship Id="rId15" Type="http://schemas.openxmlformats.org/officeDocument/2006/relationships/image" Target="../media/image112.png"/><Relationship Id="rId23" Type="http://schemas.openxmlformats.org/officeDocument/2006/relationships/image" Target="../media/image120.png"/><Relationship Id="rId28" Type="http://schemas.openxmlformats.org/officeDocument/2006/relationships/image" Target="../media/image125.png"/><Relationship Id="rId10" Type="http://schemas.openxmlformats.org/officeDocument/2006/relationships/image" Target="../media/image107.png"/><Relationship Id="rId19" Type="http://schemas.openxmlformats.org/officeDocument/2006/relationships/image" Target="../media/image116.png"/><Relationship Id="rId31" Type="http://schemas.openxmlformats.org/officeDocument/2006/relationships/image" Target="../media/image128.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 Id="rId22" Type="http://schemas.openxmlformats.org/officeDocument/2006/relationships/image" Target="../media/image119.png"/><Relationship Id="rId27" Type="http://schemas.openxmlformats.org/officeDocument/2006/relationships/image" Target="../media/image124.png"/><Relationship Id="rId30" Type="http://schemas.openxmlformats.org/officeDocument/2006/relationships/image" Target="../media/image127.png"/></Relationships>
</file>

<file path=ppt/slides/_rels/slide7.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image" Target="../media/image139.png"/><Relationship Id="rId3" Type="http://schemas.openxmlformats.org/officeDocument/2006/relationships/image" Target="../media/image129.png"/><Relationship Id="rId7" Type="http://schemas.openxmlformats.org/officeDocument/2006/relationships/image" Target="../media/image133.png"/><Relationship Id="rId12" Type="http://schemas.openxmlformats.org/officeDocument/2006/relationships/image" Target="../media/image138.png"/><Relationship Id="rId2" Type="http://schemas.openxmlformats.org/officeDocument/2006/relationships/notesSlide" Target="../notesSlides/notesSlide7.xml"/><Relationship Id="rId16" Type="http://schemas.openxmlformats.org/officeDocument/2006/relationships/image" Target="../media/image142.png"/><Relationship Id="rId1" Type="http://schemas.openxmlformats.org/officeDocument/2006/relationships/slideLayout" Target="../slideLayouts/slideLayout3.xml"/><Relationship Id="rId6" Type="http://schemas.openxmlformats.org/officeDocument/2006/relationships/image" Target="../media/image132.png"/><Relationship Id="rId11" Type="http://schemas.openxmlformats.org/officeDocument/2006/relationships/image" Target="../media/image137.png"/><Relationship Id="rId5" Type="http://schemas.openxmlformats.org/officeDocument/2006/relationships/image" Target="../media/image131.png"/><Relationship Id="rId15" Type="http://schemas.openxmlformats.org/officeDocument/2006/relationships/image" Target="../media/image141.png"/><Relationship Id="rId10" Type="http://schemas.openxmlformats.org/officeDocument/2006/relationships/image" Target="../media/image136.png"/><Relationship Id="rId4" Type="http://schemas.openxmlformats.org/officeDocument/2006/relationships/image" Target="../media/image130.png"/><Relationship Id="rId9" Type="http://schemas.openxmlformats.org/officeDocument/2006/relationships/image" Target="../media/image135.png"/><Relationship Id="rId14" Type="http://schemas.openxmlformats.org/officeDocument/2006/relationships/image" Target="../media/image140.png"/></Relationships>
</file>

<file path=ppt/slides/_rels/slide8.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18" Type="http://schemas.openxmlformats.org/officeDocument/2006/relationships/image" Target="../media/image158.png"/><Relationship Id="rId26" Type="http://schemas.openxmlformats.org/officeDocument/2006/relationships/image" Target="../media/image166.png"/><Relationship Id="rId3" Type="http://schemas.openxmlformats.org/officeDocument/2006/relationships/image" Target="../media/image143.png"/><Relationship Id="rId21" Type="http://schemas.openxmlformats.org/officeDocument/2006/relationships/image" Target="../media/image161.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5" Type="http://schemas.openxmlformats.org/officeDocument/2006/relationships/image" Target="../media/image165.png"/><Relationship Id="rId2" Type="http://schemas.openxmlformats.org/officeDocument/2006/relationships/notesSlide" Target="../notesSlides/notesSlide8.xml"/><Relationship Id="rId16" Type="http://schemas.openxmlformats.org/officeDocument/2006/relationships/image" Target="../media/image156.png"/><Relationship Id="rId20" Type="http://schemas.openxmlformats.org/officeDocument/2006/relationships/image" Target="../media/image160.png"/><Relationship Id="rId29" Type="http://schemas.openxmlformats.org/officeDocument/2006/relationships/image" Target="../media/image169.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24" Type="http://schemas.openxmlformats.org/officeDocument/2006/relationships/image" Target="../media/image164.png"/><Relationship Id="rId5" Type="http://schemas.openxmlformats.org/officeDocument/2006/relationships/image" Target="../media/image145.png"/><Relationship Id="rId15" Type="http://schemas.openxmlformats.org/officeDocument/2006/relationships/image" Target="../media/image155.png"/><Relationship Id="rId23" Type="http://schemas.openxmlformats.org/officeDocument/2006/relationships/image" Target="../media/image163.png"/><Relationship Id="rId28" Type="http://schemas.openxmlformats.org/officeDocument/2006/relationships/image" Target="../media/image168.png"/><Relationship Id="rId10" Type="http://schemas.openxmlformats.org/officeDocument/2006/relationships/image" Target="../media/image150.png"/><Relationship Id="rId19" Type="http://schemas.openxmlformats.org/officeDocument/2006/relationships/image" Target="../media/image159.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 Id="rId22" Type="http://schemas.openxmlformats.org/officeDocument/2006/relationships/image" Target="../media/image162.png"/><Relationship Id="rId27" Type="http://schemas.openxmlformats.org/officeDocument/2006/relationships/image" Target="../media/image167.png"/><Relationship Id="rId30" Type="http://schemas.openxmlformats.org/officeDocument/2006/relationships/image" Target="../media/image170.png"/></Relationships>
</file>

<file path=ppt/slides/_rels/slide9.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3" Type="http://schemas.openxmlformats.org/officeDocument/2006/relationships/image" Target="../media/image171.png"/><Relationship Id="rId7" Type="http://schemas.openxmlformats.org/officeDocument/2006/relationships/image" Target="../media/image175.png"/><Relationship Id="rId12" Type="http://schemas.openxmlformats.org/officeDocument/2006/relationships/image" Target="../media/image18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png"/><Relationship Id="rId15" Type="http://schemas.openxmlformats.org/officeDocument/2006/relationships/image" Target="../media/image183.pn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png"/><Relationship Id="rId14" Type="http://schemas.openxmlformats.org/officeDocument/2006/relationships/image" Target="../media/image182.png"/></Relationships>
</file>

<file path=ppt/slides/_rels/slide10.xml.rels><?xml version="1.0" encoding="UTF-8" standalone="yes"?>
<Relationships xmlns="http://schemas.openxmlformats.org/package/2006/relationships"><Relationship Id="rId8" Type="http://schemas.openxmlformats.org/officeDocument/2006/relationships/image" Target="../media/image189.png"/><Relationship Id="rId13" Type="http://schemas.openxmlformats.org/officeDocument/2006/relationships/image" Target="../media/image194.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93.png"/><Relationship Id="rId17" Type="http://schemas.openxmlformats.org/officeDocument/2006/relationships/image" Target="../media/image198.png"/><Relationship Id="rId2" Type="http://schemas.openxmlformats.org/officeDocument/2006/relationships/notesSlide" Target="../notesSlides/notesSlide10.xml"/><Relationship Id="rId16" Type="http://schemas.openxmlformats.org/officeDocument/2006/relationships/image" Target="../media/image197.png"/><Relationship Id="rId1" Type="http://schemas.openxmlformats.org/officeDocument/2006/relationships/slideLayout" Target="../slideLayouts/slideLayout3.xml"/><Relationship Id="rId6" Type="http://schemas.openxmlformats.org/officeDocument/2006/relationships/image" Target="../media/image187.png"/><Relationship Id="rId11" Type="http://schemas.openxmlformats.org/officeDocument/2006/relationships/image" Target="../media/image192.png"/><Relationship Id="rId5" Type="http://schemas.openxmlformats.org/officeDocument/2006/relationships/image" Target="../media/image186.png"/><Relationship Id="rId15" Type="http://schemas.openxmlformats.org/officeDocument/2006/relationships/image" Target="../media/image196.png"/><Relationship Id="rId10" Type="http://schemas.openxmlformats.org/officeDocument/2006/relationships/image" Target="../media/image191.png"/><Relationship Id="rId4" Type="http://schemas.openxmlformats.org/officeDocument/2006/relationships/image" Target="../media/image185.png"/><Relationship Id="rId9" Type="http://schemas.openxmlformats.org/officeDocument/2006/relationships/image" Target="../media/image190.png"/><Relationship Id="rId14" Type="http://schemas.openxmlformats.org/officeDocument/2006/relationships/image" Target="../media/image195.png"/></Relationships>
</file>

<file path=ppt/slides/_rels/slide11.xml.rels><?xml version="1.0" encoding="UTF-8" standalone="yes"?>
<Relationships xmlns="http://schemas.openxmlformats.org/package/2006/relationships"><Relationship Id="rId8" Type="http://schemas.openxmlformats.org/officeDocument/2006/relationships/image" Target="../media/image204.png"/><Relationship Id="rId13" Type="http://schemas.openxmlformats.org/officeDocument/2006/relationships/image" Target="../media/image209.png"/><Relationship Id="rId18" Type="http://schemas.openxmlformats.org/officeDocument/2006/relationships/image" Target="../media/image214.png"/><Relationship Id="rId26" Type="http://schemas.openxmlformats.org/officeDocument/2006/relationships/image" Target="../media/image222.png"/><Relationship Id="rId3" Type="http://schemas.openxmlformats.org/officeDocument/2006/relationships/image" Target="../media/image199.png"/><Relationship Id="rId21" Type="http://schemas.openxmlformats.org/officeDocument/2006/relationships/image" Target="../media/image217.png"/><Relationship Id="rId7" Type="http://schemas.openxmlformats.org/officeDocument/2006/relationships/image" Target="../media/image203.png"/><Relationship Id="rId12" Type="http://schemas.openxmlformats.org/officeDocument/2006/relationships/image" Target="../media/image208.png"/><Relationship Id="rId17" Type="http://schemas.openxmlformats.org/officeDocument/2006/relationships/image" Target="../media/image213.png"/><Relationship Id="rId25" Type="http://schemas.openxmlformats.org/officeDocument/2006/relationships/image" Target="../media/image221.png"/><Relationship Id="rId2" Type="http://schemas.openxmlformats.org/officeDocument/2006/relationships/notesSlide" Target="../notesSlides/notesSlide11.xml"/><Relationship Id="rId16" Type="http://schemas.openxmlformats.org/officeDocument/2006/relationships/image" Target="../media/image212.png"/><Relationship Id="rId20" Type="http://schemas.openxmlformats.org/officeDocument/2006/relationships/image" Target="../media/image216.png"/><Relationship Id="rId1" Type="http://schemas.openxmlformats.org/officeDocument/2006/relationships/slideLayout" Target="../slideLayouts/slideLayout3.xml"/><Relationship Id="rId6" Type="http://schemas.openxmlformats.org/officeDocument/2006/relationships/image" Target="../media/image202.png"/><Relationship Id="rId11" Type="http://schemas.openxmlformats.org/officeDocument/2006/relationships/image" Target="../media/image207.png"/><Relationship Id="rId24" Type="http://schemas.openxmlformats.org/officeDocument/2006/relationships/image" Target="../media/image220.png"/><Relationship Id="rId5" Type="http://schemas.openxmlformats.org/officeDocument/2006/relationships/image" Target="../media/image201.png"/><Relationship Id="rId15" Type="http://schemas.openxmlformats.org/officeDocument/2006/relationships/image" Target="../media/image211.png"/><Relationship Id="rId23" Type="http://schemas.openxmlformats.org/officeDocument/2006/relationships/image" Target="../media/image219.png"/><Relationship Id="rId10" Type="http://schemas.openxmlformats.org/officeDocument/2006/relationships/image" Target="../media/image206.png"/><Relationship Id="rId19" Type="http://schemas.openxmlformats.org/officeDocument/2006/relationships/image" Target="../media/image215.png"/><Relationship Id="rId4" Type="http://schemas.openxmlformats.org/officeDocument/2006/relationships/image" Target="../media/image200.png"/><Relationship Id="rId9" Type="http://schemas.openxmlformats.org/officeDocument/2006/relationships/image" Target="../media/image205.png"/><Relationship Id="rId14" Type="http://schemas.openxmlformats.org/officeDocument/2006/relationships/image" Target="../media/image210.png"/><Relationship Id="rId22" Type="http://schemas.openxmlformats.org/officeDocument/2006/relationships/image" Target="../media/image218.png"/></Relationships>
</file>

<file path=ppt/slides/_rels/slide12.xml.rels><?xml version="1.0" encoding="UTF-8" standalone="yes"?>
<Relationships xmlns="http://schemas.openxmlformats.org/package/2006/relationships"><Relationship Id="rId8" Type="http://schemas.openxmlformats.org/officeDocument/2006/relationships/image" Target="../media/image228.png"/><Relationship Id="rId3" Type="http://schemas.openxmlformats.org/officeDocument/2006/relationships/image" Target="../media/image223.png"/><Relationship Id="rId7" Type="http://schemas.openxmlformats.org/officeDocument/2006/relationships/image" Target="../media/image22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6.png"/><Relationship Id="rId5" Type="http://schemas.openxmlformats.org/officeDocument/2006/relationships/image" Target="../media/image225.png"/><Relationship Id="rId4" Type="http://schemas.openxmlformats.org/officeDocument/2006/relationships/image" Target="../media/image22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/zh/; </a:t>
            </a:r>
            <a:br>
              <a:rPr lang="en-US" sz="3000"/>
            </a:br>
            <a:r>
              <a:rPr lang="en-US" sz="3000"/>
              <a:t>s</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61</a:t>
            </a:r>
            <a:endParaRPr/>
          </a:p>
        </p:txBody>
      </p:sp>
      <p:pic>
        <p:nvPicPr>
          <p:cNvPr id="653" name="Google Shape;653;p1"/>
          <p:cNvPicPr preferRelativeResize="0"/>
          <p:nvPr/>
        </p:nvPicPr>
        <p:blipFill rotWithShape="1">
          <a:blip r:embed="rId3">
            <a:alphaModFix/>
          </a:blip>
          <a:srcRect l="79" r="79"/>
          <a:stretch/>
        </p:blipFill>
        <p:spPr>
          <a:xfrm rot="276457">
            <a:off x="6358100" y="3877063"/>
            <a:ext cx="1290087" cy="1825967"/>
          </a:xfrm>
          <a:prstGeom prst="rect">
            <a:avLst/>
          </a:prstGeom>
          <a:noFill/>
          <a:ln>
            <a:noFill/>
          </a:ln>
          <a:effectLst>
            <a:outerShdw blurRad="71438" dist="38100" dir="5220000" algn="bl" rotWithShape="0">
              <a:srgbClr val="000000">
                <a:alpha val="20000"/>
              </a:srgbClr>
            </a:outerShdw>
          </a:effectLst>
        </p:spPr>
      </p:pic>
      <p:graphicFrame>
        <p:nvGraphicFramePr>
          <p:cNvPr id="654" name="Google Shape;654;p1"/>
          <p:cNvGraphicFramePr/>
          <p:nvPr/>
        </p:nvGraphicFramePr>
        <p:xfrm>
          <a:off x="4844200" y="1646527"/>
          <a:ext cx="3784875" cy="2032200"/>
        </p:xfrm>
        <a:graphic>
          <a:graphicData uri="http://schemas.openxmlformats.org/drawingml/2006/table">
            <a:tbl>
              <a:tblPr firstRow="1" bandRow="1">
                <a:noFill/>
                <a:tableStyleId>{30BC7C10-AAA9-4943-BC45-83E0E3884DAB}</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/zh/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a:hlinkClick r:id="rId3" action="ppaction://hlinksldjump"/>
          </p:cNvPr>
          <p:cNvSpPr/>
          <p:nvPr/>
        </p:nvSpPr>
        <p:spPr>
          <a:xfrm>
            <a:off x="89857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/zh/</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65" name="Google Shape;665;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6" name="Google Shape;666;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7" name="Google Shape;667;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pic>
        <p:nvPicPr>
          <p:cNvPr id="668" name="Google Shape;668;g2bee4f4af4b_0_204"/>
          <p:cNvPicPr preferRelativeResize="0"/>
          <p:nvPr/>
        </p:nvPicPr>
        <p:blipFill rotWithShape="1">
          <a:blip r:embed="rId5">
            <a:alphaModFix/>
          </a:blip>
          <a:srcRect l="79" r="79"/>
          <a:stretch/>
        </p:blipFill>
        <p:spPr>
          <a:xfrm>
            <a:off x="995626" y="4099981"/>
            <a:ext cx="788062" cy="1115567"/>
          </a:xfrm>
          <a:prstGeom prst="rect">
            <a:avLst/>
          </a:prstGeom>
          <a:noFill/>
          <a:ln>
            <a:noFill/>
          </a:ln>
          <a:effectLst>
            <a:outerShdw blurRad="71438" dist="19050" dir="5400000" algn="bl" rotWithShape="0">
              <a:srgbClr val="000000">
                <a:alpha val="26670"/>
              </a:srgbClr>
            </a:outerShdw>
          </a:effectLst>
        </p:spPr>
      </p:pic>
      <p:sp>
        <p:nvSpPr>
          <p:cNvPr id="669" name="Google Shape;669;g2bee4f4af4b_0_204">
            <a:hlinkClick r:id="rId6" action="ppaction://hlinksldjump"/>
          </p:cNvPr>
          <p:cNvSpPr/>
          <p:nvPr/>
        </p:nvSpPr>
        <p:spPr>
          <a:xfrm>
            <a:off x="2178830"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2bee4f4af4b_0_204">
            <a:hlinkClick r:id="rId3" action="ppaction://hlinksldjump"/>
          </p:cNvPr>
          <p:cNvSpPr/>
          <p:nvPr/>
        </p:nvSpPr>
        <p:spPr>
          <a:xfrm>
            <a:off x="898575" y="363277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77" name="Google Shape;677;g26b641b03cd_0_165"/>
          <p:cNvGrpSpPr/>
          <p:nvPr/>
        </p:nvGrpSpPr>
        <p:grpSpPr>
          <a:xfrm>
            <a:off x="930400" y="2053244"/>
            <a:ext cx="7283200" cy="3724851"/>
            <a:chOff x="930400" y="2129444"/>
            <a:chExt cx="7283200" cy="3724851"/>
          </a:xfrm>
        </p:grpSpPr>
        <p:pic>
          <p:nvPicPr>
            <p:cNvPr id="678" name="Google Shape;67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07" name="Google Shape;707;g26b7edf6e71_0_26"/>
          <p:cNvGrpSpPr/>
          <p:nvPr/>
        </p:nvGrpSpPr>
        <p:grpSpPr>
          <a:xfrm>
            <a:off x="930400" y="2053250"/>
            <a:ext cx="7283201" cy="2971674"/>
            <a:chOff x="930400" y="2129450"/>
            <a:chExt cx="7283201" cy="2971674"/>
          </a:xfrm>
        </p:grpSpPr>
        <p:pic>
          <p:nvPicPr>
            <p:cNvPr id="708" name="Google Shape;70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9" name="Google Shape;70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8" name="Google Shape;71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3" name="Google Shape;743;g2c298da1f27_0_417"/>
          <p:cNvGrpSpPr/>
          <p:nvPr/>
        </p:nvGrpSpPr>
        <p:grpSpPr>
          <a:xfrm>
            <a:off x="930400" y="2053250"/>
            <a:ext cx="7283201" cy="2971674"/>
            <a:chOff x="930400" y="2053250"/>
            <a:chExt cx="7283201" cy="2971674"/>
          </a:xfrm>
        </p:grpSpPr>
        <p:pic>
          <p:nvPicPr>
            <p:cNvPr id="744" name="Google Shape;744;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5" name="Google Shape;745;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46" name="Google Shape;746;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47" name="Google Shape;747;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8" name="Google Shape;748;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1" name="Google Shape;791;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1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1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2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2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2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2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2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27">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16" name="Google Shape;816;g2cdbdd49f8e_0_0"/>
          <p:cNvPicPr preferRelativeResize="0"/>
          <p:nvPr/>
        </p:nvPicPr>
        <p:blipFill rotWithShape="1">
          <a:blip r:embed="rId28">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17" name="Google Shape;817;g2cdbdd49f8e_0_0"/>
          <p:cNvPicPr preferRelativeResize="0"/>
          <p:nvPr/>
        </p:nvPicPr>
        <p:blipFill rotWithShape="1">
          <a:blip r:embed="rId29">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0">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1">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32">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7" name="Google Shape;827;g26b7edf6e71_0_109"/>
          <p:cNvGrpSpPr/>
          <p:nvPr/>
        </p:nvGrpSpPr>
        <p:grpSpPr>
          <a:xfrm>
            <a:off x="865957" y="2135925"/>
            <a:ext cx="7282807" cy="2686611"/>
            <a:chOff x="867357" y="2129450"/>
            <a:chExt cx="7282807" cy="2686611"/>
          </a:xfrm>
        </p:grpSpPr>
        <p:pic>
          <p:nvPicPr>
            <p:cNvPr id="828" name="Google Shape;82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0" name="Google Shape;84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1" name="Google Shape;84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8" name="Google Shape;848;g2c298d33e0c_0_6"/>
          <p:cNvGrpSpPr/>
          <p:nvPr/>
        </p:nvGrpSpPr>
        <p:grpSpPr>
          <a:xfrm>
            <a:off x="866900" y="2139854"/>
            <a:ext cx="7281864" cy="2684601"/>
            <a:chOff x="868300" y="2129450"/>
            <a:chExt cx="7281864" cy="2684601"/>
          </a:xfrm>
        </p:grpSpPr>
        <p:pic>
          <p:nvPicPr>
            <p:cNvPr id="849" name="Google Shape;84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3" name="Google Shape;85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3" name="Google Shape;883;g2c298da1f27_0_455"/>
          <p:cNvGrpSpPr/>
          <p:nvPr/>
        </p:nvGrpSpPr>
        <p:grpSpPr>
          <a:xfrm>
            <a:off x="868300" y="2129450"/>
            <a:ext cx="7281864" cy="2684601"/>
            <a:chOff x="868300" y="2053250"/>
            <a:chExt cx="7281864" cy="2684601"/>
          </a:xfrm>
        </p:grpSpPr>
        <p:pic>
          <p:nvPicPr>
            <p:cNvPr id="884" name="Google Shape;884;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2" name="Google Shape;89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3" name="Google Shape;89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pic>
        <p:nvPicPr>
          <p:cNvPr id="903" name="Google Shape;903;g2c298da1f27_1_0"/>
          <p:cNvPicPr preferRelativeResize="0"/>
          <p:nvPr/>
        </p:nvPicPr>
        <p:blipFill rotWithShape="1">
          <a:blip r:embed="rId3">
            <a:alphaModFix/>
          </a:blip>
          <a:srcRect l="189" r="179"/>
          <a:stretch/>
        </p:blipFill>
        <p:spPr>
          <a:xfrm>
            <a:off x="3320730" y="3994495"/>
            <a:ext cx="1148707" cy="822956"/>
          </a:xfrm>
          <a:prstGeom prst="rect">
            <a:avLst/>
          </a:prstGeom>
          <a:noFill/>
          <a:ln>
            <a:noFill/>
          </a:ln>
          <a:effectLst>
            <a:outerShdw blurRad="71438" dist="19050" dir="5400000" algn="bl" rotWithShape="0">
              <a:srgbClr val="000000">
                <a:alpha val="17650"/>
              </a:srgbClr>
            </a:outerShdw>
          </a:effectLst>
        </p:spPr>
      </p:pic>
      <p:pic>
        <p:nvPicPr>
          <p:cNvPr id="904" name="Google Shape;904;g2c298da1f27_1_0"/>
          <p:cNvPicPr preferRelativeResize="0"/>
          <p:nvPr/>
        </p:nvPicPr>
        <p:blipFill rotWithShape="1">
          <a:blip r:embed="rId4">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5" name="Google Shape;905;g2c298da1f27_1_0"/>
          <p:cNvPicPr preferRelativeResize="0"/>
          <p:nvPr/>
        </p:nvPicPr>
        <p:blipFill rotWithShape="1">
          <a:blip r:embed="rId5">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6" name="Google Shape;906;g2c298da1f27_1_0"/>
          <p:cNvPicPr preferRelativeResize="0"/>
          <p:nvPr/>
        </p:nvPicPr>
        <p:blipFill rotWithShape="1">
          <a:blip r:embed="rId6">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7" name="Google Shape;907;g2c298da1f27_1_0"/>
          <p:cNvPicPr preferRelativeResize="0"/>
          <p:nvPr/>
        </p:nvPicPr>
        <p:blipFill rotWithShape="1">
          <a:blip r:embed="rId7">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8" name="Google Shape;908;g2c298da1f27_1_0"/>
          <p:cNvPicPr preferRelativeResize="0"/>
          <p:nvPr/>
        </p:nvPicPr>
        <p:blipFill rotWithShape="1">
          <a:blip r:embed="rId8">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09" name="Google Shape;909;g2c298da1f27_1_0"/>
          <p:cNvPicPr preferRelativeResize="0"/>
          <p:nvPr/>
        </p:nvPicPr>
        <p:blipFill rotWithShape="1">
          <a:blip r:embed="rId9">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1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1_0"/>
          <p:cNvPicPr preferRelativeResize="0"/>
          <p:nvPr/>
        </p:nvPicPr>
        <p:blipFill rotWithShape="1">
          <a:blip r:embed="rId11">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2" name="Google Shape;912;g2c298da1f27_1_0"/>
          <p:cNvPicPr preferRelativeResize="0"/>
          <p:nvPr/>
        </p:nvPicPr>
        <p:blipFill rotWithShape="1">
          <a:blip r:embed="rId12">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3" name="Google Shape;913;g2c298da1f27_1_0"/>
          <p:cNvPicPr preferRelativeResize="0"/>
          <p:nvPr/>
        </p:nvPicPr>
        <p:blipFill rotWithShape="1">
          <a:blip r:embed="rId13">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4" name="Google Shape;914;g2c298da1f27_1_0"/>
          <p:cNvPicPr preferRelativeResize="0"/>
          <p:nvPr/>
        </p:nvPicPr>
        <p:blipFill rotWithShape="1">
          <a:blip r:embed="rId14">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5" name="Google Shape;915;g2c298da1f27_1_0"/>
          <p:cNvPicPr preferRelativeResize="0"/>
          <p:nvPr/>
        </p:nvPicPr>
        <p:blipFill rotWithShape="1">
          <a:blip r:embed="rId15">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6" name="Google Shape;916;g2c298da1f27_1_0"/>
          <p:cNvPicPr preferRelativeResize="0"/>
          <p:nvPr/>
        </p:nvPicPr>
        <p:blipFill rotWithShape="1">
          <a:blip r:embed="rId16">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17" name="Google Shape;917;g2c298da1f27_1_0"/>
          <p:cNvPicPr preferRelativeResize="0"/>
          <p:nvPr/>
        </p:nvPicPr>
        <p:blipFill rotWithShape="1">
          <a:blip r:embed="rId17">
            <a:alphaModFix/>
          </a:blip>
          <a:srcRect l="19" r="9"/>
          <a:stretch/>
        </p:blipFill>
        <p:spPr>
          <a:xfrm>
            <a:off x="2093821" y="3994495"/>
            <a:ext cx="1148707"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pic>
        <p:nvPicPr>
          <p:cNvPr id="923" name="Google Shape;923;g2cdbdd193bb_0_343"/>
          <p:cNvPicPr preferRelativeResize="0"/>
          <p:nvPr/>
        </p:nvPicPr>
        <p:blipFill>
          <a:blip r:embed="rId3">
            <a:alphaModFix/>
          </a:blip>
          <a:stretch>
            <a:fillRect/>
          </a:stretch>
        </p:blipFill>
        <p:spPr>
          <a:xfrm>
            <a:off x="867797" y="2125686"/>
            <a:ext cx="1147324" cy="819918"/>
          </a:xfrm>
          <a:prstGeom prst="rect">
            <a:avLst/>
          </a:prstGeom>
          <a:noFill/>
          <a:ln>
            <a:noFill/>
          </a:ln>
          <a:effectLst>
            <a:outerShdw blurRad="71438" dist="19050" dir="5400000" algn="bl" rotWithShape="0">
              <a:srgbClr val="000000">
                <a:alpha val="18000"/>
              </a:srgbClr>
            </a:outerShdw>
          </a:effectLst>
        </p:spPr>
      </p:pic>
      <p:pic>
        <p:nvPicPr>
          <p:cNvPr id="924" name="Google Shape;924;g2cdbdd193bb_0_343"/>
          <p:cNvPicPr preferRelativeResize="0"/>
          <p:nvPr/>
        </p:nvPicPr>
        <p:blipFill>
          <a:blip r:embed="rId4">
            <a:alphaModFix/>
          </a:blip>
          <a:stretch>
            <a:fillRect/>
          </a:stretch>
        </p:blipFill>
        <p:spPr>
          <a:xfrm>
            <a:off x="2094526" y="2125686"/>
            <a:ext cx="1145440" cy="818569"/>
          </a:xfrm>
          <a:prstGeom prst="rect">
            <a:avLst/>
          </a:prstGeom>
          <a:noFill/>
          <a:ln>
            <a:noFill/>
          </a:ln>
          <a:effectLst>
            <a:outerShdw blurRad="71438" dist="19050" dir="5400000" algn="bl" rotWithShape="0">
              <a:srgbClr val="000000">
                <a:alpha val="18000"/>
              </a:srgbClr>
            </a:outerShdw>
          </a:effectLst>
        </p:spPr>
      </p:pic>
      <p:pic>
        <p:nvPicPr>
          <p:cNvPr id="925" name="Google Shape;925;g2cdbdd193bb_0_343"/>
          <p:cNvPicPr preferRelativeResize="0"/>
          <p:nvPr/>
        </p:nvPicPr>
        <p:blipFill>
          <a:blip r:embed="rId5">
            <a:alphaModFix/>
          </a:blip>
          <a:stretch>
            <a:fillRect/>
          </a:stretch>
        </p:blipFill>
        <p:spPr>
          <a:xfrm>
            <a:off x="3321259" y="2125686"/>
            <a:ext cx="1145440" cy="818569"/>
          </a:xfrm>
          <a:prstGeom prst="rect">
            <a:avLst/>
          </a:prstGeom>
          <a:noFill/>
          <a:ln>
            <a:noFill/>
          </a:ln>
          <a:effectLst>
            <a:outerShdw blurRad="71438" dist="19050" dir="5400000" algn="bl" rotWithShape="0">
              <a:srgbClr val="000000">
                <a:alpha val="18000"/>
              </a:srgbClr>
            </a:outerShdw>
          </a:effectLst>
        </p:spPr>
      </p:pic>
      <p:pic>
        <p:nvPicPr>
          <p:cNvPr id="926" name="Google Shape;926;g2cdbdd193bb_0_343"/>
          <p:cNvPicPr preferRelativeResize="0"/>
          <p:nvPr/>
        </p:nvPicPr>
        <p:blipFill>
          <a:blip r:embed="rId6">
            <a:alphaModFix/>
          </a:blip>
          <a:stretch>
            <a:fillRect/>
          </a:stretch>
        </p:blipFill>
        <p:spPr>
          <a:xfrm>
            <a:off x="4547991" y="2125686"/>
            <a:ext cx="1145440" cy="819954"/>
          </a:xfrm>
          <a:prstGeom prst="rect">
            <a:avLst/>
          </a:prstGeom>
          <a:noFill/>
          <a:ln>
            <a:noFill/>
          </a:ln>
          <a:effectLst>
            <a:outerShdw blurRad="71438" dist="19050" dir="5400000" algn="bl" rotWithShape="0">
              <a:srgbClr val="000000">
                <a:alpha val="18000"/>
              </a:srgbClr>
            </a:outerShdw>
          </a:effectLst>
        </p:spPr>
      </p:pic>
      <p:pic>
        <p:nvPicPr>
          <p:cNvPr id="927" name="Google Shape;927;g2cdbdd193bb_0_343"/>
          <p:cNvPicPr preferRelativeResize="0"/>
          <p:nvPr/>
        </p:nvPicPr>
        <p:blipFill>
          <a:blip r:embed="rId7">
            <a:alphaModFix/>
          </a:blip>
          <a:stretch>
            <a:fillRect/>
          </a:stretch>
        </p:blipFill>
        <p:spPr>
          <a:xfrm>
            <a:off x="5774724" y="2125686"/>
            <a:ext cx="1145440" cy="818569"/>
          </a:xfrm>
          <a:prstGeom prst="rect">
            <a:avLst/>
          </a:prstGeom>
          <a:noFill/>
          <a:ln>
            <a:noFill/>
          </a:ln>
          <a:effectLst>
            <a:outerShdw blurRad="71438" dist="19050" dir="5400000" algn="bl" rotWithShape="0">
              <a:srgbClr val="000000">
                <a:alpha val="18000"/>
              </a:srgbClr>
            </a:outerShdw>
          </a:effectLst>
        </p:spPr>
      </p:pic>
      <p:pic>
        <p:nvPicPr>
          <p:cNvPr id="928" name="Google Shape;928;g2cdbdd193bb_0_343"/>
          <p:cNvPicPr preferRelativeResize="0"/>
          <p:nvPr/>
        </p:nvPicPr>
        <p:blipFill>
          <a:blip r:embed="rId8">
            <a:alphaModFix/>
          </a:blip>
          <a:stretch>
            <a:fillRect/>
          </a:stretch>
        </p:blipFill>
        <p:spPr>
          <a:xfrm>
            <a:off x="7001468" y="2125686"/>
            <a:ext cx="1145440" cy="819954"/>
          </a:xfrm>
          <a:prstGeom prst="rect">
            <a:avLst/>
          </a:prstGeom>
          <a:noFill/>
          <a:ln>
            <a:noFill/>
          </a:ln>
          <a:effectLst>
            <a:outerShdw blurRad="71438" dist="19050" dir="5400000" algn="bl" rotWithShape="0">
              <a:srgbClr val="000000">
                <a:alpha val="18000"/>
              </a:srgbClr>
            </a:outerShdw>
          </a:effectLst>
        </p:spPr>
      </p:pic>
      <p:pic>
        <p:nvPicPr>
          <p:cNvPr id="929" name="Google Shape;929;g2cdbdd193bb_0_343"/>
          <p:cNvPicPr preferRelativeResize="0"/>
          <p:nvPr/>
        </p:nvPicPr>
        <p:blipFill>
          <a:blip r:embed="rId9">
            <a:alphaModFix/>
          </a:blip>
          <a:stretch>
            <a:fillRect/>
          </a:stretch>
        </p:blipFill>
        <p:spPr>
          <a:xfrm>
            <a:off x="868743" y="3060070"/>
            <a:ext cx="1145440" cy="819954"/>
          </a:xfrm>
          <a:prstGeom prst="rect">
            <a:avLst/>
          </a:prstGeom>
          <a:noFill/>
          <a:ln>
            <a:noFill/>
          </a:ln>
          <a:effectLst>
            <a:outerShdw blurRad="71438" dist="19050" dir="5400000" algn="bl" rotWithShape="0">
              <a:srgbClr val="000000">
                <a:alpha val="18000"/>
              </a:srgbClr>
            </a:outerShdw>
          </a:effectLst>
        </p:spPr>
      </p:pic>
      <p:pic>
        <p:nvPicPr>
          <p:cNvPr id="930" name="Google Shape;930;g2cdbdd193bb_0_343"/>
          <p:cNvPicPr preferRelativeResize="0"/>
          <p:nvPr/>
        </p:nvPicPr>
        <p:blipFill>
          <a:blip r:embed="rId10">
            <a:alphaModFix/>
          </a:blip>
          <a:stretch>
            <a:fillRect/>
          </a:stretch>
        </p:blipFill>
        <p:spPr>
          <a:xfrm>
            <a:off x="2094530" y="3060070"/>
            <a:ext cx="1145440" cy="819954"/>
          </a:xfrm>
          <a:prstGeom prst="rect">
            <a:avLst/>
          </a:prstGeom>
          <a:noFill/>
          <a:ln>
            <a:noFill/>
          </a:ln>
          <a:effectLst>
            <a:outerShdw blurRad="71438" dist="19050" dir="5400000" algn="bl" rotWithShape="0">
              <a:srgbClr val="000000">
                <a:alpha val="18000"/>
              </a:srgbClr>
            </a:outerShdw>
          </a:effectLst>
        </p:spPr>
      </p:pic>
      <p:pic>
        <p:nvPicPr>
          <p:cNvPr id="931" name="Google Shape;931;g2cdbdd193bb_0_343"/>
          <p:cNvPicPr preferRelativeResize="0"/>
          <p:nvPr/>
        </p:nvPicPr>
        <p:blipFill>
          <a:blip r:embed="rId11">
            <a:alphaModFix/>
          </a:blip>
          <a:stretch>
            <a:fillRect/>
          </a:stretch>
        </p:blipFill>
        <p:spPr>
          <a:xfrm>
            <a:off x="3320325" y="3060768"/>
            <a:ext cx="1146826" cy="818569"/>
          </a:xfrm>
          <a:prstGeom prst="rect">
            <a:avLst/>
          </a:prstGeom>
          <a:noFill/>
          <a:ln>
            <a:noFill/>
          </a:ln>
          <a:effectLst>
            <a:outerShdw blurRad="71438" dist="19050" dir="5400000" algn="bl" rotWithShape="0">
              <a:srgbClr val="000000">
                <a:alpha val="18000"/>
              </a:srgbClr>
            </a:outerShdw>
          </a:effectLst>
        </p:spPr>
      </p:pic>
      <p:pic>
        <p:nvPicPr>
          <p:cNvPr id="932" name="Google Shape;932;g2cdbdd193bb_0_343"/>
          <p:cNvPicPr preferRelativeResize="0"/>
          <p:nvPr/>
        </p:nvPicPr>
        <p:blipFill>
          <a:blip r:embed="rId12">
            <a:alphaModFix/>
          </a:blip>
          <a:stretch>
            <a:fillRect/>
          </a:stretch>
        </p:blipFill>
        <p:spPr>
          <a:xfrm>
            <a:off x="4547500" y="3060768"/>
            <a:ext cx="1146826" cy="818569"/>
          </a:xfrm>
          <a:prstGeom prst="rect">
            <a:avLst/>
          </a:prstGeom>
          <a:noFill/>
          <a:ln>
            <a:noFill/>
          </a:ln>
          <a:effectLst>
            <a:outerShdw blurRad="71438" dist="19050" dir="5400000" algn="bl" rotWithShape="0">
              <a:srgbClr val="000000">
                <a:alpha val="18000"/>
              </a:srgbClr>
            </a:outerShdw>
          </a:effectLst>
        </p:spPr>
      </p:pic>
      <p:pic>
        <p:nvPicPr>
          <p:cNvPr id="933" name="Google Shape;933;g2cdbdd193bb_0_343"/>
          <p:cNvPicPr preferRelativeResize="0"/>
          <p:nvPr/>
        </p:nvPicPr>
        <p:blipFill>
          <a:blip r:embed="rId13">
            <a:alphaModFix/>
          </a:blip>
          <a:stretch>
            <a:fillRect/>
          </a:stretch>
        </p:blipFill>
        <p:spPr>
          <a:xfrm>
            <a:off x="5774675" y="3060768"/>
            <a:ext cx="1146826" cy="818569"/>
          </a:xfrm>
          <a:prstGeom prst="rect">
            <a:avLst/>
          </a:prstGeom>
          <a:noFill/>
          <a:ln>
            <a:noFill/>
          </a:ln>
          <a:effectLst>
            <a:outerShdw blurRad="71438" dist="19050" dir="5400000" algn="bl" rotWithShape="0">
              <a:srgbClr val="000000">
                <a:alpha val="18000"/>
              </a:srgbClr>
            </a:outerShdw>
          </a:effectLst>
        </p:spPr>
      </p:pic>
      <p:pic>
        <p:nvPicPr>
          <p:cNvPr id="934" name="Google Shape;934;g2cdbdd193bb_0_343"/>
          <p:cNvPicPr preferRelativeResize="0"/>
          <p:nvPr/>
        </p:nvPicPr>
        <p:blipFill>
          <a:blip r:embed="rId14">
            <a:alphaModFix/>
          </a:blip>
          <a:stretch>
            <a:fillRect/>
          </a:stretch>
        </p:blipFill>
        <p:spPr>
          <a:xfrm>
            <a:off x="7001850" y="3060070"/>
            <a:ext cx="1146826" cy="819954"/>
          </a:xfrm>
          <a:prstGeom prst="rect">
            <a:avLst/>
          </a:prstGeom>
          <a:noFill/>
          <a:ln>
            <a:noFill/>
          </a:ln>
          <a:effectLst>
            <a:outerShdw blurRad="71438" dist="19050" dir="5400000" algn="bl" rotWithShape="0">
              <a:srgbClr val="000000">
                <a:alpha val="18000"/>
              </a:srgbClr>
            </a:outerShdw>
          </a:effectLst>
        </p:spPr>
      </p:pic>
      <p:pic>
        <p:nvPicPr>
          <p:cNvPr id="935" name="Google Shape;935;g2cdbdd193bb_0_343"/>
          <p:cNvPicPr preferRelativeResize="0"/>
          <p:nvPr/>
        </p:nvPicPr>
        <p:blipFill>
          <a:blip r:embed="rId15">
            <a:alphaModFix/>
          </a:blip>
          <a:stretch>
            <a:fillRect/>
          </a:stretch>
        </p:blipFill>
        <p:spPr>
          <a:xfrm>
            <a:off x="868050" y="3995098"/>
            <a:ext cx="1146826" cy="818569"/>
          </a:xfrm>
          <a:prstGeom prst="rect">
            <a:avLst/>
          </a:prstGeom>
          <a:noFill/>
          <a:ln>
            <a:noFill/>
          </a:ln>
          <a:effectLst>
            <a:outerShdw blurRad="71438" dist="19050" dir="5400000" algn="bl" rotWithShape="0">
              <a:srgbClr val="000000">
                <a:alpha val="18000"/>
              </a:srgbClr>
            </a:outerShdw>
          </a:effectLst>
        </p:spPr>
      </p:pic>
      <p:pic>
        <p:nvPicPr>
          <p:cNvPr id="936" name="Google Shape;936;g2cdbdd193bb_0_343"/>
          <p:cNvPicPr preferRelativeResize="0"/>
          <p:nvPr/>
        </p:nvPicPr>
        <p:blipFill>
          <a:blip r:embed="rId16">
            <a:alphaModFix/>
          </a:blip>
          <a:stretch>
            <a:fillRect/>
          </a:stretch>
        </p:blipFill>
        <p:spPr>
          <a:xfrm>
            <a:off x="2094775" y="3995850"/>
            <a:ext cx="1146826" cy="819954"/>
          </a:xfrm>
          <a:prstGeom prst="rect">
            <a:avLst/>
          </a:prstGeom>
          <a:noFill/>
          <a:ln>
            <a:noFill/>
          </a:ln>
          <a:effectLst>
            <a:outerShdw blurRad="71438" dist="19050" dir="5400000" algn="bl" rotWithShape="0">
              <a:srgbClr val="000000">
                <a:alpha val="18000"/>
              </a:srgbClr>
            </a:outerShdw>
          </a:effectLst>
        </p:spPr>
      </p:pic>
      <p:pic>
        <p:nvPicPr>
          <p:cNvPr id="937" name="Google Shape;937;g2cdbdd193bb_0_343"/>
          <p:cNvPicPr preferRelativeResize="0"/>
          <p:nvPr/>
        </p:nvPicPr>
        <p:blipFill>
          <a:blip r:embed="rId17">
            <a:alphaModFix/>
          </a:blip>
          <a:stretch>
            <a:fillRect/>
          </a:stretch>
        </p:blipFill>
        <p:spPr>
          <a:xfrm>
            <a:off x="3321500" y="3995850"/>
            <a:ext cx="1146826" cy="819954"/>
          </a:xfrm>
          <a:prstGeom prst="rect">
            <a:avLst/>
          </a:prstGeom>
          <a:noFill/>
          <a:ln>
            <a:noFill/>
          </a:ln>
          <a:effectLst>
            <a:outerShdw blurRad="71438" dist="19050" dir="5400000" algn="bl" rotWithShape="0">
              <a:srgbClr val="000000">
                <a:alpha val="18000"/>
              </a:srgbClr>
            </a:outerShdw>
          </a:effectLst>
        </p:spPr>
      </p:pic>
      <p:pic>
        <p:nvPicPr>
          <p:cNvPr id="938" name="Google Shape;938;g2cdbdd193bb_0_343"/>
          <p:cNvPicPr preferRelativeResize="0"/>
          <p:nvPr/>
        </p:nvPicPr>
        <p:blipFill>
          <a:blip r:embed="rId18">
            <a:alphaModFix/>
          </a:blip>
          <a:stretch>
            <a:fillRect/>
          </a:stretch>
        </p:blipFill>
        <p:spPr>
          <a:xfrm>
            <a:off x="4548225" y="3994450"/>
            <a:ext cx="1146826" cy="819954"/>
          </a:xfrm>
          <a:prstGeom prst="rect">
            <a:avLst/>
          </a:prstGeom>
          <a:noFill/>
          <a:ln>
            <a:noFill/>
          </a:ln>
          <a:effectLst>
            <a:outerShdw blurRad="71438" dist="19050" dir="5400000" algn="bl" rotWithShape="0">
              <a:srgbClr val="000000">
                <a:alpha val="18000"/>
              </a:srgbClr>
            </a:outerShdw>
          </a:effectLst>
        </p:spPr>
      </p:pic>
      <p:pic>
        <p:nvPicPr>
          <p:cNvPr id="939" name="Google Shape;939;g2cdbdd193bb_0_343"/>
          <p:cNvPicPr preferRelativeResize="0"/>
          <p:nvPr/>
        </p:nvPicPr>
        <p:blipFill>
          <a:blip r:embed="rId19">
            <a:alphaModFix/>
          </a:blip>
          <a:stretch>
            <a:fillRect/>
          </a:stretch>
        </p:blipFill>
        <p:spPr>
          <a:xfrm>
            <a:off x="5774950" y="3995860"/>
            <a:ext cx="1146826" cy="818569"/>
          </a:xfrm>
          <a:prstGeom prst="rect">
            <a:avLst/>
          </a:prstGeom>
          <a:noFill/>
          <a:ln>
            <a:noFill/>
          </a:ln>
          <a:effectLst>
            <a:outerShdw blurRad="71438" dist="19050" dir="5400000" algn="bl" rotWithShape="0">
              <a:srgbClr val="000000">
                <a:alpha val="18000"/>
              </a:srgbClr>
            </a:outerShdw>
          </a:effectLst>
        </p:spPr>
      </p:pic>
      <p:pic>
        <p:nvPicPr>
          <p:cNvPr id="940" name="Google Shape;940;g2cdbdd193bb_0_343"/>
          <p:cNvPicPr preferRelativeResize="0"/>
          <p:nvPr/>
        </p:nvPicPr>
        <p:blipFill>
          <a:blip r:embed="rId20">
            <a:alphaModFix/>
          </a:blip>
          <a:stretch>
            <a:fillRect/>
          </a:stretch>
        </p:blipFill>
        <p:spPr>
          <a:xfrm>
            <a:off x="7001675" y="3994460"/>
            <a:ext cx="1146826" cy="818569"/>
          </a:xfrm>
          <a:prstGeom prst="rect">
            <a:avLst/>
          </a:prstGeom>
          <a:noFill/>
          <a:ln>
            <a:noFill/>
          </a:ln>
          <a:effectLst>
            <a:outerShdw blurRad="71438" dist="19050" dir="5400000" algn="bl" rotWithShape="0">
              <a:srgbClr val="000000">
                <a:alpha val="18000"/>
              </a:srgbClr>
            </a:outerShdw>
          </a:effectLst>
        </p:spPr>
      </p:pic>
      <p:pic>
        <p:nvPicPr>
          <p:cNvPr id="941" name="Google Shape;941;g2cdbdd193bb_0_343"/>
          <p:cNvPicPr preferRelativeResize="0"/>
          <p:nvPr/>
        </p:nvPicPr>
        <p:blipFill>
          <a:blip r:embed="rId21">
            <a:alphaModFix/>
          </a:blip>
          <a:stretch>
            <a:fillRect/>
          </a:stretch>
        </p:blipFill>
        <p:spPr>
          <a:xfrm>
            <a:off x="868050" y="4931618"/>
            <a:ext cx="1146826" cy="818569"/>
          </a:xfrm>
          <a:prstGeom prst="rect">
            <a:avLst/>
          </a:prstGeom>
          <a:noFill/>
          <a:ln>
            <a:noFill/>
          </a:ln>
          <a:effectLst>
            <a:outerShdw blurRad="71438" dist="19050" dir="5400000" algn="bl" rotWithShape="0">
              <a:srgbClr val="000000">
                <a:alpha val="18000"/>
              </a:srgbClr>
            </a:outerShdw>
          </a:effectLst>
        </p:spPr>
      </p:pic>
      <p:pic>
        <p:nvPicPr>
          <p:cNvPr id="942" name="Google Shape;942;g2cdbdd193bb_0_343"/>
          <p:cNvPicPr preferRelativeResize="0"/>
          <p:nvPr/>
        </p:nvPicPr>
        <p:blipFill>
          <a:blip r:embed="rId22">
            <a:alphaModFix/>
          </a:blip>
          <a:stretch>
            <a:fillRect/>
          </a:stretch>
        </p:blipFill>
        <p:spPr>
          <a:xfrm>
            <a:off x="2094775" y="4931632"/>
            <a:ext cx="1146826" cy="819954"/>
          </a:xfrm>
          <a:prstGeom prst="rect">
            <a:avLst/>
          </a:prstGeom>
          <a:noFill/>
          <a:ln>
            <a:noFill/>
          </a:ln>
          <a:effectLst>
            <a:outerShdw blurRad="71438" dist="19050" dir="5400000" algn="bl" rotWithShape="0">
              <a:srgbClr val="000000">
                <a:alpha val="18000"/>
              </a:srgbClr>
            </a:outerShdw>
          </a:effectLst>
        </p:spPr>
      </p:pic>
      <p:pic>
        <p:nvPicPr>
          <p:cNvPr id="943" name="Google Shape;943;g2cdbdd193bb_0_343"/>
          <p:cNvPicPr preferRelativeResize="0"/>
          <p:nvPr/>
        </p:nvPicPr>
        <p:blipFill>
          <a:blip r:embed="rId23">
            <a:alphaModFix/>
          </a:blip>
          <a:stretch>
            <a:fillRect/>
          </a:stretch>
        </p:blipFill>
        <p:spPr>
          <a:xfrm>
            <a:off x="3321500" y="4932318"/>
            <a:ext cx="1146826" cy="818569"/>
          </a:xfrm>
          <a:prstGeom prst="rect">
            <a:avLst/>
          </a:prstGeom>
          <a:noFill/>
          <a:ln>
            <a:noFill/>
          </a:ln>
          <a:effectLst>
            <a:outerShdw blurRad="71438" dist="19050" dir="5400000" algn="bl" rotWithShape="0">
              <a:srgbClr val="000000">
                <a:alpha val="18000"/>
              </a:srgbClr>
            </a:outerShdw>
          </a:effectLst>
        </p:spPr>
      </p:pic>
      <p:pic>
        <p:nvPicPr>
          <p:cNvPr id="944" name="Google Shape;944;g2cdbdd193bb_0_343"/>
          <p:cNvPicPr preferRelativeResize="0"/>
          <p:nvPr/>
        </p:nvPicPr>
        <p:blipFill>
          <a:blip r:embed="rId24">
            <a:alphaModFix/>
          </a:blip>
          <a:stretch>
            <a:fillRect/>
          </a:stretch>
        </p:blipFill>
        <p:spPr>
          <a:xfrm>
            <a:off x="4548225" y="4929532"/>
            <a:ext cx="1146826" cy="819954"/>
          </a:xfrm>
          <a:prstGeom prst="rect">
            <a:avLst/>
          </a:prstGeom>
          <a:noFill/>
          <a:ln>
            <a:noFill/>
          </a:ln>
          <a:effectLst>
            <a:outerShdw blurRad="71438" dist="19050" dir="5400000" algn="bl" rotWithShape="0">
              <a:srgbClr val="000000">
                <a:alpha val="18000"/>
              </a:srgbClr>
            </a:outerShdw>
          </a:effectLst>
        </p:spPr>
      </p:pic>
      <p:pic>
        <p:nvPicPr>
          <p:cNvPr id="945" name="Google Shape;945;g2cdbdd193bb_0_343"/>
          <p:cNvPicPr preferRelativeResize="0"/>
          <p:nvPr/>
        </p:nvPicPr>
        <p:blipFill>
          <a:blip r:embed="rId25">
            <a:alphaModFix/>
          </a:blip>
          <a:stretch>
            <a:fillRect/>
          </a:stretch>
        </p:blipFill>
        <p:spPr>
          <a:xfrm>
            <a:off x="5774950" y="4930957"/>
            <a:ext cx="1146826" cy="819954"/>
          </a:xfrm>
          <a:prstGeom prst="rect">
            <a:avLst/>
          </a:prstGeom>
          <a:noFill/>
          <a:ln>
            <a:noFill/>
          </a:ln>
          <a:effectLst>
            <a:outerShdw blurRad="71438" dist="19050" dir="5400000" algn="bl" rotWithShape="0">
              <a:srgbClr val="000000">
                <a:alpha val="18000"/>
              </a:srgbClr>
            </a:outerShdw>
          </a:effectLst>
        </p:spPr>
      </p:pic>
      <p:pic>
        <p:nvPicPr>
          <p:cNvPr id="946" name="Google Shape;946;g2cdbdd193bb_0_343"/>
          <p:cNvPicPr preferRelativeResize="0"/>
          <p:nvPr/>
        </p:nvPicPr>
        <p:blipFill>
          <a:blip r:embed="rId26">
            <a:alphaModFix/>
          </a:blip>
          <a:stretch>
            <a:fillRect/>
          </a:stretch>
        </p:blipFill>
        <p:spPr>
          <a:xfrm>
            <a:off x="7001668" y="4932318"/>
            <a:ext cx="1145440" cy="818569"/>
          </a:xfrm>
          <a:prstGeom prst="rect">
            <a:avLst/>
          </a:prstGeom>
          <a:noFill/>
          <a:ln>
            <a:noFill/>
          </a:ln>
          <a:effectLst>
            <a:outerShdw blurRad="71438" dist="19050" dir="5400000" algn="bl" rotWithShape="0">
              <a:srgbClr val="000000">
                <a:alpha val="18000"/>
              </a:srgbClr>
            </a:outerShdw>
          </a:effectLst>
        </p:spPr>
      </p:pic>
      <p:sp>
        <p:nvSpPr>
          <p:cNvPr id="947" name="Google Shape;947;g2cdbdd193bb_0_343"/>
          <p:cNvSpPr txBox="1"/>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000">
                <a:latin typeface="Poppins"/>
                <a:ea typeface="Poppins"/>
                <a:cs typeface="Poppins"/>
                <a:sym typeface="Poppins"/>
              </a:rPr>
              <a:t>Review Phase 5.5 Common Exception Words </a:t>
            </a:r>
            <a:br>
              <a:rPr lang="en-US" sz="2000">
                <a:latin typeface="Poppins"/>
                <a:ea typeface="Poppins"/>
                <a:cs typeface="Poppins"/>
                <a:sym typeface="Poppins"/>
              </a:rPr>
            </a:br>
            <a:r>
              <a:rPr lang="en-US" sz="2000">
                <a:solidFill>
                  <a:srgbClr val="2356AF"/>
                </a:solidFill>
                <a:latin typeface="Poppins"/>
                <a:ea typeface="Poppins"/>
                <a:cs typeface="Poppins"/>
                <a:sym typeface="Poppins"/>
              </a:rPr>
              <a:t>people wild child mind kind behind eye oh most only both though through who prove shoe beautiful climb Christmas school sugar love money any</a:t>
            </a:r>
            <a:r>
              <a:rPr lang="en-US" sz="2000">
                <a:latin typeface="Poppins"/>
                <a:ea typeface="Poppins"/>
                <a:cs typeface="Poppins"/>
                <a:sym typeface="Poppins"/>
              </a:rPr>
              <a:t>…</a:t>
            </a:r>
            <a:endParaRPr sz="2000">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many friend very busy pretty once</a:t>
            </a:r>
            <a:r>
              <a:rPr lang="en-US" sz="2000"/>
              <a:t>.</a:t>
            </a:r>
            <a:endParaRPr sz="2000"/>
          </a:p>
        </p:txBody>
      </p:sp>
      <p:pic>
        <p:nvPicPr>
          <p:cNvPr id="954" name="Google Shape;954;g2cdbdd193bb_0_376"/>
          <p:cNvPicPr preferRelativeResize="0"/>
          <p:nvPr/>
        </p:nvPicPr>
        <p:blipFill>
          <a:blip r:embed="rId3">
            <a:alphaModFix/>
          </a:blip>
          <a:stretch>
            <a:fillRect/>
          </a:stretch>
        </p:blipFill>
        <p:spPr>
          <a:xfrm>
            <a:off x="867797" y="2125686"/>
            <a:ext cx="1147421" cy="819976"/>
          </a:xfrm>
          <a:prstGeom prst="rect">
            <a:avLst/>
          </a:prstGeom>
          <a:noFill/>
          <a:ln>
            <a:noFill/>
          </a:ln>
          <a:effectLst>
            <a:outerShdw blurRad="71438" dist="19050" dir="5400000" algn="bl" rotWithShape="0">
              <a:srgbClr val="000000">
                <a:alpha val="18000"/>
              </a:srgbClr>
            </a:outerShdw>
          </a:effectLst>
        </p:spPr>
      </p:pic>
      <p:pic>
        <p:nvPicPr>
          <p:cNvPr id="955" name="Google Shape;955;g2cdbdd193bb_0_376"/>
          <p:cNvPicPr preferRelativeResize="0"/>
          <p:nvPr/>
        </p:nvPicPr>
        <p:blipFill>
          <a:blip r:embed="rId4">
            <a:alphaModFix/>
          </a:blip>
          <a:stretch>
            <a:fillRect/>
          </a:stretch>
        </p:blipFill>
        <p:spPr>
          <a:xfrm>
            <a:off x="2094526" y="2125686"/>
            <a:ext cx="1145486" cy="819967"/>
          </a:xfrm>
          <a:prstGeom prst="rect">
            <a:avLst/>
          </a:prstGeom>
          <a:noFill/>
          <a:ln>
            <a:noFill/>
          </a:ln>
          <a:effectLst>
            <a:outerShdw blurRad="71438" dist="19050" dir="5400000" algn="bl" rotWithShape="0">
              <a:srgbClr val="000000">
                <a:alpha val="18000"/>
              </a:srgbClr>
            </a:outerShdw>
          </a:effectLst>
        </p:spPr>
      </p:pic>
      <p:pic>
        <p:nvPicPr>
          <p:cNvPr id="956" name="Google Shape;956;g2cdbdd193bb_0_376"/>
          <p:cNvPicPr preferRelativeResize="0"/>
          <p:nvPr/>
        </p:nvPicPr>
        <p:blipFill>
          <a:blip r:embed="rId5">
            <a:alphaModFix/>
          </a:blip>
          <a:stretch>
            <a:fillRect/>
          </a:stretch>
        </p:blipFill>
        <p:spPr>
          <a:xfrm>
            <a:off x="3321259" y="2125686"/>
            <a:ext cx="1145486" cy="818582"/>
          </a:xfrm>
          <a:prstGeom prst="rect">
            <a:avLst/>
          </a:prstGeom>
          <a:noFill/>
          <a:ln>
            <a:noFill/>
          </a:ln>
          <a:effectLst>
            <a:outerShdw blurRad="71438" dist="19050" dir="5400000" algn="bl" rotWithShape="0">
              <a:srgbClr val="000000">
                <a:alpha val="18000"/>
              </a:srgbClr>
            </a:outerShdw>
          </a:effectLst>
        </p:spPr>
      </p:pic>
      <p:pic>
        <p:nvPicPr>
          <p:cNvPr id="957" name="Google Shape;957;g2cdbdd193bb_0_376"/>
          <p:cNvPicPr preferRelativeResize="0"/>
          <p:nvPr/>
        </p:nvPicPr>
        <p:blipFill>
          <a:blip r:embed="rId6">
            <a:alphaModFix/>
          </a:blip>
          <a:stretch>
            <a:fillRect/>
          </a:stretch>
        </p:blipFill>
        <p:spPr>
          <a:xfrm>
            <a:off x="4547991" y="2125686"/>
            <a:ext cx="1145486" cy="819967"/>
          </a:xfrm>
          <a:prstGeom prst="rect">
            <a:avLst/>
          </a:prstGeom>
          <a:noFill/>
          <a:ln>
            <a:noFill/>
          </a:ln>
          <a:effectLst>
            <a:outerShdw blurRad="71438" dist="19050" dir="5400000" algn="bl" rotWithShape="0">
              <a:srgbClr val="000000">
                <a:alpha val="18000"/>
              </a:srgbClr>
            </a:outerShdw>
          </a:effectLst>
        </p:spPr>
      </p:pic>
      <p:pic>
        <p:nvPicPr>
          <p:cNvPr id="958" name="Google Shape;958;g2cdbdd193bb_0_376"/>
          <p:cNvPicPr preferRelativeResize="0"/>
          <p:nvPr/>
        </p:nvPicPr>
        <p:blipFill>
          <a:blip r:embed="rId7">
            <a:alphaModFix/>
          </a:blip>
          <a:stretch>
            <a:fillRect/>
          </a:stretch>
        </p:blipFill>
        <p:spPr>
          <a:xfrm>
            <a:off x="5774724" y="2125686"/>
            <a:ext cx="1145486" cy="819967"/>
          </a:xfrm>
          <a:prstGeom prst="rect">
            <a:avLst/>
          </a:prstGeom>
          <a:noFill/>
          <a:ln>
            <a:noFill/>
          </a:ln>
          <a:effectLst>
            <a:outerShdw blurRad="71438" dist="19050" dir="5400000" algn="bl" rotWithShape="0">
              <a:srgbClr val="000000">
                <a:alpha val="18000"/>
              </a:srgbClr>
            </a:outerShdw>
          </a:effectLst>
        </p:spPr>
      </p:pic>
      <p:pic>
        <p:nvPicPr>
          <p:cNvPr id="959" name="Google Shape;959;g2cdbdd193bb_0_376"/>
          <p:cNvPicPr preferRelativeResize="0"/>
          <p:nvPr/>
        </p:nvPicPr>
        <p:blipFill>
          <a:blip r:embed="rId8">
            <a:alphaModFix/>
          </a:blip>
          <a:stretch>
            <a:fillRect/>
          </a:stretch>
        </p:blipFill>
        <p:spPr>
          <a:xfrm>
            <a:off x="7003287" y="2125686"/>
            <a:ext cx="1145486" cy="818582"/>
          </a:xfrm>
          <a:prstGeom prst="rect">
            <a:avLst/>
          </a:prstGeom>
          <a:noFill/>
          <a:ln>
            <a:noFill/>
          </a:ln>
          <a:effectLst>
            <a:outerShdw blurRad="71438" dist="19050" dir="5400000" algn="bl" rotWithShape="0">
              <a:srgbClr val="000000">
                <a:alpha val="18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6" name="Google Shape;96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67" name="Google Shape;967;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68" name="Google Shape;96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69" name="Google Shape;969;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A</a:t>
            </a:r>
            <a:r>
              <a:rPr lang="en-US" sz="5800" b="0" i="0" u="none" strike="noStrike" cap="none">
                <a:solidFill>
                  <a:srgbClr val="FFD400"/>
                </a:solidFill>
                <a:latin typeface="Jost"/>
                <a:ea typeface="Jost"/>
                <a:cs typeface="Jost"/>
                <a:sym typeface="Jost"/>
              </a:rPr>
              <a:t>s</a:t>
            </a:r>
            <a:r>
              <a:rPr lang="en-US" sz="5800" b="0" i="0" u="none" strike="noStrike" cap="none">
                <a:solidFill>
                  <a:srgbClr val="2356AF"/>
                </a:solidFill>
                <a:latin typeface="Jost"/>
                <a:ea typeface="Jost"/>
                <a:cs typeface="Jost"/>
                <a:sym typeface="Jost"/>
              </a:rPr>
              <a:t>i</a:t>
            </a:r>
            <a:r>
              <a:rPr lang="en-US" sz="5100" b="0" i="0" u="none" strike="noStrike" cap="none">
                <a:solidFill>
                  <a:srgbClr val="2356AF"/>
                </a:solidFill>
                <a:latin typeface="Poppins"/>
                <a:ea typeface="Poppins"/>
                <a:cs typeface="Poppins"/>
                <a:sym typeface="Poppins"/>
              </a:rPr>
              <a:t>a</a:t>
            </a:r>
            <a:endParaRPr sz="5100" b="0" i="0" u="none" strike="noStrike" cap="none">
              <a:solidFill>
                <a:srgbClr val="2356AF"/>
              </a:solidFill>
              <a:latin typeface="Poppins"/>
              <a:ea typeface="Poppins"/>
              <a:cs typeface="Poppins"/>
              <a:sym typeface="Poppins"/>
            </a:endParaRPr>
          </a:p>
        </p:txBody>
      </p:sp>
      <p:sp>
        <p:nvSpPr>
          <p:cNvPr id="970" name="Google Shape;970;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televi</a:t>
            </a:r>
            <a:r>
              <a:rPr lang="en-US" sz="5800" b="0" i="0" u="none" strike="noStrike" cap="none">
                <a:solidFill>
                  <a:srgbClr val="FFD400"/>
                </a:solidFill>
                <a:latin typeface="Jost"/>
                <a:ea typeface="Jost"/>
                <a:cs typeface="Jost"/>
                <a:sym typeface="Jost"/>
              </a:rPr>
              <a:t>s</a:t>
            </a:r>
            <a:r>
              <a:rPr lang="en-US" sz="5800" b="0" i="0" u="none" strike="noStrike" cap="none">
                <a:solidFill>
                  <a:srgbClr val="2356AF"/>
                </a:solidFill>
                <a:latin typeface="Jost"/>
                <a:ea typeface="Jost"/>
                <a:cs typeface="Jost"/>
                <a:sym typeface="Jost"/>
              </a:rPr>
              <a:t>ion</a:t>
            </a:r>
            <a:endParaRPr sz="5800" b="0" i="0" u="none" strike="noStrike" cap="none">
              <a:solidFill>
                <a:srgbClr val="2356AF"/>
              </a:solidFill>
              <a:latin typeface="Jost"/>
              <a:ea typeface="Jost"/>
              <a:cs typeface="Jost"/>
              <a:sym typeface="Jost"/>
            </a:endParaRPr>
          </a:p>
        </p:txBody>
      </p:sp>
      <p:sp>
        <p:nvSpPr>
          <p:cNvPr id="971" name="Google Shape;971;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divi</a:t>
            </a:r>
            <a:r>
              <a:rPr lang="en-US" sz="5800" b="0" i="0" u="none" strike="noStrike" cap="none">
                <a:solidFill>
                  <a:srgbClr val="FFD400"/>
                </a:solidFill>
                <a:latin typeface="Jost"/>
                <a:ea typeface="Jost"/>
                <a:cs typeface="Jost"/>
                <a:sym typeface="Jost"/>
              </a:rPr>
              <a:t>s</a:t>
            </a:r>
            <a:r>
              <a:rPr lang="en-US" sz="5800" b="0" i="0" u="none" strike="noStrike" cap="none">
                <a:solidFill>
                  <a:srgbClr val="2356AF"/>
                </a:solidFill>
                <a:latin typeface="Jost"/>
                <a:ea typeface="Jost"/>
                <a:cs typeface="Jost"/>
                <a:sym typeface="Jost"/>
              </a:rPr>
              <a:t>ion</a:t>
            </a:r>
            <a:endParaRPr sz="5800" b="0" i="0" u="none" strike="noStrike" cap="none">
              <a:solidFill>
                <a:srgbClr val="2356AF"/>
              </a:solidFill>
              <a:latin typeface="Jost"/>
              <a:ea typeface="Jost"/>
              <a:cs typeface="Jost"/>
              <a:sym typeface="Jost"/>
            </a:endParaRPr>
          </a:p>
        </p:txBody>
      </p:sp>
      <p:sp>
        <p:nvSpPr>
          <p:cNvPr id="972" name="Google Shape;972;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61</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79" name="Google Shape;97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6" name="Google Shape;986;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7" name="Google Shape;987;g2c4fb7f6616_1_0"/>
          <p:cNvSpPr/>
          <p:nvPr/>
        </p:nvSpPr>
        <p:spPr>
          <a:xfrm>
            <a:off x="22752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c4fb7f6616_1_0"/>
          <p:cNvSpPr/>
          <p:nvPr/>
        </p:nvSpPr>
        <p:spPr>
          <a:xfrm>
            <a:off x="4915285" y="3906888"/>
            <a:ext cx="390000" cy="390000"/>
          </a:xfrm>
          <a:prstGeom prst="ellipse">
            <a:avLst/>
          </a:prstGeom>
          <a:solidFill>
            <a:srgbClr val="FFD4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9" name="Google Shape;989;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0" name="Google Shape;990;g2c4fb7f6616_1_0"/>
          <p:cNvSpPr txBox="1">
            <a:spLocks noGrp="1"/>
          </p:cNvSpPr>
          <p:nvPr>
            <p:ph type="subTitle" idx="4294967295"/>
          </p:nvPr>
        </p:nvSpPr>
        <p:spPr>
          <a:xfrm>
            <a:off x="434563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a:t>
            </a:r>
            <a:endParaRPr sz="15000" b="0" i="0" u="none" strike="noStrike" cap="none">
              <a:solidFill>
                <a:srgbClr val="FFD400"/>
              </a:solidFill>
              <a:latin typeface="Jost"/>
              <a:ea typeface="Jost"/>
              <a:cs typeface="Jost"/>
              <a:sym typeface="Jost"/>
            </a:endParaRPr>
          </a:p>
        </p:txBody>
      </p:sp>
      <p:sp>
        <p:nvSpPr>
          <p:cNvPr id="991" name="Google Shape;991;g2c4fb7f6616_1_0"/>
          <p:cNvSpPr txBox="1">
            <a:spLocks noGrp="1"/>
          </p:cNvSpPr>
          <p:nvPr>
            <p:ph type="subTitle" idx="4294967295"/>
          </p:nvPr>
        </p:nvSpPr>
        <p:spPr>
          <a:xfrm>
            <a:off x="1705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92" name="Google Shape;992;g2c4fb7f6616_1_0"/>
          <p:cNvSpPr txBox="1">
            <a:spLocks noGrp="1"/>
          </p:cNvSpPr>
          <p:nvPr>
            <p:ph type="subTitle" idx="4294967295"/>
          </p:nvPr>
        </p:nvSpPr>
        <p:spPr>
          <a:xfrm>
            <a:off x="2494400" y="1308025"/>
            <a:ext cx="243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e</a:t>
            </a:r>
            <a:r>
              <a:rPr lang="en-US" sz="12600" b="0" i="0" u="none" strike="noStrike" cap="none">
                <a:solidFill>
                  <a:srgbClr val="815138"/>
                </a:solidFill>
                <a:latin typeface="Poppins"/>
                <a:ea typeface="Poppins"/>
                <a:cs typeface="Poppins"/>
                <a:sym typeface="Poppins"/>
              </a:rPr>
              <a:t>a</a:t>
            </a:r>
            <a:endParaRPr sz="12600" b="0" i="0" u="none" strike="noStrike" cap="none">
              <a:solidFill>
                <a:srgbClr val="815138"/>
              </a:solidFill>
              <a:latin typeface="Poppins"/>
              <a:ea typeface="Poppins"/>
              <a:cs typeface="Poppins"/>
              <a:sym typeface="Poppins"/>
            </a:endParaRPr>
          </a:p>
        </p:txBody>
      </p:sp>
      <p:sp>
        <p:nvSpPr>
          <p:cNvPr id="993" name="Google Shape;993;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0" name="Google Shape;1000;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1" name="Google Shape;1001;g2c4fb7f6616_1_0"/>
          <p:cNvGrpSpPr/>
          <p:nvPr/>
        </p:nvGrpSpPr>
        <p:grpSpPr>
          <a:xfrm>
            <a:off x="-550" y="6984600"/>
            <a:ext cx="8596479" cy="808600"/>
            <a:chOff x="-550" y="6984600"/>
            <a:chExt cx="8596479" cy="808600"/>
          </a:xfrm>
        </p:grpSpPr>
        <p:sp>
          <p:nvSpPr>
            <p:cNvPr id="1002" name="Google Shape;1002;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3" name="Google Shape;1003;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4" name="Google Shape;1004;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5" name="Google Shape;1005;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6" name="Google Shape;1006;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7" name="Google Shape;1007;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8" name="Google Shape;1008;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9" name="Google Shape;1009;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0" name="Google Shape;1010;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1" name="Google Shape;1011;g2c4fb7f6616_1_0"/>
          <p:cNvSpPr txBox="1">
            <a:spLocks noGrp="1"/>
          </p:cNvSpPr>
          <p:nvPr>
            <p:ph type="subTitle" idx="4294967295"/>
          </p:nvPr>
        </p:nvSpPr>
        <p:spPr>
          <a:xfrm>
            <a:off x="5340575" y="1308025"/>
            <a:ext cx="2859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ure</a:t>
            </a:r>
            <a:endParaRPr sz="15000" b="0" i="0" u="none" strike="noStrike" cap="none">
              <a:solidFill>
                <a:srgbClr val="993FA2"/>
              </a:solidFill>
              <a:latin typeface="Jost"/>
              <a:ea typeface="Jost"/>
              <a:cs typeface="Jost"/>
              <a:sym typeface="Jost"/>
            </a:endParaRPr>
          </a:p>
        </p:txBody>
      </p:sp>
      <p:sp>
        <p:nvSpPr>
          <p:cNvPr id="1012" name="Google Shape;1012;g2c4fb7f6616_1_0"/>
          <p:cNvSpPr/>
          <p:nvPr/>
        </p:nvSpPr>
        <p:spPr>
          <a:xfrm>
            <a:off x="15132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c4fb7f6616_1_0"/>
          <p:cNvSpPr txBox="1">
            <a:spLocks noGrp="1"/>
          </p:cNvSpPr>
          <p:nvPr>
            <p:ph type="subTitle" idx="4294967295"/>
          </p:nvPr>
        </p:nvSpPr>
        <p:spPr>
          <a:xfrm>
            <a:off x="943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14" name="Google Shape;1014;g2c4fb7f6616_1_0"/>
          <p:cNvSpPr/>
          <p:nvPr/>
        </p:nvSpPr>
        <p:spPr>
          <a:xfrm>
            <a:off x="2811625" y="4011900"/>
            <a:ext cx="1805100" cy="180000"/>
          </a:xfrm>
          <a:prstGeom prst="rect">
            <a:avLst/>
          </a:prstGeom>
          <a:solidFill>
            <a:srgbClr val="8151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c4fb7f6616_1_0"/>
          <p:cNvSpPr/>
          <p:nvPr/>
        </p:nvSpPr>
        <p:spPr>
          <a:xfrm>
            <a:off x="5613875" y="4011900"/>
            <a:ext cx="2313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c4fb7f6616_1_0"/>
          <p:cNvSpPr/>
          <p:nvPr/>
        </p:nvSpPr>
        <p:spPr>
          <a:xfrm>
            <a:off x="539717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73c559e809_0_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3" name="Google Shape;1023;g273c559e809_0_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4" name="Google Shape;1024;g273c559e809_0_10"/>
          <p:cNvSpPr/>
          <p:nvPr/>
        </p:nvSpPr>
        <p:spPr>
          <a:xfrm>
            <a:off x="192445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5" name="Google Shape;1025;g273c559e809_0_1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6" name="Google Shape;1026;g273c559e809_0_10"/>
          <p:cNvSpPr txBox="1">
            <a:spLocks noGrp="1"/>
          </p:cNvSpPr>
          <p:nvPr>
            <p:ph type="subTitle" idx="4294967295"/>
          </p:nvPr>
        </p:nvSpPr>
        <p:spPr>
          <a:xfrm>
            <a:off x="475320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a:t>
            </a:r>
            <a:endParaRPr sz="15000" b="0" i="0" u="none" strike="noStrike" cap="none">
              <a:solidFill>
                <a:srgbClr val="FFD400"/>
              </a:solidFill>
              <a:latin typeface="Jost"/>
              <a:ea typeface="Jost"/>
              <a:cs typeface="Jost"/>
              <a:sym typeface="Jost"/>
            </a:endParaRPr>
          </a:p>
        </p:txBody>
      </p:sp>
      <p:sp>
        <p:nvSpPr>
          <p:cNvPr id="1027" name="Google Shape;1027;g273c559e809_0_10"/>
          <p:cNvSpPr txBox="1">
            <a:spLocks noGrp="1"/>
          </p:cNvSpPr>
          <p:nvPr>
            <p:ph type="subTitle" idx="4294967295"/>
          </p:nvPr>
        </p:nvSpPr>
        <p:spPr>
          <a:xfrm>
            <a:off x="135475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x</a:t>
            </a:r>
            <a:endParaRPr sz="15000" b="0" i="0" u="none" strike="noStrike" cap="none">
              <a:solidFill>
                <a:srgbClr val="2356AF"/>
              </a:solidFill>
              <a:latin typeface="Jost"/>
              <a:ea typeface="Jost"/>
              <a:cs typeface="Jost"/>
              <a:sym typeface="Jost"/>
            </a:endParaRPr>
          </a:p>
        </p:txBody>
      </p:sp>
      <p:sp>
        <p:nvSpPr>
          <p:cNvPr id="1028" name="Google Shape;1028;g273c559e809_0_1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73c559e809_0_1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73c559e809_0_1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73c559e809_0_1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2" name="Google Shape;1032;g273c559e809_0_1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73c559e809_0_1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4" name="Google Shape;1034;g273c559e809_0_1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273c559e809_0_1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6" name="Google Shape;1036;g273c559e809_0_10"/>
          <p:cNvGrpSpPr/>
          <p:nvPr/>
        </p:nvGrpSpPr>
        <p:grpSpPr>
          <a:xfrm>
            <a:off x="-550" y="6984600"/>
            <a:ext cx="8596479" cy="808600"/>
            <a:chOff x="-550" y="6984600"/>
            <a:chExt cx="8596479" cy="808600"/>
          </a:xfrm>
        </p:grpSpPr>
        <p:sp>
          <p:nvSpPr>
            <p:cNvPr id="1037" name="Google Shape;1037;g273c559e809_0_1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8" name="Google Shape;1038;g273c559e809_0_1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9" name="Google Shape;1039;g273c559e809_0_1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40" name="Google Shape;1040;g273c559e809_0_1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41" name="Google Shape;1041;g273c559e809_0_1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42" name="Google Shape;1042;g273c559e809_0_1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3" name="Google Shape;1043;g273c559e809_0_1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4" name="Google Shape;1044;g273c559e809_0_1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5" name="Google Shape;1045;g273c559e809_0_1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46" name="Google Shape;1046;g273c559e809_0_10"/>
          <p:cNvSpPr/>
          <p:nvPr/>
        </p:nvSpPr>
        <p:spPr>
          <a:xfrm>
            <a:off x="108625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7" name="Google Shape;1047;g273c559e809_0_10"/>
          <p:cNvSpPr txBox="1">
            <a:spLocks noGrp="1"/>
          </p:cNvSpPr>
          <p:nvPr>
            <p:ph type="subTitle" idx="4294967295"/>
          </p:nvPr>
        </p:nvSpPr>
        <p:spPr>
          <a:xfrm>
            <a:off x="51655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1048" name="Google Shape;1048;g273c559e809_0_10"/>
          <p:cNvSpPr/>
          <p:nvPr/>
        </p:nvSpPr>
        <p:spPr>
          <a:xfrm>
            <a:off x="291505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9" name="Google Shape;1049;g273c559e809_0_10"/>
          <p:cNvSpPr txBox="1">
            <a:spLocks noGrp="1"/>
          </p:cNvSpPr>
          <p:nvPr>
            <p:ph type="subTitle" idx="4294967295"/>
          </p:nvPr>
        </p:nvSpPr>
        <p:spPr>
          <a:xfrm>
            <a:off x="234535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50" name="Google Shape;1050;g273c559e809_0_10"/>
          <p:cNvSpPr/>
          <p:nvPr/>
        </p:nvSpPr>
        <p:spPr>
          <a:xfrm>
            <a:off x="367705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1" name="Google Shape;1051;g273c559e809_0_10"/>
          <p:cNvSpPr txBox="1">
            <a:spLocks noGrp="1"/>
          </p:cNvSpPr>
          <p:nvPr>
            <p:ph type="subTitle" idx="4294967295"/>
          </p:nvPr>
        </p:nvSpPr>
        <p:spPr>
          <a:xfrm>
            <a:off x="310735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1052" name="Google Shape;1052;g273c559e809_0_10"/>
          <p:cNvSpPr/>
          <p:nvPr/>
        </p:nvSpPr>
        <p:spPr>
          <a:xfrm>
            <a:off x="4439058"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3" name="Google Shape;1053;g273c559e809_0_10"/>
          <p:cNvSpPr txBox="1">
            <a:spLocks noGrp="1"/>
          </p:cNvSpPr>
          <p:nvPr>
            <p:ph type="subTitle" idx="4294967295"/>
          </p:nvPr>
        </p:nvSpPr>
        <p:spPr>
          <a:xfrm>
            <a:off x="386935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o</a:t>
            </a:r>
            <a:endParaRPr sz="15000" b="0" i="0" u="none" strike="noStrike" cap="none">
              <a:solidFill>
                <a:srgbClr val="815138"/>
              </a:solidFill>
              <a:latin typeface="Jost"/>
              <a:ea typeface="Jost"/>
              <a:cs typeface="Jost"/>
              <a:sym typeface="Jost"/>
            </a:endParaRPr>
          </a:p>
        </p:txBody>
      </p:sp>
      <p:sp>
        <p:nvSpPr>
          <p:cNvPr id="1054" name="Google Shape;1054;g273c559e809_0_10"/>
          <p:cNvSpPr/>
          <p:nvPr/>
        </p:nvSpPr>
        <p:spPr>
          <a:xfrm>
            <a:off x="6713412"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5" name="Google Shape;1055;g273c559e809_0_10"/>
          <p:cNvSpPr txBox="1">
            <a:spLocks noGrp="1"/>
          </p:cNvSpPr>
          <p:nvPr>
            <p:ph type="subTitle" idx="4294967295"/>
          </p:nvPr>
        </p:nvSpPr>
        <p:spPr>
          <a:xfrm>
            <a:off x="614371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1056" name="Google Shape;1056;g273c559e809_0_10"/>
          <p:cNvSpPr txBox="1">
            <a:spLocks noGrp="1"/>
          </p:cNvSpPr>
          <p:nvPr>
            <p:ph type="subTitle" idx="4294967295"/>
          </p:nvPr>
        </p:nvSpPr>
        <p:spPr>
          <a:xfrm>
            <a:off x="542164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i</a:t>
            </a:r>
            <a:endParaRPr sz="15000" b="0" i="0" u="none" strike="noStrike" cap="none">
              <a:solidFill>
                <a:srgbClr val="FFD400"/>
              </a:solidFill>
              <a:latin typeface="Jost"/>
              <a:ea typeface="Jost"/>
              <a:cs typeface="Jost"/>
              <a:sym typeface="Jost"/>
            </a:endParaRPr>
          </a:p>
        </p:txBody>
      </p:sp>
      <p:sp>
        <p:nvSpPr>
          <p:cNvPr id="1057" name="Google Shape;1057;g273c559e809_0_10"/>
          <p:cNvSpPr/>
          <p:nvPr/>
        </p:nvSpPr>
        <p:spPr>
          <a:xfrm>
            <a:off x="766774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8" name="Google Shape;1058;g273c559e809_0_10"/>
          <p:cNvSpPr txBox="1">
            <a:spLocks noGrp="1"/>
          </p:cNvSpPr>
          <p:nvPr>
            <p:ph type="subTitle" idx="4294967295"/>
          </p:nvPr>
        </p:nvSpPr>
        <p:spPr>
          <a:xfrm>
            <a:off x="709804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59" name="Google Shape;1059;g273c559e809_0_10"/>
          <p:cNvSpPr/>
          <p:nvPr/>
        </p:nvSpPr>
        <p:spPr>
          <a:xfrm>
            <a:off x="501355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0" name="Google Shape;1060;g273c559e809_0_10"/>
          <p:cNvSpPr/>
          <p:nvPr/>
        </p:nvSpPr>
        <p:spPr>
          <a:xfrm>
            <a:off x="251425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1" name="Google Shape;1061;g273c559e809_0_10"/>
          <p:cNvSpPr/>
          <p:nvPr/>
        </p:nvSpPr>
        <p:spPr>
          <a:xfrm>
            <a:off x="5337275" y="4011900"/>
            <a:ext cx="1108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68" name="Google Shape;106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5" name="Google Shape;107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76" name="Google Shape;1076;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77" name="Google Shape;107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84" name="Google Shape;108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85" name="Google Shape;1085;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86" name="Google Shape;108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3" name="Google Shape;1093;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4" name="Google Shape;1094;g2d1eea302f1_0_6"/>
          <p:cNvGrpSpPr/>
          <p:nvPr/>
        </p:nvGrpSpPr>
        <p:grpSpPr>
          <a:xfrm>
            <a:off x="3024000" y="209875"/>
            <a:ext cx="3096000" cy="454800"/>
            <a:chOff x="3024000" y="209875"/>
            <a:chExt cx="3096000" cy="454800"/>
          </a:xfrm>
        </p:grpSpPr>
        <p:sp>
          <p:nvSpPr>
            <p:cNvPr id="1095" name="Google Shape;1095;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6" name="Google Shape;1096;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7" name="Google Shape;1097;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8" name="Google Shape;1098;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9" name="Google Shape;1099;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0" name="Google Shape;1100;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1" name="Google Shape;1101;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2" name="Google Shape;1102;g2d1eea302f1_0_6"/>
          <p:cNvSpPr txBox="1"/>
          <p:nvPr/>
        </p:nvSpPr>
        <p:spPr>
          <a:xfrm>
            <a:off x="4638737" y="854925"/>
            <a:ext cx="115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ure</a:t>
            </a:r>
            <a:endParaRPr sz="5500" b="0" i="0" u="none" strike="noStrike" cap="none">
              <a:solidFill>
                <a:srgbClr val="993FA2"/>
              </a:solidFill>
              <a:latin typeface="Jost"/>
              <a:ea typeface="Jost"/>
              <a:cs typeface="Jost"/>
              <a:sym typeface="Jost"/>
            </a:endParaRPr>
          </a:p>
        </p:txBody>
      </p:sp>
      <p:sp>
        <p:nvSpPr>
          <p:cNvPr id="1103" name="Google Shape;1103;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4" name="Google Shape;1104;g2d1eea302f1_0_6"/>
          <p:cNvSpPr txBox="1"/>
          <p:nvPr/>
        </p:nvSpPr>
        <p:spPr>
          <a:xfrm>
            <a:off x="3190418" y="854925"/>
            <a:ext cx="551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815137"/>
              </a:solidFill>
              <a:latin typeface="Jost"/>
              <a:ea typeface="Jost"/>
              <a:cs typeface="Jost"/>
              <a:sym typeface="Jost"/>
            </a:endParaRPr>
          </a:p>
        </p:txBody>
      </p:sp>
      <p:sp>
        <p:nvSpPr>
          <p:cNvPr id="1105" name="Google Shape;1105;g2d1eea302f1_0_6"/>
          <p:cNvSpPr txBox="1"/>
          <p:nvPr/>
        </p:nvSpPr>
        <p:spPr>
          <a:xfrm>
            <a:off x="3942328" y="854925"/>
            <a:ext cx="496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6" name="Google Shape;1106;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07" name="Google Shape;1107;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08" name="Google Shape;1108;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9" name="Google Shape;1109;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0" name="Google Shape;1110;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815137"/>
                </a:solidFill>
                <a:latin typeface="Jost"/>
                <a:ea typeface="Jost"/>
                <a:cs typeface="Jost"/>
                <a:sym typeface="Jost"/>
              </a:rPr>
              <a:t>e</a:t>
            </a:r>
            <a:r>
              <a:rPr lang="en-US" sz="4700" b="0" i="0" u="none" strike="noStrike" cap="none">
                <a:solidFill>
                  <a:srgbClr val="815137"/>
                </a:solidFill>
                <a:latin typeface="Poppins"/>
                <a:ea typeface="Poppins"/>
                <a:cs typeface="Poppins"/>
                <a:sym typeface="Poppins"/>
              </a:rPr>
              <a:t>a</a:t>
            </a:r>
            <a:endParaRPr sz="4700" b="0" i="0" u="none" strike="noStrike" cap="none">
              <a:solidFill>
                <a:srgbClr val="ED1C24"/>
              </a:solidFill>
              <a:latin typeface="Poppins"/>
              <a:ea typeface="Poppins"/>
              <a:cs typeface="Poppins"/>
              <a:sym typeface="Poppins"/>
            </a:endParaRPr>
          </a:p>
        </p:txBody>
      </p:sp>
      <p:sp>
        <p:nvSpPr>
          <p:cNvPr id="1111" name="Google Shape;1111;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2" name="Google Shape;1112;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13" name="Google Shape;1113;g2d1eea302f1_0_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4" name="Google Shape;1114;g2d1eea302f1_0_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5" name="Google Shape;1115;g2d1eea302f1_0_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6" name="Google Shape;1116;g2d1eea302f1_0_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17" name="Google Shape;1117;g2d1eea302f1_0_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8" name="Google Shape;1118;g2d1eea302f1_0_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19" name="Google Shape;1119;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20" name="Google Shape;1120;g2d1eea302f1_0_6"/>
          <p:cNvSpPr txBox="1"/>
          <p:nvPr/>
        </p:nvSpPr>
        <p:spPr>
          <a:xfrm>
            <a:off x="2398909" y="854925"/>
            <a:ext cx="591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1" name="Google Shape;1121;g2d1eea302f1_0_6"/>
          <p:cNvSpPr txBox="1"/>
          <p:nvPr/>
        </p:nvSpPr>
        <p:spPr>
          <a:xfrm>
            <a:off x="5991846" y="854925"/>
            <a:ext cx="753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122" name="Google Shape;1122;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g273c559e809_0_6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9" name="Google Shape;1129;g273c559e809_0_6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0" name="Google Shape;1130;g273c559e809_0_60"/>
          <p:cNvGrpSpPr/>
          <p:nvPr/>
        </p:nvGrpSpPr>
        <p:grpSpPr>
          <a:xfrm>
            <a:off x="3024000" y="209875"/>
            <a:ext cx="3096000" cy="454800"/>
            <a:chOff x="3024000" y="209875"/>
            <a:chExt cx="3096000" cy="454800"/>
          </a:xfrm>
        </p:grpSpPr>
        <p:sp>
          <p:nvSpPr>
            <p:cNvPr id="1131" name="Google Shape;1131;g273c559e809_0_6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2" name="Google Shape;1132;g273c559e809_0_6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3" name="Google Shape;1133;g273c559e809_0_6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4" name="Google Shape;1134;g273c559e809_0_60"/>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5" name="Google Shape;1135;g273c559e809_0_60"/>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6" name="Google Shape;1136;g273c559e809_0_60"/>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7" name="Google Shape;1137;g273c559e809_0_60"/>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8" name="Google Shape;1138;g273c559e809_0_60"/>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9" name="Google Shape;1139;g273c559e809_0_60"/>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0" name="Google Shape;1140;g273c559e809_0_60"/>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tre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sure me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sure division decision television closure</a:t>
            </a:r>
            <a:endParaRPr sz="1800" b="0" i="0" u="none" strike="noStrike" cap="none">
              <a:solidFill>
                <a:srgbClr val="B7B7B7"/>
              </a:solidFill>
              <a:latin typeface="Jost"/>
              <a:ea typeface="Jost"/>
              <a:cs typeface="Jost"/>
              <a:sym typeface="Jost"/>
            </a:endParaRPr>
          </a:p>
        </p:txBody>
      </p:sp>
      <p:sp>
        <p:nvSpPr>
          <p:cNvPr id="1141" name="Google Shape;1141;g273c559e809_0_6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42" name="Google Shape;1142;g273c559e809_0_60"/>
          <p:cNvSpPr txBox="1"/>
          <p:nvPr/>
        </p:nvSpPr>
        <p:spPr>
          <a:xfrm>
            <a:off x="4638737" y="854925"/>
            <a:ext cx="115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ure</a:t>
            </a:r>
            <a:endParaRPr sz="5500" b="0" i="0" u="none" strike="noStrike" cap="none">
              <a:solidFill>
                <a:srgbClr val="993FA2"/>
              </a:solidFill>
              <a:latin typeface="Jost"/>
              <a:ea typeface="Jost"/>
              <a:cs typeface="Jost"/>
              <a:sym typeface="Jost"/>
            </a:endParaRPr>
          </a:p>
        </p:txBody>
      </p:sp>
      <p:sp>
        <p:nvSpPr>
          <p:cNvPr id="1143" name="Google Shape;1143;g273c559e809_0_60"/>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4" name="Google Shape;1144;g273c559e809_0_60"/>
          <p:cNvSpPr txBox="1"/>
          <p:nvPr/>
        </p:nvSpPr>
        <p:spPr>
          <a:xfrm>
            <a:off x="3190418" y="854925"/>
            <a:ext cx="551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815137"/>
              </a:solidFill>
              <a:latin typeface="Jost"/>
              <a:ea typeface="Jost"/>
              <a:cs typeface="Jost"/>
              <a:sym typeface="Jost"/>
            </a:endParaRPr>
          </a:p>
        </p:txBody>
      </p:sp>
      <p:sp>
        <p:nvSpPr>
          <p:cNvPr id="1145" name="Google Shape;1145;g273c559e809_0_60"/>
          <p:cNvSpPr txBox="1"/>
          <p:nvPr/>
        </p:nvSpPr>
        <p:spPr>
          <a:xfrm>
            <a:off x="3942328" y="854925"/>
            <a:ext cx="496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6" name="Google Shape;1146;g273c559e809_0_60"/>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7" name="Google Shape;1147;g273c559e809_0_60"/>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48" name="Google Shape;1148;g273c559e809_0_60"/>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49" name="Google Shape;1149;g273c559e809_0_60"/>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50" name="Google Shape;1150;g273c559e809_0_60"/>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815137"/>
                </a:solidFill>
                <a:latin typeface="Jost"/>
                <a:ea typeface="Jost"/>
                <a:cs typeface="Jost"/>
                <a:sym typeface="Jost"/>
              </a:rPr>
              <a:t>e</a:t>
            </a:r>
            <a:r>
              <a:rPr lang="en-US" sz="4700" b="0" i="0" u="none" strike="noStrike" cap="none">
                <a:solidFill>
                  <a:srgbClr val="815137"/>
                </a:solidFill>
                <a:latin typeface="Poppins"/>
                <a:ea typeface="Poppins"/>
                <a:cs typeface="Poppins"/>
                <a:sym typeface="Poppins"/>
              </a:rPr>
              <a:t>a</a:t>
            </a:r>
            <a:endParaRPr sz="4700" b="0" i="0" u="none" strike="noStrike" cap="none">
              <a:solidFill>
                <a:srgbClr val="ED1C24"/>
              </a:solidFill>
              <a:latin typeface="Poppins"/>
              <a:ea typeface="Poppins"/>
              <a:cs typeface="Poppins"/>
              <a:sym typeface="Poppins"/>
            </a:endParaRPr>
          </a:p>
        </p:txBody>
      </p:sp>
      <p:sp>
        <p:nvSpPr>
          <p:cNvPr id="1151" name="Google Shape;1151;g273c559e809_0_60"/>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2" name="Google Shape;1152;g273c559e809_0_60"/>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53" name="Google Shape;1153;g273c559e809_0_60"/>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4" name="Google Shape;1154;g273c559e809_0_60"/>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55" name="Google Shape;1155;g273c559e809_0_60"/>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56" name="Google Shape;1156;g273c559e809_0_60"/>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7" name="Google Shape;1157;g273c559e809_0_60"/>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58" name="Google Shape;1158;g273c559e809_0_60"/>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59" name="Google Shape;1159;g273c559e809_0_60"/>
          <p:cNvSpPr txBox="1"/>
          <p:nvPr/>
        </p:nvSpPr>
        <p:spPr>
          <a:xfrm>
            <a:off x="2398909" y="854925"/>
            <a:ext cx="591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60" name="Google Shape;1160;g273c559e809_0_60"/>
          <p:cNvSpPr txBox="1"/>
          <p:nvPr/>
        </p:nvSpPr>
        <p:spPr>
          <a:xfrm>
            <a:off x="5991846" y="854925"/>
            <a:ext cx="753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472</Words>
  <Application>Microsoft Office PowerPoint</Application>
  <PresentationFormat>On-screen Show (4:3)</PresentationFormat>
  <Paragraphs>161</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Jost</vt:lpstr>
      <vt:lpstr>Poppins</vt:lpstr>
      <vt:lpstr>Nunito Black</vt:lpstr>
      <vt:lpstr>Arial</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PowerPoint Presentation</vt:lpstr>
      <vt:lpstr>Review Phase 5.5 Common Exception Words…  many friend very busy pretty once.</vt:lpstr>
      <vt:lpstr>Review Grapheme Caption</vt:lpstr>
      <vt:lpstr>Explain Decoding</vt:lpstr>
      <vt:lpstr>Model Blending Phonemes</vt:lpstr>
      <vt:lpstr>Model Blending Phonemes</vt:lpstr>
      <vt:lpstr>Explain Encoding</vt:lpstr>
      <vt:lpstr>Build a Decodable Word</vt:lpstr>
      <vt:lpstr>Build a Decodable Word</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2026-05-29T02:58:58Z</dcterms:modified>
</cp:coreProperties>
</file>