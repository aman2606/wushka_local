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Mulish" panose="020B0604020202020204" charset="0"/>
      <p:regular r:id="rId33"/>
      <p:bold r:id="rId34"/>
      <p:italic r:id="rId35"/>
      <p:boldItalic r:id="rId36"/>
    </p:embeddedFont>
    <p:embeddedFont>
      <p:font typeface="Nunito Black" pitchFamily="2" charset="0"/>
      <p:bold r:id="rId37"/>
      <p:boldItalic r:id="rId38"/>
    </p:embeddedFont>
    <p:embeddedFont>
      <p:font typeface="Poppins" panose="00000500000000000000" pitchFamily="2" charset="0"/>
      <p:regular r:id="rId39"/>
      <p:bold r:id="rId40"/>
      <p:italic r:id="rId41"/>
      <p:boldItalic r:id="rId42"/>
    </p:embeddedFont>
    <p:embeddedFont>
      <p:font typeface="Poppins Medium" panose="00000600000000000000" pitchFamily="2" charset="0"/>
      <p:regular r:id="rId43"/>
      <p:bold r:id="rId44"/>
      <p:italic r:id="rId45"/>
      <p:boldItalic r:id="rId46"/>
    </p:embeddedFont>
    <p:embeddedFont>
      <p:font typeface="Poppins SemiBold" panose="00000700000000000000"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hw1oWggwNEW8IGbiE1zqSD3+5s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5A08C6A-CBEE-4208-B8E1-897C3234905C}">
  <a:tblStyle styleId="{B5A08C6A-CBEE-4208-B8E1-897C3234905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5" name="Google Shape;72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7" name="Google Shape;75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8" name="Google Shape;75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c42d5383d2_0_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c42d5383d2_0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c42d5383d2_0_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d9e1d0ba0c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2d9e1d0ba0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2d9e1d0ba0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2" name="Google Shape;82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5" name="Google Shape;84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6bb1487bf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6bb1487bf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6bb1487bf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42d5383d2_0_16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42d5383d2_0_1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42d5383d2_0_1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c42d5383d2_0_19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c42d5383d2_0_1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c42d5383d2_0_19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c42d5383d2_0_2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c42d5383d2_0_2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c42d5383d2_0_2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c42d5383d2_0_2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c42d5383d2_0_2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c42d5383d2_0_2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3" name="Google Shape;100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4" name="Google Shape;100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5" name="Google Shape;103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6" name="Google Shape;103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9" name="Google Shape;1099;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0" name="Google Shape;1100;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6bb012a80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2" name="Google Shape;1112;g26bb012a80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3" name="Google Shape;1113;g26bb012a80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3081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ck e u r and Short Vowels</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6647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4 - Friday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20</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58"/>
        <p:cNvGrpSpPr/>
        <p:nvPr/>
      </p:nvGrpSpPr>
      <p:grpSpPr>
        <a:xfrm>
          <a:off x="0" y="0"/>
          <a:ext cx="0" cy="0"/>
          <a:chOff x="0" y="0"/>
          <a:chExt cx="0" cy="0"/>
        </a:xfrm>
      </p:grpSpPr>
      <p:sp>
        <p:nvSpPr>
          <p:cNvPr id="159" name="Google Shape;159;g26bb012a803_0_744"/>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Independent Reading</a:t>
            </a:r>
            <a:endParaRPr sz="3200" b="0" i="0" u="none" strike="noStrike" cap="none">
              <a:solidFill>
                <a:srgbClr val="F7941D"/>
              </a:solidFill>
              <a:latin typeface="Poppins Medium"/>
              <a:ea typeface="Poppins Medium"/>
              <a:cs typeface="Poppins Medium"/>
              <a:sym typeface="Poppins Medium"/>
            </a:endParaRPr>
          </a:p>
        </p:txBody>
      </p:sp>
      <p:cxnSp>
        <p:nvCxnSpPr>
          <p:cNvPr id="160" name="Google Shape;160;g26bb012a803_0_744"/>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61" name="Google Shape;161;g26bb012a803_0_74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2" name="Google Shape;162;g26bb012a803_0_744"/>
          <p:cNvGrpSpPr/>
          <p:nvPr/>
        </p:nvGrpSpPr>
        <p:grpSpPr>
          <a:xfrm>
            <a:off x="8199150" y="5983875"/>
            <a:ext cx="586800" cy="571500"/>
            <a:chOff x="7894350" y="6212475"/>
            <a:chExt cx="586800" cy="571500"/>
          </a:xfrm>
        </p:grpSpPr>
        <p:sp>
          <p:nvSpPr>
            <p:cNvPr id="163" name="Google Shape;163;g26bb012a803_0_74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4" name="Google Shape;164;g26bb012a803_0_74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5" name="Google Shape;165;g26bb012a803_0_74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66" name="Google Shape;166;g26bb012a803_0_744"/>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67" name="Google Shape;167;g26bb012a803_0_744"/>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F7941D"/>
                </a:solidFill>
                <a:latin typeface="Poppins Medium"/>
                <a:ea typeface="Poppins Medium"/>
                <a:cs typeface="Poppins Medium"/>
                <a:sym typeface="Poppins Medium"/>
              </a:rPr>
              <a:t>Decodable Readers &amp; Teacher Book Activities</a:t>
            </a:r>
            <a:endParaRPr sz="1100" b="0" i="0" u="none" strike="noStrike" cap="none">
              <a:solidFill>
                <a:srgbClr val="F7941D"/>
              </a:solidFill>
              <a:latin typeface="Poppins Medium"/>
              <a:ea typeface="Poppins Medium"/>
              <a:cs typeface="Poppins Medium"/>
              <a:sym typeface="Poppins Medium"/>
            </a:endParaRPr>
          </a:p>
        </p:txBody>
      </p:sp>
      <p:sp>
        <p:nvSpPr>
          <p:cNvPr id="168" name="Google Shape;168;g26bb012a803_0_744"/>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F7941D"/>
                </a:solidFill>
                <a:latin typeface="Poppins Medium"/>
                <a:ea typeface="Poppins Medium"/>
                <a:cs typeface="Poppins Medium"/>
                <a:sym typeface="Poppins Medium"/>
              </a:rPr>
              <a:t>Workbooks</a:t>
            </a:r>
            <a:endParaRPr sz="1100" b="0" i="0" u="none" strike="noStrike" cap="none">
              <a:solidFill>
                <a:srgbClr val="F7941D"/>
              </a:solidFill>
              <a:latin typeface="Poppins Medium"/>
              <a:ea typeface="Poppins Medium"/>
              <a:cs typeface="Poppins Medium"/>
              <a:sym typeface="Poppins Medium"/>
            </a:endParaRPr>
          </a:p>
        </p:txBody>
      </p:sp>
      <p:grpSp>
        <p:nvGrpSpPr>
          <p:cNvPr id="170" name="Google Shape;170;g26bb012a803_0_744"/>
          <p:cNvGrpSpPr/>
          <p:nvPr/>
        </p:nvGrpSpPr>
        <p:grpSpPr>
          <a:xfrm>
            <a:off x="-36800" y="-52000"/>
            <a:ext cx="9236100" cy="543750"/>
            <a:chOff x="-36800" y="-52000"/>
            <a:chExt cx="9236100" cy="543750"/>
          </a:xfrm>
        </p:grpSpPr>
        <p:sp>
          <p:nvSpPr>
            <p:cNvPr id="171" name="Google Shape;171;g26bb012a803_0_74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b012a803_0_744"/>
            <p:cNvGrpSpPr/>
            <p:nvPr/>
          </p:nvGrpSpPr>
          <p:grpSpPr>
            <a:xfrm>
              <a:off x="565600" y="88250"/>
              <a:ext cx="1337400" cy="403500"/>
              <a:chOff x="565600" y="88250"/>
              <a:chExt cx="1337400" cy="403500"/>
            </a:xfrm>
          </p:grpSpPr>
          <p:grpSp>
            <p:nvGrpSpPr>
              <p:cNvPr id="173" name="Google Shape;173;g26bb012a803_0_744"/>
              <p:cNvGrpSpPr/>
              <p:nvPr/>
            </p:nvGrpSpPr>
            <p:grpSpPr>
              <a:xfrm>
                <a:off x="565600" y="88250"/>
                <a:ext cx="1337400" cy="403500"/>
                <a:chOff x="565600" y="88250"/>
                <a:chExt cx="1337400" cy="403500"/>
              </a:xfrm>
            </p:grpSpPr>
            <p:sp>
              <p:nvSpPr>
                <p:cNvPr id="174" name="Google Shape;174;g26bb012a803_0_74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b012a803_0_74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76" name="Google Shape;176;g26bb012a803_0_74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77" name="Google Shape;177;g26bb012a803_0_74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b012a803_0_74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b012a803_0_74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b012a803_0_74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b012a803_0_74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b012a803_0_74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b012a803_0_74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b012a803_0_74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b012a803_0_74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b012a803_0_74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21"/>
        <p:cNvGrpSpPr/>
        <p:nvPr/>
      </p:nvGrpSpPr>
      <p:grpSpPr>
        <a:xfrm>
          <a:off x="0" y="0"/>
          <a:ext cx="0" cy="0"/>
          <a:chOff x="0" y="0"/>
          <a:chExt cx="0" cy="0"/>
        </a:xfrm>
      </p:grpSpPr>
      <p:sp>
        <p:nvSpPr>
          <p:cNvPr id="222" name="Google Shape;222;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29" name="Google Shape;229;g2c235dd0dad_1_87"/>
          <p:cNvGrpSpPr/>
          <p:nvPr/>
        </p:nvGrpSpPr>
        <p:grpSpPr>
          <a:xfrm>
            <a:off x="662575" y="6212475"/>
            <a:ext cx="586800" cy="571500"/>
            <a:chOff x="662575" y="6212475"/>
            <a:chExt cx="586800" cy="571500"/>
          </a:xfrm>
        </p:grpSpPr>
        <p:sp>
          <p:nvSpPr>
            <p:cNvPr id="230" name="Google Shape;23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2c235dd0dad_1_87"/>
          <p:cNvGrpSpPr/>
          <p:nvPr/>
        </p:nvGrpSpPr>
        <p:grpSpPr>
          <a:xfrm>
            <a:off x="7894350" y="6212475"/>
            <a:ext cx="586800" cy="571500"/>
            <a:chOff x="7894350" y="6212475"/>
            <a:chExt cx="586800" cy="571500"/>
          </a:xfrm>
        </p:grpSpPr>
        <p:sp>
          <p:nvSpPr>
            <p:cNvPr id="234" name="Google Shape;23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38" name="Google Shape;238;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9" name="Google Shape;239;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40" name="Google Shape;240;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1" name="Google Shape;241;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2" name="Google Shape;242;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3" name="Google Shape;243;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44" name="Google Shape;244;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45" name="Google Shape;245;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6" name="Google Shape;246;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7" name="Google Shape;247;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8" name="Google Shape;248;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9" name="Google Shape;249;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1" name="Google Shape;251;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2" name="Google Shape;252;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53"/>
        <p:cNvGrpSpPr/>
        <p:nvPr/>
      </p:nvGrpSpPr>
      <p:grpSpPr>
        <a:xfrm>
          <a:off x="0" y="0"/>
          <a:ext cx="0" cy="0"/>
          <a:chOff x="0" y="0"/>
          <a:chExt cx="0" cy="0"/>
        </a:xfrm>
      </p:grpSpPr>
      <p:sp>
        <p:nvSpPr>
          <p:cNvPr id="254" name="Google Shape;254;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5" name="Google Shape;255;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0" name="Google Shape;260;g1f3daf8a844_0_32"/>
          <p:cNvGrpSpPr/>
          <p:nvPr/>
        </p:nvGrpSpPr>
        <p:grpSpPr>
          <a:xfrm>
            <a:off x="662575" y="6212475"/>
            <a:ext cx="586800" cy="571500"/>
            <a:chOff x="662575" y="6212475"/>
            <a:chExt cx="586800" cy="571500"/>
          </a:xfrm>
        </p:grpSpPr>
        <p:sp>
          <p:nvSpPr>
            <p:cNvPr id="261" name="Google Shape;26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4" name="Google Shape;264;g1f3daf8a844_0_32"/>
          <p:cNvGrpSpPr/>
          <p:nvPr/>
        </p:nvGrpSpPr>
        <p:grpSpPr>
          <a:xfrm>
            <a:off x="7894350" y="6212475"/>
            <a:ext cx="586800" cy="571500"/>
            <a:chOff x="7894350" y="6212475"/>
            <a:chExt cx="586800" cy="571500"/>
          </a:xfrm>
        </p:grpSpPr>
        <p:sp>
          <p:nvSpPr>
            <p:cNvPr id="265" name="Google Shape;26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8" name="Google Shape;268;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69" name="Google Shape;26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0" name="Google Shape;27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71" name="Google Shape;27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2" name="Google Shape;27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74" name="Google Shape;27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75" name="Google Shape;27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76" name="Google Shape;27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77" name="Google Shape;27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78" name="Google Shape;27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79" name="Google Shape;27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80" name="Google Shape;28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81" name="Google Shape;28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82" name="Google Shape;28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83"/>
        <p:cNvGrpSpPr/>
        <p:nvPr/>
      </p:nvGrpSpPr>
      <p:grpSpPr>
        <a:xfrm>
          <a:off x="0" y="0"/>
          <a:ext cx="0" cy="0"/>
          <a:chOff x="0" y="0"/>
          <a:chExt cx="0" cy="0"/>
        </a:xfrm>
      </p:grpSpPr>
      <p:sp>
        <p:nvSpPr>
          <p:cNvPr id="284" name="Google Shape;284;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0" name="Google Shape;290;g2c157a2fb06_0_53"/>
          <p:cNvGrpSpPr/>
          <p:nvPr/>
        </p:nvGrpSpPr>
        <p:grpSpPr>
          <a:xfrm>
            <a:off x="662575" y="6212475"/>
            <a:ext cx="586800" cy="571500"/>
            <a:chOff x="662575" y="6212475"/>
            <a:chExt cx="586800" cy="571500"/>
          </a:xfrm>
        </p:grpSpPr>
        <p:sp>
          <p:nvSpPr>
            <p:cNvPr id="291" name="Google Shape;29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4" name="Google Shape;294;g2c157a2fb06_0_53"/>
          <p:cNvGrpSpPr/>
          <p:nvPr/>
        </p:nvGrpSpPr>
        <p:grpSpPr>
          <a:xfrm>
            <a:off x="7894350" y="6212475"/>
            <a:ext cx="586800" cy="571500"/>
            <a:chOff x="7894350" y="6212475"/>
            <a:chExt cx="586800" cy="571500"/>
          </a:xfrm>
        </p:grpSpPr>
        <p:sp>
          <p:nvSpPr>
            <p:cNvPr id="295" name="Google Shape;29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8" name="Google Shape;298;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299" name="Google Shape;29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305" name="Google Shape;30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6" name="Google Shape;30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7" name="Google Shape;30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08" name="Google Shape;30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9" name="Google Shape;30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0" name="Google Shape;31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1" name="Google Shape;31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2" name="Google Shape;31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3" name="Google Shape;31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14" name="Google Shape;314;g2c157a2fb06_0_53"/>
          <p:cNvGrpSpPr/>
          <p:nvPr/>
        </p:nvGrpSpPr>
        <p:grpSpPr>
          <a:xfrm>
            <a:off x="1403031" y="6958923"/>
            <a:ext cx="6774848" cy="1291477"/>
            <a:chOff x="717231" y="7263723"/>
            <a:chExt cx="6774848" cy="1291477"/>
          </a:xfrm>
        </p:grpSpPr>
        <p:sp>
          <p:nvSpPr>
            <p:cNvPr id="315" name="Google Shape;31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16" name="Google Shape;31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17" name="Google Shape;31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18" name="Google Shape;31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19" name="Google Shape;31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20" name="Google Shape;32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21" name="Google Shape;32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22" name="Google Shape;32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23" name="Google Shape;32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6" name="Google Shape;32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27" name="Google Shape;32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8"/>
        <p:cNvGrpSpPr/>
        <p:nvPr/>
      </p:nvGrpSpPr>
      <p:grpSpPr>
        <a:xfrm>
          <a:off x="0" y="0"/>
          <a:ext cx="0" cy="0"/>
          <a:chOff x="0" y="0"/>
          <a:chExt cx="0" cy="0"/>
        </a:xfrm>
      </p:grpSpPr>
      <p:pic>
        <p:nvPicPr>
          <p:cNvPr id="329" name="Google Shape;32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0" name="Google Shape;330;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5" name="Google Shape;33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6" name="Google Shape;336;g2c157a2fb06_0_158"/>
          <p:cNvGrpSpPr/>
          <p:nvPr/>
        </p:nvGrpSpPr>
        <p:grpSpPr>
          <a:xfrm>
            <a:off x="662575" y="6212475"/>
            <a:ext cx="586800" cy="571500"/>
            <a:chOff x="662575" y="6212475"/>
            <a:chExt cx="586800" cy="571500"/>
          </a:xfrm>
        </p:grpSpPr>
        <p:sp>
          <p:nvSpPr>
            <p:cNvPr id="337" name="Google Shape;33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0" name="Google Shape;340;g2c157a2fb06_0_158"/>
          <p:cNvGrpSpPr/>
          <p:nvPr/>
        </p:nvGrpSpPr>
        <p:grpSpPr>
          <a:xfrm>
            <a:off x="7894350" y="6212475"/>
            <a:ext cx="586800" cy="571500"/>
            <a:chOff x="7894350" y="6212475"/>
            <a:chExt cx="586800" cy="571500"/>
          </a:xfrm>
        </p:grpSpPr>
        <p:sp>
          <p:nvSpPr>
            <p:cNvPr id="341" name="Google Shape;34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4" name="Google Shape;344;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45" name="Google Shape;34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6" name="Google Shape;346;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47" name="Google Shape;34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9" name="Google Shape;34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50" name="Google Shape;35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51" name="Google Shape;35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5" name="Google Shape;35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6" name="Google Shape;35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7"/>
        <p:cNvGrpSpPr/>
        <p:nvPr/>
      </p:nvGrpSpPr>
      <p:grpSpPr>
        <a:xfrm>
          <a:off x="0" y="0"/>
          <a:ext cx="0" cy="0"/>
          <a:chOff x="0" y="0"/>
          <a:chExt cx="0" cy="0"/>
        </a:xfrm>
      </p:grpSpPr>
      <p:sp>
        <p:nvSpPr>
          <p:cNvPr id="358" name="Google Shape;358;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64" name="Google Shape;364;g2c157a2fb06_0_263"/>
          <p:cNvGrpSpPr/>
          <p:nvPr/>
        </p:nvGrpSpPr>
        <p:grpSpPr>
          <a:xfrm>
            <a:off x="662575" y="6212475"/>
            <a:ext cx="586800" cy="571500"/>
            <a:chOff x="662575" y="6212475"/>
            <a:chExt cx="586800" cy="571500"/>
          </a:xfrm>
        </p:grpSpPr>
        <p:sp>
          <p:nvSpPr>
            <p:cNvPr id="365" name="Google Shape;36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7" name="Google Shape;367;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8" name="Google Shape;368;g2c157a2fb06_0_263"/>
          <p:cNvGrpSpPr/>
          <p:nvPr/>
        </p:nvGrpSpPr>
        <p:grpSpPr>
          <a:xfrm>
            <a:off x="7894350" y="6212475"/>
            <a:ext cx="586800" cy="571500"/>
            <a:chOff x="7894350" y="6212475"/>
            <a:chExt cx="586800" cy="571500"/>
          </a:xfrm>
        </p:grpSpPr>
        <p:sp>
          <p:nvSpPr>
            <p:cNvPr id="369" name="Google Shape;36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2" name="Google Shape;372;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373" name="Google Shape;37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4" name="Google Shape;374;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6" name="Google Shape;37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7" name="Google Shape;37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78" name="Google Shape;37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79" name="Google Shape;37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0" name="Google Shape;38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1" name="Google Shape;38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3" name="Google Shape;383;g2c157a2fb06_0_263"/>
          <p:cNvSpPr>
            <a:spLocks noGrp="1"/>
          </p:cNvSpPr>
          <p:nvPr>
            <p:ph type="pic" idx="8"/>
          </p:nvPr>
        </p:nvSpPr>
        <p:spPr>
          <a:xfrm>
            <a:off x="5086375" y="4412425"/>
            <a:ext cx="2668800" cy="1291500"/>
          </a:xfrm>
          <a:prstGeom prst="rect">
            <a:avLst/>
          </a:prstGeom>
          <a:noFill/>
          <a:ln>
            <a:noFill/>
          </a:ln>
        </p:spPr>
      </p:sp>
      <p:sp>
        <p:nvSpPr>
          <p:cNvPr id="384" name="Google Shape;384;g2c157a2fb06_0_263"/>
          <p:cNvSpPr>
            <a:spLocks noGrp="1"/>
          </p:cNvSpPr>
          <p:nvPr>
            <p:ph type="pic" idx="9"/>
          </p:nvPr>
        </p:nvSpPr>
        <p:spPr>
          <a:xfrm>
            <a:off x="5086375" y="797675"/>
            <a:ext cx="2668800" cy="1291500"/>
          </a:xfrm>
          <a:prstGeom prst="rect">
            <a:avLst/>
          </a:prstGeom>
          <a:noFill/>
          <a:ln>
            <a:noFill/>
          </a:ln>
        </p:spPr>
      </p:sp>
      <p:sp>
        <p:nvSpPr>
          <p:cNvPr id="385" name="Google Shape;385;g2c157a2fb06_0_263"/>
          <p:cNvSpPr>
            <a:spLocks noGrp="1"/>
          </p:cNvSpPr>
          <p:nvPr>
            <p:ph type="pic" idx="13"/>
          </p:nvPr>
        </p:nvSpPr>
        <p:spPr>
          <a:xfrm>
            <a:off x="5086375" y="2002592"/>
            <a:ext cx="2668800" cy="1291500"/>
          </a:xfrm>
          <a:prstGeom prst="rect">
            <a:avLst/>
          </a:prstGeom>
          <a:noFill/>
          <a:ln>
            <a:noFill/>
          </a:ln>
        </p:spPr>
      </p:sp>
      <p:sp>
        <p:nvSpPr>
          <p:cNvPr id="386" name="Google Shape;386;g2c157a2fb06_0_263"/>
          <p:cNvSpPr>
            <a:spLocks noGrp="1"/>
          </p:cNvSpPr>
          <p:nvPr>
            <p:ph type="pic" idx="14"/>
          </p:nvPr>
        </p:nvSpPr>
        <p:spPr>
          <a:xfrm>
            <a:off x="5086375" y="3207508"/>
            <a:ext cx="2668800" cy="1291500"/>
          </a:xfrm>
          <a:prstGeom prst="rect">
            <a:avLst/>
          </a:prstGeom>
          <a:noFill/>
          <a:ln>
            <a:noFill/>
          </a:ln>
        </p:spPr>
      </p:sp>
      <p:sp>
        <p:nvSpPr>
          <p:cNvPr id="387" name="Google Shape;38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8" name="Google Shape;38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9"/>
        <p:cNvGrpSpPr/>
        <p:nvPr/>
      </p:nvGrpSpPr>
      <p:grpSpPr>
        <a:xfrm>
          <a:off x="0" y="0"/>
          <a:ext cx="0" cy="0"/>
          <a:chOff x="0" y="0"/>
          <a:chExt cx="0" cy="0"/>
        </a:xfrm>
      </p:grpSpPr>
      <p:cxnSp>
        <p:nvCxnSpPr>
          <p:cNvPr id="390" name="Google Shape;39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1" name="Google Shape;39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3" name="Google Shape;393;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6" name="Google Shape;396;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9" name="Google Shape;399;g2c157a2fb06_0_467"/>
          <p:cNvGrpSpPr/>
          <p:nvPr/>
        </p:nvGrpSpPr>
        <p:grpSpPr>
          <a:xfrm>
            <a:off x="662575" y="6212475"/>
            <a:ext cx="586800" cy="571500"/>
            <a:chOff x="662575" y="6212475"/>
            <a:chExt cx="586800" cy="571500"/>
          </a:xfrm>
        </p:grpSpPr>
        <p:sp>
          <p:nvSpPr>
            <p:cNvPr id="400" name="Google Shape;40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3" name="Google Shape;403;g2c157a2fb06_0_467"/>
          <p:cNvGrpSpPr/>
          <p:nvPr/>
        </p:nvGrpSpPr>
        <p:grpSpPr>
          <a:xfrm>
            <a:off x="7894350" y="6212475"/>
            <a:ext cx="586800" cy="571500"/>
            <a:chOff x="7894350" y="6212475"/>
            <a:chExt cx="586800" cy="571500"/>
          </a:xfrm>
        </p:grpSpPr>
        <p:sp>
          <p:nvSpPr>
            <p:cNvPr id="404" name="Google Shape;40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7" name="Google Shape;407;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08" name="Google Shape;40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9" name="Google Shape;409;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1" name="Google Shape;41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2" name="Google Shape;41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3" name="Google Shape;41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414" name="Google Shape;41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5" name="Google Shape;41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6"/>
        <p:cNvGrpSpPr/>
        <p:nvPr/>
      </p:nvGrpSpPr>
      <p:grpSpPr>
        <a:xfrm>
          <a:off x="0" y="0"/>
          <a:ext cx="0" cy="0"/>
          <a:chOff x="0" y="0"/>
          <a:chExt cx="0" cy="0"/>
        </a:xfrm>
      </p:grpSpPr>
      <p:cxnSp>
        <p:nvCxnSpPr>
          <p:cNvPr id="417" name="Google Shape;417;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8" name="Google Shape;418;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629"/>
          <p:cNvGrpSpPr/>
          <p:nvPr/>
        </p:nvGrpSpPr>
        <p:grpSpPr>
          <a:xfrm>
            <a:off x="662575" y="6212475"/>
            <a:ext cx="586800" cy="571500"/>
            <a:chOff x="662575" y="6212475"/>
            <a:chExt cx="586800" cy="571500"/>
          </a:xfrm>
        </p:grpSpPr>
        <p:sp>
          <p:nvSpPr>
            <p:cNvPr id="426" name="Google Shape;42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629"/>
          <p:cNvGrpSpPr/>
          <p:nvPr/>
        </p:nvGrpSpPr>
        <p:grpSpPr>
          <a:xfrm>
            <a:off x="7894350" y="6212475"/>
            <a:ext cx="586800" cy="571500"/>
            <a:chOff x="7894350" y="6212475"/>
            <a:chExt cx="586800" cy="571500"/>
          </a:xfrm>
        </p:grpSpPr>
        <p:sp>
          <p:nvSpPr>
            <p:cNvPr id="430" name="Google Shape;43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2" name="Google Shape;44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43"/>
        <p:cNvGrpSpPr/>
        <p:nvPr/>
      </p:nvGrpSpPr>
      <p:grpSpPr>
        <a:xfrm>
          <a:off x="0" y="0"/>
          <a:ext cx="0" cy="0"/>
          <a:chOff x="0" y="0"/>
          <a:chExt cx="0" cy="0"/>
        </a:xfrm>
      </p:grpSpPr>
      <p:cxnSp>
        <p:nvCxnSpPr>
          <p:cNvPr id="444" name="Google Shape;44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5" name="Google Shape;44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6" name="Google Shape;44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7" name="Google Shape;44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8" name="Google Shape;448;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1" name="Google Shape;451;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4" name="Google Shape;454;g2c157a2fb06_0_798"/>
          <p:cNvGrpSpPr/>
          <p:nvPr/>
        </p:nvGrpSpPr>
        <p:grpSpPr>
          <a:xfrm>
            <a:off x="662575" y="6212475"/>
            <a:ext cx="586800" cy="571500"/>
            <a:chOff x="662575" y="6212475"/>
            <a:chExt cx="586800" cy="571500"/>
          </a:xfrm>
        </p:grpSpPr>
        <p:sp>
          <p:nvSpPr>
            <p:cNvPr id="455" name="Google Shape;455;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8" name="Google Shape;458;g2c157a2fb06_0_798"/>
          <p:cNvGrpSpPr/>
          <p:nvPr/>
        </p:nvGrpSpPr>
        <p:grpSpPr>
          <a:xfrm>
            <a:off x="7894350" y="6212475"/>
            <a:ext cx="586800" cy="571500"/>
            <a:chOff x="7894350" y="6212475"/>
            <a:chExt cx="586800" cy="571500"/>
          </a:xfrm>
        </p:grpSpPr>
        <p:sp>
          <p:nvSpPr>
            <p:cNvPr id="459" name="Google Shape;459;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2" name="Google Shape;462;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4" name="Google Shape;464;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65" name="Google Shape;46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7" name="Google Shape;46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68" name="Google Shape;46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69" name="Google Shape;46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0" name="Google Shape;47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71"/>
        <p:cNvGrpSpPr/>
        <p:nvPr/>
      </p:nvGrpSpPr>
      <p:grpSpPr>
        <a:xfrm>
          <a:off x="0" y="0"/>
          <a:ext cx="0" cy="0"/>
          <a:chOff x="0" y="0"/>
          <a:chExt cx="0" cy="0"/>
        </a:xfrm>
      </p:grpSpPr>
      <p:cxnSp>
        <p:nvCxnSpPr>
          <p:cNvPr id="472" name="Google Shape;472;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3" name="Google Shape;473;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4" name="Google Shape;474;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5" name="Google Shape;475;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6" name="Google Shape;476;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9" name="Google Shape;479;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2" name="Google Shape;482;g2c157a2fb06_0_825"/>
          <p:cNvGrpSpPr/>
          <p:nvPr/>
        </p:nvGrpSpPr>
        <p:grpSpPr>
          <a:xfrm>
            <a:off x="662575" y="6212475"/>
            <a:ext cx="586800" cy="571500"/>
            <a:chOff x="662575" y="6212475"/>
            <a:chExt cx="586800" cy="571500"/>
          </a:xfrm>
        </p:grpSpPr>
        <p:sp>
          <p:nvSpPr>
            <p:cNvPr id="483" name="Google Shape;48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6" name="Google Shape;486;g2c157a2fb06_0_825"/>
          <p:cNvGrpSpPr/>
          <p:nvPr/>
        </p:nvGrpSpPr>
        <p:grpSpPr>
          <a:xfrm>
            <a:off x="7894350" y="6212475"/>
            <a:ext cx="586800" cy="571500"/>
            <a:chOff x="7894350" y="6212475"/>
            <a:chExt cx="586800" cy="571500"/>
          </a:xfrm>
        </p:grpSpPr>
        <p:sp>
          <p:nvSpPr>
            <p:cNvPr id="487" name="Google Shape;48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90" name="Google Shape;490;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2" name="Google Shape;492;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493" name="Google Shape;49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4" name="Google Shape;49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5" name="Google Shape;49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6" name="Google Shape;49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97" name="Google Shape;49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9"/>
        <p:cNvGrpSpPr/>
        <p:nvPr/>
      </p:nvGrpSpPr>
      <p:grpSpPr>
        <a:xfrm>
          <a:off x="0" y="0"/>
          <a:ext cx="0" cy="0"/>
          <a:chOff x="0" y="0"/>
          <a:chExt cx="0" cy="0"/>
        </a:xfrm>
      </p:grpSpPr>
      <p:sp>
        <p:nvSpPr>
          <p:cNvPr id="500" name="Google Shape;500;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09" name="Google Shape;509;g2c157a2fb06_0_700"/>
          <p:cNvGrpSpPr/>
          <p:nvPr/>
        </p:nvGrpSpPr>
        <p:grpSpPr>
          <a:xfrm>
            <a:off x="662575" y="6212475"/>
            <a:ext cx="586800" cy="571500"/>
            <a:chOff x="662575" y="6212475"/>
            <a:chExt cx="586800" cy="571500"/>
          </a:xfrm>
        </p:grpSpPr>
        <p:sp>
          <p:nvSpPr>
            <p:cNvPr id="510" name="Google Shape;51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3" name="Google Shape;513;g2c157a2fb06_0_700"/>
          <p:cNvGrpSpPr/>
          <p:nvPr/>
        </p:nvGrpSpPr>
        <p:grpSpPr>
          <a:xfrm>
            <a:off x="7894350" y="6212475"/>
            <a:ext cx="586800" cy="571500"/>
            <a:chOff x="7894350" y="6212475"/>
            <a:chExt cx="586800" cy="571500"/>
          </a:xfrm>
        </p:grpSpPr>
        <p:sp>
          <p:nvSpPr>
            <p:cNvPr id="514" name="Google Shape;51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17" name="Google Shape;517;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18" name="Google Shape;51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9" name="Google Shape;519;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20" name="Google Shape;52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1" name="Google Shape;52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2" name="Google Shape;52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523" name="Google Shape;52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4" name="Google Shape;52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6" name="Google Shape;52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7" name="Google Shape;52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9" name="Google Shape;52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1" name="Google Shape;53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3" name="Google Shape;53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5" name="Google Shape;53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7" name="Google Shape;53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9"/>
        <p:cNvGrpSpPr/>
        <p:nvPr/>
      </p:nvGrpSpPr>
      <p:grpSpPr>
        <a:xfrm>
          <a:off x="0" y="0"/>
          <a:ext cx="0" cy="0"/>
          <a:chOff x="0" y="0"/>
          <a:chExt cx="0" cy="0"/>
        </a:xfrm>
      </p:grpSpPr>
      <p:sp>
        <p:nvSpPr>
          <p:cNvPr id="540" name="Google Shape;540;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46" name="Google Shape;546;g2c157a2fb06_0_932"/>
          <p:cNvGrpSpPr/>
          <p:nvPr/>
        </p:nvGrpSpPr>
        <p:grpSpPr>
          <a:xfrm>
            <a:off x="662575" y="6212475"/>
            <a:ext cx="586800" cy="571500"/>
            <a:chOff x="662575" y="6212475"/>
            <a:chExt cx="586800" cy="571500"/>
          </a:xfrm>
        </p:grpSpPr>
        <p:sp>
          <p:nvSpPr>
            <p:cNvPr id="547" name="Google Shape;54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932"/>
          <p:cNvGrpSpPr/>
          <p:nvPr/>
        </p:nvGrpSpPr>
        <p:grpSpPr>
          <a:xfrm>
            <a:off x="7894350" y="6212475"/>
            <a:ext cx="586800" cy="571500"/>
            <a:chOff x="7894350" y="6212475"/>
            <a:chExt cx="586800" cy="571500"/>
          </a:xfrm>
        </p:grpSpPr>
        <p:sp>
          <p:nvSpPr>
            <p:cNvPr id="551" name="Google Shape;55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4" name="Google Shape;554;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555" name="Google Shape;55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557" name="Google Shape;55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8" name="Google Shape;55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9" name="Google Shape;55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60" name="Google Shape;56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1" name="Google Shape;56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2" name="Google Shape;56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3" name="Google Shape;56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4" name="Google Shape;56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5" name="Google Shape;56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6" name="Google Shape;56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7" name="Google Shape;56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68" name="Google Shape;56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9" name="Google Shape;56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70" name="Google Shape;57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1" name="Google Shape;57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2" name="Google Shape;57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3" name="Google Shape;57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4" name="Google Shape;57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5" name="Google Shape;57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6" name="Google Shape;57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7" name="Google Shape;57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8" name="Google Shape;57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9"/>
        <p:cNvGrpSpPr/>
        <p:nvPr/>
      </p:nvGrpSpPr>
      <p:grpSpPr>
        <a:xfrm>
          <a:off x="0" y="0"/>
          <a:ext cx="0" cy="0"/>
          <a:chOff x="0" y="0"/>
          <a:chExt cx="0" cy="0"/>
        </a:xfrm>
      </p:grpSpPr>
      <p:cxnSp>
        <p:nvCxnSpPr>
          <p:cNvPr id="580" name="Google Shape;58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1" name="Google Shape;58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2" name="Google Shape;58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5" name="Google Shape;58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4" name="Google Shape;594;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7" name="Google Shape;597;g2c157a2fb06_0_1045"/>
          <p:cNvGrpSpPr/>
          <p:nvPr/>
        </p:nvGrpSpPr>
        <p:grpSpPr>
          <a:xfrm>
            <a:off x="662575" y="6212475"/>
            <a:ext cx="586800" cy="571500"/>
            <a:chOff x="662575" y="6212475"/>
            <a:chExt cx="586800" cy="571500"/>
          </a:xfrm>
        </p:grpSpPr>
        <p:sp>
          <p:nvSpPr>
            <p:cNvPr id="598" name="Google Shape;59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045"/>
          <p:cNvGrpSpPr/>
          <p:nvPr/>
        </p:nvGrpSpPr>
        <p:grpSpPr>
          <a:xfrm>
            <a:off x="7894350" y="6212475"/>
            <a:ext cx="586800" cy="571500"/>
            <a:chOff x="7894350" y="6212475"/>
            <a:chExt cx="586800" cy="571500"/>
          </a:xfrm>
        </p:grpSpPr>
        <p:sp>
          <p:nvSpPr>
            <p:cNvPr id="602" name="Google Shape;60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5" name="Google Shape;605;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06" name="Google Shape;60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7" name="Google Shape;607;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08" name="Google Shape;60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9" name="Google Shape;60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0" name="Google Shape;61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11" name="Google Shape;61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612" name="Google Shape;61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3" name="Google Shape;61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14" name="Google Shape;61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5" name="Google Shape;61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6"/>
        <p:cNvGrpSpPr/>
        <p:nvPr/>
      </p:nvGrpSpPr>
      <p:grpSpPr>
        <a:xfrm>
          <a:off x="0" y="0"/>
          <a:ext cx="0" cy="0"/>
          <a:chOff x="0" y="0"/>
          <a:chExt cx="0" cy="0"/>
        </a:xfrm>
      </p:grpSpPr>
      <p:sp>
        <p:nvSpPr>
          <p:cNvPr id="617" name="Google Shape;617;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23" name="Google Shape;623;g2c157a2fb06_0_1110"/>
          <p:cNvGrpSpPr/>
          <p:nvPr/>
        </p:nvGrpSpPr>
        <p:grpSpPr>
          <a:xfrm>
            <a:off x="662575" y="6212475"/>
            <a:ext cx="586800" cy="571500"/>
            <a:chOff x="662575" y="6212475"/>
            <a:chExt cx="586800" cy="571500"/>
          </a:xfrm>
        </p:grpSpPr>
        <p:sp>
          <p:nvSpPr>
            <p:cNvPr id="624" name="Google Shape;62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7" name="Google Shape;627;g2c157a2fb06_0_1110"/>
          <p:cNvGrpSpPr/>
          <p:nvPr/>
        </p:nvGrpSpPr>
        <p:grpSpPr>
          <a:xfrm>
            <a:off x="7894350" y="6212475"/>
            <a:ext cx="586800" cy="571500"/>
            <a:chOff x="7894350" y="6212475"/>
            <a:chExt cx="586800" cy="571500"/>
          </a:xfrm>
        </p:grpSpPr>
        <p:sp>
          <p:nvSpPr>
            <p:cNvPr id="628" name="Google Shape;62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1" name="Google Shape;631;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632" name="Google Shape;63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3" name="Google Shape;633;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634" name="Google Shape;63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5" name="Google Shape;63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6" name="Google Shape;63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37" name="Google Shape;63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38" name="Google Shape;63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9" name="Google Shape;63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40" name="Google Shape;64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41" name="Google Shape;64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42" name="Google Shape;642;g2c157a2fb06_0_1110"/>
          <p:cNvGrpSpPr/>
          <p:nvPr/>
        </p:nvGrpSpPr>
        <p:grpSpPr>
          <a:xfrm>
            <a:off x="5806200" y="1807463"/>
            <a:ext cx="756300" cy="146700"/>
            <a:chOff x="5806200" y="1807463"/>
            <a:chExt cx="756300" cy="146700"/>
          </a:xfrm>
        </p:grpSpPr>
        <p:sp>
          <p:nvSpPr>
            <p:cNvPr id="643" name="Google Shape;64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4" name="Google Shape;64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46" name="Google Shape;64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7" name="Google Shape;64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48" name="Google Shape;648;g2c157a2fb06_0_1110"/>
          <p:cNvGrpSpPr/>
          <p:nvPr/>
        </p:nvGrpSpPr>
        <p:grpSpPr>
          <a:xfrm>
            <a:off x="5806200" y="2842438"/>
            <a:ext cx="756300" cy="146700"/>
            <a:chOff x="5806200" y="1807463"/>
            <a:chExt cx="756300" cy="146700"/>
          </a:xfrm>
        </p:grpSpPr>
        <p:sp>
          <p:nvSpPr>
            <p:cNvPr id="649" name="Google Shape;649;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2" name="Google Shape;652;g2c157a2fb06_0_1110"/>
          <p:cNvGrpSpPr/>
          <p:nvPr/>
        </p:nvGrpSpPr>
        <p:grpSpPr>
          <a:xfrm>
            <a:off x="5806200" y="3877413"/>
            <a:ext cx="756300" cy="146700"/>
            <a:chOff x="5806200" y="1807463"/>
            <a:chExt cx="756300" cy="146700"/>
          </a:xfrm>
        </p:grpSpPr>
        <p:sp>
          <p:nvSpPr>
            <p:cNvPr id="653" name="Google Shape;653;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4" name="Google Shape;654;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6"/>
        <p:cNvGrpSpPr/>
        <p:nvPr/>
      </p:nvGrpSpPr>
      <p:grpSpPr>
        <a:xfrm>
          <a:off x="0" y="0"/>
          <a:ext cx="0" cy="0"/>
          <a:chOff x="0" y="0"/>
          <a:chExt cx="0" cy="0"/>
        </a:xfrm>
      </p:grpSpPr>
      <p:sp>
        <p:nvSpPr>
          <p:cNvPr id="657" name="Google Shape;65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1" name="Google Shape;66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0" name="Google Shape;670;p30"/>
          <p:cNvGrpSpPr/>
          <p:nvPr/>
        </p:nvGrpSpPr>
        <p:grpSpPr>
          <a:xfrm>
            <a:off x="6022940" y="5341706"/>
            <a:ext cx="594501" cy="305904"/>
            <a:chOff x="5672081" y="1914352"/>
            <a:chExt cx="792668" cy="305904"/>
          </a:xfrm>
        </p:grpSpPr>
        <p:sp>
          <p:nvSpPr>
            <p:cNvPr id="671" name="Google Shape;67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3" name="Google Shape;67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4" name="Google Shape;67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2" name="Google Shape;68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3" name="Google Shape;68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0" name="Google Shape;70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1" name="Google Shape;70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2"/>
        <p:cNvGrpSpPr/>
        <p:nvPr/>
      </p:nvGrpSpPr>
      <p:grpSpPr>
        <a:xfrm>
          <a:off x="0" y="0"/>
          <a:ext cx="0" cy="0"/>
          <a:chOff x="0" y="0"/>
          <a:chExt cx="0" cy="0"/>
        </a:xfrm>
      </p:grpSpPr>
      <p:sp>
        <p:nvSpPr>
          <p:cNvPr id="703" name="Google Shape;70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5" name="Google Shape;70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6"/>
        <p:cNvGrpSpPr/>
        <p:nvPr/>
      </p:nvGrpSpPr>
      <p:grpSpPr>
        <a:xfrm>
          <a:off x="0" y="0"/>
          <a:ext cx="0" cy="0"/>
          <a:chOff x="0" y="0"/>
          <a:chExt cx="0" cy="0"/>
        </a:xfrm>
      </p:grpSpPr>
      <p:sp>
        <p:nvSpPr>
          <p:cNvPr id="707" name="Google Shape;70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8" name="Google Shape;70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ea</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seat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eau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bureau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/ai/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make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take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a-e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/ai/</a:t>
            </a:r>
            <a:r>
              <a:rPr lang="en-US" sz="1100" b="0" i="0" u="none" strike="noStrike" cap="none">
                <a:solidFill>
                  <a:srgbClr val="1A1A1A"/>
                </a:solidFill>
                <a:latin typeface="Poppins"/>
                <a:ea typeface="Poppins"/>
                <a:cs typeface="Poppins"/>
                <a:sym typeface="Poppins"/>
              </a:rPr>
              <a:t>. There are six split digraphs in English spelling: 'a-e', 'e-e', 'i-e', 'o-e', 'u-e', and 'y- e', as in </a:t>
            </a:r>
            <a:r>
              <a:rPr lang="en-US" sz="1100" b="0" i="0" u="none" strike="noStrike" cap="none">
                <a:solidFill>
                  <a:srgbClr val="1A30E8"/>
                </a:solidFill>
                <a:latin typeface="Poppins"/>
                <a:ea typeface="Poppins"/>
                <a:cs typeface="Poppins"/>
                <a:sym typeface="Poppins"/>
              </a:rPr>
              <a:t>make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ache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9" name="Google Shape;70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am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sat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slam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each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beach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bleach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slide" Target="slide21.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8.xml"/><Relationship Id="rId5" Type="http://schemas.openxmlformats.org/officeDocument/2006/relationships/image" Target="../media/image10.png"/><Relationship Id="rId10" Type="http://schemas.openxmlformats.org/officeDocument/2006/relationships/slide" Target="slide8.xml"/><Relationship Id="rId4" Type="http://schemas.openxmlformats.org/officeDocument/2006/relationships/image" Target="../media/image9.png"/><Relationship Id="rId9" Type="http://schemas.openxmlformats.org/officeDocument/2006/relationships/slide" Target="slide6.xml"/><Relationship Id="rId14" Type="http://schemas.openxmlformats.org/officeDocument/2006/relationships/slide" Target="slide23.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6.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7.png"/><Relationship Id="rId2" Type="http://schemas.openxmlformats.org/officeDocument/2006/relationships/notesSlide" Target="../notesSlides/notesSlide3.xml"/><Relationship Id="rId16"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8.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57.png"/><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62.png"/><Relationship Id="rId5" Type="http://schemas.openxmlformats.org/officeDocument/2006/relationships/image" Target="../media/image6.png"/><Relationship Id="rId4" Type="http://schemas.openxmlformats.org/officeDocument/2006/relationships/image" Target="../media/image61.png"/></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65.png"/><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ck e u r and Short Vowels</a:t>
            </a:r>
            <a:endParaRPr/>
          </a:p>
        </p:txBody>
      </p:sp>
      <p:sp>
        <p:nvSpPr>
          <p:cNvPr id="715" name="Google Shape;715;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7" name="Google Shape;717;p1"/>
          <p:cNvPicPr preferRelativeResize="0"/>
          <p:nvPr/>
        </p:nvPicPr>
        <p:blipFill rotWithShape="1">
          <a:blip r:embed="rId3">
            <a:alphaModFix/>
          </a:blip>
          <a:srcRect l="79" r="79"/>
          <a:stretch/>
        </p:blipFill>
        <p:spPr>
          <a:xfrm rot="713627">
            <a:off x="7410699" y="4034342"/>
            <a:ext cx="1208038" cy="1709827"/>
          </a:xfrm>
          <a:prstGeom prst="rect">
            <a:avLst/>
          </a:prstGeom>
          <a:noFill/>
          <a:ln>
            <a:noFill/>
          </a:ln>
          <a:effectLst>
            <a:outerShdw blurRad="71438" dist="38100" dir="5220000" algn="bl" rotWithShape="0">
              <a:srgbClr val="000000">
                <a:alpha val="20000"/>
              </a:srgbClr>
            </a:outerShdw>
          </a:effectLst>
        </p:spPr>
      </p:pic>
      <p:sp>
        <p:nvSpPr>
          <p:cNvPr id="718" name="Google Shape;718;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20</a:t>
            </a:r>
            <a:endParaRPr/>
          </a:p>
        </p:txBody>
      </p:sp>
      <p:pic>
        <p:nvPicPr>
          <p:cNvPr id="719" name="Google Shape;719;p1"/>
          <p:cNvPicPr preferRelativeResize="0"/>
          <p:nvPr/>
        </p:nvPicPr>
        <p:blipFill rotWithShape="1">
          <a:blip r:embed="rId4">
            <a:alphaModFix/>
          </a:blip>
          <a:srcRect l="19" r="19"/>
          <a:stretch/>
        </p:blipFill>
        <p:spPr>
          <a:xfrm rot="193084">
            <a:off x="6380058" y="3884422"/>
            <a:ext cx="1208041" cy="1709826"/>
          </a:xfrm>
          <a:prstGeom prst="rect">
            <a:avLst/>
          </a:prstGeom>
          <a:noFill/>
          <a:ln>
            <a:noFill/>
          </a:ln>
          <a:effectLst>
            <a:outerShdw blurRad="71438" dist="38100" dir="5220000" algn="bl" rotWithShape="0">
              <a:srgbClr val="000000">
                <a:alpha val="20000"/>
              </a:srgbClr>
            </a:outerShdw>
          </a:effectLst>
        </p:spPr>
      </p:pic>
      <p:pic>
        <p:nvPicPr>
          <p:cNvPr id="720" name="Google Shape;720;p1"/>
          <p:cNvPicPr preferRelativeResize="0"/>
          <p:nvPr/>
        </p:nvPicPr>
        <p:blipFill rotWithShape="1">
          <a:blip r:embed="rId5">
            <a:alphaModFix/>
          </a:blip>
          <a:srcRect l="79" r="69"/>
          <a:stretch/>
        </p:blipFill>
        <p:spPr>
          <a:xfrm rot="-313763">
            <a:off x="5408679" y="3900402"/>
            <a:ext cx="1208040" cy="1709823"/>
          </a:xfrm>
          <a:prstGeom prst="rect">
            <a:avLst/>
          </a:prstGeom>
          <a:noFill/>
          <a:ln>
            <a:noFill/>
          </a:ln>
          <a:effectLst>
            <a:outerShdw blurRad="71438" dist="38100" dir="5220000" algn="bl" rotWithShape="0">
              <a:srgbClr val="000000">
                <a:alpha val="20000"/>
              </a:srgbClr>
            </a:outerShdw>
          </a:effectLst>
        </p:spPr>
      </p:pic>
      <p:pic>
        <p:nvPicPr>
          <p:cNvPr id="721" name="Google Shape;721;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graphicFrame>
        <p:nvGraphicFramePr>
          <p:cNvPr id="722" name="Google Shape;722;p1"/>
          <p:cNvGraphicFramePr/>
          <p:nvPr/>
        </p:nvGraphicFramePr>
        <p:xfrm>
          <a:off x="4844200" y="1891197"/>
          <a:ext cx="3785000" cy="1678950"/>
        </p:xfrm>
        <a:graphic>
          <a:graphicData uri="http://schemas.openxmlformats.org/drawingml/2006/table">
            <a:tbl>
              <a:tblPr firstRow="1" bandRow="1">
                <a:noFill/>
                <a:tableStyleId>{B5A08C6A-CBEE-4208-B8E1-897C3234905C}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ck</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e</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u</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pic>
        <p:nvPicPr>
          <p:cNvPr id="728" name="Google Shape;728;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pic>
        <p:nvPicPr>
          <p:cNvPr id="729" name="Google Shape;729;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pic>
        <p:nvPicPr>
          <p:cNvPr id="730" name="Google Shape;730;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pic>
        <p:nvPicPr>
          <p:cNvPr id="731" name="Google Shape;731;g2bee4f4af4b_0_204"/>
          <p:cNvPicPr preferRelativeResize="0"/>
          <p:nvPr/>
        </p:nvPicPr>
        <p:blipFill rotWithShape="1">
          <a:blip r:embed="rId6">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2" name="Google Shape;732;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and practise letter / sounds </a:t>
            </a:r>
            <a:br>
              <a:rPr lang="en-US"/>
            </a:br>
            <a:r>
              <a:rPr lang="en-US">
                <a:solidFill>
                  <a:srgbClr val="8DC63F"/>
                </a:solidFill>
              </a:rPr>
              <a:t>a e i o u</a:t>
            </a:r>
            <a:r>
              <a:rPr lang="en-US"/>
              <a:t>.</a:t>
            </a:r>
            <a:endParaRPr/>
          </a:p>
        </p:txBody>
      </p:sp>
      <p:sp>
        <p:nvSpPr>
          <p:cNvPr id="733" name="Google Shape;733;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 u r</a:t>
            </a:r>
            <a:r>
              <a:rPr lang="en-US"/>
              <a:t> using flashcards.</a:t>
            </a:r>
            <a:endParaRPr/>
          </a:p>
        </p:txBody>
      </p:sp>
      <p:sp>
        <p:nvSpPr>
          <p:cNvPr id="734" name="Google Shape;734;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35" name="Google Shape;735;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737" name="Google Shape;737;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38" name="Google Shape;738;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739" name="Google Shape;739;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sp>
        <p:nvSpPr>
          <p:cNvPr id="741" name="Google Shape;741;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7">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44" name="Google Shape;744;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45" name="Google Shape;745;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46" name="Google Shape;746;g2bee4f4af4b_0_204"/>
          <p:cNvPicPr preferRelativeResize="0"/>
          <p:nvPr/>
        </p:nvPicPr>
        <p:blipFill rotWithShape="1">
          <a:blip r:embed="rId8">
            <a:alphaModFix/>
          </a:blip>
          <a:srcRect t="89" b="9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47" name="Google Shape;747;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48" name="Google Shape;748;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sp>
        <p:nvSpPr>
          <p:cNvPr id="749" name="Google Shape;749;g2bee4f4af4b_0_204">
            <a:hlinkClick r:id="rId9" action="ppaction://hlinksldjump"/>
          </p:cNvPr>
          <p:cNvSpPr/>
          <p:nvPr/>
        </p:nvSpPr>
        <p:spPr>
          <a:xfrm>
            <a:off x="973101" y="393087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0" name="Google Shape;750;g2bee4f4af4b_0_204">
            <a:hlinkClick r:id="rId10" action="ppaction://hlinksldjump"/>
          </p:cNvPr>
          <p:cNvSpPr/>
          <p:nvPr/>
        </p:nvSpPr>
        <p:spPr>
          <a:xfrm>
            <a:off x="2537687" y="379802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1" name="Google Shape;751;g2bee4f4af4b_0_204">
            <a:hlinkClick r:id="rId11" action="ppaction://hlinksldjump"/>
          </p:cNvPr>
          <p:cNvSpPr/>
          <p:nvPr/>
        </p:nvSpPr>
        <p:spPr>
          <a:xfrm>
            <a:off x="3624883" y="37741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2" name="Google Shape;752;g2bee4f4af4b_0_204">
            <a:hlinkClick r:id="rId12" action="ppaction://hlinksldjump"/>
          </p:cNvPr>
          <p:cNvSpPr/>
          <p:nvPr/>
        </p:nvSpPr>
        <p:spPr>
          <a:xfrm>
            <a:off x="4933510" y="374384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3" name="Google Shape;753;g2bee4f4af4b_0_204">
            <a:hlinkClick r:id="rId13" action="ppaction://hlinksldjump"/>
          </p:cNvPr>
          <p:cNvSpPr/>
          <p:nvPr/>
        </p:nvSpPr>
        <p:spPr>
          <a:xfrm>
            <a:off x="5870531"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4" name="Google Shape;754;g2bee4f4af4b_0_204">
            <a:hlinkClick r:id="rId14" action="ppaction://hlinksldjump"/>
          </p:cNvPr>
          <p:cNvSpPr/>
          <p:nvPr/>
        </p:nvSpPr>
        <p:spPr>
          <a:xfrm>
            <a:off x="7358086" y="375989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61" name="Google Shape;761;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1000"/>
              </a:spcBef>
              <a:spcAft>
                <a:spcPts val="0"/>
              </a:spcAft>
              <a:buSzPts val="2400"/>
              <a:buNone/>
            </a:pPr>
            <a:r>
              <a:rPr lang="en-US"/>
              <a:t>Recall </a:t>
            </a:r>
            <a:r>
              <a:rPr lang="en-US">
                <a:solidFill>
                  <a:srgbClr val="8DC63F"/>
                </a:solidFill>
              </a:rPr>
              <a:t>s a t p i n m d g o c k ck e u r</a:t>
            </a:r>
            <a:r>
              <a:rPr lang="en-US"/>
              <a:t> using flashcards.</a:t>
            </a:r>
            <a:endParaRPr/>
          </a:p>
        </p:txBody>
      </p:sp>
      <p:pic>
        <p:nvPicPr>
          <p:cNvPr id="762" name="Google Shape;76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6078"/>
              </a:srgbClr>
            </a:outerShdw>
          </a:effectLst>
        </p:spPr>
      </p:pic>
      <p:pic>
        <p:nvPicPr>
          <p:cNvPr id="763" name="Google Shape;76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6078"/>
              </a:srgbClr>
            </a:outerShdw>
          </a:effectLst>
        </p:spPr>
      </p:pic>
      <p:pic>
        <p:nvPicPr>
          <p:cNvPr id="764" name="Google Shape;76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6078"/>
              </a:srgbClr>
            </a:outerShdw>
          </a:effectLst>
        </p:spPr>
      </p:pic>
      <p:pic>
        <p:nvPicPr>
          <p:cNvPr id="765" name="Google Shape;76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6078"/>
              </a:srgbClr>
            </a:outerShdw>
          </a:effectLst>
        </p:spPr>
      </p:pic>
      <p:pic>
        <p:nvPicPr>
          <p:cNvPr id="766" name="Google Shape;76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6078"/>
              </a:srgbClr>
            </a:outerShdw>
          </a:effectLst>
        </p:spPr>
      </p:pic>
      <p:pic>
        <p:nvPicPr>
          <p:cNvPr id="767" name="Google Shape;76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6078"/>
              </a:srgbClr>
            </a:outerShdw>
          </a:effectLst>
        </p:spPr>
      </p:pic>
      <p:pic>
        <p:nvPicPr>
          <p:cNvPr id="768" name="Google Shape;76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6078"/>
              </a:srgbClr>
            </a:outerShdw>
          </a:effectLst>
        </p:spPr>
      </p:pic>
      <p:pic>
        <p:nvPicPr>
          <p:cNvPr id="769" name="Google Shape;76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6078"/>
              </a:srgbClr>
            </a:outerShdw>
          </a:effectLst>
        </p:spPr>
      </p:pic>
      <p:pic>
        <p:nvPicPr>
          <p:cNvPr id="770" name="Google Shape;77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6078"/>
              </a:srgbClr>
            </a:outerShdw>
          </a:effectLst>
        </p:spPr>
      </p:pic>
      <p:pic>
        <p:nvPicPr>
          <p:cNvPr id="771" name="Google Shape;77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6078"/>
              </a:srgbClr>
            </a:outerShdw>
          </a:effectLst>
        </p:spPr>
      </p:pic>
      <p:pic>
        <p:nvPicPr>
          <p:cNvPr id="772" name="Google Shape;77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6078"/>
              </a:srgbClr>
            </a:outerShdw>
          </a:effectLst>
        </p:spPr>
      </p:pic>
      <p:pic>
        <p:nvPicPr>
          <p:cNvPr id="773" name="Google Shape;77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6078"/>
              </a:srgbClr>
            </a:outerShdw>
          </a:effectLst>
        </p:spPr>
      </p:pic>
      <p:pic>
        <p:nvPicPr>
          <p:cNvPr id="774" name="Google Shape;77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6078"/>
              </a:srgbClr>
            </a:outerShdw>
          </a:effectLst>
        </p:spPr>
      </p:pic>
      <p:pic>
        <p:nvPicPr>
          <p:cNvPr id="775" name="Google Shape;77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6078"/>
              </a:srgbClr>
            </a:outerShdw>
          </a:effectLst>
        </p:spPr>
      </p:pic>
      <p:pic>
        <p:nvPicPr>
          <p:cNvPr id="776" name="Google Shape;77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6078"/>
              </a:srgbClr>
            </a:outerShdw>
          </a:effectLst>
        </p:spPr>
      </p:pic>
      <p:pic>
        <p:nvPicPr>
          <p:cNvPr id="777" name="Google Shape;77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c42d5383d2_0_27"/>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Introduce the Vowel Hand Song</a:t>
            </a:r>
            <a:endParaRPr sz="2400" b="0" i="0" u="none" strike="noStrike" cap="none">
              <a:solidFill>
                <a:srgbClr val="000000"/>
              </a:solidFill>
              <a:latin typeface="Poppins"/>
              <a:ea typeface="Poppins"/>
              <a:cs typeface="Poppins"/>
              <a:sym typeface="Poppins"/>
            </a:endParaRPr>
          </a:p>
        </p:txBody>
      </p:sp>
      <p:sp>
        <p:nvSpPr>
          <p:cNvPr id="784" name="Google Shape;784;g2c42d5383d2_0_27"/>
          <p:cNvSpPr txBox="1"/>
          <p:nvPr/>
        </p:nvSpPr>
        <p:spPr>
          <a:xfrm>
            <a:off x="876925" y="2094075"/>
            <a:ext cx="4263900" cy="35874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e, i, o, u   a, e, i, o, u   a, e, i, o, u </a:t>
            </a:r>
            <a:r>
              <a:rPr lang="en-US" sz="2000" b="0" i="0" u="none" strike="noStrike" cap="none">
                <a:solidFill>
                  <a:srgbClr val="D9D9D9"/>
                </a:solidFill>
                <a:latin typeface="Poppins"/>
                <a:ea typeface="Poppins"/>
                <a:cs typeface="Poppins"/>
                <a:sym typeface="Poppins"/>
              </a:rPr>
              <a:t>(short sounds only)</a:t>
            </a:r>
            <a:endParaRPr sz="2000" b="0" i="0" u="none" strike="noStrike" cap="none">
              <a:solidFill>
                <a:srgbClr val="D9D9D9"/>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are short vowels that we use</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a vowel is in every word,</a:t>
            </a:r>
            <a:endParaRPr sz="2000" b="0" i="0" u="none" strike="noStrike" cap="none">
              <a:solidFill>
                <a:srgbClr val="000000"/>
              </a:solidFill>
              <a:latin typeface="Poppins"/>
              <a:ea typeface="Poppins"/>
              <a:cs typeface="Poppins"/>
              <a:sym typeface="Poppins"/>
            </a:endParaRPr>
          </a:p>
          <a:p>
            <a:pPr marL="0" marR="0" lvl="0" indent="0" algn="l" rtl="0">
              <a:lnSpc>
                <a:spcPct val="150000"/>
              </a:lnSpc>
              <a:spcBef>
                <a:spcPts val="0"/>
              </a:spcBef>
              <a:spcAft>
                <a:spcPts val="0"/>
              </a:spcAft>
              <a:buClr>
                <a:srgbClr val="000000"/>
              </a:buClr>
              <a:buSzPts val="2000"/>
              <a:buFont typeface="Arial"/>
              <a:buNone/>
            </a:pPr>
            <a:r>
              <a:rPr lang="en-US" sz="2000" b="0" i="0" u="none" strike="noStrike" cap="none">
                <a:solidFill>
                  <a:srgbClr val="000000"/>
                </a:solidFill>
                <a:latin typeface="Poppins"/>
                <a:ea typeface="Poppins"/>
                <a:cs typeface="Poppins"/>
                <a:sym typeface="Poppins"/>
              </a:rPr>
              <a:t>a vowel is in every word </a:t>
            </a:r>
            <a:br>
              <a:rPr lang="en-US" sz="2000" b="0" i="0" u="none" strike="noStrike" cap="none">
                <a:solidFill>
                  <a:srgbClr val="000000"/>
                </a:solidFill>
                <a:latin typeface="Poppins"/>
                <a:ea typeface="Poppins"/>
                <a:cs typeface="Poppins"/>
                <a:sym typeface="Poppins"/>
              </a:rPr>
            </a:br>
            <a:r>
              <a:rPr lang="en-US" sz="2000" b="0" i="0" u="none" strike="noStrike" cap="none">
                <a:solidFill>
                  <a:srgbClr val="000000"/>
                </a:solidFill>
                <a:latin typeface="Poppins"/>
                <a:ea typeface="Poppins"/>
                <a:cs typeface="Poppins"/>
                <a:sym typeface="Poppins"/>
              </a:rPr>
              <a:t>that we read or write.</a:t>
            </a:r>
            <a:endParaRPr sz="2000" b="0" i="0" u="none" strike="noStrike" cap="none">
              <a:solidFill>
                <a:srgbClr val="000000"/>
              </a:solidFill>
              <a:latin typeface="Poppins"/>
              <a:ea typeface="Poppins"/>
              <a:cs typeface="Poppins"/>
              <a:sym typeface="Poppins"/>
            </a:endParaRPr>
          </a:p>
        </p:txBody>
      </p:sp>
      <p:pic>
        <p:nvPicPr>
          <p:cNvPr id="785" name="Google Shape;785;g2c42d5383d2_0_27"/>
          <p:cNvPicPr preferRelativeResize="0"/>
          <p:nvPr/>
        </p:nvPicPr>
        <p:blipFill rotWithShape="1">
          <a:blip r:embed="rId3">
            <a:alphaModFix/>
          </a:blip>
          <a:srcRect t="7523" r="7062" b="17832"/>
          <a:stretch/>
        </p:blipFill>
        <p:spPr>
          <a:xfrm>
            <a:off x="4509700" y="2118750"/>
            <a:ext cx="3638549" cy="41330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2d9e1d0ba0c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92" name="Google Shape;792;g2d9e1d0ba0c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93" name="Google Shape;793;g2d9e1d0ba0c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94" name="Google Shape;794;g2d9e1d0ba0c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01" name="Google Shape;801;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02" name="Google Shape;802;g2c186218c5a_0_17"/>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sp>
        <p:nvSpPr>
          <p:cNvPr id="803" name="Google Shape;803;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04" name="Google Shape;804;g2c186218c5a_0_17"/>
          <p:cNvPicPr preferRelativeResize="0"/>
          <p:nvPr/>
        </p:nvPicPr>
        <p:blipFill rotWithShape="1">
          <a:blip r:embed="rId4">
            <a:alphaModFix/>
          </a:blip>
          <a:srcRect t="39" b="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805" name="Google Shape;805;g2c186218c5a_0_17"/>
          <p:cNvPicPr preferRelativeResize="0"/>
          <p:nvPr/>
        </p:nvPicPr>
        <p:blipFill rotWithShape="1">
          <a:blip r:embed="rId5">
            <a:alphaModFix/>
          </a:blip>
          <a:srcRect t="149" b="1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06" name="Google Shape;806;g2c186218c5a_0_17"/>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3" name="Google Shape;81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14" name="Google Shape;81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15" name="Google Shape;815;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816" name="Google Shape;816;g26b641b03cd_0_185"/>
          <p:cNvPicPr preferRelativeResize="0"/>
          <p:nvPr/>
        </p:nvPicPr>
        <p:blipFill rotWithShape="1">
          <a:blip r:embed="rId4">
            <a:alphaModFix/>
          </a:blip>
          <a:srcRect t="39" b="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817" name="Google Shape;817;g26b641b03cd_0_185"/>
          <p:cNvPicPr preferRelativeResize="0"/>
          <p:nvPr/>
        </p:nvPicPr>
        <p:blipFill rotWithShape="1">
          <a:blip r:embed="rId5">
            <a:alphaModFix/>
          </a:blip>
          <a:srcRect t="149" b="1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818" name="Google Shape;818;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5" name="Google Shape;82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26" name="Google Shape;82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27" name="Google Shape;827;g2c186218c5a_0_2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828" name="Google Shape;828;g2c186218c5a_0_25"/>
          <p:cNvPicPr preferRelativeResize="0"/>
          <p:nvPr/>
        </p:nvPicPr>
        <p:blipFill rotWithShape="1">
          <a:blip r:embed="rId4">
            <a:alphaModFix/>
          </a:blip>
          <a:srcRect l="79" r="79"/>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829" name="Google Shape;829;g2c186218c5a_0_25"/>
          <p:cNvPicPr preferRelativeResize="0"/>
          <p:nvPr/>
        </p:nvPicPr>
        <p:blipFill rotWithShape="1">
          <a:blip r:embed="rId5">
            <a:alphaModFix/>
          </a:blip>
          <a:srcRect l="79" r="79"/>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pic>
        <p:nvPicPr>
          <p:cNvPr id="830" name="Google Shape;830;g2c186218c5a_0_25"/>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7" name="Google Shape;837;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38" name="Google Shape;838;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839" name="Google Shape;839;g26b641b03cd_0_192"/>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0" name="Google Shape;840;g26b641b03cd_0_192"/>
          <p:cNvPicPr preferRelativeResize="0"/>
          <p:nvPr/>
        </p:nvPicPr>
        <p:blipFill rotWithShape="1">
          <a:blip r:embed="rId4">
            <a:alphaModFix/>
          </a:blip>
          <a:srcRect l="79" r="79"/>
          <a:stretch/>
        </p:blipFill>
        <p:spPr>
          <a:xfrm>
            <a:off x="6466506"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1" name="Google Shape;841;g26b641b03cd_0_192"/>
          <p:cNvPicPr preferRelativeResize="0"/>
          <p:nvPr/>
        </p:nvPicPr>
        <p:blipFill rotWithShape="1">
          <a:blip r:embed="rId5">
            <a:alphaModFix/>
          </a:blip>
          <a:srcRect l="79" r="79"/>
          <a:stretch/>
        </p:blipFill>
        <p:spPr>
          <a:xfrm>
            <a:off x="2775799" y="2001075"/>
            <a:ext cx="1747050" cy="2472849"/>
          </a:xfrm>
          <a:prstGeom prst="rect">
            <a:avLst/>
          </a:prstGeom>
          <a:noFill/>
          <a:ln>
            <a:noFill/>
          </a:ln>
          <a:effectLst>
            <a:outerShdw blurRad="71438" dist="28575" dir="5400000" algn="bl" rotWithShape="0">
              <a:srgbClr val="000000">
                <a:alpha val="15686"/>
              </a:srgbClr>
            </a:outerShdw>
          </a:effectLst>
        </p:spPr>
      </p:pic>
      <p:pic>
        <p:nvPicPr>
          <p:cNvPr id="842" name="Google Shape;842;g26b641b03cd_0_192"/>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49" name="Google Shape;84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50" name="Google Shape;85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6bb1487bf3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7" name="Google Shape;857;g26bb1487bf3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Spot and Say the Vowel</a:t>
            </a:r>
            <a:endParaRPr/>
          </a:p>
        </p:txBody>
      </p:sp>
      <p:sp>
        <p:nvSpPr>
          <p:cNvPr id="858" name="Google Shape;858;g26bb1487bf3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6bb1487bf3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6bb1487bf3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6bb1487bf3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6bb1487bf3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3" name="Google Shape;863;g26bb1487bf3_0_0"/>
          <p:cNvGrpSpPr/>
          <p:nvPr/>
        </p:nvGrpSpPr>
        <p:grpSpPr>
          <a:xfrm>
            <a:off x="304250" y="6984600"/>
            <a:ext cx="8330829" cy="808600"/>
            <a:chOff x="-152950" y="7365600"/>
            <a:chExt cx="8330829" cy="808600"/>
          </a:xfrm>
        </p:grpSpPr>
        <p:sp>
          <p:nvSpPr>
            <p:cNvPr id="864" name="Google Shape;864;g26bb1487bf3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5" name="Google Shape;865;g26bb1487bf3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6" name="Google Shape;866;g26bb1487bf3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7" name="Google Shape;867;g26bb1487bf3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8" name="Google Shape;868;g26bb1487bf3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69" name="Google Shape;869;g26bb1487bf3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0" name="Google Shape;870;g26bb1487bf3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1" name="Google Shape;871;g26bb1487bf3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2" name="Google Shape;872;g26bb1487bf3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3" name="Google Shape;873;g26bb1487bf3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6bb1487bf3_0_0"/>
          <p:cNvSpPr/>
          <p:nvPr/>
        </p:nvSpPr>
        <p:spPr>
          <a:xfrm>
            <a:off x="3134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6bb1487bf3_0_0"/>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6bb1487bf3_0_0"/>
          <p:cNvSpPr/>
          <p:nvPr/>
        </p:nvSpPr>
        <p:spPr>
          <a:xfrm>
            <a:off x="5618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7" name="Google Shape;877;g26bb1487bf3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8" name="Google Shape;878;g26bb1487bf3_0_0"/>
          <p:cNvSpPr txBox="1">
            <a:spLocks noGrp="1"/>
          </p:cNvSpPr>
          <p:nvPr>
            <p:ph type="subTitle" idx="4294967295"/>
          </p:nvPr>
        </p:nvSpPr>
        <p:spPr>
          <a:xfrm>
            <a:off x="5049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79" name="Google Shape;879;g26bb1487bf3_0_0"/>
          <p:cNvSpPr txBox="1">
            <a:spLocks noGrp="1"/>
          </p:cNvSpPr>
          <p:nvPr>
            <p:ph type="subTitle" idx="4294967295"/>
          </p:nvPr>
        </p:nvSpPr>
        <p:spPr>
          <a:xfrm>
            <a:off x="2565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880" name="Google Shape;880;g26bb1487bf3_0_0"/>
          <p:cNvSpPr txBox="1"/>
          <p:nvPr/>
        </p:nvSpPr>
        <p:spPr>
          <a:xfrm>
            <a:off x="36842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42d5383d2_0_16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7" name="Google Shape;887;g2c42d5383d2_0_16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Spot and Say the Vowel</a:t>
            </a:r>
            <a:endParaRPr/>
          </a:p>
        </p:txBody>
      </p:sp>
      <p:sp>
        <p:nvSpPr>
          <p:cNvPr id="888" name="Google Shape;888;g2c42d5383d2_0_16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42d5383d2_0_16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0" name="Google Shape;890;g2c42d5383d2_0_16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c42d5383d2_0_16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2" name="Google Shape;892;g2c42d5383d2_0_16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3" name="Google Shape;893;g2c42d5383d2_0_169"/>
          <p:cNvGrpSpPr/>
          <p:nvPr/>
        </p:nvGrpSpPr>
        <p:grpSpPr>
          <a:xfrm>
            <a:off x="304250" y="6984600"/>
            <a:ext cx="8330829" cy="808600"/>
            <a:chOff x="-152950" y="7365600"/>
            <a:chExt cx="8330829" cy="808600"/>
          </a:xfrm>
        </p:grpSpPr>
        <p:sp>
          <p:nvSpPr>
            <p:cNvPr id="894" name="Google Shape;894;g2c42d5383d2_0_16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5" name="Google Shape;895;g2c42d5383d2_0_16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6" name="Google Shape;896;g2c42d5383d2_0_16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7" name="Google Shape;897;g2c42d5383d2_0_16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8" name="Google Shape;898;g2c42d5383d2_0_16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9" name="Google Shape;899;g2c42d5383d2_0_16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0" name="Google Shape;900;g2c42d5383d2_0_16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1" name="Google Shape;901;g2c42d5383d2_0_16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2" name="Google Shape;902;g2c42d5383d2_0_16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c42d5383d2_0_16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42d5383d2_0_169"/>
          <p:cNvSpPr/>
          <p:nvPr/>
        </p:nvSpPr>
        <p:spPr>
          <a:xfrm>
            <a:off x="3135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5" name="Google Shape;905;g2c42d5383d2_0_169"/>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6" name="Google Shape;906;g2c42d5383d2_0_169"/>
          <p:cNvSpPr/>
          <p:nvPr/>
        </p:nvSpPr>
        <p:spPr>
          <a:xfrm>
            <a:off x="5619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7" name="Google Shape;907;g2c42d5383d2_0_16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8" name="Google Shape;908;g2c42d5383d2_0_169"/>
          <p:cNvSpPr txBox="1">
            <a:spLocks noGrp="1"/>
          </p:cNvSpPr>
          <p:nvPr>
            <p:ph type="subTitle" idx="4294967295"/>
          </p:nvPr>
        </p:nvSpPr>
        <p:spPr>
          <a:xfrm>
            <a:off x="5049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09" name="Google Shape;909;g2c42d5383d2_0_169"/>
          <p:cNvSpPr txBox="1">
            <a:spLocks noGrp="1"/>
          </p:cNvSpPr>
          <p:nvPr>
            <p:ph type="subTitle" idx="4294967295"/>
          </p:nvPr>
        </p:nvSpPr>
        <p:spPr>
          <a:xfrm>
            <a:off x="2565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10" name="Google Shape;910;g2c42d5383d2_0_169"/>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c42d5383d2_0_19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7" name="Google Shape;917;g2c42d5383d2_0_19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Spot and Say the Vowel</a:t>
            </a:r>
            <a:endParaRPr/>
          </a:p>
        </p:txBody>
      </p:sp>
      <p:sp>
        <p:nvSpPr>
          <p:cNvPr id="918" name="Google Shape;918;g2c42d5383d2_0_19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c42d5383d2_0_19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c42d5383d2_0_19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c42d5383d2_0_19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2d5383d2_0_19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3" name="Google Shape;923;g2c42d5383d2_0_198"/>
          <p:cNvGrpSpPr/>
          <p:nvPr/>
        </p:nvGrpSpPr>
        <p:grpSpPr>
          <a:xfrm>
            <a:off x="304250" y="6984600"/>
            <a:ext cx="8330829" cy="808600"/>
            <a:chOff x="-152950" y="7365600"/>
            <a:chExt cx="8330829" cy="808600"/>
          </a:xfrm>
        </p:grpSpPr>
        <p:sp>
          <p:nvSpPr>
            <p:cNvPr id="924" name="Google Shape;924;g2c42d5383d2_0_19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5" name="Google Shape;925;g2c42d5383d2_0_19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6" name="Google Shape;926;g2c42d5383d2_0_19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7" name="Google Shape;927;g2c42d5383d2_0_19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8" name="Google Shape;928;g2c42d5383d2_0_19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9" name="Google Shape;929;g2c42d5383d2_0_19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0" name="Google Shape;930;g2c42d5383d2_0_19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1" name="Google Shape;931;g2c42d5383d2_0_19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32" name="Google Shape;932;g2c42d5383d2_0_19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2c42d5383d2_0_19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4" name="Google Shape;934;g2c42d5383d2_0_198"/>
          <p:cNvSpPr/>
          <p:nvPr/>
        </p:nvSpPr>
        <p:spPr>
          <a:xfrm>
            <a:off x="3325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c42d5383d2_0_198"/>
          <p:cNvSpPr/>
          <p:nvPr/>
        </p:nvSpPr>
        <p:spPr>
          <a:xfrm>
            <a:off x="42626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c42d5383d2_0_198"/>
          <p:cNvSpPr/>
          <p:nvPr/>
        </p:nvSpPr>
        <p:spPr>
          <a:xfrm>
            <a:off x="5428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7" name="Google Shape;937;g2c42d5383d2_0_19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8" name="Google Shape;938;g2c42d5383d2_0_198"/>
          <p:cNvSpPr txBox="1">
            <a:spLocks noGrp="1"/>
          </p:cNvSpPr>
          <p:nvPr>
            <p:ph type="subTitle" idx="4294967295"/>
          </p:nvPr>
        </p:nvSpPr>
        <p:spPr>
          <a:xfrm>
            <a:off x="4858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39" name="Google Shape;939;g2c42d5383d2_0_198"/>
          <p:cNvSpPr txBox="1">
            <a:spLocks noGrp="1"/>
          </p:cNvSpPr>
          <p:nvPr>
            <p:ph type="subTitle" idx="4294967295"/>
          </p:nvPr>
        </p:nvSpPr>
        <p:spPr>
          <a:xfrm>
            <a:off x="2755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40" name="Google Shape;940;g2c42d5383d2_0_198"/>
          <p:cNvSpPr txBox="1">
            <a:spLocks noGrp="1"/>
          </p:cNvSpPr>
          <p:nvPr>
            <p:ph type="subTitle" idx="4294967295"/>
          </p:nvPr>
        </p:nvSpPr>
        <p:spPr>
          <a:xfrm>
            <a:off x="36930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c42d5383d2_0_22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7" name="Google Shape;947;g2c42d5383d2_0_22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Spot and Say the Vowel</a:t>
            </a:r>
            <a:endParaRPr/>
          </a:p>
        </p:txBody>
      </p:sp>
      <p:sp>
        <p:nvSpPr>
          <p:cNvPr id="948" name="Google Shape;948;g2c42d5383d2_0_227"/>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c42d5383d2_0_227"/>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c42d5383d2_0_227"/>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1" name="Google Shape;951;g2c42d5383d2_0_22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c42d5383d2_0_22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3" name="Google Shape;953;g2c42d5383d2_0_227"/>
          <p:cNvGrpSpPr/>
          <p:nvPr/>
        </p:nvGrpSpPr>
        <p:grpSpPr>
          <a:xfrm>
            <a:off x="304250" y="6984600"/>
            <a:ext cx="8330829" cy="808600"/>
            <a:chOff x="-152950" y="7365600"/>
            <a:chExt cx="8330829" cy="808600"/>
          </a:xfrm>
        </p:grpSpPr>
        <p:sp>
          <p:nvSpPr>
            <p:cNvPr id="954" name="Google Shape;954;g2c42d5383d2_0_227"/>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5" name="Google Shape;955;g2c42d5383d2_0_227"/>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6" name="Google Shape;956;g2c42d5383d2_0_227"/>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7" name="Google Shape;957;g2c42d5383d2_0_227"/>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8" name="Google Shape;958;g2c42d5383d2_0_227"/>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9" name="Google Shape;959;g2c42d5383d2_0_227"/>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0" name="Google Shape;960;g2c42d5383d2_0_227"/>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1" name="Google Shape;961;g2c42d5383d2_0_227"/>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62" name="Google Shape;962;g2c42d5383d2_0_227"/>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c42d5383d2_0_227"/>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c42d5383d2_0_227"/>
          <p:cNvSpPr/>
          <p:nvPr/>
        </p:nvSpPr>
        <p:spPr>
          <a:xfrm>
            <a:off x="2982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c42d5383d2_0_227"/>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c42d5383d2_0_227"/>
          <p:cNvSpPr/>
          <p:nvPr/>
        </p:nvSpPr>
        <p:spPr>
          <a:xfrm>
            <a:off x="5771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7" name="Google Shape;967;g2c42d5383d2_0_22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8" name="Google Shape;968;g2c42d5383d2_0_227"/>
          <p:cNvSpPr txBox="1">
            <a:spLocks noGrp="1"/>
          </p:cNvSpPr>
          <p:nvPr>
            <p:ph type="subTitle" idx="4294967295"/>
          </p:nvPr>
        </p:nvSpPr>
        <p:spPr>
          <a:xfrm>
            <a:off x="5201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69" name="Google Shape;969;g2c42d5383d2_0_227"/>
          <p:cNvSpPr txBox="1">
            <a:spLocks noGrp="1"/>
          </p:cNvSpPr>
          <p:nvPr>
            <p:ph type="subTitle" idx="4294967295"/>
          </p:nvPr>
        </p:nvSpPr>
        <p:spPr>
          <a:xfrm>
            <a:off x="24129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970" name="Google Shape;970;g2c42d5383d2_0_227"/>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c42d5383d2_0_25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7" name="Google Shape;977;g2c42d5383d2_0_25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Spot and Say the Vowel</a:t>
            </a:r>
            <a:endParaRPr/>
          </a:p>
        </p:txBody>
      </p:sp>
      <p:sp>
        <p:nvSpPr>
          <p:cNvPr id="978" name="Google Shape;978;g2c42d5383d2_0_25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42d5383d2_0_25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2d5383d2_0_25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2d5383d2_0_25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42d5383d2_0_25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3" name="Google Shape;983;g2c42d5383d2_0_256"/>
          <p:cNvGrpSpPr/>
          <p:nvPr/>
        </p:nvGrpSpPr>
        <p:grpSpPr>
          <a:xfrm>
            <a:off x="304250" y="6984600"/>
            <a:ext cx="8330829" cy="808600"/>
            <a:chOff x="-152950" y="7365600"/>
            <a:chExt cx="8330829" cy="808600"/>
          </a:xfrm>
        </p:grpSpPr>
        <p:sp>
          <p:nvSpPr>
            <p:cNvPr id="984" name="Google Shape;984;g2c42d5383d2_0_25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5" name="Google Shape;985;g2c42d5383d2_0_25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6" name="Google Shape;986;g2c42d5383d2_0_25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7" name="Google Shape;987;g2c42d5383d2_0_25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8" name="Google Shape;988;g2c42d5383d2_0_25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9" name="Google Shape;989;g2c42d5383d2_0_25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0" name="Google Shape;990;g2c42d5383d2_0_25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1" name="Google Shape;991;g2c42d5383d2_0_25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92" name="Google Shape;992;g2c42d5383d2_0_25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c42d5383d2_0_25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c42d5383d2_0_256"/>
          <p:cNvSpPr/>
          <p:nvPr/>
        </p:nvSpPr>
        <p:spPr>
          <a:xfrm>
            <a:off x="29826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c42d5383d2_0_256"/>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c42d5383d2_0_256"/>
          <p:cNvSpPr/>
          <p:nvPr/>
        </p:nvSpPr>
        <p:spPr>
          <a:xfrm>
            <a:off x="5771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7" name="Google Shape;997;g2c42d5383d2_0_25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8" name="Google Shape;998;g2c42d5383d2_0_256"/>
          <p:cNvSpPr txBox="1">
            <a:spLocks noGrp="1"/>
          </p:cNvSpPr>
          <p:nvPr>
            <p:ph type="subTitle" idx="4294967295"/>
          </p:nvPr>
        </p:nvSpPr>
        <p:spPr>
          <a:xfrm>
            <a:off x="52017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99" name="Google Shape;999;g2c42d5383d2_0_256"/>
          <p:cNvSpPr txBox="1">
            <a:spLocks noGrp="1"/>
          </p:cNvSpPr>
          <p:nvPr>
            <p:ph type="subTitle" idx="4294967295"/>
          </p:nvPr>
        </p:nvSpPr>
        <p:spPr>
          <a:xfrm>
            <a:off x="24129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1000" name="Google Shape;1000;g2c42d5383d2_0_256"/>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007" name="Google Shape;100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8" name="Google Shape;100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15" name="Google Shape;101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16" name="Google Shape;101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7" name="Google Shape;1017;g26b641b03cd_0_204"/>
          <p:cNvPicPr preferRelativeResize="0"/>
          <p:nvPr/>
        </p:nvPicPr>
        <p:blipFill rotWithShape="1">
          <a:blip r:embed="rId3">
            <a:alphaModFix/>
          </a:blip>
          <a:srcRect l="79" r="8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18" name="Google Shape;1018;g26b641b03cd_0_204"/>
          <p:cNvPicPr preferRelativeResize="0"/>
          <p:nvPr/>
        </p:nvPicPr>
        <p:blipFill rotWithShape="1">
          <a:blip r:embed="rId4">
            <a:alphaModFix/>
          </a:blip>
          <a:srcRect l="79" r="8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19" name="Google Shape;1019;g26b641b03cd_0_204"/>
          <p:cNvPicPr preferRelativeResize="0"/>
          <p:nvPr/>
        </p:nvPicPr>
        <p:blipFill rotWithShape="1">
          <a:blip r:embed="rId5">
            <a:alphaModFix/>
          </a:blip>
          <a:srcRect l="79" r="8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0" name="Google Shape;1020;g26b641b03cd_0_204"/>
          <p:cNvPicPr preferRelativeResize="0"/>
          <p:nvPr/>
        </p:nvPicPr>
        <p:blipFill rotWithShape="1">
          <a:blip r:embed="rId6">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27" name="Google Shape;102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8" name="Google Shape;102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29" name="Google Shape;1029;g2c186218c5a_0_48"/>
          <p:cNvPicPr preferRelativeResize="0"/>
          <p:nvPr/>
        </p:nvPicPr>
        <p:blipFill rotWithShape="1">
          <a:blip r:embed="rId3">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0" name="Google Shape;1030;g2c186218c5a_0_48"/>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1" name="Google Shape;1031;g2c186218c5a_0_48"/>
          <p:cNvPicPr preferRelativeResize="0"/>
          <p:nvPr/>
        </p:nvPicPr>
        <p:blipFill rotWithShape="1">
          <a:blip r:embed="rId5">
            <a:alphaModFix/>
          </a:blip>
          <a:srcRect/>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2" name="Google Shape;1032;g2c186218c5a_0_48"/>
          <p:cNvPicPr preferRelativeResize="0"/>
          <p:nvPr/>
        </p:nvPicPr>
        <p:blipFill rotWithShape="1">
          <a:blip r:embed="rId6">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39" name="Google Shape;103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40" name="Google Shape;104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41" name="Google Shape;1041;g26b641b03cd_0_213"/>
          <p:cNvPicPr preferRelativeResize="0"/>
          <p:nvPr/>
        </p:nvPicPr>
        <p:blipFill rotWithShape="1">
          <a:blip r:embed="rId3">
            <a:alphaModFix/>
          </a:blip>
          <a:srcRect l="129" r="139"/>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2" name="Google Shape;1042;g26b641b03cd_0_213"/>
          <p:cNvPicPr preferRelativeResize="0"/>
          <p:nvPr/>
        </p:nvPicPr>
        <p:blipFill rotWithShape="1">
          <a:blip r:embed="rId4">
            <a:alphaModFix/>
          </a:blip>
          <a:srcRect l="129" r="139"/>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43" name="Google Shape;1043;g26b641b03cd_0_213"/>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1044" name="Google Shape;1044;g26b641b03cd_0_213"/>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51" name="Google Shape;105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2" name="Google Shape;1052;g2c186218c5a_0_149"/>
          <p:cNvPicPr preferRelativeResize="0"/>
          <p:nvPr/>
        </p:nvPicPr>
        <p:blipFill rotWithShape="1">
          <a:blip r:embed="rId3">
            <a:alphaModFix/>
          </a:blip>
          <a:srcRect/>
          <a:stretch/>
        </p:blipFill>
        <p:spPr>
          <a:xfrm>
            <a:off x="2753052" y="1962801"/>
            <a:ext cx="1740570" cy="2426701"/>
          </a:xfrm>
          <a:prstGeom prst="rect">
            <a:avLst/>
          </a:prstGeom>
          <a:noFill/>
          <a:ln>
            <a:noFill/>
          </a:ln>
          <a:effectLst>
            <a:outerShdw blurRad="85725" dist="19050" dir="5400000" algn="bl" rotWithShape="0">
              <a:srgbClr val="000000">
                <a:alpha val="20000"/>
              </a:srgbClr>
            </a:outerShdw>
          </a:effectLst>
        </p:spPr>
      </p:pic>
      <p:sp>
        <p:nvSpPr>
          <p:cNvPr id="1053" name="Google Shape;105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54" name="Google Shape;1054;g2c186218c5a_0_149"/>
          <p:cNvPicPr preferRelativeResize="0"/>
          <p:nvPr/>
        </p:nvPicPr>
        <p:blipFill rotWithShape="1">
          <a:blip r:embed="rId4">
            <a:alphaModFix/>
          </a:blip>
          <a:srcRect/>
          <a:stretch/>
        </p:blipFill>
        <p:spPr>
          <a:xfrm>
            <a:off x="855725" y="1962801"/>
            <a:ext cx="1740570" cy="2426701"/>
          </a:xfrm>
          <a:prstGeom prst="rect">
            <a:avLst/>
          </a:prstGeom>
          <a:noFill/>
          <a:ln>
            <a:noFill/>
          </a:ln>
          <a:effectLst>
            <a:outerShdw blurRad="85725" dist="19050" dir="5400000" algn="bl" rotWithShape="0">
              <a:srgbClr val="000000">
                <a:alpha val="20000"/>
              </a:srgbClr>
            </a:outerShdw>
          </a:effectLst>
        </p:spPr>
      </p:pic>
      <p:pic>
        <p:nvPicPr>
          <p:cNvPr id="1055" name="Google Shape;1055;g2c186218c5a_0_149"/>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1056" name="Google Shape;1056;g2c186218c5a_0_149"/>
          <p:cNvPicPr preferRelativeResize="0"/>
          <p:nvPr/>
        </p:nvPicPr>
        <p:blipFill rotWithShape="1">
          <a:blip r:embed="rId6">
            <a:alphaModFix/>
          </a:blip>
          <a:srcRect l="228" r="228"/>
          <a:stretch/>
        </p:blipFill>
        <p:spPr>
          <a:xfrm>
            <a:off x="6547705" y="1962801"/>
            <a:ext cx="1740570" cy="2426700"/>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6b641b03cd_0_301"/>
          <p:cNvSpPr txBox="1">
            <a:spLocks noGrp="1"/>
          </p:cNvSpPr>
          <p:nvPr>
            <p:ph type="title"/>
          </p:nvPr>
        </p:nvSpPr>
        <p:spPr>
          <a:xfrm>
            <a:off x="945650" y="5568500"/>
            <a:ext cx="72525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3" name="Google Shape;106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64" name="Google Shape;1064;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5" name="Google Shape;106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6b641b03cd_0_308"/>
          <p:cNvSpPr txBox="1">
            <a:spLocks noGrp="1"/>
          </p:cNvSpPr>
          <p:nvPr>
            <p:ph type="title"/>
          </p:nvPr>
        </p:nvSpPr>
        <p:spPr>
          <a:xfrm>
            <a:off x="995750" y="5568500"/>
            <a:ext cx="7152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2" name="Google Shape;107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1073" name="Google Shape;1073;g26b641b03cd_0_308"/>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4" name="Google Shape;107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81" name="Google Shape;108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82" name="Google Shape;1082;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83" name="Google Shape;1083;g26b641b03cd_0_315"/>
          <p:cNvPicPr preferRelativeResize="0"/>
          <p:nvPr/>
        </p:nvPicPr>
        <p:blipFill rotWithShape="1">
          <a:blip r:embed="rId3">
            <a:alphaModFix/>
          </a:blip>
          <a:srcRect t="89" b="99"/>
          <a:stretch/>
        </p:blipFill>
        <p:spPr>
          <a:xfrm>
            <a:off x="1721375" y="1112025"/>
            <a:ext cx="2666085" cy="2000525"/>
          </a:xfrm>
          <a:prstGeom prst="rect">
            <a:avLst/>
          </a:prstGeom>
          <a:noFill/>
          <a:ln>
            <a:noFill/>
          </a:ln>
          <a:effectLst>
            <a:outerShdw blurRad="57150" dist="19050" dir="5400000" algn="bl" rotWithShape="0">
              <a:srgbClr val="000000">
                <a:alpha val="20000"/>
              </a:srgbClr>
            </a:outerShdw>
          </a:effectLst>
        </p:spPr>
      </p:pic>
      <p:pic>
        <p:nvPicPr>
          <p:cNvPr id="1084" name="Google Shape;1084;g26b641b03cd_0_315"/>
          <p:cNvPicPr preferRelativeResize="0"/>
          <p:nvPr/>
        </p:nvPicPr>
        <p:blipFill rotWithShape="1">
          <a:blip r:embed="rId4">
            <a:alphaModFix/>
          </a:blip>
          <a:srcRect/>
          <a:stretch/>
        </p:blipFill>
        <p:spPr>
          <a:xfrm>
            <a:off x="4756540" y="1112025"/>
            <a:ext cx="2666085" cy="2000525"/>
          </a:xfrm>
          <a:prstGeom prst="rect">
            <a:avLst/>
          </a:prstGeom>
          <a:noFill/>
          <a:ln>
            <a:noFill/>
          </a:ln>
          <a:effectLst>
            <a:outerShdw blurRad="57150" dist="19050" dir="5400000" algn="bl" rotWithShape="0">
              <a:srgbClr val="000000">
                <a:alpha val="20000"/>
              </a:srgbClr>
            </a:outerShdw>
          </a:effectLst>
        </p:spPr>
      </p:pic>
      <p:pic>
        <p:nvPicPr>
          <p:cNvPr id="1085" name="Google Shape;1085;g26b641b03cd_0_315"/>
          <p:cNvPicPr preferRelativeResize="0"/>
          <p:nvPr/>
        </p:nvPicPr>
        <p:blipFill rotWithShape="1">
          <a:blip r:embed="rId5">
            <a:alphaModFix/>
          </a:blip>
          <a:srcRect t="89" b="99"/>
          <a:stretch/>
        </p:blipFill>
        <p:spPr>
          <a:xfrm>
            <a:off x="3238962" y="3270731"/>
            <a:ext cx="2666076" cy="200051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092" name="Google Shape;1092;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sp>
        <p:nvSpPr>
          <p:cNvPr id="1093" name="Google Shape;1093;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94" name="Google Shape;1094;g26b641b03cd_1_0"/>
          <p:cNvPicPr preferRelativeResize="0"/>
          <p:nvPr/>
        </p:nvPicPr>
        <p:blipFill rotWithShape="1">
          <a:blip r:embed="rId3">
            <a:alphaModFix/>
          </a:blip>
          <a:srcRect t="19" b="29"/>
          <a:stretch/>
        </p:blipFill>
        <p:spPr>
          <a:xfrm>
            <a:off x="1721375" y="1112025"/>
            <a:ext cx="2666084" cy="2000525"/>
          </a:xfrm>
          <a:prstGeom prst="rect">
            <a:avLst/>
          </a:prstGeom>
          <a:noFill/>
          <a:ln>
            <a:noFill/>
          </a:ln>
          <a:effectLst>
            <a:outerShdw blurRad="57150" dist="19050" dir="5400000" algn="bl" rotWithShape="0">
              <a:srgbClr val="000000">
                <a:alpha val="20000"/>
              </a:srgbClr>
            </a:outerShdw>
          </a:effectLst>
        </p:spPr>
      </p:pic>
      <p:pic>
        <p:nvPicPr>
          <p:cNvPr id="1095" name="Google Shape;1095;g26b641b03cd_1_0"/>
          <p:cNvPicPr preferRelativeResize="0"/>
          <p:nvPr/>
        </p:nvPicPr>
        <p:blipFill rotWithShape="1">
          <a:blip r:embed="rId4">
            <a:alphaModFix/>
          </a:blip>
          <a:srcRect l="69" r="69"/>
          <a:stretch/>
        </p:blipFill>
        <p:spPr>
          <a:xfrm>
            <a:off x="4756540" y="1112025"/>
            <a:ext cx="2666084" cy="2000525"/>
          </a:xfrm>
          <a:prstGeom prst="rect">
            <a:avLst/>
          </a:prstGeom>
          <a:noFill/>
          <a:ln>
            <a:noFill/>
          </a:ln>
          <a:effectLst>
            <a:outerShdw blurRad="57150" dist="19050" dir="5400000" algn="bl" rotWithShape="0">
              <a:srgbClr val="000000">
                <a:alpha val="20000"/>
              </a:srgbClr>
            </a:outerShdw>
          </a:effectLst>
        </p:spPr>
      </p:pic>
      <p:pic>
        <p:nvPicPr>
          <p:cNvPr id="1096" name="Google Shape;1096;g26b641b03cd_1_0"/>
          <p:cNvPicPr preferRelativeResize="0"/>
          <p:nvPr/>
        </p:nvPicPr>
        <p:blipFill rotWithShape="1">
          <a:blip r:embed="rId5">
            <a:alphaModFix/>
          </a:blip>
          <a:srcRect t="19" b="29"/>
          <a:stretch/>
        </p:blipFill>
        <p:spPr>
          <a:xfrm>
            <a:off x="3238962" y="3270731"/>
            <a:ext cx="2666077" cy="2000518"/>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pic>
        <p:nvPicPr>
          <p:cNvPr id="1102" name="Google Shape;1102;g2c186218c5a_0_118"/>
          <p:cNvPicPr preferRelativeResize="0"/>
          <p:nvPr/>
        </p:nvPicPr>
        <p:blipFill rotWithShape="1">
          <a:blip r:embed="rId3">
            <a:alphaModFix/>
          </a:blip>
          <a:srcRect l="79" r="79"/>
          <a:stretch/>
        </p:blipFill>
        <p:spPr>
          <a:xfrm rot="-467347">
            <a:off x="969125" y="2876537"/>
            <a:ext cx="880698" cy="1246576"/>
          </a:xfrm>
          <a:prstGeom prst="rect">
            <a:avLst/>
          </a:prstGeom>
          <a:noFill/>
          <a:ln>
            <a:noFill/>
          </a:ln>
        </p:spPr>
      </p:pic>
      <p:sp>
        <p:nvSpPr>
          <p:cNvPr id="1103" name="Google Shape;1103;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Sorting with Feely bags - </a:t>
            </a:r>
            <a:r>
              <a:rPr lang="en-US">
                <a:solidFill>
                  <a:srgbClr val="8DC63F"/>
                </a:solidFill>
              </a:rPr>
              <a:t>e u r</a:t>
            </a:r>
            <a:r>
              <a:rPr lang="en-US"/>
              <a:t>; Have children sort objects beginning with the letter sounds into the correct bags.</a:t>
            </a:r>
            <a:endParaRPr/>
          </a:p>
        </p:txBody>
      </p:sp>
      <p:pic>
        <p:nvPicPr>
          <p:cNvPr id="1104" name="Google Shape;1104;g2c186218c5a_0_118"/>
          <p:cNvPicPr preferRelativeResize="0"/>
          <p:nvPr/>
        </p:nvPicPr>
        <p:blipFill rotWithShape="1">
          <a:blip r:embed="rId4">
            <a:alphaModFix/>
          </a:blip>
          <a:srcRect/>
          <a:stretch/>
        </p:blipFill>
        <p:spPr>
          <a:xfrm rot="730911">
            <a:off x="669553" y="3312099"/>
            <a:ext cx="1567899" cy="1577920"/>
          </a:xfrm>
          <a:prstGeom prst="rect">
            <a:avLst/>
          </a:prstGeom>
          <a:noFill/>
          <a:ln>
            <a:noFill/>
          </a:ln>
        </p:spPr>
      </p:pic>
      <p:pic>
        <p:nvPicPr>
          <p:cNvPr id="1105" name="Google Shape;1105;g2c186218c5a_0_118"/>
          <p:cNvPicPr preferRelativeResize="0"/>
          <p:nvPr/>
        </p:nvPicPr>
        <p:blipFill rotWithShape="1">
          <a:blip r:embed="rId4">
            <a:alphaModFix/>
          </a:blip>
          <a:srcRect/>
          <a:stretch/>
        </p:blipFill>
        <p:spPr>
          <a:xfrm rot="-713345" flipH="1">
            <a:off x="2508351" y="3026001"/>
            <a:ext cx="1567902" cy="1577922"/>
          </a:xfrm>
          <a:prstGeom prst="rect">
            <a:avLst/>
          </a:prstGeom>
          <a:noFill/>
          <a:ln>
            <a:noFill/>
          </a:ln>
        </p:spPr>
      </p:pic>
      <p:pic>
        <p:nvPicPr>
          <p:cNvPr id="1106" name="Google Shape;1106;g2c186218c5a_0_118"/>
          <p:cNvPicPr preferRelativeResize="0"/>
          <p:nvPr/>
        </p:nvPicPr>
        <p:blipFill rotWithShape="1">
          <a:blip r:embed="rId5">
            <a:alphaModFix/>
          </a:blip>
          <a:srcRect l="19" r="29"/>
          <a:stretch/>
        </p:blipFill>
        <p:spPr>
          <a:xfrm rot="917645">
            <a:off x="2182103" y="1956424"/>
            <a:ext cx="880698" cy="1246576"/>
          </a:xfrm>
          <a:prstGeom prst="rect">
            <a:avLst/>
          </a:prstGeom>
          <a:noFill/>
          <a:ln>
            <a:noFill/>
          </a:ln>
        </p:spPr>
      </p:pic>
      <p:pic>
        <p:nvPicPr>
          <p:cNvPr id="1107" name="Google Shape;1107;g2c186218c5a_0_118"/>
          <p:cNvPicPr preferRelativeResize="0"/>
          <p:nvPr/>
        </p:nvPicPr>
        <p:blipFill rotWithShape="1">
          <a:blip r:embed="rId6">
            <a:alphaModFix/>
          </a:blip>
          <a:srcRect/>
          <a:stretch/>
        </p:blipFill>
        <p:spPr>
          <a:xfrm rot="1652504" flipH="1">
            <a:off x="3017031" y="2624851"/>
            <a:ext cx="629575" cy="558300"/>
          </a:xfrm>
          <a:prstGeom prst="rect">
            <a:avLst/>
          </a:prstGeom>
          <a:noFill/>
          <a:ln>
            <a:noFill/>
          </a:ln>
        </p:spPr>
      </p:pic>
      <p:sp>
        <p:nvSpPr>
          <p:cNvPr id="1108" name="Google Shape;1108;g2c186218c5a_0_118"/>
          <p:cNvSpPr txBox="1">
            <a:spLocks noGrp="1"/>
          </p:cNvSpPr>
          <p:nvPr>
            <p:ph type="title" idx="4294967295"/>
          </p:nvPr>
        </p:nvSpPr>
        <p:spPr>
          <a:xfrm rot="667673">
            <a:off x="1081589" y="4044990"/>
            <a:ext cx="425908" cy="48338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5000">
                <a:solidFill>
                  <a:srgbClr val="FFFFFF"/>
                </a:solidFill>
                <a:latin typeface="Jost"/>
                <a:ea typeface="Jost"/>
                <a:cs typeface="Jost"/>
                <a:sym typeface="Jost"/>
              </a:rPr>
              <a:t>?</a:t>
            </a:r>
            <a:endParaRPr sz="5000">
              <a:solidFill>
                <a:srgbClr val="FFFFFF"/>
              </a:solidFill>
              <a:latin typeface="Jost"/>
              <a:ea typeface="Jost"/>
              <a:cs typeface="Jost"/>
              <a:sym typeface="Jost"/>
            </a:endParaRPr>
          </a:p>
        </p:txBody>
      </p:sp>
      <p:sp>
        <p:nvSpPr>
          <p:cNvPr id="1109" name="Google Shape;1109;g2c186218c5a_0_118"/>
          <p:cNvSpPr txBox="1">
            <a:spLocks noGrp="1"/>
          </p:cNvSpPr>
          <p:nvPr>
            <p:ph type="title" idx="4294967295"/>
          </p:nvPr>
        </p:nvSpPr>
        <p:spPr>
          <a:xfrm rot="-749364">
            <a:off x="3173911" y="3791863"/>
            <a:ext cx="425878" cy="48337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sz="4000">
                <a:solidFill>
                  <a:srgbClr val="FFFFFF"/>
                </a:solidFill>
              </a:rPr>
              <a:t>?</a:t>
            </a:r>
            <a:endParaRPr sz="4000">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4"/>
        <p:cNvGrpSpPr/>
        <p:nvPr/>
      </p:nvGrpSpPr>
      <p:grpSpPr>
        <a:xfrm>
          <a:off x="0" y="0"/>
          <a:ext cx="0" cy="0"/>
          <a:chOff x="0" y="0"/>
          <a:chExt cx="0" cy="0"/>
        </a:xfrm>
      </p:grpSpPr>
      <p:pic>
        <p:nvPicPr>
          <p:cNvPr id="1115" name="Google Shape;1115;g26bb012a803_0_0"/>
          <p:cNvPicPr preferRelativeResize="0"/>
          <p:nvPr/>
        </p:nvPicPr>
        <p:blipFill rotWithShape="1">
          <a:blip r:embed="rId3">
            <a:alphaModFix/>
          </a:blip>
          <a:srcRect l="524" r="524"/>
          <a:stretch/>
        </p:blipFill>
        <p:spPr>
          <a:xfrm>
            <a:off x="4392597" y="2697413"/>
            <a:ext cx="3906212" cy="2453951"/>
          </a:xfrm>
          <a:prstGeom prst="rect">
            <a:avLst/>
          </a:prstGeom>
          <a:noFill/>
          <a:ln>
            <a:noFill/>
          </a:ln>
        </p:spPr>
      </p:pic>
      <p:pic>
        <p:nvPicPr>
          <p:cNvPr id="1116" name="Google Shape;1116;g26bb012a803_0_0"/>
          <p:cNvPicPr preferRelativeResize="0"/>
          <p:nvPr/>
        </p:nvPicPr>
        <p:blipFill rotWithShape="1">
          <a:blip r:embed="rId4">
            <a:alphaModFix/>
          </a:blip>
          <a:srcRect/>
          <a:stretch/>
        </p:blipFill>
        <p:spPr>
          <a:xfrm>
            <a:off x="879153" y="2714147"/>
            <a:ext cx="3362575" cy="1091031"/>
          </a:xfrm>
          <a:prstGeom prst="rect">
            <a:avLst/>
          </a:prstGeom>
          <a:noFill/>
          <a:ln>
            <a:noFill/>
          </a:ln>
        </p:spPr>
      </p:pic>
      <p:pic>
        <p:nvPicPr>
          <p:cNvPr id="1117" name="Google Shape;1117;g26bb012a803_0_0"/>
          <p:cNvPicPr preferRelativeResize="0"/>
          <p:nvPr/>
        </p:nvPicPr>
        <p:blipFill rotWithShape="1">
          <a:blip r:embed="rId5">
            <a:alphaModFix/>
          </a:blip>
          <a:srcRect l="1085" r="1085"/>
          <a:stretch/>
        </p:blipFill>
        <p:spPr>
          <a:xfrm>
            <a:off x="847178" y="3906426"/>
            <a:ext cx="3529584" cy="11617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535</Words>
  <Application>Microsoft Office PowerPoint</Application>
  <PresentationFormat>On-screen Show (4:3)</PresentationFormat>
  <Paragraphs>182</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Jost</vt:lpstr>
      <vt:lpstr>Calibri</vt:lpstr>
      <vt:lpstr>Nunito Black</vt:lpstr>
      <vt:lpstr>Poppins Medium</vt:lpstr>
      <vt:lpstr>Mulish</vt:lpstr>
      <vt:lpstr>Poppins</vt:lpstr>
      <vt:lpstr>Poppins SemiBold</vt:lpstr>
      <vt:lpstr>Arial</vt:lpstr>
      <vt:lpstr>Office Theme</vt:lpstr>
      <vt:lpstr>PowerPoint Presentation</vt:lpstr>
      <vt:lpstr>PowerPoint Presentation</vt:lpstr>
      <vt:lpstr>PowerPoint Presentation</vt:lpstr>
      <vt:lpstr>PowerPoint Presentation</vt:lpstr>
      <vt:lpstr>PowerPoint Presentation</vt:lpstr>
      <vt:lpstr>Hear Phonemes</vt:lpstr>
      <vt:lpstr>Hear Phonemes</vt:lpstr>
      <vt:lpstr>Review Grapheme Caption</vt:lpstr>
      <vt:lpstr>Review Lowercase Formation</vt:lpstr>
      <vt:lpstr>Explain Decoding</vt:lpstr>
      <vt:lpstr>Spot and Say the Vowel</vt:lpstr>
      <vt:lpstr>Spot and Say the Vowel</vt:lpstr>
      <vt:lpstr>Spot and Say the Vowel</vt:lpstr>
      <vt:lpstr>Spot and Say the Vowel</vt:lpstr>
      <vt:lpstr>Spot and Say the Vowel</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2026-04-24T05:35:13Z</dcterms:modified>
</cp:coreProperties>
</file>