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embeddedFontLst>
    <p:embeddedFont>
      <p:font typeface="Jost" panose="020B0604020202020204" charset="0"/>
      <p:regular r:id="rId28"/>
      <p:bold r:id="rId29"/>
      <p:italic r:id="rId30"/>
      <p:boldItalic r:id="rId31"/>
    </p:embeddedFont>
    <p:embeddedFont>
      <p:font typeface="Nunito Black" pitchFamily="2" charset="0"/>
      <p:bold r:id="rId32"/>
      <p:boldItalic r:id="rId33"/>
    </p:embeddedFont>
    <p:embeddedFont>
      <p:font typeface="Poppins" panose="00000500000000000000" pitchFamily="2" charset="0"/>
      <p:regular r:id="rId34"/>
      <p:bold r:id="rId35"/>
      <p:italic r:id="rId36"/>
      <p:boldItalic r:id="rId37"/>
    </p:embeddedFont>
    <p:embeddedFont>
      <p:font typeface="Poppins Medium" panose="00000600000000000000" pitchFamily="2" charset="0"/>
      <p:regular r:id="rId38"/>
      <p:bold r:id="rId39"/>
      <p:italic r:id="rId40"/>
      <p:boldItalic r:id="rId41"/>
    </p:embeddedFont>
    <p:embeddedFont>
      <p:font typeface="Poppins SemiBold" panose="000007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jWUjuuvlXiWLal1v32AAOwjvxXt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3DAB1F6-BFCA-43D9-9AE1-FD676E6B09F1}">
  <a:tblStyle styleId="{73DAB1F6-BFCA-43D9-9AE1-FD676E6B09F1}"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300" y="-178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14.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2" name="Google Shape;71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3" name="Google Shape;723;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4" name="Google Shape;724;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6" name="Google Shape;746;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7" name="Google Shape;747;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6" name="Google Shape;776;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7" name="Google Shape;777;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1" name="Google Shape;811;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2" name="Google Shape;812;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2" name="Google Shape;832;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3" name="Google Shape;833;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7" name="Google Shape;867;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8" name="Google Shape;868;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7"/>
        <p:cNvGrpSpPr/>
        <p:nvPr/>
      </p:nvGrpSpPr>
      <p:grpSpPr>
        <a:xfrm>
          <a:off x="0" y="0"/>
          <a:ext cx="0" cy="0"/>
          <a:chOff x="0" y="0"/>
          <a:chExt cx="0" cy="0"/>
        </a:xfrm>
      </p:grpSpPr>
      <p:sp>
        <p:nvSpPr>
          <p:cNvPr id="878" name="Google Shape;878;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9" name="Google Shape;879;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0" name="Google Shape;880;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7" name="Google Shape;887;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8" name="Google Shape;888;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6" name="Google Shape;896;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7" name="Google Shape;897;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5" name="Google Shape;905;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6" name="Google Shape;906;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2c4feb0fda9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3" name="Google Shape;913;g2c4feb0fda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4" name="Google Shape;914;g2c4feb0fda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g2d05db57ec6_0_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6" name="Google Shape;946;g2d05db57ec6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7" name="Google Shape;947;g2d05db57ec6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2d05db57ec6_0_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9" name="Google Shape;979;g2d05db57ec6_0_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0" name="Google Shape;980;g2d05db57ec6_0_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2" name="Google Shape;1012;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3" name="Google Shape;1013;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0" name="Google Shape;1020;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1" name="Google Shape;1021;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9" name="Google Shape;1029;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0" name="Google Shape;1030;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8" name="Google Shape;1038;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9" name="Google Shape;1039;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7" name="Google Shape;1047;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8" name="Google Shape;1048;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4"/>
        <p:cNvGrpSpPr/>
        <p:nvPr/>
      </p:nvGrpSpPr>
      <p:grpSpPr>
        <a:xfrm>
          <a:off x="0" y="0"/>
          <a:ext cx="0" cy="0"/>
          <a:chOff x="0" y="0"/>
          <a:chExt cx="0" cy="0"/>
        </a:xfrm>
      </p:grpSpPr>
      <p:sp>
        <p:nvSpPr>
          <p:cNvPr id="1055" name="Google Shape;1055;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6" name="Google Shape;1056;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7" name="Google Shape;1057;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
        <p:cNvGrpSpPr/>
        <p:nvPr/>
      </p:nvGrpSpPr>
      <p:grpSpPr>
        <a:xfrm>
          <a:off x="0" y="0"/>
          <a:ext cx="0" cy="0"/>
          <a:chOff x="0" y="0"/>
          <a:chExt cx="0" cy="0"/>
        </a:xfrm>
      </p:grpSpPr>
      <p:sp>
        <p:nvSpPr>
          <p:cNvPr id="1064" name="Google Shape;1064;g2d05db57ec6_0_8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5" name="Google Shape;1065;g2d05db57ec6_0_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6" name="Google Shape;1066;g2d05db57ec6_0_8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g2d05db57ec6_0_7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4" name="Google Shape;1074;g2d05db57ec6_0_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5" name="Google Shape;1075;g2d05db57ec6_0_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1"/>
        <p:cNvGrpSpPr/>
        <p:nvPr/>
      </p:nvGrpSpPr>
      <p:grpSpPr>
        <a:xfrm>
          <a:off x="0" y="0"/>
          <a:ext cx="0" cy="0"/>
          <a:chOff x="0" y="0"/>
          <a:chExt cx="0" cy="0"/>
        </a:xfrm>
      </p:grpSpPr>
      <p:sp>
        <p:nvSpPr>
          <p:cNvPr id="1082" name="Google Shape;1082;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3" name="Google Shape;1083;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4" name="Google Shape;1084;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0"/>
        <p:cNvGrpSpPr/>
        <p:nvPr/>
      </p:nvGrpSpPr>
      <p:grpSpPr>
        <a:xfrm>
          <a:off x="0" y="0"/>
          <a:ext cx="0" cy="0"/>
          <a:chOff x="0" y="0"/>
          <a:chExt cx="0" cy="0"/>
        </a:xfrm>
      </p:grpSpPr>
      <p:sp>
        <p:nvSpPr>
          <p:cNvPr id="1091" name="Google Shape;1091;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2" name="Google Shape;1092;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3" name="Google Shape;1093;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9"/>
        <p:cNvGrpSpPr/>
        <p:nvPr/>
      </p:nvGrpSpPr>
      <p:grpSpPr>
        <a:xfrm>
          <a:off x="0" y="0"/>
          <a:ext cx="0" cy="0"/>
          <a:chOff x="0" y="0"/>
          <a:chExt cx="0" cy="0"/>
        </a:xfrm>
      </p:grpSpPr>
      <p:sp>
        <p:nvSpPr>
          <p:cNvPr id="1120" name="Google Shape;1120;g2d05db57ec6_0_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1" name="Google Shape;1121;g2d05db57ec6_0_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2" name="Google Shape;1122;g2d05db57ec6_0_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2358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5" name="Google Shape;45;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6" name="Google Shape;46;p15"/>
          <p:cNvGrpSpPr/>
          <p:nvPr/>
        </p:nvGrpSpPr>
        <p:grpSpPr>
          <a:xfrm>
            <a:off x="357775" y="5983875"/>
            <a:ext cx="586800" cy="571500"/>
            <a:chOff x="662575" y="6212475"/>
            <a:chExt cx="586800" cy="571500"/>
          </a:xfrm>
        </p:grpSpPr>
        <p:sp>
          <p:nvSpPr>
            <p:cNvPr id="47" name="Google Shape;47;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 name="Google Shape;49;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 name="Google Shape;50;p15"/>
          <p:cNvGrpSpPr/>
          <p:nvPr/>
        </p:nvGrpSpPr>
        <p:grpSpPr>
          <a:xfrm>
            <a:off x="8199150" y="5983875"/>
            <a:ext cx="586800" cy="571500"/>
            <a:chOff x="7894350" y="6212475"/>
            <a:chExt cx="586800" cy="571500"/>
          </a:xfrm>
        </p:grpSpPr>
        <p:sp>
          <p:nvSpPr>
            <p:cNvPr id="51" name="Google Shape;51;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 name="Google Shape;54;p15"/>
          <p:cNvSpPr txBox="1"/>
          <p:nvPr/>
        </p:nvSpPr>
        <p:spPr>
          <a:xfrm>
            <a:off x="856314" y="22006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55" name="Google Shape;55;p15"/>
          <p:cNvCxnSpPr/>
          <p:nvPr/>
        </p:nvCxnSpPr>
        <p:spPr>
          <a:xfrm>
            <a:off x="865586" y="33831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6" name="Google Shape;56;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7" name="Google Shape;57;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grpSp>
        <p:nvGrpSpPr>
          <p:cNvPr id="58" name="Google Shape;58;p15"/>
          <p:cNvGrpSpPr/>
          <p:nvPr/>
        </p:nvGrpSpPr>
        <p:grpSpPr>
          <a:xfrm>
            <a:off x="-36800" y="-52000"/>
            <a:ext cx="9236100" cy="543750"/>
            <a:chOff x="-36800" y="-52000"/>
            <a:chExt cx="9236100" cy="543750"/>
          </a:xfrm>
        </p:grpSpPr>
        <p:sp>
          <p:nvSpPr>
            <p:cNvPr id="59" name="Google Shape;59;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0" name="Google Shape;60;p15"/>
            <p:cNvGrpSpPr/>
            <p:nvPr/>
          </p:nvGrpSpPr>
          <p:grpSpPr>
            <a:xfrm>
              <a:off x="3235760" y="88250"/>
              <a:ext cx="1337400" cy="403500"/>
              <a:chOff x="565600" y="88250"/>
              <a:chExt cx="1337400" cy="403500"/>
            </a:xfrm>
          </p:grpSpPr>
          <p:sp>
            <p:nvSpPr>
              <p:cNvPr id="61" name="Google Shape;61;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2" name="Google Shape;62;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3" name="Google Shape;63;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4"/>
        <p:cNvGrpSpPr/>
        <p:nvPr/>
      </p:nvGrpSpPr>
      <p:grpSpPr>
        <a:xfrm>
          <a:off x="0" y="0"/>
          <a:ext cx="0" cy="0"/>
          <a:chOff x="0" y="0"/>
          <a:chExt cx="0" cy="0"/>
        </a:xfrm>
      </p:grpSpPr>
      <p:sp>
        <p:nvSpPr>
          <p:cNvPr id="75" name="Google Shape;75;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7" name="Google Shape;77;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8" name="Google Shape;78;g26b641b03cd_1_92"/>
          <p:cNvGrpSpPr/>
          <p:nvPr/>
        </p:nvGrpSpPr>
        <p:grpSpPr>
          <a:xfrm>
            <a:off x="357775" y="5983875"/>
            <a:ext cx="586800" cy="571500"/>
            <a:chOff x="662575" y="6212475"/>
            <a:chExt cx="586800" cy="571500"/>
          </a:xfrm>
        </p:grpSpPr>
        <p:sp>
          <p:nvSpPr>
            <p:cNvPr id="79" name="Google Shape;79;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 name="Google Shape;80;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2" name="Google Shape;82;g26b641b03cd_1_92"/>
          <p:cNvGrpSpPr/>
          <p:nvPr/>
        </p:nvGrpSpPr>
        <p:grpSpPr>
          <a:xfrm>
            <a:off x="8199150" y="5983875"/>
            <a:ext cx="586800" cy="571500"/>
            <a:chOff x="7894350" y="6212475"/>
            <a:chExt cx="586800" cy="571500"/>
          </a:xfrm>
        </p:grpSpPr>
        <p:sp>
          <p:nvSpPr>
            <p:cNvPr id="83" name="Google Shape;83;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 name="Google Shape;84;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6" name="Google Shape;86;g26b641b03cd_1_92"/>
          <p:cNvGrpSpPr/>
          <p:nvPr/>
        </p:nvGrpSpPr>
        <p:grpSpPr>
          <a:xfrm>
            <a:off x="-36800" y="-52000"/>
            <a:ext cx="9236100" cy="543750"/>
            <a:chOff x="-36800" y="-52000"/>
            <a:chExt cx="9236100" cy="543750"/>
          </a:xfrm>
        </p:grpSpPr>
        <p:sp>
          <p:nvSpPr>
            <p:cNvPr id="87" name="Google Shape;87;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8" name="Google Shape;88;g26b641b03cd_1_92"/>
            <p:cNvGrpSpPr/>
            <p:nvPr/>
          </p:nvGrpSpPr>
          <p:grpSpPr>
            <a:xfrm>
              <a:off x="3235760" y="88250"/>
              <a:ext cx="1337400" cy="403500"/>
              <a:chOff x="565600" y="88250"/>
              <a:chExt cx="1337400" cy="403500"/>
            </a:xfrm>
          </p:grpSpPr>
          <p:sp>
            <p:nvSpPr>
              <p:cNvPr id="89" name="Google Shape;89;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0" name="Google Shape;90;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1" name="Google Shape;91;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2"/>
        <p:cNvGrpSpPr/>
        <p:nvPr/>
      </p:nvGrpSpPr>
      <p:grpSpPr>
        <a:xfrm>
          <a:off x="0" y="0"/>
          <a:ext cx="0" cy="0"/>
          <a:chOff x="0" y="0"/>
          <a:chExt cx="0" cy="0"/>
        </a:xfrm>
      </p:grpSpPr>
      <p:sp>
        <p:nvSpPr>
          <p:cNvPr id="103" name="Google Shape;103;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 name="Google Shape;104;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5" name="Google Shape;105;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 name="Google Shape;106;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 name="Google Shape;107;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 name="Google Shape;109;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CCVC ('sl' 'fl' 'cl')</a:t>
            </a:r>
            <a:endParaRPr sz="1800" b="0" i="0" u="none" strike="noStrike" cap="none">
              <a:solidFill>
                <a:srgbClr val="FFFFFF"/>
              </a:solidFill>
              <a:latin typeface="Poppins SemiBold"/>
              <a:ea typeface="Poppins SemiBold"/>
              <a:cs typeface="Poppins SemiBold"/>
              <a:sym typeface="Poppins SemiBold"/>
            </a:endParaRPr>
          </a:p>
        </p:txBody>
      </p:sp>
      <p:sp>
        <p:nvSpPr>
          <p:cNvPr id="110" name="Google Shape;110;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Week 3 - Tuesday</a:t>
            </a:r>
            <a:endParaRPr sz="1800" b="0" i="0" u="none" strike="noStrike" cap="none">
              <a:solidFill>
                <a:srgbClr val="8DC63F"/>
              </a:solidFill>
              <a:latin typeface="Poppins Medium"/>
              <a:ea typeface="Poppins Medium"/>
              <a:cs typeface="Poppins Medium"/>
              <a:sym typeface="Poppins Medium"/>
            </a:endParaRPr>
          </a:p>
        </p:txBody>
      </p:sp>
      <p:sp>
        <p:nvSpPr>
          <p:cNvPr id="111" name="Google Shape;111;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Lesson 12</a:t>
            </a:r>
            <a:endParaRPr sz="18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13" name="Google Shape;113;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4" name="Google Shape;114;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5" name="Google Shape;115;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6" name="Google Shape;116;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7" name="Google Shape;117;g26b641b03cd_0_33"/>
          <p:cNvGrpSpPr/>
          <p:nvPr/>
        </p:nvGrpSpPr>
        <p:grpSpPr>
          <a:xfrm>
            <a:off x="662575" y="6212475"/>
            <a:ext cx="586800" cy="571500"/>
            <a:chOff x="662575" y="6212475"/>
            <a:chExt cx="586800" cy="571500"/>
          </a:xfrm>
        </p:grpSpPr>
        <p:sp>
          <p:nvSpPr>
            <p:cNvPr id="118" name="Google Shape;118;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1" name="Google Shape;121;g26b641b03cd_0_33"/>
          <p:cNvGrpSpPr/>
          <p:nvPr/>
        </p:nvGrpSpPr>
        <p:grpSpPr>
          <a:xfrm>
            <a:off x="7894350" y="6212475"/>
            <a:ext cx="586800" cy="571500"/>
            <a:chOff x="7894350" y="6212475"/>
            <a:chExt cx="586800" cy="571500"/>
          </a:xfrm>
        </p:grpSpPr>
        <p:sp>
          <p:nvSpPr>
            <p:cNvPr id="122" name="Google Shape;122;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750"/>
            <a:chOff x="-36800" y="-52000"/>
            <a:chExt cx="9236100" cy="54375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3235760" y="8825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75" name="Google Shape;175;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89" name="Google Shape;18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0" name="Google Shape;190;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 name="Google Shape;191;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3" name="Google Shape;193;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94" name="Google Shape;194;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199" name="Google Shape;19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00" name="Google Shape;20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1" name="Google Shape;20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2" name="Google Shape;20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3" name="Google Shape;20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4" name="Google Shape;20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5" name="Google Shape;20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7" name="Google Shape;20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8" name="Google Shape;20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0" name="Google Shape;22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1" name="Google Shape;221;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5" name="Google Shape;22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6" name="Google Shape;22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9" name="Google Shape;22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30" name="Google Shape;23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5" name="Google Shape;255;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6" name="Google Shape;256;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8" name="Google Shape;258;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59" name="Google Shape;259;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0" name="Google Shape;260;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1" name="Google Shape;261;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2" name="Google Shape;262;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3" name="Google Shape;263;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7" name="Google Shape;267;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8" name="Google Shape;268;g2c157a2fb06_0_53"/>
          <p:cNvGrpSpPr/>
          <p:nvPr/>
        </p:nvGrpSpPr>
        <p:grpSpPr>
          <a:xfrm>
            <a:off x="1403031" y="6958923"/>
            <a:ext cx="6774848" cy="1291477"/>
            <a:chOff x="717231" y="7263723"/>
            <a:chExt cx="6774848" cy="1291477"/>
          </a:xfrm>
        </p:grpSpPr>
        <p:sp>
          <p:nvSpPr>
            <p:cNvPr id="269" name="Google Shape;269;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0" name="Google Shape;270;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7" name="Google Shape;277;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0" name="Google Shape;280;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1" name="Google Shape;281;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2" name="Google Shape;282;g2c157a2fb06_0_53"/>
          <p:cNvGrpSpPr/>
          <p:nvPr/>
        </p:nvGrpSpPr>
        <p:grpSpPr>
          <a:xfrm>
            <a:off x="662575" y="6212475"/>
            <a:ext cx="586800" cy="571500"/>
            <a:chOff x="662575" y="6212475"/>
            <a:chExt cx="586800" cy="571500"/>
          </a:xfrm>
        </p:grpSpPr>
        <p:sp>
          <p:nvSpPr>
            <p:cNvPr id="283" name="Google Shape;283;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6" name="Google Shape;286;g2c157a2fb06_0_53"/>
          <p:cNvGrpSpPr/>
          <p:nvPr/>
        </p:nvGrpSpPr>
        <p:grpSpPr>
          <a:xfrm>
            <a:off x="7894350" y="6212475"/>
            <a:ext cx="586800" cy="571500"/>
            <a:chOff x="7894350" y="6212475"/>
            <a:chExt cx="586800" cy="571500"/>
          </a:xfrm>
        </p:grpSpPr>
        <p:sp>
          <p:nvSpPr>
            <p:cNvPr id="287" name="Google Shape;287;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0"/>
        <p:cNvGrpSpPr/>
        <p:nvPr/>
      </p:nvGrpSpPr>
      <p:grpSpPr>
        <a:xfrm>
          <a:off x="0" y="0"/>
          <a:ext cx="0" cy="0"/>
          <a:chOff x="0" y="0"/>
          <a:chExt cx="0" cy="0"/>
        </a:xfrm>
      </p:grpSpPr>
      <p:sp>
        <p:nvSpPr>
          <p:cNvPr id="291" name="Google Shape;291;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3" name="Google Shape;29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4" name="Google Shape;294;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01" name="Google Shape;301;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3" name="Google Shape;30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04" name="Google Shape;304;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5" name="Google Shape;305;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0" name="Google Shape;310;g2c157a2fb06_0_158"/>
          <p:cNvGrpSpPr/>
          <p:nvPr/>
        </p:nvGrpSpPr>
        <p:grpSpPr>
          <a:xfrm>
            <a:off x="662575" y="6212475"/>
            <a:ext cx="586800" cy="571500"/>
            <a:chOff x="662575" y="6212475"/>
            <a:chExt cx="586800" cy="571500"/>
          </a:xfrm>
        </p:grpSpPr>
        <p:sp>
          <p:nvSpPr>
            <p:cNvPr id="311" name="Google Shape;31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4" name="Google Shape;314;g2c157a2fb06_0_158"/>
          <p:cNvGrpSpPr/>
          <p:nvPr/>
        </p:nvGrpSpPr>
        <p:grpSpPr>
          <a:xfrm>
            <a:off x="7894350" y="6212475"/>
            <a:ext cx="586800" cy="571500"/>
            <a:chOff x="7894350" y="6212475"/>
            <a:chExt cx="586800" cy="571500"/>
          </a:xfrm>
        </p:grpSpPr>
        <p:sp>
          <p:nvSpPr>
            <p:cNvPr id="315" name="Google Shape;31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8"/>
        <p:cNvGrpSpPr/>
        <p:nvPr/>
      </p:nvGrpSpPr>
      <p:grpSpPr>
        <a:xfrm>
          <a:off x="0" y="0"/>
          <a:ext cx="0" cy="0"/>
          <a:chOff x="0" y="0"/>
          <a:chExt cx="0" cy="0"/>
        </a:xfrm>
      </p:grpSpPr>
      <p:sp>
        <p:nvSpPr>
          <p:cNvPr id="319" name="Google Shape;319;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1" name="Google Shape;32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5" name="Google Shape;32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27" name="Google Shape;327;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28" name="Google Shape;328;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9" name="Google Shape;329;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0" name="Google Shape;330;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1" name="Google Shape;331;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2" name="Google Shape;332;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3" name="Google Shape;333;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a:spLocks noGrp="1"/>
          </p:cNvSpPr>
          <p:nvPr>
            <p:ph type="pic" idx="7"/>
          </p:nvPr>
        </p:nvSpPr>
        <p:spPr>
          <a:xfrm>
            <a:off x="5086375" y="4412425"/>
            <a:ext cx="2668800" cy="1291500"/>
          </a:xfrm>
          <a:prstGeom prst="rect">
            <a:avLst/>
          </a:prstGeom>
          <a:noFill/>
          <a:ln>
            <a:noFill/>
          </a:ln>
        </p:spPr>
      </p:sp>
      <p:sp>
        <p:nvSpPr>
          <p:cNvPr id="335" name="Google Shape;335;g2c157a2fb06_0_263"/>
          <p:cNvSpPr>
            <a:spLocks noGrp="1"/>
          </p:cNvSpPr>
          <p:nvPr>
            <p:ph type="pic" idx="8"/>
          </p:nvPr>
        </p:nvSpPr>
        <p:spPr>
          <a:xfrm>
            <a:off x="5086375" y="797675"/>
            <a:ext cx="2668800" cy="1291500"/>
          </a:xfrm>
          <a:prstGeom prst="rect">
            <a:avLst/>
          </a:prstGeom>
          <a:noFill/>
          <a:ln>
            <a:noFill/>
          </a:ln>
        </p:spPr>
      </p:sp>
      <p:sp>
        <p:nvSpPr>
          <p:cNvPr id="336" name="Google Shape;336;g2c157a2fb06_0_263"/>
          <p:cNvSpPr>
            <a:spLocks noGrp="1"/>
          </p:cNvSpPr>
          <p:nvPr>
            <p:ph type="pic" idx="9"/>
          </p:nvPr>
        </p:nvSpPr>
        <p:spPr>
          <a:xfrm>
            <a:off x="5086375" y="2002592"/>
            <a:ext cx="2668800" cy="1291500"/>
          </a:xfrm>
          <a:prstGeom prst="rect">
            <a:avLst/>
          </a:prstGeom>
          <a:noFill/>
          <a:ln>
            <a:noFill/>
          </a:ln>
        </p:spPr>
      </p:sp>
      <p:sp>
        <p:nvSpPr>
          <p:cNvPr id="337" name="Google Shape;337;g2c157a2fb06_0_263"/>
          <p:cNvSpPr>
            <a:spLocks noGrp="1"/>
          </p:cNvSpPr>
          <p:nvPr>
            <p:ph type="pic" idx="13"/>
          </p:nvPr>
        </p:nvSpPr>
        <p:spPr>
          <a:xfrm>
            <a:off x="5086375" y="3207508"/>
            <a:ext cx="2668800" cy="1291500"/>
          </a:xfrm>
          <a:prstGeom prst="rect">
            <a:avLst/>
          </a:prstGeom>
          <a:noFill/>
          <a:ln>
            <a:noFill/>
          </a:ln>
        </p:spPr>
      </p:sp>
      <p:sp>
        <p:nvSpPr>
          <p:cNvPr id="338" name="Google Shape;338;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9" name="Google Shape;33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1" name="Google Shape;341;g2c157a2fb06_0_263"/>
          <p:cNvGrpSpPr/>
          <p:nvPr/>
        </p:nvGrpSpPr>
        <p:grpSpPr>
          <a:xfrm>
            <a:off x="662575" y="6212475"/>
            <a:ext cx="586800" cy="571500"/>
            <a:chOff x="662575" y="6212475"/>
            <a:chExt cx="586800" cy="571500"/>
          </a:xfrm>
        </p:grpSpPr>
        <p:sp>
          <p:nvSpPr>
            <p:cNvPr id="342" name="Google Shape;34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5" name="Google Shape;345;g2c157a2fb06_0_263"/>
          <p:cNvGrpSpPr/>
          <p:nvPr/>
        </p:nvGrpSpPr>
        <p:grpSpPr>
          <a:xfrm>
            <a:off x="7894350" y="6212475"/>
            <a:ext cx="586800" cy="571500"/>
            <a:chOff x="7894350" y="6212475"/>
            <a:chExt cx="586800" cy="571500"/>
          </a:xfrm>
        </p:grpSpPr>
        <p:sp>
          <p:nvSpPr>
            <p:cNvPr id="346" name="Google Shape;34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9"/>
        <p:cNvGrpSpPr/>
        <p:nvPr/>
      </p:nvGrpSpPr>
      <p:grpSpPr>
        <a:xfrm>
          <a:off x="0" y="0"/>
          <a:ext cx="0" cy="0"/>
          <a:chOff x="0" y="0"/>
          <a:chExt cx="0" cy="0"/>
        </a:xfrm>
      </p:grpSpPr>
      <p:sp>
        <p:nvSpPr>
          <p:cNvPr id="350" name="Google Shape;350;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7" name="Google Shape;35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8" name="Google Shape;35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9" name="Google Shape;35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0" name="Google Shape;360;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1" name="Google Shape;36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65" name="Google Shape;36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7" name="Google Shape;367;g2c157a2fb06_0_467"/>
          <p:cNvGrpSpPr/>
          <p:nvPr/>
        </p:nvGrpSpPr>
        <p:grpSpPr>
          <a:xfrm>
            <a:off x="662575" y="6212475"/>
            <a:ext cx="586800" cy="571500"/>
            <a:chOff x="662575" y="6212475"/>
            <a:chExt cx="586800" cy="571500"/>
          </a:xfrm>
        </p:grpSpPr>
        <p:sp>
          <p:nvSpPr>
            <p:cNvPr id="368" name="Google Shape;36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c157a2fb06_0_467"/>
          <p:cNvGrpSpPr/>
          <p:nvPr/>
        </p:nvGrpSpPr>
        <p:grpSpPr>
          <a:xfrm>
            <a:off x="7894350" y="6212475"/>
            <a:ext cx="586800" cy="571500"/>
            <a:chOff x="7894350" y="6212475"/>
            <a:chExt cx="586800" cy="571500"/>
          </a:xfrm>
        </p:grpSpPr>
        <p:sp>
          <p:nvSpPr>
            <p:cNvPr id="372" name="Google Shape;37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5"/>
        <p:cNvGrpSpPr/>
        <p:nvPr/>
      </p:nvGrpSpPr>
      <p:grpSpPr>
        <a:xfrm>
          <a:off x="0" y="0"/>
          <a:ext cx="0" cy="0"/>
          <a:chOff x="0" y="0"/>
          <a:chExt cx="0" cy="0"/>
        </a:xfrm>
      </p:grpSpPr>
      <p:sp>
        <p:nvSpPr>
          <p:cNvPr id="376" name="Google Shape;376;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3" name="Google Shape;38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4" name="Google Shape;38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5" name="Google Shape;38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6" name="Google Shape;38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89" name="Google Shape;38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390" name="Google Shape;39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2" name="Google Shape;39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3" name="Google Shape;393;g2c157a2fb06_0_629"/>
          <p:cNvGrpSpPr/>
          <p:nvPr/>
        </p:nvGrpSpPr>
        <p:grpSpPr>
          <a:xfrm>
            <a:off x="662575" y="6212475"/>
            <a:ext cx="586800" cy="571500"/>
            <a:chOff x="662575" y="6212475"/>
            <a:chExt cx="586800" cy="571500"/>
          </a:xfrm>
        </p:grpSpPr>
        <p:sp>
          <p:nvSpPr>
            <p:cNvPr id="394" name="Google Shape;39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629"/>
          <p:cNvGrpSpPr/>
          <p:nvPr/>
        </p:nvGrpSpPr>
        <p:grpSpPr>
          <a:xfrm>
            <a:off x="7894350" y="6212475"/>
            <a:ext cx="586800" cy="571500"/>
            <a:chOff x="7894350" y="6212475"/>
            <a:chExt cx="586800" cy="571500"/>
          </a:xfrm>
        </p:grpSpPr>
        <p:sp>
          <p:nvSpPr>
            <p:cNvPr id="398" name="Google Shape;39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1"/>
        <p:cNvGrpSpPr/>
        <p:nvPr/>
      </p:nvGrpSpPr>
      <p:grpSpPr>
        <a:xfrm>
          <a:off x="0" y="0"/>
          <a:ext cx="0" cy="0"/>
          <a:chOff x="0" y="0"/>
          <a:chExt cx="0" cy="0"/>
        </a:xfrm>
      </p:grpSpPr>
      <p:sp>
        <p:nvSpPr>
          <p:cNvPr id="402" name="Google Shape;402;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4" name="Google Shape;40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5" name="Google Shape;405;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09" name="Google Shape;40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0" name="Google Shape;41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18" name="Google Shape;41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798"/>
          <p:cNvGrpSpPr/>
          <p:nvPr/>
        </p:nvGrpSpPr>
        <p:grpSpPr>
          <a:xfrm>
            <a:off x="662575" y="6212475"/>
            <a:ext cx="586800" cy="571500"/>
            <a:chOff x="662575" y="6212475"/>
            <a:chExt cx="586800" cy="571500"/>
          </a:xfrm>
        </p:grpSpPr>
        <p:sp>
          <p:nvSpPr>
            <p:cNvPr id="421" name="Google Shape;42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798"/>
          <p:cNvGrpSpPr/>
          <p:nvPr/>
        </p:nvGrpSpPr>
        <p:grpSpPr>
          <a:xfrm>
            <a:off x="7894350" y="6212475"/>
            <a:ext cx="586800" cy="571500"/>
            <a:chOff x="7894350" y="6212475"/>
            <a:chExt cx="586800" cy="571500"/>
          </a:xfrm>
        </p:grpSpPr>
        <p:sp>
          <p:nvSpPr>
            <p:cNvPr id="425" name="Google Shape;42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8"/>
        <p:cNvGrpSpPr/>
        <p:nvPr/>
      </p:nvGrpSpPr>
      <p:grpSpPr>
        <a:xfrm>
          <a:off x="0" y="0"/>
          <a:ext cx="0" cy="0"/>
          <a:chOff x="0" y="0"/>
          <a:chExt cx="0" cy="0"/>
        </a:xfrm>
      </p:grpSpPr>
      <p:sp>
        <p:nvSpPr>
          <p:cNvPr id="429" name="Google Shape;429;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6" name="Google Shape;436;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7" name="Google Shape;437;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8" name="Google Shape;438;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39" name="Google Shape;439;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0" name="Google Shape;44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1" name="Google Shape;441;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2" name="Google Shape;442;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3" name="Google Shape;44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4" name="Google Shape;44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45" name="Google Shape;44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6" name="Google Shape;44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7" name="Google Shape;447;g2c157a2fb06_0_825"/>
          <p:cNvGrpSpPr/>
          <p:nvPr/>
        </p:nvGrpSpPr>
        <p:grpSpPr>
          <a:xfrm>
            <a:off x="662575" y="6212475"/>
            <a:ext cx="586800" cy="571500"/>
            <a:chOff x="662575" y="6212475"/>
            <a:chExt cx="586800" cy="571500"/>
          </a:xfrm>
        </p:grpSpPr>
        <p:sp>
          <p:nvSpPr>
            <p:cNvPr id="448" name="Google Shape;448;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1" name="Google Shape;451;g2c157a2fb06_0_825"/>
          <p:cNvGrpSpPr/>
          <p:nvPr/>
        </p:nvGrpSpPr>
        <p:grpSpPr>
          <a:xfrm>
            <a:off x="7894350" y="6212475"/>
            <a:ext cx="586800" cy="571500"/>
            <a:chOff x="7894350" y="6212475"/>
            <a:chExt cx="586800" cy="571500"/>
          </a:xfrm>
        </p:grpSpPr>
        <p:sp>
          <p:nvSpPr>
            <p:cNvPr id="452" name="Google Shape;452;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5"/>
        <p:cNvGrpSpPr/>
        <p:nvPr/>
      </p:nvGrpSpPr>
      <p:grpSpPr>
        <a:xfrm>
          <a:off x="0" y="0"/>
          <a:ext cx="0" cy="0"/>
          <a:chOff x="0" y="0"/>
          <a:chExt cx="0" cy="0"/>
        </a:xfrm>
      </p:grpSpPr>
      <p:sp>
        <p:nvSpPr>
          <p:cNvPr id="456" name="Google Shape;456;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8" name="Google Shape;458;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9" name="Google Shape;459;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2" name="Google Shape;462;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63" name="Google Shape;463;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7" name="Google Shape;467;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70" name="Google Shape;470;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1" name="Google Shape;471;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2" name="Google Shape;472;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6" name="Google Shape;476;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8" name="Google Shape;478;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0" name="Google Shape;480;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2" name="Google Shape;482;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4" name="Google Shape;484;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5" name="Google Shape;485;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6" name="Google Shape;486;g2c157a2fb06_0_700"/>
          <p:cNvGrpSpPr/>
          <p:nvPr/>
        </p:nvGrpSpPr>
        <p:grpSpPr>
          <a:xfrm>
            <a:off x="662575" y="6212475"/>
            <a:ext cx="586800" cy="571500"/>
            <a:chOff x="662575" y="6212475"/>
            <a:chExt cx="586800" cy="571500"/>
          </a:xfrm>
        </p:grpSpPr>
        <p:sp>
          <p:nvSpPr>
            <p:cNvPr id="487" name="Google Shape;487;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0" name="Google Shape;490;g2c157a2fb06_0_700"/>
          <p:cNvGrpSpPr/>
          <p:nvPr/>
        </p:nvGrpSpPr>
        <p:grpSpPr>
          <a:xfrm>
            <a:off x="7894350" y="6212475"/>
            <a:ext cx="586800" cy="571500"/>
            <a:chOff x="7894350" y="6212475"/>
            <a:chExt cx="586800" cy="571500"/>
          </a:xfrm>
        </p:grpSpPr>
        <p:sp>
          <p:nvSpPr>
            <p:cNvPr id="491" name="Google Shape;491;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4"/>
        <p:cNvGrpSpPr/>
        <p:nvPr/>
      </p:nvGrpSpPr>
      <p:grpSpPr>
        <a:xfrm>
          <a:off x="0" y="0"/>
          <a:ext cx="0" cy="0"/>
          <a:chOff x="0" y="0"/>
          <a:chExt cx="0" cy="0"/>
        </a:xfrm>
      </p:grpSpPr>
      <p:sp>
        <p:nvSpPr>
          <p:cNvPr id="495" name="Google Shape;495;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7" name="Google Shape;497;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8" name="Google Shape;498;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1" name="Google Shape;50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02" name="Google Shape;502;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3" name="Google Shape;503;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06" name="Google Shape;50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7" name="Google Shape;50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8" name="Google Shape;508;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4" name="Google Shape;514;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5" name="Google Shape;515;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6" name="Google Shape;516;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7" name="Google Shape;517;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5" name="Google Shape;525;g2c157a2fb06_0_932"/>
          <p:cNvGrpSpPr/>
          <p:nvPr/>
        </p:nvGrpSpPr>
        <p:grpSpPr>
          <a:xfrm>
            <a:off x="662575" y="6212475"/>
            <a:ext cx="586800" cy="571500"/>
            <a:chOff x="662575" y="6212475"/>
            <a:chExt cx="586800" cy="571500"/>
          </a:xfrm>
        </p:grpSpPr>
        <p:sp>
          <p:nvSpPr>
            <p:cNvPr id="526" name="Google Shape;526;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7" name="Google Shape;527;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9" name="Google Shape;529;g2c157a2fb06_0_932"/>
          <p:cNvGrpSpPr/>
          <p:nvPr/>
        </p:nvGrpSpPr>
        <p:grpSpPr>
          <a:xfrm>
            <a:off x="7894350" y="6212475"/>
            <a:ext cx="586800" cy="571500"/>
            <a:chOff x="7894350" y="6212475"/>
            <a:chExt cx="586800" cy="571500"/>
          </a:xfrm>
        </p:grpSpPr>
        <p:sp>
          <p:nvSpPr>
            <p:cNvPr id="530" name="Google Shape;530;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3"/>
        <p:cNvGrpSpPr/>
        <p:nvPr/>
      </p:nvGrpSpPr>
      <p:grpSpPr>
        <a:xfrm>
          <a:off x="0" y="0"/>
          <a:ext cx="0" cy="0"/>
          <a:chOff x="0" y="0"/>
          <a:chExt cx="0" cy="0"/>
        </a:xfrm>
      </p:grpSpPr>
      <p:sp>
        <p:nvSpPr>
          <p:cNvPr id="534" name="Google Shape;534;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5" name="Google Shape;535;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6" name="Google Shape;536;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7" name="Google Shape;537;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0" name="Google Shape;540;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1" name="Google Shape;541;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2" name="Google Shape;542;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3" name="Google Shape;543;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4" name="Google Shape;544;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6" name="Google Shape;556;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57" name="Google Shape;557;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59" name="Google Shape;559;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0" name="Google Shape;560;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1" name="Google Shape;561;g2c157a2fb06_0_1045"/>
          <p:cNvGrpSpPr/>
          <p:nvPr/>
        </p:nvGrpSpPr>
        <p:grpSpPr>
          <a:xfrm>
            <a:off x="662575" y="6212475"/>
            <a:ext cx="586800" cy="571500"/>
            <a:chOff x="662575" y="6212475"/>
            <a:chExt cx="586800" cy="571500"/>
          </a:xfrm>
        </p:grpSpPr>
        <p:sp>
          <p:nvSpPr>
            <p:cNvPr id="562" name="Google Shape;562;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5" name="Google Shape;565;g2c157a2fb06_0_1045"/>
          <p:cNvGrpSpPr/>
          <p:nvPr/>
        </p:nvGrpSpPr>
        <p:grpSpPr>
          <a:xfrm>
            <a:off x="7894350" y="6212475"/>
            <a:ext cx="586800" cy="571500"/>
            <a:chOff x="7894350" y="6212475"/>
            <a:chExt cx="586800" cy="571500"/>
          </a:xfrm>
        </p:grpSpPr>
        <p:sp>
          <p:nvSpPr>
            <p:cNvPr id="566" name="Google Shape;566;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69"/>
        <p:cNvGrpSpPr/>
        <p:nvPr/>
      </p:nvGrpSpPr>
      <p:grpSpPr>
        <a:xfrm>
          <a:off x="0" y="0"/>
          <a:ext cx="0" cy="0"/>
          <a:chOff x="0" y="0"/>
          <a:chExt cx="0" cy="0"/>
        </a:xfrm>
      </p:grpSpPr>
      <p:sp>
        <p:nvSpPr>
          <p:cNvPr id="570" name="Google Shape;570;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2" name="Google Shape;572;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3" name="Google Shape;573;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6" name="Google Shape;576;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77" name="Google Shape;577;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9" name="Google Shape;579;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0" name="Google Shape;580;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581" name="Google Shape;581;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2" name="Google Shape;582;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3" name="Google Shape;583;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4" name="Google Shape;584;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6" name="Google Shape;586;g2c157a2fb06_0_1110"/>
          <p:cNvGrpSpPr/>
          <p:nvPr/>
        </p:nvGrpSpPr>
        <p:grpSpPr>
          <a:xfrm>
            <a:off x="5806200" y="1807463"/>
            <a:ext cx="756300" cy="146700"/>
            <a:chOff x="5806200" y="1807463"/>
            <a:chExt cx="756300" cy="146700"/>
          </a:xfrm>
        </p:grpSpPr>
        <p:sp>
          <p:nvSpPr>
            <p:cNvPr id="587" name="Google Shape;587;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0" name="Google Shape;590;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1" name="Google Shape;591;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2" name="Google Shape;592;g2c157a2fb06_0_1110"/>
          <p:cNvGrpSpPr/>
          <p:nvPr/>
        </p:nvGrpSpPr>
        <p:grpSpPr>
          <a:xfrm>
            <a:off x="5806200" y="2842438"/>
            <a:ext cx="756300" cy="146700"/>
            <a:chOff x="5806200" y="1807463"/>
            <a:chExt cx="756300" cy="146700"/>
          </a:xfrm>
        </p:grpSpPr>
        <p:sp>
          <p:nvSpPr>
            <p:cNvPr id="593" name="Google Shape;593;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4" name="Google Shape;594;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6" name="Google Shape;596;g2c157a2fb06_0_1110"/>
          <p:cNvGrpSpPr/>
          <p:nvPr/>
        </p:nvGrpSpPr>
        <p:grpSpPr>
          <a:xfrm>
            <a:off x="5806200" y="3877413"/>
            <a:ext cx="756300" cy="146700"/>
            <a:chOff x="5806200" y="1807463"/>
            <a:chExt cx="756300" cy="146700"/>
          </a:xfrm>
        </p:grpSpPr>
        <p:sp>
          <p:nvSpPr>
            <p:cNvPr id="597" name="Google Shape;597;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8" name="Google Shape;598;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0" name="Google Shape;600;g2c157a2fb06_0_1110"/>
          <p:cNvGrpSpPr/>
          <p:nvPr/>
        </p:nvGrpSpPr>
        <p:grpSpPr>
          <a:xfrm>
            <a:off x="662575" y="6212475"/>
            <a:ext cx="586800" cy="571500"/>
            <a:chOff x="662575" y="6212475"/>
            <a:chExt cx="586800" cy="571500"/>
          </a:xfrm>
        </p:grpSpPr>
        <p:sp>
          <p:nvSpPr>
            <p:cNvPr id="601" name="Google Shape;601;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2" name="Google Shape;602;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4" name="Google Shape;604;g2c157a2fb06_0_1110"/>
          <p:cNvGrpSpPr/>
          <p:nvPr/>
        </p:nvGrpSpPr>
        <p:grpSpPr>
          <a:xfrm>
            <a:off x="7894350" y="6212475"/>
            <a:ext cx="586800" cy="571500"/>
            <a:chOff x="7894350" y="6212475"/>
            <a:chExt cx="586800" cy="571500"/>
          </a:xfrm>
        </p:grpSpPr>
        <p:sp>
          <p:nvSpPr>
            <p:cNvPr id="605" name="Google Shape;605;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08"/>
        <p:cNvGrpSpPr/>
        <p:nvPr/>
      </p:nvGrpSpPr>
      <p:grpSpPr>
        <a:xfrm>
          <a:off x="0" y="0"/>
          <a:ext cx="0" cy="0"/>
          <a:chOff x="0" y="0"/>
          <a:chExt cx="0" cy="0"/>
        </a:xfrm>
      </p:grpSpPr>
      <p:sp>
        <p:nvSpPr>
          <p:cNvPr id="609" name="Google Shape;609;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11" name="Google Shape;611;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2" name="Google Shape;612;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5" name="Google Shape;615;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16" name="Google Shape;616;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7" name="Google Shape;617;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8" name="Google Shape;618;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9" name="Google Shape;619;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0" name="Google Shape;620;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1" name="Google Shape;621;g2cf1f75ecdd_0_56"/>
          <p:cNvGrpSpPr/>
          <p:nvPr/>
        </p:nvGrpSpPr>
        <p:grpSpPr>
          <a:xfrm>
            <a:off x="662575" y="6212475"/>
            <a:ext cx="586800" cy="571500"/>
            <a:chOff x="662575" y="6212475"/>
            <a:chExt cx="586800" cy="571500"/>
          </a:xfrm>
        </p:grpSpPr>
        <p:sp>
          <p:nvSpPr>
            <p:cNvPr id="622" name="Google Shape;622;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5" name="Google Shape;625;g2cf1f75ecdd_0_56"/>
          <p:cNvGrpSpPr/>
          <p:nvPr/>
        </p:nvGrpSpPr>
        <p:grpSpPr>
          <a:xfrm>
            <a:off x="7894350" y="6212475"/>
            <a:ext cx="586800" cy="571500"/>
            <a:chOff x="7894350" y="6212475"/>
            <a:chExt cx="586800" cy="571500"/>
          </a:xfrm>
        </p:grpSpPr>
        <p:sp>
          <p:nvSpPr>
            <p:cNvPr id="626" name="Google Shape;626;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7" name="Google Shape;627;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29" name="Google Shape;629;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30" name="Google Shape;630;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31" name="Google Shape;631;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32" name="Google Shape;632;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33" name="Google Shape;633;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4" name="Google Shape;634;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5" name="Google Shape;635;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36" name="Google Shape;636;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37" name="Google Shape;637;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8" name="Google Shape;638;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9" name="Google Shape;639;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0" name="Google Shape;640;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1" name="Google Shape;641;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42" name="Google Shape;642;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43" name="Google Shape;643;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4" name="Google Shape;644;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5" name="Google Shape;645;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46" name="Google Shape;646;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7" name="Google Shape;647;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8" name="Google Shape;648;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9" name="Google Shape;649;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50" name="Google Shape;650;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1" name="Google Shape;651;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52" name="Google Shape;652;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3" name="Google Shape;653;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4" name="Google Shape;654;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5" name="Google Shape;655;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6"/>
        <p:cNvGrpSpPr/>
        <p:nvPr/>
      </p:nvGrpSpPr>
      <p:grpSpPr>
        <a:xfrm>
          <a:off x="0" y="0"/>
          <a:ext cx="0" cy="0"/>
          <a:chOff x="0" y="0"/>
          <a:chExt cx="0" cy="0"/>
        </a:xfrm>
      </p:grpSpPr>
      <p:sp>
        <p:nvSpPr>
          <p:cNvPr id="657" name="Google Shape;657;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1" name="Google Shape;661;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2" name="Google Shape;662;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9" name="Google Shape;669;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70" name="Google Shape;670;p30"/>
          <p:cNvGrpSpPr/>
          <p:nvPr/>
        </p:nvGrpSpPr>
        <p:grpSpPr>
          <a:xfrm>
            <a:off x="6022940" y="5341706"/>
            <a:ext cx="594501" cy="305904"/>
            <a:chOff x="5672081" y="1914352"/>
            <a:chExt cx="792668" cy="305904"/>
          </a:xfrm>
        </p:grpSpPr>
        <p:sp>
          <p:nvSpPr>
            <p:cNvPr id="671" name="Google Shape;671;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3" name="Google Shape;673;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4" name="Google Shape;674;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2" name="Google Shape;682;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3" name="Google Shape;683;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6" name="Google Shape;696;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7" name="Google Shape;697;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8" name="Google Shape;698;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00" name="Google Shape;700;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1" name="Google Shape;701;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2"/>
        <p:cNvGrpSpPr/>
        <p:nvPr/>
      </p:nvGrpSpPr>
      <p:grpSpPr>
        <a:xfrm>
          <a:off x="0" y="0"/>
          <a:ext cx="0" cy="0"/>
          <a:chOff x="0" y="0"/>
          <a:chExt cx="0" cy="0"/>
        </a:xfrm>
      </p:grpSpPr>
      <p:sp>
        <p:nvSpPr>
          <p:cNvPr id="703" name="Google Shape;703;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4" name="Google Shape;704;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5" name="Google Shape;705;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6"/>
        <p:cNvGrpSpPr/>
        <p:nvPr/>
      </p:nvGrpSpPr>
      <p:grpSpPr>
        <a:xfrm>
          <a:off x="0" y="0"/>
          <a:ext cx="0" cy="0"/>
          <a:chOff x="0" y="0"/>
          <a:chExt cx="0" cy="0"/>
        </a:xfrm>
      </p:grpSpPr>
      <p:sp>
        <p:nvSpPr>
          <p:cNvPr id="707" name="Google Shape;707;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8" name="Google Shape;708;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9" name="Google Shape;709;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image" Target="../media/image8.png"/><Relationship Id="rId7" Type="http://schemas.openxmlformats.org/officeDocument/2006/relationships/slide" Target="slide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slide" Target="slide17.xml"/><Relationship Id="rId4" Type="http://schemas.openxmlformats.org/officeDocument/2006/relationships/image" Target="../media/image5.png"/><Relationship Id="rId9" Type="http://schemas.openxmlformats.org/officeDocument/2006/relationships/slide" Target="slide20.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notesSlide" Target="../notesSlides/notesSlide5.xml"/><Relationship Id="rId16" Type="http://schemas.openxmlformats.org/officeDocument/2006/relationships/image" Target="../media/image74.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5" Type="http://schemas.openxmlformats.org/officeDocument/2006/relationships/image" Target="../media/image7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s>
</file>

<file path=ppt/slides/_rels/slide6.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18" Type="http://schemas.openxmlformats.org/officeDocument/2006/relationships/image" Target="../media/image90.png"/><Relationship Id="rId26" Type="http://schemas.openxmlformats.org/officeDocument/2006/relationships/image" Target="../media/image98.png"/><Relationship Id="rId3" Type="http://schemas.openxmlformats.org/officeDocument/2006/relationships/image" Target="../media/image75.png"/><Relationship Id="rId21" Type="http://schemas.openxmlformats.org/officeDocument/2006/relationships/image" Target="../media/image93.png"/><Relationship Id="rId7" Type="http://schemas.openxmlformats.org/officeDocument/2006/relationships/image" Target="../media/image79.png"/><Relationship Id="rId12" Type="http://schemas.openxmlformats.org/officeDocument/2006/relationships/image" Target="../media/image84.png"/><Relationship Id="rId17" Type="http://schemas.openxmlformats.org/officeDocument/2006/relationships/image" Target="../media/image89.png"/><Relationship Id="rId25" Type="http://schemas.openxmlformats.org/officeDocument/2006/relationships/image" Target="../media/image97.png"/><Relationship Id="rId2" Type="http://schemas.openxmlformats.org/officeDocument/2006/relationships/notesSlide" Target="../notesSlides/notesSlide6.xml"/><Relationship Id="rId16" Type="http://schemas.openxmlformats.org/officeDocument/2006/relationships/image" Target="../media/image88.png"/><Relationship Id="rId20" Type="http://schemas.openxmlformats.org/officeDocument/2006/relationships/image" Target="../media/image92.png"/><Relationship Id="rId29" Type="http://schemas.openxmlformats.org/officeDocument/2006/relationships/image" Target="../media/image101.png"/><Relationship Id="rId1" Type="http://schemas.openxmlformats.org/officeDocument/2006/relationships/slideLayout" Target="../slideLayouts/slideLayout3.xml"/><Relationship Id="rId6" Type="http://schemas.openxmlformats.org/officeDocument/2006/relationships/image" Target="../media/image78.png"/><Relationship Id="rId11" Type="http://schemas.openxmlformats.org/officeDocument/2006/relationships/image" Target="../media/image83.png"/><Relationship Id="rId24" Type="http://schemas.openxmlformats.org/officeDocument/2006/relationships/image" Target="../media/image96.png"/><Relationship Id="rId5" Type="http://schemas.openxmlformats.org/officeDocument/2006/relationships/image" Target="../media/image77.png"/><Relationship Id="rId15" Type="http://schemas.openxmlformats.org/officeDocument/2006/relationships/image" Target="../media/image87.png"/><Relationship Id="rId23" Type="http://schemas.openxmlformats.org/officeDocument/2006/relationships/image" Target="../media/image95.png"/><Relationship Id="rId28" Type="http://schemas.openxmlformats.org/officeDocument/2006/relationships/image" Target="../media/image100.png"/><Relationship Id="rId10" Type="http://schemas.openxmlformats.org/officeDocument/2006/relationships/image" Target="../media/image82.png"/><Relationship Id="rId19" Type="http://schemas.openxmlformats.org/officeDocument/2006/relationships/image" Target="../media/image91.png"/><Relationship Id="rId4" Type="http://schemas.openxmlformats.org/officeDocument/2006/relationships/image" Target="../media/image76.png"/><Relationship Id="rId9" Type="http://schemas.openxmlformats.org/officeDocument/2006/relationships/image" Target="../media/image81.png"/><Relationship Id="rId14" Type="http://schemas.openxmlformats.org/officeDocument/2006/relationships/image" Target="../media/image86.png"/><Relationship Id="rId22" Type="http://schemas.openxmlformats.org/officeDocument/2006/relationships/image" Target="../media/image94.png"/><Relationship Id="rId27" Type="http://schemas.openxmlformats.org/officeDocument/2006/relationships/image" Target="../media/image99.png"/><Relationship Id="rId30" Type="http://schemas.openxmlformats.org/officeDocument/2006/relationships/image" Target="../media/image102.png"/></Relationships>
</file>

<file path=ppt/slides/_rels/slide7.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03.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104.png"/></Relationships>
</file>

<file path=ppt/slides/_rels/slide8.xml.rels><?xml version="1.0" encoding="UTF-8" standalone="yes"?>
<Relationships xmlns="http://schemas.openxmlformats.org/package/2006/relationships"><Relationship Id="rId3" Type="http://schemas.openxmlformats.org/officeDocument/2006/relationships/image" Target="../media/image108.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a:t>CCVC ('sl' 'fl' 'cl')</a:t>
            </a:r>
            <a:endParaRPr sz="3000"/>
          </a:p>
        </p:txBody>
      </p:sp>
      <p:sp>
        <p:nvSpPr>
          <p:cNvPr id="715" name="Google Shape;715;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12</a:t>
            </a:r>
            <a:endParaRPr/>
          </a:p>
        </p:txBody>
      </p:sp>
      <p:grpSp>
        <p:nvGrpSpPr>
          <p:cNvPr id="716" name="Google Shape;716;p1"/>
          <p:cNvGrpSpPr/>
          <p:nvPr/>
        </p:nvGrpSpPr>
        <p:grpSpPr>
          <a:xfrm>
            <a:off x="4120711" y="4100642"/>
            <a:ext cx="4508443" cy="1632899"/>
            <a:chOff x="4120711" y="4100642"/>
            <a:chExt cx="4508443" cy="1632899"/>
          </a:xfrm>
        </p:grpSpPr>
        <p:pic>
          <p:nvPicPr>
            <p:cNvPr id="717" name="Google Shape;717;p1"/>
            <p:cNvPicPr preferRelativeResize="0"/>
            <p:nvPr/>
          </p:nvPicPr>
          <p:blipFill rotWithShape="1">
            <a:blip r:embed="rId3">
              <a:alphaModFix/>
            </a:blip>
            <a:srcRect l="39" r="49"/>
            <a:stretch/>
          </p:blipFill>
          <p:spPr>
            <a:xfrm rot="146938">
              <a:off x="4140891" y="4418174"/>
              <a:ext cx="2493519" cy="997851"/>
            </a:xfrm>
            <a:prstGeom prst="rect">
              <a:avLst/>
            </a:prstGeom>
            <a:noFill/>
            <a:ln>
              <a:noFill/>
            </a:ln>
            <a:effectLst>
              <a:outerShdw blurRad="71438" dist="38100" dir="5220000" algn="bl" rotWithShape="0">
                <a:srgbClr val="000000">
                  <a:alpha val="20392"/>
                </a:srgbClr>
              </a:outerShdw>
            </a:effectLst>
          </p:spPr>
        </p:pic>
        <p:pic>
          <p:nvPicPr>
            <p:cNvPr id="718" name="Google Shape;718;p1"/>
            <p:cNvPicPr preferRelativeResize="0"/>
            <p:nvPr/>
          </p:nvPicPr>
          <p:blipFill rotWithShape="1">
            <a:blip r:embed="rId4">
              <a:alphaModFix/>
            </a:blip>
            <a:srcRect l="59" r="59"/>
            <a:stretch/>
          </p:blipFill>
          <p:spPr>
            <a:xfrm rot="-221311">
              <a:off x="5906462" y="4272840"/>
              <a:ext cx="1800025" cy="1288523"/>
            </a:xfrm>
            <a:prstGeom prst="rect">
              <a:avLst/>
            </a:prstGeom>
            <a:noFill/>
            <a:ln>
              <a:noFill/>
            </a:ln>
            <a:effectLst>
              <a:outerShdw blurRad="57150" dist="38100" dir="5400000" algn="bl" rotWithShape="0">
                <a:srgbClr val="000000">
                  <a:alpha val="20000"/>
                </a:srgbClr>
              </a:outerShdw>
            </a:effectLst>
          </p:spPr>
        </p:pic>
        <p:pic>
          <p:nvPicPr>
            <p:cNvPr id="719" name="Google Shape;719;p1"/>
            <p:cNvPicPr preferRelativeResize="0"/>
            <p:nvPr/>
          </p:nvPicPr>
          <p:blipFill rotWithShape="1">
            <a:blip r:embed="rId5">
              <a:alphaModFix/>
            </a:blip>
            <a:srcRect/>
            <a:stretch/>
          </p:blipFill>
          <p:spPr>
            <a:xfrm rot="479435">
              <a:off x="7451381" y="4168364"/>
              <a:ext cx="1078930" cy="1497455"/>
            </a:xfrm>
            <a:prstGeom prst="rect">
              <a:avLst/>
            </a:prstGeom>
            <a:noFill/>
            <a:ln>
              <a:noFill/>
            </a:ln>
            <a:effectLst>
              <a:outerShdw blurRad="71438" dist="19050" dir="5220000" algn="bl" rotWithShape="0">
                <a:srgbClr val="000000">
                  <a:alpha val="17254"/>
                </a:srgbClr>
              </a:outerShdw>
            </a:effectLst>
          </p:spPr>
        </p:pic>
      </p:grpSp>
      <p:graphicFrame>
        <p:nvGraphicFramePr>
          <p:cNvPr id="720" name="Google Shape;720;p1"/>
          <p:cNvGraphicFramePr/>
          <p:nvPr/>
        </p:nvGraphicFramePr>
        <p:xfrm>
          <a:off x="4844200" y="1891197"/>
          <a:ext cx="3785000" cy="1678950"/>
        </p:xfrm>
        <a:graphic>
          <a:graphicData uri="http://schemas.openxmlformats.org/drawingml/2006/table">
            <a:tbl>
              <a:tblPr firstRow="1" bandRow="1">
                <a:noFill/>
                <a:tableStyleId>{73DAB1F6-BFCA-43D9-9AE1-FD676E6B09F1}</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(fr br, cr tr,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gr dr pr)</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lt1"/>
                          </a:solidFill>
                          <a:latin typeface="Jost"/>
                          <a:ea typeface="Jost"/>
                          <a:cs typeface="Jost"/>
                          <a:sym typeface="Jost"/>
                        </a:rPr>
                        <a:t>CCVC (pl bl gl, sl fl cl, </a:t>
                      </a:r>
                      <a:br>
                        <a:rPr lang="en-US" sz="1400" u="none" strike="noStrike" cap="none">
                          <a:solidFill>
                            <a:schemeClr val="lt1"/>
                          </a:solidFill>
                          <a:latin typeface="Jost"/>
                          <a:ea typeface="Jost"/>
                          <a:cs typeface="Jost"/>
                          <a:sym typeface="Jost"/>
                        </a:rPr>
                      </a:br>
                      <a:r>
                        <a:rPr lang="en-US" sz="1400" u="none" strike="noStrike" cap="none">
                          <a:solidFill>
                            <a:schemeClr val="lt1"/>
                          </a:solidFill>
                          <a:latin typeface="Jost"/>
                          <a:ea typeface="Jost"/>
                          <a:cs typeface="Jost"/>
                          <a:sym typeface="Jost"/>
                        </a:rPr>
                        <a:t>st sp sn, sm sw)</a:t>
                      </a:r>
                      <a:endParaRPr sz="1400" u="none" strike="noStrike" cap="none">
                        <a:solidFill>
                          <a:schemeClr val="lt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CCVCC (short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CVCC CCVC CCVCC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(long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g2bee4f4af4b_0_204"/>
          <p:cNvSpPr txBox="1">
            <a:spLocks noGrp="1"/>
          </p:cNvSpPr>
          <p:nvPr>
            <p:ph type="body" idx="1"/>
          </p:nvPr>
        </p:nvSpPr>
        <p:spPr>
          <a:xfrm>
            <a:off x="3298550" y="1032250"/>
            <a:ext cx="48900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CCVC words containing </a:t>
            </a:r>
            <a:r>
              <a:rPr lang="en-US">
                <a:solidFill>
                  <a:srgbClr val="8DC63F"/>
                </a:solidFill>
              </a:rPr>
              <a:t>sl fl cl</a:t>
            </a:r>
            <a:r>
              <a:rPr lang="en-US"/>
              <a:t>.</a:t>
            </a:r>
            <a:endParaRPr/>
          </a:p>
        </p:txBody>
      </p:sp>
      <p:sp>
        <p:nvSpPr>
          <p:cNvPr id="727" name="Google Shape;727;g2bee4f4af4b_0_204"/>
          <p:cNvSpPr txBox="1">
            <a:spLocks noGrp="1"/>
          </p:cNvSpPr>
          <p:nvPr>
            <p:ph type="body" idx="2"/>
          </p:nvPr>
        </p:nvSpPr>
        <p:spPr>
          <a:xfrm>
            <a:off x="3298550" y="1720800"/>
            <a:ext cx="5621400" cy="1670400"/>
          </a:xfrm>
          <a:prstGeom prst="rect">
            <a:avLst/>
          </a:prstGeom>
          <a:noFill/>
          <a:ln>
            <a:noFill/>
          </a:ln>
        </p:spPr>
        <p:txBody>
          <a:bodyPr spcFirstLastPara="1" wrap="square" lIns="0" tIns="0" rIns="0" bIns="0" anchor="ctr" anchorCtr="0">
            <a:noAutofit/>
          </a:bodyPr>
          <a:lstStyle/>
          <a:p>
            <a:pPr marL="457200" lvl="0" indent="-330200" algn="l" rtl="0">
              <a:lnSpc>
                <a:spcPct val="115000"/>
              </a:lnSpc>
              <a:spcBef>
                <a:spcPts val="1000"/>
              </a:spcBef>
              <a:spcAft>
                <a:spcPts val="0"/>
              </a:spcAft>
              <a:buSzPts val="1600"/>
              <a:buChar char="•"/>
            </a:pPr>
            <a:r>
              <a:rPr lang="en-US"/>
              <a:t>Recall all GPCs learned so far using flashcards.</a:t>
            </a:r>
            <a:endParaRPr/>
          </a:p>
          <a:p>
            <a:pPr marL="457200" lvl="0" indent="-330200" algn="l" rtl="0">
              <a:lnSpc>
                <a:spcPct val="115000"/>
              </a:lnSpc>
              <a:spcBef>
                <a:spcPts val="0"/>
              </a:spcBef>
              <a:spcAft>
                <a:spcPts val="0"/>
              </a:spcAft>
              <a:buSzPts val="1600"/>
              <a:buChar char="•"/>
            </a:pPr>
            <a:r>
              <a:rPr lang="en-US"/>
              <a:t>Review Phases 2 and 3 Common Exception Words: </a:t>
            </a:r>
            <a:br>
              <a:rPr lang="en-US"/>
            </a:br>
            <a:r>
              <a:rPr lang="en-US">
                <a:solidFill>
                  <a:srgbClr val="2356AF"/>
                </a:solidFill>
              </a:rPr>
              <a:t>as I is no go to into the put his has of pull full. </a:t>
            </a:r>
            <a:br>
              <a:rPr lang="en-US">
                <a:solidFill>
                  <a:srgbClr val="2356AF"/>
                </a:solidFill>
              </a:rPr>
            </a:br>
            <a:r>
              <a:rPr lang="en-US">
                <a:solidFill>
                  <a:srgbClr val="2356AF"/>
                </a:solidFill>
              </a:rPr>
              <a:t>push they me we be he she my by looked you </a:t>
            </a:r>
            <a:br>
              <a:rPr lang="en-US">
                <a:solidFill>
                  <a:srgbClr val="2356AF"/>
                </a:solidFill>
              </a:rPr>
            </a:br>
            <a:r>
              <a:rPr lang="en-US">
                <a:solidFill>
                  <a:srgbClr val="2356AF"/>
                </a:solidFill>
              </a:rPr>
              <a:t>are there here were all sure.</a:t>
            </a:r>
            <a:endParaRPr/>
          </a:p>
        </p:txBody>
      </p:sp>
      <p:sp>
        <p:nvSpPr>
          <p:cNvPr id="728" name="Google Shape;728;g2bee4f4af4b_0_204"/>
          <p:cNvSpPr txBox="1"/>
          <p:nvPr/>
        </p:nvSpPr>
        <p:spPr>
          <a:xfrm>
            <a:off x="27197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29" name="Google Shape;729;g2bee4f4af4b_0_204"/>
          <p:cNvSpPr txBox="1"/>
          <p:nvPr/>
        </p:nvSpPr>
        <p:spPr>
          <a:xfrm>
            <a:off x="25124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0" name="Google Shape;730;g2bee4f4af4b_0_204"/>
          <p:cNvPicPr preferRelativeResize="0"/>
          <p:nvPr/>
        </p:nvPicPr>
        <p:blipFill rotWithShape="1">
          <a:blip r:embed="rId3">
            <a:alphaModFix/>
          </a:blip>
          <a:srcRect l="159" r="149"/>
          <a:stretch/>
        </p:blipFill>
        <p:spPr>
          <a:xfrm>
            <a:off x="2719706" y="4169988"/>
            <a:ext cx="813600" cy="977433"/>
          </a:xfrm>
          <a:prstGeom prst="rect">
            <a:avLst/>
          </a:prstGeom>
          <a:noFill/>
          <a:ln>
            <a:noFill/>
          </a:ln>
          <a:effectLst>
            <a:outerShdw blurRad="71438" dist="19050" dir="5220000" algn="bl" rotWithShape="0">
              <a:srgbClr val="D8D8D8"/>
            </a:outerShdw>
          </a:effectLst>
        </p:spPr>
      </p:pic>
      <p:sp>
        <p:nvSpPr>
          <p:cNvPr id="731" name="Google Shape;731;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732" name="Google Shape;732;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33" name="Google Shape;733;g2bee4f4af4b_0_204"/>
          <p:cNvPicPr preferRelativeResize="0"/>
          <p:nvPr/>
        </p:nvPicPr>
        <p:blipFill rotWithShape="1">
          <a:blip r:embed="rId4">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734" name="Google Shape;734;g2bee4f4af4b_0_204"/>
          <p:cNvSpPr txBox="1"/>
          <p:nvPr/>
        </p:nvSpPr>
        <p:spPr>
          <a:xfrm>
            <a:off x="50948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35" name="Google Shape;735;g2bee4f4af4b_0_204"/>
          <p:cNvSpPr txBox="1"/>
          <p:nvPr/>
        </p:nvSpPr>
        <p:spPr>
          <a:xfrm>
            <a:off x="4785124" y="5256525"/>
            <a:ext cx="14331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36" name="Google Shape;736;g2bee4f4af4b_0_204"/>
          <p:cNvPicPr preferRelativeResize="0"/>
          <p:nvPr/>
        </p:nvPicPr>
        <p:blipFill rotWithShape="1">
          <a:blip r:embed="rId5">
            <a:alphaModFix/>
          </a:blip>
          <a:srcRect t="89" b="79"/>
          <a:stretch/>
        </p:blipFill>
        <p:spPr>
          <a:xfrm>
            <a:off x="5035629" y="4326104"/>
            <a:ext cx="931974" cy="665199"/>
          </a:xfrm>
          <a:prstGeom prst="rect">
            <a:avLst/>
          </a:prstGeom>
          <a:noFill/>
          <a:ln>
            <a:noFill/>
          </a:ln>
          <a:effectLst>
            <a:outerShdw blurRad="71438" dist="19050" dir="5220000" algn="bl" rotWithShape="0">
              <a:srgbClr val="D8D8D8"/>
            </a:outerShdw>
          </a:effectLst>
        </p:spPr>
      </p:pic>
      <p:sp>
        <p:nvSpPr>
          <p:cNvPr id="737" name="Google Shape;737;g2bee4f4af4b_0_204"/>
          <p:cNvSpPr txBox="1"/>
          <p:nvPr/>
        </p:nvSpPr>
        <p:spPr>
          <a:xfrm>
            <a:off x="39072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38" name="Google Shape;738;g2bee4f4af4b_0_204"/>
          <p:cNvSpPr txBox="1"/>
          <p:nvPr/>
        </p:nvSpPr>
        <p:spPr>
          <a:xfrm>
            <a:off x="37926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39" name="Google Shape;739;g2bee4f4af4b_0_204"/>
          <p:cNvPicPr preferRelativeResize="0"/>
          <p:nvPr/>
        </p:nvPicPr>
        <p:blipFill rotWithShape="1">
          <a:blip r:embed="rId6">
            <a:alphaModFix/>
          </a:blip>
          <a:srcRect/>
          <a:stretch/>
        </p:blipFill>
        <p:spPr>
          <a:xfrm>
            <a:off x="4006799" y="4232253"/>
            <a:ext cx="614525" cy="852902"/>
          </a:xfrm>
          <a:prstGeom prst="rect">
            <a:avLst/>
          </a:prstGeom>
          <a:noFill/>
          <a:ln>
            <a:noFill/>
          </a:ln>
          <a:effectLst>
            <a:outerShdw blurRad="71438" dist="19050" dir="5220000" algn="bl" rotWithShape="0">
              <a:srgbClr val="D8D8D8"/>
            </a:outerShdw>
          </a:effectLst>
        </p:spPr>
      </p:pic>
      <p:sp>
        <p:nvSpPr>
          <p:cNvPr id="740" name="Google Shape;740;g2bee4f4af4b_0_204">
            <a:hlinkClick r:id="rId7" action="ppaction://hlinksldjump"/>
          </p:cNvPr>
          <p:cNvSpPr/>
          <p:nvPr/>
        </p:nvSpPr>
        <p:spPr>
          <a:xfrm>
            <a:off x="947725" y="38956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1" name="Google Shape;741;g2bee4f4af4b_0_204">
            <a:hlinkClick r:id="rId8" action="ppaction://hlinksldjump"/>
          </p:cNvPr>
          <p:cNvSpPr/>
          <p:nvPr/>
        </p:nvSpPr>
        <p:spPr>
          <a:xfrm>
            <a:off x="3770636" y="3793841"/>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2" name="Google Shape;742;g2bee4f4af4b_0_204">
            <a:hlinkClick r:id="rId9" action="ppaction://hlinksldjump"/>
          </p:cNvPr>
          <p:cNvSpPr/>
          <p:nvPr/>
        </p:nvSpPr>
        <p:spPr>
          <a:xfrm>
            <a:off x="4950061" y="3799106"/>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3" name="Google Shape;743;g2bee4f4af4b_0_204">
            <a:hlinkClick r:id="rId10" action="ppaction://hlinksldjump"/>
          </p:cNvPr>
          <p:cNvSpPr/>
          <p:nvPr/>
        </p:nvSpPr>
        <p:spPr>
          <a:xfrm>
            <a:off x="2526266" y="381742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50" name="Google Shape;750;g26b641b03cd_0_165"/>
          <p:cNvGrpSpPr/>
          <p:nvPr/>
        </p:nvGrpSpPr>
        <p:grpSpPr>
          <a:xfrm>
            <a:off x="930400" y="2129444"/>
            <a:ext cx="7283200" cy="3724851"/>
            <a:chOff x="930400" y="2129444"/>
            <a:chExt cx="7283200" cy="3724851"/>
          </a:xfrm>
        </p:grpSpPr>
        <p:pic>
          <p:nvPicPr>
            <p:cNvPr id="751" name="Google Shape;751;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3" name="Google Shape;773;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80" name="Google Shape;780;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2" name="Google Shape;782;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83" name="Google Shape;783;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4" name="Google Shape;784;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5" name="Google Shape;785;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6" name="Google Shape;786;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7" name="Google Shape;787;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9" name="Google Shape;789;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90" name="Google Shape;790;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91" name="Google Shape;791;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2" name="Google Shape;792;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3" name="Google Shape;793;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94" name="Google Shape;794;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5" name="Google Shape;795;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6" name="Google Shape;796;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7" name="Google Shape;797;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8" name="Google Shape;798;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9" name="Google Shape;799;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00" name="Google Shape;800;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2" name="Google Shape;802;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03" name="Google Shape;803;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4" name="Google Shape;804;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05" name="Google Shape;805;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06" name="Google Shape;806;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07" name="Google Shape;807;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08" name="Google Shape;808;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sp>
        <p:nvSpPr>
          <p:cNvPr id="814" name="Google Shape;814;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5" name="Google Shape;815;g26b7edf6e71_0_109"/>
          <p:cNvGrpSpPr/>
          <p:nvPr/>
        </p:nvGrpSpPr>
        <p:grpSpPr>
          <a:xfrm>
            <a:off x="865957" y="2135925"/>
            <a:ext cx="7282807" cy="2686611"/>
            <a:chOff x="867357" y="2129450"/>
            <a:chExt cx="7282807" cy="2686611"/>
          </a:xfrm>
        </p:grpSpPr>
        <p:pic>
          <p:nvPicPr>
            <p:cNvPr id="816" name="Google Shape;816;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6" name="Google Shape;836;g2c298d33e0c_0_6"/>
          <p:cNvGrpSpPr/>
          <p:nvPr/>
        </p:nvGrpSpPr>
        <p:grpSpPr>
          <a:xfrm>
            <a:off x="868300" y="2129450"/>
            <a:ext cx="7281864" cy="2684601"/>
            <a:chOff x="868300" y="2129450"/>
            <a:chExt cx="7281864" cy="2684601"/>
          </a:xfrm>
        </p:grpSpPr>
        <p:pic>
          <p:nvPicPr>
            <p:cNvPr id="837" name="Google Shape;837;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1" name="Google Shape;841;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g26b94af6077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4 Common Exception Words </a:t>
            </a:r>
            <a:r>
              <a:rPr lang="en-US">
                <a:solidFill>
                  <a:srgbClr val="2356AF"/>
                </a:solidFill>
              </a:rPr>
              <a:t>said like out have some come</a:t>
            </a:r>
            <a:r>
              <a:rPr lang="en-US">
                <a:solidFill>
                  <a:schemeClr val="dk1"/>
                </a:solidFill>
              </a:rPr>
              <a:t>.</a:t>
            </a:r>
            <a:endParaRPr/>
          </a:p>
        </p:txBody>
      </p:sp>
      <p:pic>
        <p:nvPicPr>
          <p:cNvPr id="871" name="Google Shape;871;g26b94af6077_0_0"/>
          <p:cNvPicPr preferRelativeResize="0"/>
          <p:nvPr/>
        </p:nvPicPr>
        <p:blipFill rotWithShape="1">
          <a:blip r:embed="rId3">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872" name="Google Shape;872;g26b94af6077_0_0"/>
          <p:cNvPicPr preferRelativeResize="0"/>
          <p:nvPr/>
        </p:nvPicPr>
        <p:blipFill rotWithShape="1">
          <a:blip r:embed="rId4">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39"/>
              </a:srgbClr>
            </a:outerShdw>
          </a:effectLst>
        </p:spPr>
      </p:pic>
      <p:pic>
        <p:nvPicPr>
          <p:cNvPr id="873" name="Google Shape;873;g26b94af6077_0_0"/>
          <p:cNvPicPr preferRelativeResize="0"/>
          <p:nvPr/>
        </p:nvPicPr>
        <p:blipFill rotWithShape="1">
          <a:blip r:embed="rId5">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39"/>
              </a:srgbClr>
            </a:outerShdw>
          </a:effectLst>
        </p:spPr>
      </p:pic>
      <p:pic>
        <p:nvPicPr>
          <p:cNvPr id="874" name="Google Shape;874;g26b94af6077_0_0"/>
          <p:cNvPicPr preferRelativeResize="0"/>
          <p:nvPr/>
        </p:nvPicPr>
        <p:blipFill rotWithShape="1">
          <a:blip r:embed="rId6">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39"/>
              </a:srgbClr>
            </a:outerShdw>
          </a:effectLst>
        </p:spPr>
      </p:pic>
      <p:pic>
        <p:nvPicPr>
          <p:cNvPr id="875" name="Google Shape;875;g26b94af6077_0_0"/>
          <p:cNvPicPr preferRelativeResize="0"/>
          <p:nvPr/>
        </p:nvPicPr>
        <p:blipFill rotWithShape="1">
          <a:blip r:embed="rId7">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39"/>
              </a:srgbClr>
            </a:outerShdw>
          </a:effectLst>
        </p:spPr>
      </p:pic>
      <p:pic>
        <p:nvPicPr>
          <p:cNvPr id="876" name="Google Shape;876;g26b94af6077_0_0"/>
          <p:cNvPicPr preferRelativeResize="0"/>
          <p:nvPr/>
        </p:nvPicPr>
        <p:blipFill rotWithShape="1">
          <a:blip r:embed="rId8">
            <a:alphaModFix/>
          </a:blip>
          <a:srcRect l="79" r="69"/>
          <a:stretch/>
        </p:blipFill>
        <p:spPr>
          <a:xfrm>
            <a:off x="7001457" y="2129450"/>
            <a:ext cx="1147320" cy="821566"/>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1"/>
        <p:cNvGrpSpPr/>
        <p:nvPr/>
      </p:nvGrpSpPr>
      <p:grpSpPr>
        <a:xfrm>
          <a:off x="0" y="0"/>
          <a:ext cx="0" cy="0"/>
          <a:chOff x="0" y="0"/>
          <a:chExt cx="0" cy="0"/>
        </a:xfrm>
      </p:grpSpPr>
      <p:sp>
        <p:nvSpPr>
          <p:cNvPr id="882" name="Google Shape;882;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883" name="Google Shape;883;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884" name="Google Shape;884;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Google Shape;890;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91" name="Google Shape;891;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92" name="Google Shape;892;g2c186218c5a_0_1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893" name="Google Shape;893;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00" name="Google Shape;900;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901" name="Google Shape;901;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02" name="Google Shape;902;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8" name="Google Shape;908;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09" name="Google Shape;90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10" name="Google Shape;91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g2c4feb0fda9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17" name="Google Shape;917;g2c4feb0fda9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18" name="Google Shape;918;g2c4feb0fda9_1_0"/>
          <p:cNvSpPr/>
          <p:nvPr/>
        </p:nvSpPr>
        <p:spPr>
          <a:xfrm>
            <a:off x="38207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9" name="Google Shape;919;g2c4feb0fda9_1_0"/>
          <p:cNvSpPr/>
          <p:nvPr/>
        </p:nvSpPr>
        <p:spPr>
          <a:xfrm>
            <a:off x="45293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0" name="Google Shape;920;g2c4feb0fda9_1_0"/>
          <p:cNvSpPr/>
          <p:nvPr/>
        </p:nvSpPr>
        <p:spPr>
          <a:xfrm>
            <a:off x="56951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21" name="Google Shape;921;g2c4feb0fda9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22" name="Google Shape;922;g2c4feb0fda9_1_0"/>
          <p:cNvSpPr txBox="1">
            <a:spLocks noGrp="1"/>
          </p:cNvSpPr>
          <p:nvPr>
            <p:ph type="subTitle" idx="4294967295"/>
          </p:nvPr>
        </p:nvSpPr>
        <p:spPr>
          <a:xfrm>
            <a:off x="51255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923" name="Google Shape;923;g2c4feb0fda9_1_0"/>
          <p:cNvSpPr txBox="1">
            <a:spLocks noGrp="1"/>
          </p:cNvSpPr>
          <p:nvPr>
            <p:ph type="subTitle" idx="4294967295"/>
          </p:nvPr>
        </p:nvSpPr>
        <p:spPr>
          <a:xfrm>
            <a:off x="32510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24" name="Google Shape;924;g2c4feb0fda9_1_0"/>
          <p:cNvSpPr txBox="1">
            <a:spLocks noGrp="1"/>
          </p:cNvSpPr>
          <p:nvPr>
            <p:ph type="subTitle" idx="4294967295"/>
          </p:nvPr>
        </p:nvSpPr>
        <p:spPr>
          <a:xfrm>
            <a:off x="39597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
        <p:nvSpPr>
          <p:cNvPr id="925" name="Google Shape;925;g2c4feb0fda9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6" name="Google Shape;926;g2c4feb0fda9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7" name="Google Shape;927;g2c4feb0fda9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8" name="Google Shape;928;g2c4feb0fda9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9" name="Google Shape;929;g2c4feb0fda9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0" name="Google Shape;930;g2c4feb0fda9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31" name="Google Shape;931;g2c4feb0fda9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32" name="Google Shape;932;g2c4feb0fda9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33" name="Google Shape;933;g2c4feb0fda9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34" name="Google Shape;934;g2c4feb0fda9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5" name="Google Shape;935;g2c4feb0fda9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6" name="Google Shape;936;g2c4feb0fda9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7" name="Google Shape;937;g2c4feb0fda9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38" name="Google Shape;938;g2c4feb0fda9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9" name="Google Shape;939;g2c4feb0fda9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0" name="Google Shape;940;g2c4feb0fda9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1" name="Google Shape;941;g2c4feb0fda9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42" name="Google Shape;942;g2c4feb0fda9_1_0"/>
          <p:cNvSpPr/>
          <p:nvPr/>
        </p:nvSpPr>
        <p:spPr>
          <a:xfrm>
            <a:off x="30587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3" name="Google Shape;943;g2c4feb0fda9_1_0"/>
          <p:cNvSpPr txBox="1">
            <a:spLocks noGrp="1"/>
          </p:cNvSpPr>
          <p:nvPr>
            <p:ph type="subTitle" idx="4294967295"/>
          </p:nvPr>
        </p:nvSpPr>
        <p:spPr>
          <a:xfrm>
            <a:off x="24890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g2d05db57ec6_0_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50" name="Google Shape;950;g2d05db57ec6_0_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51" name="Google Shape;951;g2d05db57ec6_0_9"/>
          <p:cNvSpPr/>
          <p:nvPr/>
        </p:nvSpPr>
        <p:spPr>
          <a:xfrm>
            <a:off x="379034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2" name="Google Shape;952;g2d05db57ec6_0_9"/>
          <p:cNvSpPr/>
          <p:nvPr/>
        </p:nvSpPr>
        <p:spPr>
          <a:xfrm>
            <a:off x="457514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3" name="Google Shape;953;g2d05db57ec6_0_9"/>
          <p:cNvSpPr/>
          <p:nvPr/>
        </p:nvSpPr>
        <p:spPr>
          <a:xfrm>
            <a:off x="566479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4" name="Google Shape;954;g2d05db57ec6_0_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5" name="Google Shape;955;g2d05db57ec6_0_9"/>
          <p:cNvSpPr txBox="1">
            <a:spLocks noGrp="1"/>
          </p:cNvSpPr>
          <p:nvPr>
            <p:ph type="subTitle" idx="4294967295"/>
          </p:nvPr>
        </p:nvSpPr>
        <p:spPr>
          <a:xfrm>
            <a:off x="509509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56" name="Google Shape;956;g2d05db57ec6_0_9"/>
          <p:cNvSpPr txBox="1">
            <a:spLocks noGrp="1"/>
          </p:cNvSpPr>
          <p:nvPr>
            <p:ph type="subTitle" idx="4294967295"/>
          </p:nvPr>
        </p:nvSpPr>
        <p:spPr>
          <a:xfrm>
            <a:off x="322064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57" name="Google Shape;957;g2d05db57ec6_0_9"/>
          <p:cNvSpPr txBox="1">
            <a:spLocks noGrp="1"/>
          </p:cNvSpPr>
          <p:nvPr>
            <p:ph type="subTitle" idx="4294967295"/>
          </p:nvPr>
        </p:nvSpPr>
        <p:spPr>
          <a:xfrm>
            <a:off x="400546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
        <p:nvSpPr>
          <p:cNvPr id="958" name="Google Shape;958;g2d05db57ec6_0_9"/>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9" name="Google Shape;959;g2d05db57ec6_0_9"/>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0" name="Google Shape;960;g2d05db57ec6_0_9"/>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1" name="Google Shape;961;g2d05db57ec6_0_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2" name="Google Shape;962;g2d05db57ec6_0_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3" name="Google Shape;963;g2d05db57ec6_0_9"/>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64" name="Google Shape;964;g2d05db57ec6_0_9"/>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65" name="Google Shape;965;g2d05db57ec6_0_9"/>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6" name="Google Shape;966;g2d05db57ec6_0_9"/>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7" name="Google Shape;967;g2d05db57ec6_0_9"/>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8" name="Google Shape;968;g2d05db57ec6_0_9"/>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9" name="Google Shape;969;g2d05db57ec6_0_9"/>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0" name="Google Shape;970;g2d05db57ec6_0_9"/>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71" name="Google Shape;971;g2d05db57ec6_0_9"/>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2" name="Google Shape;972;g2d05db57ec6_0_9"/>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3" name="Google Shape;973;g2d05db57ec6_0_9"/>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4" name="Google Shape;974;g2d05db57ec6_0_9"/>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75" name="Google Shape;975;g2d05db57ec6_0_9"/>
          <p:cNvSpPr/>
          <p:nvPr/>
        </p:nvSpPr>
        <p:spPr>
          <a:xfrm>
            <a:off x="308921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6" name="Google Shape;976;g2d05db57ec6_0_9"/>
          <p:cNvSpPr txBox="1">
            <a:spLocks noGrp="1"/>
          </p:cNvSpPr>
          <p:nvPr>
            <p:ph type="subTitle" idx="4294967295"/>
          </p:nvPr>
        </p:nvSpPr>
        <p:spPr>
          <a:xfrm>
            <a:off x="251951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g2d05db57ec6_0_4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3" name="Google Shape;983;g2d05db57ec6_0_4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84" name="Google Shape;984;g2d05db57ec6_0_41"/>
          <p:cNvSpPr/>
          <p:nvPr/>
        </p:nvSpPr>
        <p:spPr>
          <a:xfrm>
            <a:off x="350966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5" name="Google Shape;985;g2d05db57ec6_0_41"/>
          <p:cNvSpPr/>
          <p:nvPr/>
        </p:nvSpPr>
        <p:spPr>
          <a:xfrm>
            <a:off x="4264249"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6" name="Google Shape;986;g2d05db57ec6_0_4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7" name="Google Shape;987;g2d05db57ec6_0_41"/>
          <p:cNvSpPr txBox="1">
            <a:spLocks noGrp="1"/>
          </p:cNvSpPr>
          <p:nvPr>
            <p:ph type="subTitle" idx="4294967295"/>
          </p:nvPr>
        </p:nvSpPr>
        <p:spPr>
          <a:xfrm>
            <a:off x="4905940" y="1308025"/>
            <a:ext cx="2060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ck</a:t>
            </a:r>
            <a:endParaRPr sz="15000" b="0" i="0" u="none" strike="noStrike" cap="none">
              <a:solidFill>
                <a:srgbClr val="FFD400"/>
              </a:solidFill>
              <a:latin typeface="Jost"/>
              <a:ea typeface="Jost"/>
              <a:cs typeface="Jost"/>
              <a:sym typeface="Jost"/>
            </a:endParaRPr>
          </a:p>
        </p:txBody>
      </p:sp>
      <p:sp>
        <p:nvSpPr>
          <p:cNvPr id="988" name="Google Shape;988;g2d05db57ec6_0_41"/>
          <p:cNvSpPr txBox="1">
            <a:spLocks noGrp="1"/>
          </p:cNvSpPr>
          <p:nvPr>
            <p:ph type="subTitle" idx="4294967295"/>
          </p:nvPr>
        </p:nvSpPr>
        <p:spPr>
          <a:xfrm>
            <a:off x="293996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89" name="Google Shape;989;g2d05db57ec6_0_41"/>
          <p:cNvSpPr txBox="1">
            <a:spLocks noGrp="1"/>
          </p:cNvSpPr>
          <p:nvPr>
            <p:ph type="subTitle" idx="4294967295"/>
          </p:nvPr>
        </p:nvSpPr>
        <p:spPr>
          <a:xfrm>
            <a:off x="369457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
        <p:nvSpPr>
          <p:cNvPr id="990" name="Google Shape;990;g2d05db57ec6_0_41"/>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1" name="Google Shape;991;g2d05db57ec6_0_41"/>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2" name="Google Shape;992;g2d05db57ec6_0_41"/>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3" name="Google Shape;993;g2d05db57ec6_0_4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4" name="Google Shape;994;g2d05db57ec6_0_4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5" name="Google Shape;995;g2d05db57ec6_0_41"/>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6" name="Google Shape;996;g2d05db57ec6_0_41"/>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7" name="Google Shape;997;g2d05db57ec6_0_41"/>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8" name="Google Shape;998;g2d05db57ec6_0_41"/>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99" name="Google Shape;999;g2d05db57ec6_0_41"/>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0" name="Google Shape;1000;g2d05db57ec6_0_41"/>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1" name="Google Shape;1001;g2d05db57ec6_0_41"/>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2" name="Google Shape;1002;g2d05db57ec6_0_41"/>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03" name="Google Shape;1003;g2d05db57ec6_0_41"/>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4" name="Google Shape;1004;g2d05db57ec6_0_41"/>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5" name="Google Shape;1005;g2d05db57ec6_0_41"/>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6" name="Google Shape;1006;g2d05db57ec6_0_41"/>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1007" name="Google Shape;1007;g2d05db57ec6_0_41"/>
          <p:cNvSpPr/>
          <p:nvPr/>
        </p:nvSpPr>
        <p:spPr>
          <a:xfrm>
            <a:off x="274766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8" name="Google Shape;1008;g2d05db57ec6_0_41"/>
          <p:cNvSpPr txBox="1">
            <a:spLocks noGrp="1"/>
          </p:cNvSpPr>
          <p:nvPr>
            <p:ph type="subTitle" idx="4294967295"/>
          </p:nvPr>
        </p:nvSpPr>
        <p:spPr>
          <a:xfrm>
            <a:off x="217796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1009" name="Google Shape;1009;g2d05db57ec6_0_41"/>
          <p:cNvSpPr/>
          <p:nvPr/>
        </p:nvSpPr>
        <p:spPr>
          <a:xfrm>
            <a:off x="5222290" y="4011900"/>
            <a:ext cx="14274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16" name="Google Shape;1016;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17" name="Google Shape;1017;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2"/>
        <p:cNvGrpSpPr/>
        <p:nvPr/>
      </p:nvGrpSpPr>
      <p:grpSpPr>
        <a:xfrm>
          <a:off x="0" y="0"/>
          <a:ext cx="0" cy="0"/>
          <a:chOff x="0" y="0"/>
          <a:chExt cx="0" cy="0"/>
        </a:xfrm>
      </p:grpSpPr>
      <p:sp>
        <p:nvSpPr>
          <p:cNvPr id="1023" name="Google Shape;1023;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24" name="Google Shape;1024;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25" name="Google Shape;1025;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26" name="Google Shape;1026;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33" name="Google Shape;1033;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34" name="Google Shape;1034;g2c186218c5a_0_48"/>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35" name="Google Shape;1035;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42" name="Google Shape;1042;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43" name="Google Shape;1043;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44" name="Google Shape;1044;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51" name="Google Shape;1051;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52" name="Google Shape;1052;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53" name="Google Shape;1053;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8"/>
        <p:cNvGrpSpPr/>
        <p:nvPr/>
      </p:nvGrpSpPr>
      <p:grpSpPr>
        <a:xfrm>
          <a:off x="0" y="0"/>
          <a:ext cx="0" cy="0"/>
          <a:chOff x="0" y="0"/>
          <a:chExt cx="0" cy="0"/>
        </a:xfrm>
      </p:grpSpPr>
      <p:sp>
        <p:nvSpPr>
          <p:cNvPr id="1059" name="Google Shape;1059;g26b641b03cd_0_301"/>
          <p:cNvSpPr txBox="1">
            <a:spLocks noGrp="1"/>
          </p:cNvSpPr>
          <p:nvPr>
            <p:ph type="title"/>
          </p:nvPr>
        </p:nvSpPr>
        <p:spPr>
          <a:xfrm>
            <a:off x="973800" y="5568500"/>
            <a:ext cx="71964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60" name="Google Shape;1060;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61" name="Google Shape;1061;g26b641b03cd_0_30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62" name="Google Shape;1062;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7"/>
        <p:cNvGrpSpPr/>
        <p:nvPr/>
      </p:nvGrpSpPr>
      <p:grpSpPr>
        <a:xfrm>
          <a:off x="0" y="0"/>
          <a:ext cx="0" cy="0"/>
          <a:chOff x="0" y="0"/>
          <a:chExt cx="0" cy="0"/>
        </a:xfrm>
      </p:grpSpPr>
      <p:sp>
        <p:nvSpPr>
          <p:cNvPr id="1068" name="Google Shape;1068;g2d05db57ec6_0_82"/>
          <p:cNvSpPr txBox="1">
            <a:spLocks noGrp="1"/>
          </p:cNvSpPr>
          <p:nvPr>
            <p:ph type="title"/>
          </p:nvPr>
        </p:nvSpPr>
        <p:spPr>
          <a:xfrm>
            <a:off x="935000" y="5568500"/>
            <a:ext cx="72738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69" name="Google Shape;1069;g2d05db57ec6_0_8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70" name="Google Shape;1070;g2d05db57ec6_0_82"/>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71" name="Google Shape;1071;g2d05db57ec6_0_8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g2d05db57ec6_0_74"/>
          <p:cNvSpPr txBox="1">
            <a:spLocks noGrp="1"/>
          </p:cNvSpPr>
          <p:nvPr>
            <p:ph type="title"/>
          </p:nvPr>
        </p:nvSpPr>
        <p:spPr>
          <a:xfrm>
            <a:off x="954400" y="5568500"/>
            <a:ext cx="72351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78" name="Google Shape;1078;g2d05db57ec6_0_7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79" name="Google Shape;1079;g2d05db57ec6_0_74"/>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80" name="Google Shape;1080;g2d05db57ec6_0_7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85"/>
        <p:cNvGrpSpPr/>
        <p:nvPr/>
      </p:nvGrpSpPr>
      <p:grpSpPr>
        <a:xfrm>
          <a:off x="0" y="0"/>
          <a:ext cx="0" cy="0"/>
          <a:chOff x="0" y="0"/>
          <a:chExt cx="0" cy="0"/>
        </a:xfrm>
      </p:grpSpPr>
      <p:sp>
        <p:nvSpPr>
          <p:cNvPr id="1086" name="Google Shape;1086;g26b641b03cd_0_308"/>
          <p:cNvSpPr txBox="1">
            <a:spLocks noGrp="1"/>
          </p:cNvSpPr>
          <p:nvPr>
            <p:ph type="title"/>
          </p:nvPr>
        </p:nvSpPr>
        <p:spPr>
          <a:xfrm>
            <a:off x="986725" y="5568500"/>
            <a:ext cx="7170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87" name="Google Shape;1087;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88" name="Google Shape;1088;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89" name="Google Shape;1089;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sp>
        <p:nvSpPr>
          <p:cNvPr id="1095" name="Google Shape;1095;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96" name="Google Shape;1096;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97" name="Google Shape;1097;g1f3daf8a844_0_64"/>
          <p:cNvGrpSpPr/>
          <p:nvPr/>
        </p:nvGrpSpPr>
        <p:grpSpPr>
          <a:xfrm>
            <a:off x="3024000" y="209875"/>
            <a:ext cx="3096000" cy="454800"/>
            <a:chOff x="3024000" y="209875"/>
            <a:chExt cx="3096000" cy="454800"/>
          </a:xfrm>
        </p:grpSpPr>
        <p:sp>
          <p:nvSpPr>
            <p:cNvPr id="1098" name="Google Shape;1098;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9" name="Google Shape;1099;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00" name="Google Shape;1100;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01" name="Google Shape;1101;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2" name="Google Shape;1102;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3" name="Google Shape;1103;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04" name="Google Shape;1104;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05" name="Google Shape;1105;g1f3daf8a844_0_64"/>
          <p:cNvSpPr txBox="1"/>
          <p:nvPr/>
        </p:nvSpPr>
        <p:spPr>
          <a:xfrm>
            <a:off x="2336809" y="960050"/>
            <a:ext cx="783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06" name="Google Shape;1106;g1f3daf8a844_0_64"/>
          <p:cNvSpPr txBox="1"/>
          <p:nvPr/>
        </p:nvSpPr>
        <p:spPr>
          <a:xfrm>
            <a:off x="5101937" y="960050"/>
            <a:ext cx="783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07" name="Google Shape;1107;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08" name="Google Shape;1108;g1f3daf8a844_0_64"/>
          <p:cNvSpPr txBox="1"/>
          <p:nvPr/>
        </p:nvSpPr>
        <p:spPr>
          <a:xfrm>
            <a:off x="3258518" y="960050"/>
            <a:ext cx="783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09" name="Google Shape;1109;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10" name="Google Shape;1110;g1f3daf8a844_0_64"/>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11" name="Google Shape;1111;g1f3daf8a844_0_64"/>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FFD403"/>
              </a:solidFill>
              <a:latin typeface="Jost"/>
              <a:ea typeface="Jost"/>
              <a:cs typeface="Jost"/>
              <a:sym typeface="Jost"/>
            </a:endParaRPr>
          </a:p>
        </p:txBody>
      </p:sp>
      <p:sp>
        <p:nvSpPr>
          <p:cNvPr id="1112" name="Google Shape;1112;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13" name="Google Shape;1113;g1f3daf8a844_0_64"/>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1114" name="Google Shape;1114;g1f3daf8a844_0_64"/>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15" name="Google Shape;1115;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16" name="Google Shape;1116;g1f3daf8a844_0_64"/>
          <p:cNvSpPr txBox="1"/>
          <p:nvPr/>
        </p:nvSpPr>
        <p:spPr>
          <a:xfrm>
            <a:off x="6023646" y="960050"/>
            <a:ext cx="783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cxnSp>
        <p:nvCxnSpPr>
          <p:cNvPr id="1117" name="Google Shape;1117;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18" name="Google Shape;1118;g1f3daf8a844_0_64"/>
          <p:cNvSpPr txBox="1"/>
          <p:nvPr/>
        </p:nvSpPr>
        <p:spPr>
          <a:xfrm>
            <a:off x="4053668" y="99118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23"/>
        <p:cNvGrpSpPr/>
        <p:nvPr/>
      </p:nvGrpSpPr>
      <p:grpSpPr>
        <a:xfrm>
          <a:off x="0" y="0"/>
          <a:ext cx="0" cy="0"/>
          <a:chOff x="0" y="0"/>
          <a:chExt cx="0" cy="0"/>
        </a:xfrm>
      </p:grpSpPr>
      <p:sp>
        <p:nvSpPr>
          <p:cNvPr id="1124" name="Google Shape;1124;g2d05db57ec6_0_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25" name="Google Shape;1125;g2d05db57ec6_0_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26" name="Google Shape;1126;g2d05db57ec6_0_92"/>
          <p:cNvGrpSpPr/>
          <p:nvPr/>
        </p:nvGrpSpPr>
        <p:grpSpPr>
          <a:xfrm>
            <a:off x="3024000" y="209875"/>
            <a:ext cx="3096000" cy="454800"/>
            <a:chOff x="3024000" y="209875"/>
            <a:chExt cx="3096000" cy="454800"/>
          </a:xfrm>
        </p:grpSpPr>
        <p:sp>
          <p:nvSpPr>
            <p:cNvPr id="1127" name="Google Shape;1127;g2d05db57ec6_0_9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8" name="Google Shape;1128;g2d05db57ec6_0_9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29" name="Google Shape;1129;g2d05db57ec6_0_92"/>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30" name="Google Shape;1130;g2d05db57ec6_0_92"/>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slug sl</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 fl</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g fl</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b flick cl</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 click clot</a:t>
            </a:r>
            <a:endParaRPr sz="1800" b="0" i="0" u="none" strike="noStrike" cap="none">
              <a:solidFill>
                <a:srgbClr val="B7B7B7"/>
              </a:solidFill>
              <a:latin typeface="Jost"/>
              <a:ea typeface="Jost"/>
              <a:cs typeface="Jost"/>
              <a:sym typeface="Jost"/>
            </a:endParaRPr>
          </a:p>
        </p:txBody>
      </p:sp>
      <p:cxnSp>
        <p:nvCxnSpPr>
          <p:cNvPr id="1131" name="Google Shape;1131;g2d05db57ec6_0_92"/>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32" name="Google Shape;1132;g2d05db57ec6_0_92"/>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3" name="Google Shape;1133;g2d05db57ec6_0_92"/>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4" name="Google Shape;1134;g2d05db57ec6_0_9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35" name="Google Shape;1135;g2d05db57ec6_0_92"/>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36" name="Google Shape;1136;g2d05db57ec6_0_92"/>
          <p:cNvSpPr txBox="1"/>
          <p:nvPr/>
        </p:nvSpPr>
        <p:spPr>
          <a:xfrm>
            <a:off x="2336809" y="960050"/>
            <a:ext cx="783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37" name="Google Shape;1137;g2d05db57ec6_0_92"/>
          <p:cNvSpPr txBox="1"/>
          <p:nvPr/>
        </p:nvSpPr>
        <p:spPr>
          <a:xfrm>
            <a:off x="5101937" y="960050"/>
            <a:ext cx="783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38" name="Google Shape;1138;g2d05db57ec6_0_92"/>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39" name="Google Shape;1139;g2d05db57ec6_0_92"/>
          <p:cNvSpPr txBox="1"/>
          <p:nvPr/>
        </p:nvSpPr>
        <p:spPr>
          <a:xfrm>
            <a:off x="3258518" y="960050"/>
            <a:ext cx="783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cxnSp>
        <p:nvCxnSpPr>
          <p:cNvPr id="1140" name="Google Shape;1140;g2d05db57ec6_0_92"/>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41" name="Google Shape;1141;g2d05db57ec6_0_92"/>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42" name="Google Shape;1142;g2d05db57ec6_0_92"/>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43" name="Google Shape;1143;g2d05db57ec6_0_92"/>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FFD403"/>
              </a:solidFill>
              <a:latin typeface="Jost"/>
              <a:ea typeface="Jost"/>
              <a:cs typeface="Jost"/>
              <a:sym typeface="Jost"/>
            </a:endParaRPr>
          </a:p>
        </p:txBody>
      </p:sp>
      <p:sp>
        <p:nvSpPr>
          <p:cNvPr id="1144" name="Google Shape;1144;g2d05db57ec6_0_92"/>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45" name="Google Shape;1145;g2d05db57ec6_0_92"/>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1146" name="Google Shape;1146;g2d05db57ec6_0_92"/>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47" name="Google Shape;1147;g2d05db57ec6_0_92"/>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48" name="Google Shape;1148;g2d05db57ec6_0_92"/>
          <p:cNvSpPr txBox="1"/>
          <p:nvPr/>
        </p:nvSpPr>
        <p:spPr>
          <a:xfrm>
            <a:off x="6023646" y="960050"/>
            <a:ext cx="783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49" name="Google Shape;1149;g2d05db57ec6_0_92"/>
          <p:cNvSpPr txBox="1"/>
          <p:nvPr/>
        </p:nvSpPr>
        <p:spPr>
          <a:xfrm>
            <a:off x="4053668" y="99118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548</Words>
  <Application>Microsoft Office PowerPoint</Application>
  <PresentationFormat>On-screen Show (4:3)</PresentationFormat>
  <Paragraphs>166</Paragraphs>
  <Slides>25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Poppins SemiBold</vt:lpstr>
      <vt:lpstr>Nunito Black</vt:lpstr>
      <vt:lpstr>Poppins</vt:lpstr>
      <vt:lpstr>Poppins Medium</vt:lpstr>
      <vt:lpstr>Calibri</vt:lpstr>
      <vt:lpstr>Jost</vt:lpstr>
      <vt:lpstr>Arial</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vt:lpstr>
      <vt:lpstr>Review Alphabet Song</vt:lpstr>
      <vt:lpstr>Hear Phonemes</vt:lpstr>
      <vt:lpstr>Hear Phonemes</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2026-05-14T03:08:53Z</dcterms:modified>
</cp:coreProperties>
</file>