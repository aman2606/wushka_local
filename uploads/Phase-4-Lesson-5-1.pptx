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embeddedFontLst>
    <p:embeddedFont>
      <p:font typeface="Jost" panose="020B0604020202020204" charset="0"/>
      <p:regular r:id="rId16"/>
      <p:bold r:id="rId17"/>
      <p:italic r:id="rId18"/>
      <p:boldItalic r:id="rId19"/>
    </p:embeddedFont>
    <p:embeddedFont>
      <p:font typeface="Nunito Black" pitchFamily="2" charset="0"/>
      <p:bold r:id="rId20"/>
      <p:boldItalic r:id="rId21"/>
    </p:embeddedFont>
    <p:embeddedFont>
      <p:font typeface="Poppins" panose="00000500000000000000" pitchFamily="2" charset="0"/>
      <p:regular r:id="rId22"/>
      <p:bold r:id="rId23"/>
      <p:italic r:id="rId24"/>
      <p:boldItalic r:id="rId25"/>
    </p:embeddedFont>
    <p:embeddedFont>
      <p:font typeface="Poppins Medium" panose="00000600000000000000" pitchFamily="2" charset="0"/>
      <p:regular r:id="rId26"/>
      <p:bold r:id="rId27"/>
      <p:italic r:id="rId28"/>
      <p:boldItalic r:id="rId29"/>
    </p:embeddedFont>
    <p:embeddedFont>
      <p:font typeface="Poppins SemiBold" panose="000007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g4z+5rBlCHi+J1/u0d0PjJhhvX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288264C-186C-402E-890C-E25C67F91E47}">
  <a:tblStyle styleId="{A288264C-186C-402E-890C-E25C67F91E47}"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300" y="-17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4" name="Google Shape;75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3" name="Google Shape;76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4" name="Google Shape;76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7" name="Google Shape;787;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d1892c8443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g2d1892c8443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2d1892c8443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5664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40663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387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459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6" name="Google Shape;8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2434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Common Exception Word</a:t>
            </a:r>
            <a:r>
              <a:rPr lang="en-US" sz="1800" b="0" i="0" u="none" strike="noStrike" cap="none">
                <a:solidFill>
                  <a:srgbClr val="FFFFFF"/>
                </a:solidFill>
                <a:latin typeface="Poppins SemiBold"/>
                <a:ea typeface="Poppins SemiBold"/>
                <a:cs typeface="Poppins SemiBold"/>
                <a:sym typeface="Poppins SemiBold"/>
              </a:rPr>
              <a:t>s</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809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1 - Friday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5</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6"/>
        <p:cNvGrpSpPr/>
        <p:nvPr/>
      </p:nvGrpSpPr>
      <p:grpSpPr>
        <a:xfrm>
          <a:off x="0" y="0"/>
          <a:ext cx="0" cy="0"/>
          <a:chOff x="0" y="0"/>
          <a:chExt cx="0" cy="0"/>
        </a:xfrm>
      </p:grpSpPr>
      <p:sp>
        <p:nvSpPr>
          <p:cNvPr id="127" name="Google Shape;127;g26fb94498d9_0_7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g26fb94498d9_0_70"/>
          <p:cNvGrpSpPr/>
          <p:nvPr/>
        </p:nvGrpSpPr>
        <p:grpSpPr>
          <a:xfrm>
            <a:off x="8199150" y="5983875"/>
            <a:ext cx="586800" cy="571500"/>
            <a:chOff x="7894350" y="6212475"/>
            <a:chExt cx="586800" cy="571500"/>
          </a:xfrm>
        </p:grpSpPr>
        <p:sp>
          <p:nvSpPr>
            <p:cNvPr id="130" name="Google Shape;130;g26fb94498d9_0_7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6fb94498d9_0_7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6fb94498d9_0_7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3" name="Google Shape;133;g26fb94498d9_0_70"/>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Independent Reading</a:t>
            </a:r>
            <a:endParaRPr sz="3200" b="0" i="0" u="none" strike="noStrike" cap="none">
              <a:solidFill>
                <a:srgbClr val="8DC63F"/>
              </a:solidFill>
              <a:latin typeface="Poppins Medium"/>
              <a:ea typeface="Poppins Medium"/>
              <a:cs typeface="Poppins Medium"/>
              <a:sym typeface="Poppins Medium"/>
            </a:endParaRPr>
          </a:p>
        </p:txBody>
      </p:sp>
      <p:cxnSp>
        <p:nvCxnSpPr>
          <p:cNvPr id="134" name="Google Shape;134;g26fb94498d9_0_70"/>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5" name="Google Shape;135;g26fb94498d9_0_70"/>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6" name="Google Shape;136;g26fb94498d9_0_70"/>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Decodable Readers &amp; Teacher Book Activities</a:t>
            </a:r>
            <a:endParaRPr sz="1100" b="0" i="0" u="none" strike="noStrike" cap="none">
              <a:solidFill>
                <a:srgbClr val="8DC63F"/>
              </a:solidFill>
              <a:latin typeface="Poppins Medium"/>
              <a:ea typeface="Poppins Medium"/>
              <a:cs typeface="Poppins Medium"/>
              <a:sym typeface="Poppins Medium"/>
            </a:endParaRPr>
          </a:p>
        </p:txBody>
      </p:sp>
      <p:sp>
        <p:nvSpPr>
          <p:cNvPr id="137" name="Google Shape;137;g26fb94498d9_0_70"/>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8DC63F"/>
                </a:solidFill>
                <a:latin typeface="Poppins Medium"/>
                <a:ea typeface="Poppins Medium"/>
                <a:cs typeface="Poppins Medium"/>
                <a:sym typeface="Poppins Medium"/>
              </a:rPr>
              <a:t>Workbooks</a:t>
            </a:r>
            <a:endParaRPr sz="1100" b="0" i="0" u="none" strike="noStrike" cap="none">
              <a:solidFill>
                <a:srgbClr val="8DC63F"/>
              </a:solidFill>
              <a:latin typeface="Poppins Medium"/>
              <a:ea typeface="Poppins Medium"/>
              <a:cs typeface="Poppins Medium"/>
              <a:sym typeface="Poppins Medium"/>
            </a:endParaRPr>
          </a:p>
        </p:txBody>
      </p:sp>
      <p:grpSp>
        <p:nvGrpSpPr>
          <p:cNvPr id="138" name="Google Shape;138;g26fb94498d9_0_70"/>
          <p:cNvGrpSpPr/>
          <p:nvPr/>
        </p:nvGrpSpPr>
        <p:grpSpPr>
          <a:xfrm>
            <a:off x="-36800" y="-52000"/>
            <a:ext cx="9236100" cy="543750"/>
            <a:chOff x="-36800" y="-52000"/>
            <a:chExt cx="9236100" cy="543750"/>
          </a:xfrm>
        </p:grpSpPr>
        <p:sp>
          <p:nvSpPr>
            <p:cNvPr id="139" name="Google Shape;139;g26fb94498d9_0_7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6fb94498d9_0_70"/>
            <p:cNvGrpSpPr/>
            <p:nvPr/>
          </p:nvGrpSpPr>
          <p:grpSpPr>
            <a:xfrm>
              <a:off x="3235760" y="88250"/>
              <a:ext cx="1337400" cy="403500"/>
              <a:chOff x="565600" y="88250"/>
              <a:chExt cx="1337400" cy="403500"/>
            </a:xfrm>
          </p:grpSpPr>
          <p:sp>
            <p:nvSpPr>
              <p:cNvPr id="141" name="Google Shape;141;g26fb94498d9_0_7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42" name="Google Shape;142;g26fb94498d9_0_7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43" name="Google Shape;143;g26fb94498d9_0_7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fb94498d9_0_7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6fb94498d9_0_7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fb94498d9_0_7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fb94498d9_0_7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fb94498d9_0_7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fb94498d9_0_7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fb94498d9_0_7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fb94498d9_0_7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fb94498d9_0_7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fb94498d9_0_7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5" name="Google Shape;195;g26b641b03cd_0_260"/>
          <p:cNvGrpSpPr/>
          <p:nvPr/>
        </p:nvGrpSpPr>
        <p:grpSpPr>
          <a:xfrm>
            <a:off x="-36800" y="-52000"/>
            <a:ext cx="9236100" cy="543600"/>
            <a:chOff x="-36800" y="-52000"/>
            <a:chExt cx="9236100" cy="543600"/>
          </a:xfrm>
        </p:grpSpPr>
        <p:sp>
          <p:nvSpPr>
            <p:cNvPr id="196" name="Google Shape;196;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g26b641b03cd_0_260"/>
            <p:cNvSpPr/>
            <p:nvPr/>
          </p:nvSpPr>
          <p:spPr>
            <a:xfrm>
              <a:off x="563725" y="57800"/>
              <a:ext cx="1144800" cy="324000"/>
            </a:xfrm>
            <a:prstGeom prst="roundRect">
              <a:avLst>
                <a:gd name="adj" fmla="val 50000"/>
              </a:avLst>
            </a:prstGeom>
            <a:solidFill>
              <a:srgbClr val="F7941D"/>
            </a:solidFill>
            <a:ln>
              <a:noFill/>
            </a:ln>
            <a:effectLst>
              <a:outerShdw blurRad="57150" dist="19050" dir="5400000" algn="b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8" name="Google Shape;198;g26b641b03cd_0_260"/>
            <p:cNvSpPr/>
            <p:nvPr/>
          </p:nvSpPr>
          <p:spPr>
            <a:xfrm>
              <a:off x="1976049" y="57800"/>
              <a:ext cx="1144800" cy="324000"/>
            </a:xfrm>
            <a:prstGeom prst="roundRect">
              <a:avLst>
                <a:gd name="adj" fmla="val 50000"/>
              </a:avLst>
            </a:prstGeom>
            <a:solidFill>
              <a:schemeClr val="lt1"/>
            </a:solidFill>
            <a:ln w="19050" cap="flat" cmpd="sng">
              <a:solidFill>
                <a:srgbClr val="2F286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9" name="Google Shape;199;g26b641b03cd_0_260"/>
            <p:cNvSpPr/>
            <p:nvPr/>
          </p:nvSpPr>
          <p:spPr>
            <a:xfrm>
              <a:off x="3388374" y="57800"/>
              <a:ext cx="1144800" cy="324000"/>
            </a:xfrm>
            <a:prstGeom prst="roundRect">
              <a:avLst>
                <a:gd name="adj" fmla="val 50000"/>
              </a:avLst>
            </a:prstGeom>
            <a:solidFill>
              <a:schemeClr val="lt1"/>
            </a:solidFill>
            <a:ln w="19050" cap="flat" cmpd="sng">
              <a:solidFill>
                <a:srgbClr val="8DC6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0" name="Google Shape;200;g26b641b03cd_0_260"/>
            <p:cNvSpPr/>
            <p:nvPr/>
          </p:nvSpPr>
          <p:spPr>
            <a:xfrm>
              <a:off x="4800698" y="57800"/>
              <a:ext cx="1144800" cy="324000"/>
            </a:xfrm>
            <a:prstGeom prst="roundRect">
              <a:avLst>
                <a:gd name="adj" fmla="val 50000"/>
              </a:avLst>
            </a:prstGeom>
            <a:solidFill>
              <a:schemeClr val="lt1"/>
            </a:solidFill>
            <a:ln w="19050" cap="flat" cmpd="sng">
              <a:solidFill>
                <a:srgbClr val="9227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1" name="Google Shape;201;g26b641b03cd_0_260"/>
            <p:cNvSpPr/>
            <p:nvPr/>
          </p:nvSpPr>
          <p:spPr>
            <a:xfrm>
              <a:off x="7625347" y="57800"/>
              <a:ext cx="1144800" cy="324000"/>
            </a:xfrm>
            <a:prstGeom prst="roundRect">
              <a:avLst>
                <a:gd name="adj" fmla="val 50000"/>
              </a:avLst>
            </a:prstGeom>
            <a:solidFill>
              <a:schemeClr val="lt1"/>
            </a:solidFill>
            <a:ln w="19050" cap="flat" cmpd="sng">
              <a:solidFill>
                <a:srgbClr val="E11E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2" name="Google Shape;202;g26b641b03cd_0_260"/>
            <p:cNvSpPr/>
            <p:nvPr/>
          </p:nvSpPr>
          <p:spPr>
            <a:xfrm>
              <a:off x="6213023" y="57800"/>
              <a:ext cx="1144800" cy="324000"/>
            </a:xfrm>
            <a:prstGeom prst="roundRect">
              <a:avLst>
                <a:gd name="adj" fmla="val 50000"/>
              </a:avLst>
            </a:prstGeom>
            <a:solidFill>
              <a:schemeClr val="lt1"/>
            </a:solidFill>
            <a:ln w="19050" cap="flat" cmpd="sng">
              <a:solidFill>
                <a:srgbClr val="CB3D8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3" name="Google Shape;203;g26b641b03cd_0_260"/>
            <p:cNvSpPr txBox="1"/>
            <p:nvPr/>
          </p:nvSpPr>
          <p:spPr>
            <a:xfrm>
              <a:off x="661700" y="12050"/>
              <a:ext cx="9741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FFFFFF"/>
                  </a:solidFill>
                  <a:latin typeface="Poppins"/>
                  <a:ea typeface="Poppins"/>
                  <a:cs typeface="Poppins"/>
                  <a:sym typeface="Poppins"/>
                </a:rPr>
                <a:t>Phase 2</a:t>
              </a:r>
              <a:endParaRPr sz="1500" b="0" i="0" u="none" strike="noStrike" cap="none">
                <a:solidFill>
                  <a:srgbClr val="FFFFFF"/>
                </a:solidFill>
                <a:latin typeface="Poppins"/>
                <a:ea typeface="Poppins"/>
                <a:cs typeface="Poppins"/>
                <a:sym typeface="Poppins"/>
              </a:endParaRPr>
            </a:p>
          </p:txBody>
        </p:sp>
        <p:sp>
          <p:nvSpPr>
            <p:cNvPr id="204" name="Google Shape;204;g26b641b03cd_0_260"/>
            <p:cNvSpPr txBox="1"/>
            <p:nvPr/>
          </p:nvSpPr>
          <p:spPr>
            <a:xfrm>
              <a:off x="202503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F286F"/>
                  </a:solidFill>
                  <a:latin typeface="Poppins"/>
                  <a:ea typeface="Poppins"/>
                  <a:cs typeface="Poppins"/>
                  <a:sym typeface="Poppins"/>
                </a:rPr>
                <a:t>Phase 3</a:t>
              </a:r>
              <a:endParaRPr sz="1300" b="0" i="0" u="none" strike="noStrike" cap="none">
                <a:solidFill>
                  <a:srgbClr val="2F286F"/>
                </a:solidFill>
                <a:latin typeface="Poppins"/>
                <a:ea typeface="Poppins"/>
                <a:cs typeface="Poppins"/>
                <a:sym typeface="Poppins"/>
              </a:endParaRPr>
            </a:p>
          </p:txBody>
        </p:sp>
        <p:sp>
          <p:nvSpPr>
            <p:cNvPr id="205" name="Google Shape;205;g26b641b03cd_0_260"/>
            <p:cNvSpPr txBox="1"/>
            <p:nvPr/>
          </p:nvSpPr>
          <p:spPr>
            <a:xfrm>
              <a:off x="3473713"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8DC63F"/>
                  </a:solidFill>
                  <a:latin typeface="Poppins"/>
                  <a:ea typeface="Poppins"/>
                  <a:cs typeface="Poppins"/>
                  <a:sym typeface="Poppins"/>
                </a:rPr>
                <a:t>Phase 4</a:t>
              </a:r>
              <a:endParaRPr sz="1300" b="0" i="0" u="none" strike="noStrike" cap="none">
                <a:solidFill>
                  <a:srgbClr val="8DC63F"/>
                </a:solidFill>
                <a:latin typeface="Poppins"/>
                <a:ea typeface="Poppins"/>
                <a:cs typeface="Poppins"/>
                <a:sym typeface="Poppins"/>
              </a:endParaRPr>
            </a:p>
          </p:txBody>
        </p:sp>
        <p:sp>
          <p:nvSpPr>
            <p:cNvPr id="206" name="Google Shape;206;g26b641b03cd_0_260"/>
            <p:cNvSpPr txBox="1"/>
            <p:nvPr/>
          </p:nvSpPr>
          <p:spPr>
            <a:xfrm>
              <a:off x="488603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2278F"/>
                  </a:solidFill>
                  <a:latin typeface="Poppins"/>
                  <a:ea typeface="Poppins"/>
                  <a:cs typeface="Poppins"/>
                  <a:sym typeface="Poppins"/>
                </a:rPr>
                <a:t>Phase 5</a:t>
              </a:r>
              <a:endParaRPr sz="1300" b="0" i="0" u="none" strike="noStrike" cap="none">
                <a:solidFill>
                  <a:srgbClr val="92278F"/>
                </a:solidFill>
                <a:latin typeface="Poppins"/>
                <a:ea typeface="Poppins"/>
                <a:cs typeface="Poppins"/>
                <a:sym typeface="Poppins"/>
              </a:endParaRPr>
            </a:p>
          </p:txBody>
        </p:sp>
        <p:sp>
          <p:nvSpPr>
            <p:cNvPr id="207" name="Google Shape;207;g26b641b03cd_0_260"/>
            <p:cNvSpPr txBox="1"/>
            <p:nvPr/>
          </p:nvSpPr>
          <p:spPr>
            <a:xfrm>
              <a:off x="6298363"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CB3D85"/>
                  </a:solidFill>
                  <a:latin typeface="Poppins"/>
                  <a:ea typeface="Poppins"/>
                  <a:cs typeface="Poppins"/>
                  <a:sym typeface="Poppins"/>
                </a:rPr>
                <a:t>Phase 5.5</a:t>
              </a:r>
              <a:endParaRPr sz="1300" b="0" i="0" u="none" strike="noStrike" cap="none">
                <a:solidFill>
                  <a:srgbClr val="CB3D85"/>
                </a:solidFill>
                <a:latin typeface="Poppins"/>
                <a:ea typeface="Poppins"/>
                <a:cs typeface="Poppins"/>
                <a:sym typeface="Poppins"/>
              </a:endParaRPr>
            </a:p>
          </p:txBody>
        </p:sp>
        <p:sp>
          <p:nvSpPr>
            <p:cNvPr id="208" name="Google Shape;208;g26b641b03cd_0_260"/>
            <p:cNvSpPr txBox="1"/>
            <p:nvPr/>
          </p:nvSpPr>
          <p:spPr>
            <a:xfrm>
              <a:off x="771068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ED1C24"/>
                  </a:solidFill>
                  <a:latin typeface="Poppins"/>
                  <a:ea typeface="Poppins"/>
                  <a:cs typeface="Poppins"/>
                  <a:sym typeface="Poppins"/>
                </a:rPr>
                <a:t>Phase 6</a:t>
              </a:r>
              <a:endParaRPr sz="1300" b="0" i="0" u="none" strike="noStrike" cap="none">
                <a:solidFill>
                  <a:srgbClr val="ED1C24"/>
                </a:solidFill>
                <a:latin typeface="Poppins"/>
                <a:ea typeface="Poppins"/>
                <a:cs typeface="Poppins"/>
                <a:sym typeface="Poppins"/>
              </a:endParaRPr>
            </a:p>
          </p:txBody>
        </p:sp>
      </p:grpSp>
      <p:sp>
        <p:nvSpPr>
          <p:cNvPr id="209" name="Google Shape;20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10" name="Google Shape;210;g26b641b03cd_0_260"/>
          <p:cNvGrpSpPr/>
          <p:nvPr/>
        </p:nvGrpSpPr>
        <p:grpSpPr>
          <a:xfrm>
            <a:off x="3235760" y="88250"/>
            <a:ext cx="1337400" cy="403500"/>
            <a:chOff x="565600" y="88250"/>
            <a:chExt cx="1337400" cy="403500"/>
          </a:xfrm>
        </p:grpSpPr>
        <p:sp>
          <p:nvSpPr>
            <p:cNvPr id="211" name="Google Shape;211;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2" name="Google Shape;212;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213" name="Google Shape;21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214" name="Google Shape;21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15" name="Google Shape;21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16" name="Google Shape;21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18" name="Google Shape;21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20" name="Google Shape;22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22" name="Google Shape;22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23" name="Google Shape;22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224" name="Google Shape;224;g26b641b03cd_0_260"/>
          <p:cNvGrpSpPr/>
          <p:nvPr/>
        </p:nvGrpSpPr>
        <p:grpSpPr>
          <a:xfrm>
            <a:off x="8199150" y="5983875"/>
            <a:ext cx="586800" cy="571500"/>
            <a:chOff x="7894350" y="6212475"/>
            <a:chExt cx="586800" cy="571500"/>
          </a:xfrm>
        </p:grpSpPr>
        <p:sp>
          <p:nvSpPr>
            <p:cNvPr id="225" name="Google Shape;22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28"/>
        <p:cNvGrpSpPr/>
        <p:nvPr/>
      </p:nvGrpSpPr>
      <p:grpSpPr>
        <a:xfrm>
          <a:off x="0" y="0"/>
          <a:ext cx="0" cy="0"/>
          <a:chOff x="0" y="0"/>
          <a:chExt cx="0" cy="0"/>
        </a:xfrm>
      </p:grpSpPr>
      <p:sp>
        <p:nvSpPr>
          <p:cNvPr id="229" name="Google Shape;229;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7" name="Google Shape;237;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8" name="Google Shape;23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9" name="Google Shape;23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0" name="Google Shape;24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1" name="Google Shape;24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42" name="Google Shape;24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43" name="Google Shape;24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4" name="Google Shape;24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5" name="Google Shape;24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6" name="Google Shape;24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7" name="Google Shape;24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8" name="Google Shape;24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9" name="Google Shape;24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0" name="Google Shape;25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51" name="Google Shape;251;g2c235dd0dad_1_87"/>
          <p:cNvGrpSpPr/>
          <p:nvPr/>
        </p:nvGrpSpPr>
        <p:grpSpPr>
          <a:xfrm>
            <a:off x="662575" y="6212475"/>
            <a:ext cx="586800" cy="571500"/>
            <a:chOff x="662575" y="6212475"/>
            <a:chExt cx="586800" cy="571500"/>
          </a:xfrm>
        </p:grpSpPr>
        <p:sp>
          <p:nvSpPr>
            <p:cNvPr id="252" name="Google Shape;25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5" name="Google Shape;255;g2c235dd0dad_1_87"/>
          <p:cNvGrpSpPr/>
          <p:nvPr/>
        </p:nvGrpSpPr>
        <p:grpSpPr>
          <a:xfrm>
            <a:off x="7894350" y="6212475"/>
            <a:ext cx="586800" cy="571500"/>
            <a:chOff x="7894350" y="6212475"/>
            <a:chExt cx="586800" cy="571500"/>
          </a:xfrm>
        </p:grpSpPr>
        <p:sp>
          <p:nvSpPr>
            <p:cNvPr id="256" name="Google Shape;25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59"/>
        <p:cNvGrpSpPr/>
        <p:nvPr/>
      </p:nvGrpSpPr>
      <p:grpSpPr>
        <a:xfrm>
          <a:off x="0" y="0"/>
          <a:ext cx="0" cy="0"/>
          <a:chOff x="0" y="0"/>
          <a:chExt cx="0" cy="0"/>
        </a:xfrm>
      </p:grpSpPr>
      <p:sp>
        <p:nvSpPr>
          <p:cNvPr id="260" name="Google Shape;260;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2" name="Google Shape;26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6" name="Google Shape;266;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67" name="Google Shape;26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68" name="Google Shape;268;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9" name="Google Shape;269;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0" name="Google Shape;27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71" name="Google Shape;27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72" name="Google Shape;27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73" name="Google Shape;27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74" name="Google Shape;27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75" name="Google Shape;27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6" name="Google Shape;27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7" name="Google Shape;27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78" name="Google Shape;27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9" name="Google Shape;279;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80" name="Google Shape;280;g1f3daf8a844_0_32"/>
          <p:cNvGrpSpPr/>
          <p:nvPr/>
        </p:nvGrpSpPr>
        <p:grpSpPr>
          <a:xfrm>
            <a:off x="662575" y="6212475"/>
            <a:ext cx="586800" cy="571500"/>
            <a:chOff x="662575" y="6212475"/>
            <a:chExt cx="586800" cy="571500"/>
          </a:xfrm>
        </p:grpSpPr>
        <p:sp>
          <p:nvSpPr>
            <p:cNvPr id="281" name="Google Shape;28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4" name="Google Shape;284;g1f3daf8a844_0_32"/>
          <p:cNvGrpSpPr/>
          <p:nvPr/>
        </p:nvGrpSpPr>
        <p:grpSpPr>
          <a:xfrm>
            <a:off x="7894350" y="6212475"/>
            <a:ext cx="586800" cy="571500"/>
            <a:chOff x="7894350" y="6212475"/>
            <a:chExt cx="586800" cy="571500"/>
          </a:xfrm>
        </p:grpSpPr>
        <p:sp>
          <p:nvSpPr>
            <p:cNvPr id="285" name="Google Shape;28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88"/>
        <p:cNvGrpSpPr/>
        <p:nvPr/>
      </p:nvGrpSpPr>
      <p:grpSpPr>
        <a:xfrm>
          <a:off x="0" y="0"/>
          <a:ext cx="0" cy="0"/>
          <a:chOff x="0" y="0"/>
          <a:chExt cx="0" cy="0"/>
        </a:xfrm>
      </p:grpSpPr>
      <p:sp>
        <p:nvSpPr>
          <p:cNvPr id="289" name="Google Shape;289;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1" name="Google Shape;291;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96" name="Google Shape;296;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8" name="Google Shape;298;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9" name="Google Shape;29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0" name="Google Shape;30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301" name="Google Shape;301;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2" name="Google Shape;302;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3" name="Google Shape;303;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4" name="Google Shape;304;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5" name="Google Shape;305;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6" name="Google Shape;306;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7" name="Google Shape;307;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8" name="Google Shape;308;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9" name="Google Shape;309;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10" name="Google Shape;310;g2c157a2fb06_0_53"/>
          <p:cNvGrpSpPr/>
          <p:nvPr/>
        </p:nvGrpSpPr>
        <p:grpSpPr>
          <a:xfrm>
            <a:off x="1403031" y="6958923"/>
            <a:ext cx="6774848" cy="1291477"/>
            <a:chOff x="717231" y="7263723"/>
            <a:chExt cx="6774848" cy="1291477"/>
          </a:xfrm>
        </p:grpSpPr>
        <p:sp>
          <p:nvSpPr>
            <p:cNvPr id="311" name="Google Shape;311;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12" name="Google Shape;312;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13" name="Google Shape;313;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14" name="Google Shape;314;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15" name="Google Shape;315;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16" name="Google Shape;316;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17" name="Google Shape;317;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8" name="Google Shape;318;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9" name="Google Shape;319;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2" name="Google Shape;32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23" name="Google Shape;32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24" name="Google Shape;324;g2c157a2fb06_0_53"/>
          <p:cNvGrpSpPr/>
          <p:nvPr/>
        </p:nvGrpSpPr>
        <p:grpSpPr>
          <a:xfrm>
            <a:off x="662575" y="6212475"/>
            <a:ext cx="586800" cy="571500"/>
            <a:chOff x="662575" y="6212475"/>
            <a:chExt cx="586800" cy="571500"/>
          </a:xfrm>
        </p:grpSpPr>
        <p:sp>
          <p:nvSpPr>
            <p:cNvPr id="325" name="Google Shape;32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8" name="Google Shape;328;g2c157a2fb06_0_53"/>
          <p:cNvGrpSpPr/>
          <p:nvPr/>
        </p:nvGrpSpPr>
        <p:grpSpPr>
          <a:xfrm>
            <a:off x="7894350" y="6212475"/>
            <a:ext cx="586800" cy="571500"/>
            <a:chOff x="7894350" y="6212475"/>
            <a:chExt cx="586800" cy="571500"/>
          </a:xfrm>
        </p:grpSpPr>
        <p:sp>
          <p:nvSpPr>
            <p:cNvPr id="329" name="Google Shape;32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32"/>
        <p:cNvGrpSpPr/>
        <p:nvPr/>
      </p:nvGrpSpPr>
      <p:grpSpPr>
        <a:xfrm>
          <a:off x="0" y="0"/>
          <a:ext cx="0" cy="0"/>
          <a:chOff x="0" y="0"/>
          <a:chExt cx="0" cy="0"/>
        </a:xfrm>
      </p:grpSpPr>
      <p:sp>
        <p:nvSpPr>
          <p:cNvPr id="333" name="Google Shape;333;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35" name="Google Shape;33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6" name="Google Shape;336;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9" name="Google Shape;339;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340" name="Google Shape;34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41" name="Google Shape;341;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2" name="Google Shape;342;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43" name="Google Shape;343;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4" name="Google Shape;34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45" name="Google Shape;34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46" name="Google Shape;346;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7" name="Google Shape;347;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8" name="Google Shape;348;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9" name="Google Shape;349;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0" name="Google Shape;35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1" name="Google Shape;35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52" name="Google Shape;352;g2c157a2fb06_0_158"/>
          <p:cNvGrpSpPr/>
          <p:nvPr/>
        </p:nvGrpSpPr>
        <p:grpSpPr>
          <a:xfrm>
            <a:off x="662575" y="6212475"/>
            <a:ext cx="586800" cy="571500"/>
            <a:chOff x="662575" y="6212475"/>
            <a:chExt cx="586800" cy="571500"/>
          </a:xfrm>
        </p:grpSpPr>
        <p:sp>
          <p:nvSpPr>
            <p:cNvPr id="353" name="Google Shape;35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158"/>
          <p:cNvGrpSpPr/>
          <p:nvPr/>
        </p:nvGrpSpPr>
        <p:grpSpPr>
          <a:xfrm>
            <a:off x="7894350" y="6212475"/>
            <a:ext cx="586800" cy="571500"/>
            <a:chOff x="7894350" y="6212475"/>
            <a:chExt cx="586800" cy="571500"/>
          </a:xfrm>
        </p:grpSpPr>
        <p:sp>
          <p:nvSpPr>
            <p:cNvPr id="357" name="Google Shape;35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60"/>
        <p:cNvGrpSpPr/>
        <p:nvPr/>
      </p:nvGrpSpPr>
      <p:grpSpPr>
        <a:xfrm>
          <a:off x="0" y="0"/>
          <a:ext cx="0" cy="0"/>
          <a:chOff x="0" y="0"/>
          <a:chExt cx="0" cy="0"/>
        </a:xfrm>
      </p:grpSpPr>
      <p:sp>
        <p:nvSpPr>
          <p:cNvPr id="361" name="Google Shape;361;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3" name="Google Shape;363;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4" name="Google Shape;364;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68" name="Google Shape;36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9" name="Google Shape;36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70" name="Google Shape;370;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2" name="Google Shape;372;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3" name="Google Shape;373;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4" name="Google Shape;374;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5" name="Google Shape;375;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6" name="Google Shape;376;g2c157a2fb06_0_263"/>
          <p:cNvSpPr>
            <a:spLocks noGrp="1"/>
          </p:cNvSpPr>
          <p:nvPr>
            <p:ph type="pic" idx="7"/>
          </p:nvPr>
        </p:nvSpPr>
        <p:spPr>
          <a:xfrm>
            <a:off x="5086375" y="4412425"/>
            <a:ext cx="2668800" cy="1291500"/>
          </a:xfrm>
          <a:prstGeom prst="rect">
            <a:avLst/>
          </a:prstGeom>
          <a:noFill/>
          <a:ln>
            <a:noFill/>
          </a:ln>
        </p:spPr>
      </p:sp>
      <p:sp>
        <p:nvSpPr>
          <p:cNvPr id="377" name="Google Shape;377;g2c157a2fb06_0_263"/>
          <p:cNvSpPr>
            <a:spLocks noGrp="1"/>
          </p:cNvSpPr>
          <p:nvPr>
            <p:ph type="pic" idx="8"/>
          </p:nvPr>
        </p:nvSpPr>
        <p:spPr>
          <a:xfrm>
            <a:off x="5086375" y="797675"/>
            <a:ext cx="2668800" cy="1291500"/>
          </a:xfrm>
          <a:prstGeom prst="rect">
            <a:avLst/>
          </a:prstGeom>
          <a:noFill/>
          <a:ln>
            <a:noFill/>
          </a:ln>
        </p:spPr>
      </p:sp>
      <p:sp>
        <p:nvSpPr>
          <p:cNvPr id="378" name="Google Shape;378;g2c157a2fb06_0_263"/>
          <p:cNvSpPr>
            <a:spLocks noGrp="1"/>
          </p:cNvSpPr>
          <p:nvPr>
            <p:ph type="pic" idx="9"/>
          </p:nvPr>
        </p:nvSpPr>
        <p:spPr>
          <a:xfrm>
            <a:off x="5086375" y="2002592"/>
            <a:ext cx="2668800" cy="1291500"/>
          </a:xfrm>
          <a:prstGeom prst="rect">
            <a:avLst/>
          </a:prstGeom>
          <a:noFill/>
          <a:ln>
            <a:noFill/>
          </a:ln>
        </p:spPr>
      </p:sp>
      <p:sp>
        <p:nvSpPr>
          <p:cNvPr id="379" name="Google Shape;379;g2c157a2fb06_0_263"/>
          <p:cNvSpPr>
            <a:spLocks noGrp="1"/>
          </p:cNvSpPr>
          <p:nvPr>
            <p:ph type="pic" idx="13"/>
          </p:nvPr>
        </p:nvSpPr>
        <p:spPr>
          <a:xfrm>
            <a:off x="5086375" y="3207508"/>
            <a:ext cx="2668800" cy="1291500"/>
          </a:xfrm>
          <a:prstGeom prst="rect">
            <a:avLst/>
          </a:prstGeom>
          <a:noFill/>
          <a:ln>
            <a:noFill/>
          </a:ln>
        </p:spPr>
      </p:sp>
      <p:sp>
        <p:nvSpPr>
          <p:cNvPr id="380" name="Google Shape;380;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1" name="Google Shape;38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2" name="Google Shape;38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83" name="Google Shape;383;g2c157a2fb06_0_263"/>
          <p:cNvGrpSpPr/>
          <p:nvPr/>
        </p:nvGrpSpPr>
        <p:grpSpPr>
          <a:xfrm>
            <a:off x="662575" y="6212475"/>
            <a:ext cx="586800" cy="571500"/>
            <a:chOff x="662575" y="6212475"/>
            <a:chExt cx="586800" cy="571500"/>
          </a:xfrm>
        </p:grpSpPr>
        <p:sp>
          <p:nvSpPr>
            <p:cNvPr id="384" name="Google Shape;38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7" name="Google Shape;387;g2c157a2fb06_0_263"/>
          <p:cNvGrpSpPr/>
          <p:nvPr/>
        </p:nvGrpSpPr>
        <p:grpSpPr>
          <a:xfrm>
            <a:off x="7894350" y="6212475"/>
            <a:ext cx="586800" cy="571500"/>
            <a:chOff x="7894350" y="6212475"/>
            <a:chExt cx="586800" cy="571500"/>
          </a:xfrm>
        </p:grpSpPr>
        <p:sp>
          <p:nvSpPr>
            <p:cNvPr id="388" name="Google Shape;38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91"/>
        <p:cNvGrpSpPr/>
        <p:nvPr/>
      </p:nvGrpSpPr>
      <p:grpSpPr>
        <a:xfrm>
          <a:off x="0" y="0"/>
          <a:ext cx="0" cy="0"/>
          <a:chOff x="0" y="0"/>
          <a:chExt cx="0" cy="0"/>
        </a:xfrm>
      </p:grpSpPr>
      <p:sp>
        <p:nvSpPr>
          <p:cNvPr id="392" name="Google Shape;392;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3" name="Google Shape;393;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4" name="Google Shape;394;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5" name="Google Shape;395;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99" name="Google Shape;399;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00" name="Google Shape;400;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402" name="Google Shape;402;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3" name="Google Shape;403;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4" name="Google Shape;404;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5" name="Google Shape;40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6" name="Google Shape;40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407" name="Google Shape;40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8" name="Google Shape;40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9" name="Google Shape;409;g2c157a2fb06_0_467"/>
          <p:cNvGrpSpPr/>
          <p:nvPr/>
        </p:nvGrpSpPr>
        <p:grpSpPr>
          <a:xfrm>
            <a:off x="662575" y="6212475"/>
            <a:ext cx="586800" cy="571500"/>
            <a:chOff x="662575" y="6212475"/>
            <a:chExt cx="586800" cy="571500"/>
          </a:xfrm>
        </p:grpSpPr>
        <p:sp>
          <p:nvSpPr>
            <p:cNvPr id="410" name="Google Shape;41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13" name="Google Shape;413;g2c157a2fb06_0_467"/>
          <p:cNvGrpSpPr/>
          <p:nvPr/>
        </p:nvGrpSpPr>
        <p:grpSpPr>
          <a:xfrm>
            <a:off x="7894350" y="6212475"/>
            <a:ext cx="586800" cy="571500"/>
            <a:chOff x="7894350" y="6212475"/>
            <a:chExt cx="586800" cy="571500"/>
          </a:xfrm>
        </p:grpSpPr>
        <p:sp>
          <p:nvSpPr>
            <p:cNvPr id="414" name="Google Shape;41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6" name="Google Shape;416;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7"/>
        <p:cNvGrpSpPr/>
        <p:nvPr/>
      </p:nvGrpSpPr>
      <p:grpSpPr>
        <a:xfrm>
          <a:off x="0" y="0"/>
          <a:ext cx="0" cy="0"/>
          <a:chOff x="0" y="0"/>
          <a:chExt cx="0" cy="0"/>
        </a:xfrm>
      </p:grpSpPr>
      <p:sp>
        <p:nvSpPr>
          <p:cNvPr id="418" name="Google Shape;418;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0" name="Google Shape;420;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1" name="Google Shape;421;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4" name="Google Shape;424;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25" name="Google Shape;425;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6" name="Google Shape;426;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7" name="Google Shape;427;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8" name="Google Shape;428;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9" name="Google Shape;429;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0" name="Google Shape;43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31" name="Google Shape;43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432" name="Google Shape;432;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3" name="Google Shape;43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4" name="Google Shape;43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5" name="Google Shape;435;g2c157a2fb06_0_629"/>
          <p:cNvGrpSpPr/>
          <p:nvPr/>
        </p:nvGrpSpPr>
        <p:grpSpPr>
          <a:xfrm>
            <a:off x="662575" y="6212475"/>
            <a:ext cx="586800" cy="571500"/>
            <a:chOff x="662575" y="6212475"/>
            <a:chExt cx="586800" cy="571500"/>
          </a:xfrm>
        </p:grpSpPr>
        <p:sp>
          <p:nvSpPr>
            <p:cNvPr id="436" name="Google Shape;43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9" name="Google Shape;439;g2c157a2fb06_0_629"/>
          <p:cNvGrpSpPr/>
          <p:nvPr/>
        </p:nvGrpSpPr>
        <p:grpSpPr>
          <a:xfrm>
            <a:off x="7894350" y="6212475"/>
            <a:ext cx="586800" cy="571500"/>
            <a:chOff x="7894350" y="6212475"/>
            <a:chExt cx="586800" cy="571500"/>
          </a:xfrm>
        </p:grpSpPr>
        <p:sp>
          <p:nvSpPr>
            <p:cNvPr id="440" name="Google Shape;44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43"/>
        <p:cNvGrpSpPr/>
        <p:nvPr/>
      </p:nvGrpSpPr>
      <p:grpSpPr>
        <a:xfrm>
          <a:off x="0" y="0"/>
          <a:ext cx="0" cy="0"/>
          <a:chOff x="0" y="0"/>
          <a:chExt cx="0" cy="0"/>
        </a:xfrm>
      </p:grpSpPr>
      <p:sp>
        <p:nvSpPr>
          <p:cNvPr id="444" name="Google Shape;444;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46" name="Google Shape;446;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51" name="Google Shape;451;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52" name="Google Shape;452;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3" name="Google Shape;453;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4" name="Google Shape;454;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5" name="Google Shape;455;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6" name="Google Shape;45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7" name="Google Shape;45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8" name="Google Shape;45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9" name="Google Shape;45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60" name="Google Shape;46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2" name="Google Shape;462;g2c157a2fb06_0_798"/>
          <p:cNvGrpSpPr/>
          <p:nvPr/>
        </p:nvGrpSpPr>
        <p:grpSpPr>
          <a:xfrm>
            <a:off x="662575" y="6212475"/>
            <a:ext cx="586800" cy="571500"/>
            <a:chOff x="662575" y="6212475"/>
            <a:chExt cx="586800" cy="571500"/>
          </a:xfrm>
        </p:grpSpPr>
        <p:sp>
          <p:nvSpPr>
            <p:cNvPr id="463" name="Google Shape;46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6" name="Google Shape;466;g2c157a2fb06_0_798"/>
          <p:cNvGrpSpPr/>
          <p:nvPr/>
        </p:nvGrpSpPr>
        <p:grpSpPr>
          <a:xfrm>
            <a:off x="7894350" y="6212475"/>
            <a:ext cx="586800" cy="571500"/>
            <a:chOff x="7894350" y="6212475"/>
            <a:chExt cx="586800" cy="571500"/>
          </a:xfrm>
        </p:grpSpPr>
        <p:sp>
          <p:nvSpPr>
            <p:cNvPr id="467" name="Google Shape;46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70"/>
        <p:cNvGrpSpPr/>
        <p:nvPr/>
      </p:nvGrpSpPr>
      <p:grpSpPr>
        <a:xfrm>
          <a:off x="0" y="0"/>
          <a:ext cx="0" cy="0"/>
          <a:chOff x="0" y="0"/>
          <a:chExt cx="0" cy="0"/>
        </a:xfrm>
      </p:grpSpPr>
      <p:sp>
        <p:nvSpPr>
          <p:cNvPr id="471" name="Google Shape;471;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3" name="Google Shape;473;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78" name="Google Shape;47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9" name="Google Shape;47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80" name="Google Shape;48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81" name="Google Shape;48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2" name="Google Shape;48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3" name="Google Shape;48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4" name="Google Shape;48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5" name="Google Shape;48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6" name="Google Shape;48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87" name="Google Shape;48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8" name="Google Shape;48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9" name="Google Shape;489;g2c157a2fb06_0_825"/>
          <p:cNvGrpSpPr/>
          <p:nvPr/>
        </p:nvGrpSpPr>
        <p:grpSpPr>
          <a:xfrm>
            <a:off x="662575" y="6212475"/>
            <a:ext cx="586800" cy="571500"/>
            <a:chOff x="662575" y="6212475"/>
            <a:chExt cx="586800" cy="571500"/>
          </a:xfrm>
        </p:grpSpPr>
        <p:sp>
          <p:nvSpPr>
            <p:cNvPr id="490" name="Google Shape;49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3" name="Google Shape;493;g2c157a2fb06_0_825"/>
          <p:cNvGrpSpPr/>
          <p:nvPr/>
        </p:nvGrpSpPr>
        <p:grpSpPr>
          <a:xfrm>
            <a:off x="7894350" y="6212475"/>
            <a:ext cx="586800" cy="571500"/>
            <a:chOff x="7894350" y="6212475"/>
            <a:chExt cx="586800" cy="571500"/>
          </a:xfrm>
        </p:grpSpPr>
        <p:sp>
          <p:nvSpPr>
            <p:cNvPr id="494" name="Google Shape;49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7"/>
        <p:cNvGrpSpPr/>
        <p:nvPr/>
      </p:nvGrpSpPr>
      <p:grpSpPr>
        <a:xfrm>
          <a:off x="0" y="0"/>
          <a:ext cx="0" cy="0"/>
          <a:chOff x="0" y="0"/>
          <a:chExt cx="0" cy="0"/>
        </a:xfrm>
      </p:grpSpPr>
      <p:sp>
        <p:nvSpPr>
          <p:cNvPr id="498" name="Google Shape;498;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0" name="Google Shape;50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1" name="Google Shape;501;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5" name="Google Shape;505;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1" name="Google Shape;51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512" name="Google Shape;51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3" name="Google Shape;51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6" name="Google Shape;51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8" name="Google Shape;51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0" name="Google Shape;52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2" name="Google Shape;52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4" name="Google Shape;52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5" name="Google Shape;52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6" name="Google Shape;52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7" name="Google Shape;52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8" name="Google Shape;528;g2c157a2fb06_0_700"/>
          <p:cNvGrpSpPr/>
          <p:nvPr/>
        </p:nvGrpSpPr>
        <p:grpSpPr>
          <a:xfrm>
            <a:off x="662575" y="6212475"/>
            <a:ext cx="586800" cy="571500"/>
            <a:chOff x="662575" y="6212475"/>
            <a:chExt cx="586800" cy="571500"/>
          </a:xfrm>
        </p:grpSpPr>
        <p:sp>
          <p:nvSpPr>
            <p:cNvPr id="529" name="Google Shape;52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2" name="Google Shape;532;g2c157a2fb06_0_700"/>
          <p:cNvGrpSpPr/>
          <p:nvPr/>
        </p:nvGrpSpPr>
        <p:grpSpPr>
          <a:xfrm>
            <a:off x="7894350" y="6212475"/>
            <a:ext cx="586800" cy="571500"/>
            <a:chOff x="7894350" y="6212475"/>
            <a:chExt cx="586800" cy="571500"/>
          </a:xfrm>
        </p:grpSpPr>
        <p:sp>
          <p:nvSpPr>
            <p:cNvPr id="533" name="Google Shape;53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6"/>
        <p:cNvGrpSpPr/>
        <p:nvPr/>
      </p:nvGrpSpPr>
      <p:grpSpPr>
        <a:xfrm>
          <a:off x="0" y="0"/>
          <a:ext cx="0" cy="0"/>
          <a:chOff x="0" y="0"/>
          <a:chExt cx="0" cy="0"/>
        </a:xfrm>
      </p:grpSpPr>
      <p:sp>
        <p:nvSpPr>
          <p:cNvPr id="537" name="Google Shape;537;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9" name="Google Shape;539;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83" name="Google Shape;583;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4" name="Google Shape;584;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5" name="Google Shape;585;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8" name="Google Shape;59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99" name="Google Shape;599;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0" name="Google Shape;60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1" name="Google Shape;60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2" name="Google Shape;60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3" name="Google Shape;603;g2c157a2fb06_0_1045"/>
          <p:cNvGrpSpPr/>
          <p:nvPr/>
        </p:nvGrpSpPr>
        <p:grpSpPr>
          <a:xfrm>
            <a:off x="662575" y="6212475"/>
            <a:ext cx="586800" cy="571500"/>
            <a:chOff x="662575" y="6212475"/>
            <a:chExt cx="586800" cy="571500"/>
          </a:xfrm>
        </p:grpSpPr>
        <p:sp>
          <p:nvSpPr>
            <p:cNvPr id="604" name="Google Shape;60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7" name="Google Shape;607;g2c157a2fb06_0_1045"/>
          <p:cNvGrpSpPr/>
          <p:nvPr/>
        </p:nvGrpSpPr>
        <p:grpSpPr>
          <a:xfrm>
            <a:off x="7894350" y="6212475"/>
            <a:ext cx="586800" cy="571500"/>
            <a:chOff x="7894350" y="6212475"/>
            <a:chExt cx="586800" cy="571500"/>
          </a:xfrm>
        </p:grpSpPr>
        <p:sp>
          <p:nvSpPr>
            <p:cNvPr id="608" name="Google Shape;60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1"/>
        <p:cNvGrpSpPr/>
        <p:nvPr/>
      </p:nvGrpSpPr>
      <p:grpSpPr>
        <a:xfrm>
          <a:off x="0" y="0"/>
          <a:ext cx="0" cy="0"/>
          <a:chOff x="0" y="0"/>
          <a:chExt cx="0" cy="0"/>
        </a:xfrm>
      </p:grpSpPr>
      <p:sp>
        <p:nvSpPr>
          <p:cNvPr id="612" name="Google Shape;612;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4" name="Google Shape;614;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5" name="Google Shape;615;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8" name="Google Shape;61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9" name="Google Shape;619;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0" name="Google Shape;620;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1" name="Google Shape;62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2" name="Google Shape;62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623" name="Google Shape;623;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4" name="Google Shape;624;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5" name="Google Shape;625;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6" name="Google Shape;626;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28" name="Google Shape;628;g2c157a2fb06_0_1110"/>
          <p:cNvGrpSpPr/>
          <p:nvPr/>
        </p:nvGrpSpPr>
        <p:grpSpPr>
          <a:xfrm>
            <a:off x="5806200" y="1807463"/>
            <a:ext cx="756300" cy="146700"/>
            <a:chOff x="5806200" y="1807463"/>
            <a:chExt cx="756300" cy="146700"/>
          </a:xfrm>
        </p:grpSpPr>
        <p:sp>
          <p:nvSpPr>
            <p:cNvPr id="629" name="Google Shape;629;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2" name="Google Shape;63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3" name="Google Shape;63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4" name="Google Shape;634;g2c157a2fb06_0_1110"/>
          <p:cNvGrpSpPr/>
          <p:nvPr/>
        </p:nvGrpSpPr>
        <p:grpSpPr>
          <a:xfrm>
            <a:off x="5806200" y="2842438"/>
            <a:ext cx="756300" cy="146700"/>
            <a:chOff x="5806200" y="1807463"/>
            <a:chExt cx="756300" cy="146700"/>
          </a:xfrm>
        </p:grpSpPr>
        <p:sp>
          <p:nvSpPr>
            <p:cNvPr id="635" name="Google Shape;635;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8" name="Google Shape;638;g2c157a2fb06_0_1110"/>
          <p:cNvGrpSpPr/>
          <p:nvPr/>
        </p:nvGrpSpPr>
        <p:grpSpPr>
          <a:xfrm>
            <a:off x="5806200" y="3877413"/>
            <a:ext cx="756300" cy="146700"/>
            <a:chOff x="5806200" y="1807463"/>
            <a:chExt cx="756300" cy="146700"/>
          </a:xfrm>
        </p:grpSpPr>
        <p:sp>
          <p:nvSpPr>
            <p:cNvPr id="639" name="Google Shape;639;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0" name="Google Shape;640;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2" name="Google Shape;642;g2c157a2fb06_0_1110"/>
          <p:cNvGrpSpPr/>
          <p:nvPr/>
        </p:nvGrpSpPr>
        <p:grpSpPr>
          <a:xfrm>
            <a:off x="662575" y="6212475"/>
            <a:ext cx="586800" cy="571500"/>
            <a:chOff x="662575" y="6212475"/>
            <a:chExt cx="586800" cy="571500"/>
          </a:xfrm>
        </p:grpSpPr>
        <p:sp>
          <p:nvSpPr>
            <p:cNvPr id="643" name="Google Shape;64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4" name="Google Shape;644;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6" name="Google Shape;646;g2c157a2fb06_0_1110"/>
          <p:cNvGrpSpPr/>
          <p:nvPr/>
        </p:nvGrpSpPr>
        <p:grpSpPr>
          <a:xfrm>
            <a:off x="7894350" y="6212475"/>
            <a:ext cx="586800" cy="571500"/>
            <a:chOff x="7894350" y="6212475"/>
            <a:chExt cx="586800" cy="571500"/>
          </a:xfrm>
        </p:grpSpPr>
        <p:sp>
          <p:nvSpPr>
            <p:cNvPr id="647" name="Google Shape;64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8" name="Google Shape;648;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50"/>
        <p:cNvGrpSpPr/>
        <p:nvPr/>
      </p:nvGrpSpPr>
      <p:grpSpPr>
        <a:xfrm>
          <a:off x="0" y="0"/>
          <a:ext cx="0" cy="0"/>
          <a:chOff x="0" y="0"/>
          <a:chExt cx="0" cy="0"/>
        </a:xfrm>
      </p:grpSpPr>
      <p:sp>
        <p:nvSpPr>
          <p:cNvPr id="651" name="Google Shape;651;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53" name="Google Shape;653;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54" name="Google Shape;654;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57" name="Google Shape;657;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58" name="Google Shape;658;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59" name="Google Shape;659;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0" name="Google Shape;660;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61" name="Google Shape;661;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62" name="Google Shape;662;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63" name="Google Shape;663;g2cf1f75ecdd_0_56"/>
          <p:cNvGrpSpPr/>
          <p:nvPr/>
        </p:nvGrpSpPr>
        <p:grpSpPr>
          <a:xfrm>
            <a:off x="662575" y="6212475"/>
            <a:ext cx="586800" cy="571500"/>
            <a:chOff x="662575" y="6212475"/>
            <a:chExt cx="586800" cy="571500"/>
          </a:xfrm>
        </p:grpSpPr>
        <p:sp>
          <p:nvSpPr>
            <p:cNvPr id="664" name="Google Shape;664;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5" name="Google Shape;665;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67" name="Google Shape;667;g2cf1f75ecdd_0_56"/>
          <p:cNvGrpSpPr/>
          <p:nvPr/>
        </p:nvGrpSpPr>
        <p:grpSpPr>
          <a:xfrm>
            <a:off x="7894350" y="6212475"/>
            <a:ext cx="586800" cy="571500"/>
            <a:chOff x="7894350" y="6212475"/>
            <a:chExt cx="586800" cy="571500"/>
          </a:xfrm>
        </p:grpSpPr>
        <p:sp>
          <p:nvSpPr>
            <p:cNvPr id="668" name="Google Shape;668;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71" name="Google Shape;671;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72" name="Google Shape;672;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73" name="Google Shape;673;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74" name="Google Shape;674;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75" name="Google Shape;675;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76" name="Google Shape;676;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77" name="Google Shape;677;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78" name="Google Shape;678;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79" name="Google Shape;679;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0" name="Google Shape;680;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1" name="Google Shape;681;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2" name="Google Shape;682;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3" name="Google Shape;683;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84" name="Google Shape;684;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85" name="Google Shape;685;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6" name="Google Shape;686;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7" name="Google Shape;687;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88" name="Google Shape;688;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89" name="Google Shape;689;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0" name="Google Shape;690;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1" name="Google Shape;691;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92" name="Google Shape;692;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3" name="Google Shape;693;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94" name="Google Shape;694;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5" name="Google Shape;695;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6" name="Google Shape;696;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7" name="Google Shape;697;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98"/>
        <p:cNvGrpSpPr/>
        <p:nvPr/>
      </p:nvGrpSpPr>
      <p:grpSpPr>
        <a:xfrm>
          <a:off x="0" y="0"/>
          <a:ext cx="0" cy="0"/>
          <a:chOff x="0" y="0"/>
          <a:chExt cx="0" cy="0"/>
        </a:xfrm>
      </p:grpSpPr>
      <p:sp>
        <p:nvSpPr>
          <p:cNvPr id="699" name="Google Shape;699;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0" name="Google Shape;700;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1" name="Google Shape;701;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2" name="Google Shape;702;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703" name="Google Shape;703;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4" name="Google Shape;704;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05" name="Google Shape;705;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706" name="Google Shape;706;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707" name="Google Shape;707;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708" name="Google Shape;708;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709" name="Google Shape;709;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710" name="Google Shape;710;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711" name="Google Shape;711;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712" name="Google Shape;712;p30"/>
          <p:cNvGrpSpPr/>
          <p:nvPr/>
        </p:nvGrpSpPr>
        <p:grpSpPr>
          <a:xfrm>
            <a:off x="6022940" y="5341706"/>
            <a:ext cx="594501" cy="305904"/>
            <a:chOff x="5672081" y="1914352"/>
            <a:chExt cx="792668" cy="305904"/>
          </a:xfrm>
        </p:grpSpPr>
        <p:sp>
          <p:nvSpPr>
            <p:cNvPr id="713" name="Google Shape;713;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4" name="Google Shape;714;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15" name="Google Shape;715;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16" name="Google Shape;716;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9" name="Google Shape;719;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0" name="Google Shape;720;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1" name="Google Shape;721;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2" name="Google Shape;722;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3" name="Google Shape;723;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24" name="Google Shape;724;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25" name="Google Shape;725;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6" name="Google Shape;726;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7" name="Google Shape;727;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8" name="Google Shape;728;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9" name="Google Shape;729;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0" name="Google Shape;730;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1" name="Google Shape;731;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2" name="Google Shape;732;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33" name="Google Shape;733;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34" name="Google Shape;734;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35" name="Google Shape;735;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36" name="Google Shape;736;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37" name="Google Shape;737;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38" name="Google Shape;738;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39" name="Google Shape;739;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0" name="Google Shape;740;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1" name="Google Shape;741;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42" name="Google Shape;742;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43" name="Google Shape;743;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44"/>
        <p:cNvGrpSpPr/>
        <p:nvPr/>
      </p:nvGrpSpPr>
      <p:grpSpPr>
        <a:xfrm>
          <a:off x="0" y="0"/>
          <a:ext cx="0" cy="0"/>
          <a:chOff x="0" y="0"/>
          <a:chExt cx="0" cy="0"/>
        </a:xfrm>
      </p:grpSpPr>
      <p:sp>
        <p:nvSpPr>
          <p:cNvPr id="745" name="Google Shape;745;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46" name="Google Shape;746;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47" name="Google Shape;747;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48"/>
        <p:cNvGrpSpPr/>
        <p:nvPr/>
      </p:nvGrpSpPr>
      <p:grpSpPr>
        <a:xfrm>
          <a:off x="0" y="0"/>
          <a:ext cx="0" cy="0"/>
          <a:chOff x="0" y="0"/>
          <a:chExt cx="0" cy="0"/>
        </a:xfrm>
      </p:grpSpPr>
      <p:sp>
        <p:nvSpPr>
          <p:cNvPr id="749" name="Google Shape;749;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50" name="Google Shape;750;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51" name="Google Shape;751;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image" Target="../media/image6.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5.xml"/><Relationship Id="rId4" Type="http://schemas.openxmlformats.org/officeDocument/2006/relationships/image" Target="../media/image7.png"/><Relationship Id="rId9" Type="http://schemas.openxmlformats.org/officeDocument/2006/relationships/slide" Target="slide6.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9.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7.png"/><Relationship Id="rId3" Type="http://schemas.openxmlformats.org/officeDocument/2006/relationships/image" Target="../media/image75.png"/><Relationship Id="rId21" Type="http://schemas.openxmlformats.org/officeDocument/2006/relationships/image" Target="../media/image92.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5.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2.png"/><Relationship Id="rId19" Type="http://schemas.openxmlformats.org/officeDocument/2006/relationships/image" Target="../media/image8.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02.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4.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06.png"/><Relationship Id="rId4" Type="http://schemas.openxmlformats.org/officeDocument/2006/relationships/image" Target="../media/image105.png"/></Relationships>
</file>

<file path=ppt/slides/_rels/slide1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09.png"/><Relationship Id="rId4" Type="http://schemas.openxmlformats.org/officeDocument/2006/relationships/image" Target="../media/image108.png"/></Relationships>
</file>

<file path=ppt/slides/_rels/slide1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112.png"/><Relationship Id="rId4" Type="http://schemas.openxmlformats.org/officeDocument/2006/relationships/image" Target="../media/image1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62626"/>
              </a:buClr>
              <a:buSzPts val="3600"/>
              <a:buNone/>
            </a:pPr>
            <a:r>
              <a:rPr lang="en-US" sz="3000"/>
              <a:t>Review Common Exception Words</a:t>
            </a:r>
            <a:endParaRPr sz="3000"/>
          </a:p>
        </p:txBody>
      </p:sp>
      <p:sp>
        <p:nvSpPr>
          <p:cNvPr id="757" name="Google Shape;757;p1"/>
          <p:cNvSpPr txBox="1">
            <a:spLocks noGrp="1"/>
          </p:cNvSpPr>
          <p:nvPr>
            <p:ph type="subTitle" idx="2"/>
          </p:nvPr>
        </p:nvSpPr>
        <p:spPr>
          <a:xfrm>
            <a:off x="884092" y="35255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5</a:t>
            </a:r>
            <a:endParaRPr/>
          </a:p>
        </p:txBody>
      </p:sp>
      <p:graphicFrame>
        <p:nvGraphicFramePr>
          <p:cNvPr id="758" name="Google Shape;758;p1"/>
          <p:cNvGraphicFramePr/>
          <p:nvPr/>
        </p:nvGraphicFramePr>
        <p:xfrm>
          <a:off x="4844200" y="1891197"/>
          <a:ext cx="3785000" cy="1678950"/>
        </p:xfrm>
        <a:graphic>
          <a:graphicData uri="http://schemas.openxmlformats.org/drawingml/2006/table">
            <a:tbl>
              <a:tblPr firstRow="1" bandRow="1">
                <a:noFill/>
                <a:tableStyleId>{A288264C-186C-402E-890C-E25C67F91E47}</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(fr br, cr tr,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gr dr pr)</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(pl bl gl, sl fl cl,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st sp sn, sm sw)</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pic>
        <p:nvPicPr>
          <p:cNvPr id="759" name="Google Shape;759;p1"/>
          <p:cNvPicPr preferRelativeResize="0"/>
          <p:nvPr/>
        </p:nvPicPr>
        <p:blipFill rotWithShape="1">
          <a:blip r:embed="rId3">
            <a:alphaModFix/>
          </a:blip>
          <a:srcRect t="19" b="29"/>
          <a:stretch/>
        </p:blipFill>
        <p:spPr>
          <a:xfrm rot="648184">
            <a:off x="6599888" y="4034822"/>
            <a:ext cx="1790911" cy="1279841"/>
          </a:xfrm>
          <a:prstGeom prst="rect">
            <a:avLst/>
          </a:prstGeom>
          <a:noFill/>
          <a:ln>
            <a:noFill/>
          </a:ln>
          <a:effectLst>
            <a:outerShdw blurRad="71438" dist="19050" dir="5400000" algn="bl" rotWithShape="0">
              <a:srgbClr val="000000">
                <a:alpha val="17647"/>
              </a:srgbClr>
            </a:outerShdw>
          </a:effectLst>
        </p:spPr>
      </p:pic>
      <p:pic>
        <p:nvPicPr>
          <p:cNvPr id="760" name="Google Shape;760;p1"/>
          <p:cNvPicPr preferRelativeResize="0"/>
          <p:nvPr/>
        </p:nvPicPr>
        <p:blipFill rotWithShape="1">
          <a:blip r:embed="rId4">
            <a:alphaModFix/>
          </a:blip>
          <a:srcRect l="159" r="159"/>
          <a:stretch/>
        </p:blipFill>
        <p:spPr>
          <a:xfrm rot="-338983">
            <a:off x="5089876" y="4189204"/>
            <a:ext cx="1791702" cy="1282994"/>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a:t>
            </a:r>
            <a:endParaRPr/>
          </a:p>
        </p:txBody>
      </p:sp>
      <p:sp>
        <p:nvSpPr>
          <p:cNvPr id="767" name="Google Shape;767;g2bee4f4af4b_0_204"/>
          <p:cNvSpPr txBox="1">
            <a:spLocks noGrp="1"/>
          </p:cNvSpPr>
          <p:nvPr>
            <p:ph type="body" idx="2"/>
          </p:nvPr>
        </p:nvSpPr>
        <p:spPr>
          <a:xfrm>
            <a:off x="3298550" y="1701029"/>
            <a:ext cx="4850100" cy="17673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all Phase 3 Common Exception Words</a:t>
            </a:r>
            <a:r>
              <a:rPr lang="en-US">
                <a:solidFill>
                  <a:srgbClr val="2356AF"/>
                </a:solidFill>
              </a:rPr>
              <a:t> push they me we be he she my by looked you are there here were all sure.</a:t>
            </a:r>
            <a:endParaRPr>
              <a:solidFill>
                <a:srgbClr val="2356AF"/>
              </a:solidFill>
            </a:endParaRPr>
          </a:p>
        </p:txBody>
      </p:sp>
      <p:sp>
        <p:nvSpPr>
          <p:cNvPr id="768" name="Google Shape;768;g2bee4f4af4b_0_204"/>
          <p:cNvSpPr txBox="1"/>
          <p:nvPr/>
        </p:nvSpPr>
        <p:spPr>
          <a:xfrm>
            <a:off x="3494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69" name="Google Shape;769;g2bee4f4af4b_0_204"/>
          <p:cNvSpPr txBox="1"/>
          <p:nvPr/>
        </p:nvSpPr>
        <p:spPr>
          <a:xfrm>
            <a:off x="3224912" y="5117929"/>
            <a:ext cx="13530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4</a:t>
            </a:r>
            <a:endParaRPr sz="900" b="0" i="0" u="none" strike="noStrike" cap="none">
              <a:solidFill>
                <a:srgbClr val="757070"/>
              </a:solidFill>
              <a:latin typeface="Poppins Medium"/>
              <a:ea typeface="Poppins Medium"/>
              <a:cs typeface="Poppins Medium"/>
              <a:sym typeface="Poppins Medium"/>
            </a:endParaRPr>
          </a:p>
        </p:txBody>
      </p:sp>
      <p:pic>
        <p:nvPicPr>
          <p:cNvPr id="770" name="Google Shape;770;g2bee4f4af4b_0_204"/>
          <p:cNvPicPr preferRelativeResize="0"/>
          <p:nvPr/>
        </p:nvPicPr>
        <p:blipFill rotWithShape="1">
          <a:blip r:embed="rId3">
            <a:alphaModFix/>
          </a:blip>
          <a:srcRect/>
          <a:stretch/>
        </p:blipFill>
        <p:spPr>
          <a:xfrm>
            <a:off x="3435429" y="4326104"/>
            <a:ext cx="931974" cy="665200"/>
          </a:xfrm>
          <a:prstGeom prst="rect">
            <a:avLst/>
          </a:prstGeom>
          <a:noFill/>
          <a:ln>
            <a:noFill/>
          </a:ln>
          <a:effectLst>
            <a:outerShdw blurRad="71438" dist="19050" dir="5220000" algn="bl" rotWithShape="0">
              <a:srgbClr val="D8D8D8"/>
            </a:outerShdw>
          </a:effectLst>
        </p:spPr>
      </p:pic>
      <p:sp>
        <p:nvSpPr>
          <p:cNvPr id="771" name="Google Shape;771;g2bee4f4af4b_0_204"/>
          <p:cNvSpPr txBox="1"/>
          <p:nvPr/>
        </p:nvSpPr>
        <p:spPr>
          <a:xfrm>
            <a:off x="46224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72" name="Google Shape;772;g2bee4f4af4b_0_204"/>
          <p:cNvSpPr txBox="1"/>
          <p:nvPr/>
        </p:nvSpPr>
        <p:spPr>
          <a:xfrm>
            <a:off x="44151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73" name="Google Shape;773;g2bee4f4af4b_0_204"/>
          <p:cNvPicPr preferRelativeResize="0"/>
          <p:nvPr/>
        </p:nvPicPr>
        <p:blipFill rotWithShape="1">
          <a:blip r:embed="rId4">
            <a:alphaModFix/>
          </a:blip>
          <a:srcRect t="19" b="28"/>
          <a:stretch/>
        </p:blipFill>
        <p:spPr>
          <a:xfrm>
            <a:off x="4635846" y="4363493"/>
            <a:ext cx="786850" cy="590421"/>
          </a:xfrm>
          <a:prstGeom prst="rect">
            <a:avLst/>
          </a:prstGeom>
          <a:noFill/>
          <a:ln>
            <a:noFill/>
          </a:ln>
          <a:effectLst>
            <a:outerShdw blurRad="71438" dist="19050" dir="5220000" algn="bl" rotWithShape="0">
              <a:srgbClr val="D8D8D8"/>
            </a:outerShdw>
          </a:effectLst>
        </p:spPr>
      </p:pic>
      <p:sp>
        <p:nvSpPr>
          <p:cNvPr id="774" name="Google Shape;774;g2bee4f4af4b_0_204"/>
          <p:cNvSpPr txBox="1"/>
          <p:nvPr/>
        </p:nvSpPr>
        <p:spPr>
          <a:xfrm>
            <a:off x="22754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75" name="Google Shape;775;g2bee4f4af4b_0_204"/>
          <p:cNvSpPr txBox="1"/>
          <p:nvPr/>
        </p:nvSpPr>
        <p:spPr>
          <a:xfrm>
            <a:off x="1990389" y="5117929"/>
            <a:ext cx="13836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3</a:t>
            </a:r>
            <a:endParaRPr sz="900" b="0" i="0" u="none" strike="noStrike" cap="none">
              <a:solidFill>
                <a:srgbClr val="757070"/>
              </a:solidFill>
              <a:latin typeface="Poppins Medium"/>
              <a:ea typeface="Poppins Medium"/>
              <a:cs typeface="Poppins Medium"/>
              <a:sym typeface="Poppins Medium"/>
            </a:endParaRPr>
          </a:p>
        </p:txBody>
      </p:sp>
      <p:pic>
        <p:nvPicPr>
          <p:cNvPr id="776" name="Google Shape;776;g2bee4f4af4b_0_204"/>
          <p:cNvPicPr preferRelativeResize="0"/>
          <p:nvPr/>
        </p:nvPicPr>
        <p:blipFill rotWithShape="1">
          <a:blip r:embed="rId5">
            <a:alphaModFix/>
          </a:blip>
          <a:srcRect t="89" b="79"/>
          <a:stretch/>
        </p:blipFill>
        <p:spPr>
          <a:xfrm>
            <a:off x="2216229" y="4326104"/>
            <a:ext cx="931974" cy="665199"/>
          </a:xfrm>
          <a:prstGeom prst="rect">
            <a:avLst/>
          </a:prstGeom>
          <a:noFill/>
          <a:ln>
            <a:noFill/>
          </a:ln>
          <a:effectLst>
            <a:outerShdw blurRad="71438" dist="19050" dir="5220000" algn="bl" rotWithShape="0">
              <a:srgbClr val="D8D8D8"/>
            </a:outerShdw>
          </a:effectLst>
        </p:spPr>
      </p:pic>
      <p:sp>
        <p:nvSpPr>
          <p:cNvPr id="777" name="Google Shape;777;g2bee4f4af4b_0_204"/>
          <p:cNvSpPr txBox="1"/>
          <p:nvPr/>
        </p:nvSpPr>
        <p:spPr>
          <a:xfrm>
            <a:off x="10562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78" name="Google Shape;778;g2bee4f4af4b_0_204"/>
          <p:cNvSpPr txBox="1"/>
          <p:nvPr/>
        </p:nvSpPr>
        <p:spPr>
          <a:xfrm>
            <a:off x="786525" y="5117929"/>
            <a:ext cx="13530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2</a:t>
            </a:r>
            <a:endParaRPr sz="900" b="0" i="0" u="none" strike="noStrike" cap="none">
              <a:solidFill>
                <a:srgbClr val="757070"/>
              </a:solidFill>
              <a:latin typeface="Poppins Medium"/>
              <a:ea typeface="Poppins Medium"/>
              <a:cs typeface="Poppins Medium"/>
              <a:sym typeface="Poppins Medium"/>
            </a:endParaRPr>
          </a:p>
        </p:txBody>
      </p:sp>
      <p:pic>
        <p:nvPicPr>
          <p:cNvPr id="779" name="Google Shape;779;g2bee4f4af4b_0_204"/>
          <p:cNvPicPr preferRelativeResize="0"/>
          <p:nvPr/>
        </p:nvPicPr>
        <p:blipFill rotWithShape="1">
          <a:blip r:embed="rId6">
            <a:alphaModFix/>
          </a:blip>
          <a:srcRect t="59" b="59"/>
          <a:stretch/>
        </p:blipFill>
        <p:spPr>
          <a:xfrm>
            <a:off x="997029" y="4326104"/>
            <a:ext cx="931973" cy="665200"/>
          </a:xfrm>
          <a:prstGeom prst="rect">
            <a:avLst/>
          </a:prstGeom>
          <a:noFill/>
          <a:ln>
            <a:noFill/>
          </a:ln>
          <a:effectLst>
            <a:outerShdw blurRad="71438" dist="19050" dir="5220000" algn="bl" rotWithShape="0">
              <a:srgbClr val="D8D8D8"/>
            </a:outerShdw>
          </a:effectLst>
        </p:spPr>
      </p:pic>
      <p:sp>
        <p:nvSpPr>
          <p:cNvPr id="780" name="Google Shape;780;g2bee4f4af4b_0_204">
            <a:hlinkClick r:id="rId7" action="ppaction://hlinksldjump"/>
          </p:cNvPr>
          <p:cNvSpPr/>
          <p:nvPr/>
        </p:nvSpPr>
        <p:spPr>
          <a:xfrm>
            <a:off x="3280480" y="371864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1" name="Google Shape;781;g2bee4f4af4b_0_204">
            <a:hlinkClick r:id="rId8" action="ppaction://hlinksldjump"/>
          </p:cNvPr>
          <p:cNvSpPr/>
          <p:nvPr/>
        </p:nvSpPr>
        <p:spPr>
          <a:xfrm>
            <a:off x="4531121" y="377094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2" name="Google Shape;782;g2bee4f4af4b_0_204">
            <a:hlinkClick r:id="rId9" action="ppaction://hlinksldjump"/>
          </p:cNvPr>
          <p:cNvSpPr/>
          <p:nvPr/>
        </p:nvSpPr>
        <p:spPr>
          <a:xfrm>
            <a:off x="2052280"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83" name="Google Shape;783;g2bee4f4af4b_0_204">
            <a:hlinkClick r:id="rId10" action="ppaction://hlinksldjump"/>
          </p:cNvPr>
          <p:cNvSpPr/>
          <p:nvPr/>
        </p:nvSpPr>
        <p:spPr>
          <a:xfrm>
            <a:off x="842431" y="380428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90" name="Google Shape;790;g26b641b03cd_0_165"/>
          <p:cNvGrpSpPr/>
          <p:nvPr/>
        </p:nvGrpSpPr>
        <p:grpSpPr>
          <a:xfrm>
            <a:off x="930400" y="2129444"/>
            <a:ext cx="7283200" cy="3724851"/>
            <a:chOff x="930400" y="2129444"/>
            <a:chExt cx="7283200" cy="3724851"/>
          </a:xfrm>
        </p:grpSpPr>
        <p:pic>
          <p:nvPicPr>
            <p:cNvPr id="791" name="Google Shape;791;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92" name="Google Shape;792;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93" name="Google Shape;793;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94" name="Google Shape;794;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95" name="Google Shape;795;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96" name="Google Shape;796;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97" name="Google Shape;797;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98" name="Google Shape;798;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99" name="Google Shape;799;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800" name="Google Shape;800;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801" name="Google Shape;801;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802" name="Google Shape;802;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803" name="Google Shape;803;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804" name="Google Shape;804;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805" name="Google Shape;805;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806" name="Google Shape;806;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807" name="Google Shape;807;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808" name="Google Shape;808;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809" name="Google Shape;809;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10" name="Google Shape;810;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11" name="Google Shape;811;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12" name="Google Shape;812;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13" name="Google Shape;813;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20" name="Google Shape;820;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821" name="Google Shape;821;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22" name="Google Shape;822;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823" name="Google Shape;823;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24" name="Google Shape;824;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25" name="Google Shape;825;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26" name="Google Shape;826;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27" name="Google Shape;827;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28" name="Google Shape;828;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29" name="Google Shape;829;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30" name="Google Shape;830;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31" name="Google Shape;831;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32" name="Google Shape;832;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33" name="Google Shape;833;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34" name="Google Shape;834;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35" name="Google Shape;835;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36" name="Google Shape;836;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37" name="Google Shape;837;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38" name="Google Shape;838;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39" name="Google Shape;839;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40" name="Google Shape;840;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41" name="Google Shape;841;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42" name="Google Shape;842;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43" name="Google Shape;843;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44" name="Google Shape;844;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45" name="Google Shape;845;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46" name="Google Shape;846;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47" name="Google Shape;847;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48" name="Google Shape;848;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55" name="Google Shape;855;g26b7edf6e71_0_109"/>
          <p:cNvGrpSpPr/>
          <p:nvPr/>
        </p:nvGrpSpPr>
        <p:grpSpPr>
          <a:xfrm>
            <a:off x="867357" y="2129450"/>
            <a:ext cx="7282807" cy="2686611"/>
            <a:chOff x="867357" y="2129450"/>
            <a:chExt cx="7282807" cy="2686611"/>
          </a:xfrm>
        </p:grpSpPr>
        <p:pic>
          <p:nvPicPr>
            <p:cNvPr id="856" name="Google Shape;856;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7" name="Google Shape;857;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8" name="Google Shape;858;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9" name="Google Shape;859;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61" name="Google Shape;861;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2" name="Google Shape;862;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3" name="Google Shape;863;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64" name="Google Shape;864;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5" name="Google Shape;865;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6" name="Google Shape;866;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67" name="Google Shape;867;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68" name="Google Shape;868;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69" name="Google Shape;869;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76" name="Google Shape;876;g2c298d33e0c_0_6"/>
          <p:cNvGrpSpPr/>
          <p:nvPr/>
        </p:nvGrpSpPr>
        <p:grpSpPr>
          <a:xfrm>
            <a:off x="868300" y="2129450"/>
            <a:ext cx="7281864" cy="2684601"/>
            <a:chOff x="868300" y="2129450"/>
            <a:chExt cx="7281864" cy="2684601"/>
          </a:xfrm>
        </p:grpSpPr>
        <p:pic>
          <p:nvPicPr>
            <p:cNvPr id="877" name="Google Shape;877;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81" name="Google Shape;881;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9" name="Google Shape;889;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0" name="Google Shape;890;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1" name="Google Shape;891;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2" name="Google Shape;892;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3" name="Google Shape;893;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4" name="Google Shape;894;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5" name="Google Shape;895;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6" name="Google Shape;896;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97" name="Google Shape;897;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8" name="Google Shape;898;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9" name="Google Shape;899;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0" name="Google Shape;900;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1" name="Google Shape;901;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2" name="Google Shape;902;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3" name="Google Shape;903;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4" name="Google Shape;904;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6b94af6077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b="0" i="0" u="none" strike="noStrike" cap="none">
                <a:solidFill>
                  <a:srgbClr val="2356AF"/>
                </a:solidFill>
                <a:latin typeface="Poppins"/>
                <a:ea typeface="Poppins"/>
                <a:cs typeface="Poppins"/>
                <a:sym typeface="Poppins"/>
              </a:rPr>
              <a:t>said like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11" name="Google Shape;911;g26b94af6077_0_0"/>
          <p:cNvPicPr preferRelativeResize="0"/>
          <p:nvPr/>
        </p:nvPicPr>
        <p:blipFill rotWithShape="1">
          <a:blip r:embed="rId3">
            <a:alphaModFix/>
          </a:blip>
          <a:srcRect l="59" r="59"/>
          <a:stretch/>
        </p:blipFill>
        <p:spPr>
          <a:xfrm>
            <a:off x="1578362" y="2137000"/>
            <a:ext cx="2837678" cy="2027867"/>
          </a:xfrm>
          <a:prstGeom prst="rect">
            <a:avLst/>
          </a:prstGeom>
          <a:noFill/>
          <a:ln>
            <a:noFill/>
          </a:ln>
          <a:effectLst>
            <a:outerShdw blurRad="71438" dist="19050" dir="5400000" algn="bl" rotWithShape="0">
              <a:srgbClr val="000000">
                <a:alpha val="18039"/>
              </a:srgbClr>
            </a:outerShdw>
          </a:effectLst>
        </p:spPr>
      </p:pic>
      <p:pic>
        <p:nvPicPr>
          <p:cNvPr id="912" name="Google Shape;912;g26b94af6077_0_0"/>
          <p:cNvPicPr preferRelativeResize="0"/>
          <p:nvPr/>
        </p:nvPicPr>
        <p:blipFill rotWithShape="1">
          <a:blip r:embed="rId4">
            <a:alphaModFix/>
          </a:blip>
          <a:srcRect l="159" r="159"/>
          <a:stretch/>
        </p:blipFill>
        <p:spPr>
          <a:xfrm>
            <a:off x="4726705" y="2137000"/>
            <a:ext cx="2838933" cy="203629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919" name="Google Shape;919;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920" name="Google Shape;920;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26b641b03cd_0_301"/>
          <p:cNvSpPr txBox="1">
            <a:spLocks noGrp="1"/>
          </p:cNvSpPr>
          <p:nvPr>
            <p:ph type="title"/>
          </p:nvPr>
        </p:nvSpPr>
        <p:spPr>
          <a:xfrm>
            <a:off x="999650" y="5568500"/>
            <a:ext cx="7144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27" name="Google Shape;927;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28" name="Google Shape;928;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29" name="Google Shape;929;g26b641b03cd_0_301"/>
          <p:cNvPicPr preferRelativeResize="0"/>
          <p:nvPr/>
        </p:nvPicPr>
        <p:blipFill rotWithShape="1">
          <a:blip r:embed="rId3">
            <a:alphaModFix/>
          </a:blip>
          <a:srcRect l="59" r="59"/>
          <a:stretch/>
        </p:blipFill>
        <p:spPr>
          <a:xfrm>
            <a:off x="1167450" y="2026425"/>
            <a:ext cx="3273401" cy="2339253"/>
          </a:xfrm>
          <a:prstGeom prst="rect">
            <a:avLst/>
          </a:prstGeom>
          <a:noFill/>
          <a:ln>
            <a:noFill/>
          </a:ln>
          <a:effectLst>
            <a:outerShdw blurRad="71438" dist="19050" dir="5400000" algn="bl" rotWithShape="0">
              <a:srgbClr val="000000">
                <a:alpha val="17647"/>
              </a:srgbClr>
            </a:outerShdw>
          </a:effectLst>
        </p:spPr>
      </p:pic>
      <p:pic>
        <p:nvPicPr>
          <p:cNvPr id="930" name="Google Shape;930;g26b641b03cd_0_301"/>
          <p:cNvPicPr preferRelativeResize="0"/>
          <p:nvPr/>
        </p:nvPicPr>
        <p:blipFill rotWithShape="1">
          <a:blip r:embed="rId4">
            <a:alphaModFix/>
          </a:blip>
          <a:srcRect l="159" r="159"/>
          <a:stretch/>
        </p:blipFill>
        <p:spPr>
          <a:xfrm>
            <a:off x="4703149" y="2026425"/>
            <a:ext cx="3273401" cy="2347950"/>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26b641b03cd_0_308"/>
          <p:cNvSpPr txBox="1">
            <a:spLocks noGrp="1"/>
          </p:cNvSpPr>
          <p:nvPr>
            <p:ph type="title"/>
          </p:nvPr>
        </p:nvSpPr>
        <p:spPr>
          <a:xfrm>
            <a:off x="954400" y="5568500"/>
            <a:ext cx="723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37" name="Google Shape;93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38" name="Google Shape;938;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39" name="Google Shape;939;g26b641b03cd_0_308"/>
          <p:cNvPicPr preferRelativeResize="0"/>
          <p:nvPr/>
        </p:nvPicPr>
        <p:blipFill rotWithShape="1">
          <a:blip r:embed="rId3">
            <a:alphaModFix/>
          </a:blip>
          <a:srcRect l="59" r="59"/>
          <a:stretch/>
        </p:blipFill>
        <p:spPr>
          <a:xfrm>
            <a:off x="1167450" y="2026425"/>
            <a:ext cx="3273401" cy="2339253"/>
          </a:xfrm>
          <a:prstGeom prst="rect">
            <a:avLst/>
          </a:prstGeom>
          <a:noFill/>
          <a:ln>
            <a:noFill/>
          </a:ln>
          <a:effectLst>
            <a:outerShdw blurRad="71438" dist="19050" dir="5400000" algn="bl" rotWithShape="0">
              <a:srgbClr val="000000">
                <a:alpha val="18039"/>
              </a:srgbClr>
            </a:outerShdw>
          </a:effectLst>
        </p:spPr>
      </p:pic>
      <p:pic>
        <p:nvPicPr>
          <p:cNvPr id="940" name="Google Shape;940;g26b641b03cd_0_308"/>
          <p:cNvPicPr preferRelativeResize="0"/>
          <p:nvPr/>
        </p:nvPicPr>
        <p:blipFill rotWithShape="1">
          <a:blip r:embed="rId4">
            <a:alphaModFix/>
          </a:blip>
          <a:srcRect l="159" r="159"/>
          <a:stretch/>
        </p:blipFill>
        <p:spPr>
          <a:xfrm>
            <a:off x="4703149" y="2026425"/>
            <a:ext cx="3273401" cy="2347950"/>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47" name="Google Shape;947;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48" name="Google Shape;948;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49" name="Google Shape;949;g26b641b03cd_0_315"/>
          <p:cNvPicPr preferRelativeResize="0"/>
          <p:nvPr/>
        </p:nvPicPr>
        <p:blipFill rotWithShape="1">
          <a:blip r:embed="rId3">
            <a:alphaModFix/>
          </a:blip>
          <a:srcRect t="19" b="19"/>
          <a:stretch/>
        </p:blipFill>
        <p:spPr>
          <a:xfrm>
            <a:off x="1924450" y="1173200"/>
            <a:ext cx="2546404" cy="1910738"/>
          </a:xfrm>
          <a:prstGeom prst="rect">
            <a:avLst/>
          </a:prstGeom>
          <a:noFill/>
          <a:ln>
            <a:noFill/>
          </a:ln>
          <a:effectLst>
            <a:outerShdw blurRad="57150" dist="19050" dir="5400000" algn="bl" rotWithShape="0">
              <a:srgbClr val="000000">
                <a:alpha val="20000"/>
              </a:srgbClr>
            </a:outerShdw>
          </a:effectLst>
        </p:spPr>
      </p:pic>
      <p:pic>
        <p:nvPicPr>
          <p:cNvPr id="950" name="Google Shape;950;g26b641b03cd_0_315"/>
          <p:cNvPicPr preferRelativeResize="0"/>
          <p:nvPr/>
        </p:nvPicPr>
        <p:blipFill rotWithShape="1">
          <a:blip r:embed="rId4">
            <a:alphaModFix/>
          </a:blip>
          <a:srcRect l="69" r="69"/>
          <a:stretch/>
        </p:blipFill>
        <p:spPr>
          <a:xfrm>
            <a:off x="4673146" y="1173200"/>
            <a:ext cx="2546404" cy="1910741"/>
          </a:xfrm>
          <a:prstGeom prst="rect">
            <a:avLst/>
          </a:prstGeom>
          <a:noFill/>
          <a:ln>
            <a:noFill/>
          </a:ln>
          <a:effectLst>
            <a:outerShdw blurRad="57150" dist="19050" dir="5400000" algn="bl" rotWithShape="0">
              <a:srgbClr val="000000">
                <a:alpha val="20000"/>
              </a:srgbClr>
            </a:outerShdw>
          </a:effectLst>
        </p:spPr>
      </p:pic>
      <p:pic>
        <p:nvPicPr>
          <p:cNvPr id="951" name="Google Shape;951;g26b641b03cd_0_315"/>
          <p:cNvPicPr preferRelativeResize="0"/>
          <p:nvPr/>
        </p:nvPicPr>
        <p:blipFill rotWithShape="1">
          <a:blip r:embed="rId5">
            <a:alphaModFix/>
          </a:blip>
          <a:srcRect t="19" b="19"/>
          <a:stretch/>
        </p:blipFill>
        <p:spPr>
          <a:xfrm>
            <a:off x="3298798" y="3250711"/>
            <a:ext cx="2546404" cy="191073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58" name="Google Shape;958;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59" name="Google Shape;959;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60" name="Google Shape;960;g26b641b03cd_1_0"/>
          <p:cNvPicPr preferRelativeResize="0"/>
          <p:nvPr/>
        </p:nvPicPr>
        <p:blipFill rotWithShape="1">
          <a:blip r:embed="rId3">
            <a:alphaModFix/>
          </a:blip>
          <a:srcRect t="89" b="99"/>
          <a:stretch/>
        </p:blipFill>
        <p:spPr>
          <a:xfrm>
            <a:off x="1936100" y="1173575"/>
            <a:ext cx="2535200" cy="1902332"/>
          </a:xfrm>
          <a:prstGeom prst="rect">
            <a:avLst/>
          </a:prstGeom>
          <a:noFill/>
          <a:ln>
            <a:noFill/>
          </a:ln>
          <a:effectLst>
            <a:outerShdw blurRad="57150" dist="19050" dir="5400000" algn="bl" rotWithShape="0">
              <a:srgbClr val="000000">
                <a:alpha val="20000"/>
              </a:srgbClr>
            </a:outerShdw>
          </a:effectLst>
        </p:spPr>
      </p:pic>
      <p:pic>
        <p:nvPicPr>
          <p:cNvPr id="961" name="Google Shape;961;g26b641b03cd_1_0"/>
          <p:cNvPicPr preferRelativeResize="0"/>
          <p:nvPr/>
        </p:nvPicPr>
        <p:blipFill rotWithShape="1">
          <a:blip r:embed="rId4">
            <a:alphaModFix/>
          </a:blip>
          <a:srcRect/>
          <a:stretch/>
        </p:blipFill>
        <p:spPr>
          <a:xfrm>
            <a:off x="4672701" y="1173575"/>
            <a:ext cx="2535200" cy="1902331"/>
          </a:xfrm>
          <a:prstGeom prst="rect">
            <a:avLst/>
          </a:prstGeom>
          <a:noFill/>
          <a:ln>
            <a:noFill/>
          </a:ln>
          <a:effectLst>
            <a:outerShdw blurRad="57150" dist="19050" dir="5400000" algn="bl" rotWithShape="0">
              <a:srgbClr val="000000">
                <a:alpha val="20000"/>
              </a:srgbClr>
            </a:outerShdw>
          </a:effectLst>
        </p:spPr>
      </p:pic>
      <p:pic>
        <p:nvPicPr>
          <p:cNvPr id="962" name="Google Shape;962;g26b641b03cd_1_0"/>
          <p:cNvPicPr preferRelativeResize="0"/>
          <p:nvPr/>
        </p:nvPicPr>
        <p:blipFill rotWithShape="1">
          <a:blip r:embed="rId5">
            <a:alphaModFix/>
          </a:blip>
          <a:srcRect t="89" b="99"/>
          <a:stretch/>
        </p:blipFill>
        <p:spPr>
          <a:xfrm>
            <a:off x="3304400" y="3254906"/>
            <a:ext cx="2535200" cy="190233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pic>
        <p:nvPicPr>
          <p:cNvPr id="968" name="Google Shape;968;g2d1892c8443_0_9"/>
          <p:cNvPicPr preferRelativeResize="0"/>
          <p:nvPr/>
        </p:nvPicPr>
        <p:blipFill rotWithShape="1">
          <a:blip r:embed="rId3">
            <a:alphaModFix/>
          </a:blip>
          <a:srcRect l="464" r="455"/>
          <a:stretch/>
        </p:blipFill>
        <p:spPr>
          <a:xfrm>
            <a:off x="4392597" y="2697413"/>
            <a:ext cx="3906210" cy="2453951"/>
          </a:xfrm>
          <a:prstGeom prst="rect">
            <a:avLst/>
          </a:prstGeom>
          <a:noFill/>
          <a:ln>
            <a:noFill/>
          </a:ln>
        </p:spPr>
      </p:pic>
      <p:pic>
        <p:nvPicPr>
          <p:cNvPr id="969" name="Google Shape;969;g2d1892c8443_0_9"/>
          <p:cNvPicPr preferRelativeResize="0"/>
          <p:nvPr/>
        </p:nvPicPr>
        <p:blipFill rotWithShape="1">
          <a:blip r:embed="rId4">
            <a:alphaModFix/>
          </a:blip>
          <a:srcRect/>
          <a:stretch/>
        </p:blipFill>
        <p:spPr>
          <a:xfrm>
            <a:off x="803315" y="2695436"/>
            <a:ext cx="3529575" cy="1113113"/>
          </a:xfrm>
          <a:prstGeom prst="rect">
            <a:avLst/>
          </a:prstGeom>
          <a:noFill/>
          <a:ln>
            <a:noFill/>
          </a:ln>
        </p:spPr>
      </p:pic>
      <p:pic>
        <p:nvPicPr>
          <p:cNvPr id="970" name="Google Shape;970;g2d1892c8443_0_9"/>
          <p:cNvPicPr preferRelativeResize="0"/>
          <p:nvPr/>
        </p:nvPicPr>
        <p:blipFill rotWithShape="1">
          <a:blip r:embed="rId5">
            <a:alphaModFix/>
          </a:blip>
          <a:srcRect/>
          <a:stretch/>
        </p:blipFill>
        <p:spPr>
          <a:xfrm>
            <a:off x="800815" y="3848113"/>
            <a:ext cx="3595600" cy="123435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325</Words>
  <Application>Microsoft Office PowerPoint</Application>
  <PresentationFormat>On-screen Show (4:3)</PresentationFormat>
  <Paragraphs>57</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Poppins</vt:lpstr>
      <vt:lpstr>Nunito Black</vt:lpstr>
      <vt:lpstr>Poppins SemiBold</vt:lpstr>
      <vt:lpstr>Poppins Medium</vt:lpstr>
      <vt:lpstr>Calibri</vt:lpstr>
      <vt:lpstr>Jost</vt:lpstr>
      <vt:lpstr>Arial</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PowerPoint Presentation</vt:lpstr>
      <vt:lpstr>Review Alphabet Song</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2026-05-14T01:48:01Z</dcterms:modified>
</cp:coreProperties>
</file>