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vzu7rl4jkimcNNZklKTEXx7KG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8EE38D-5FA4-474A-8883-4A9482B92A4E}">
  <a:tblStyle styleId="{D18EE38D-5FA4-474A-8883-4A9482B92A4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d1e553ea6f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d1e553ea6f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d1e553ea6f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420" y="2920649"/>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Review </a:t>
            </a:r>
            <a:r>
              <a:rPr lang="en-US" sz="1700">
                <a:solidFill>
                  <a:srgbClr val="FFFFFF"/>
                </a:solidFill>
                <a:latin typeface="Poppins SemiBold"/>
                <a:ea typeface="Poppins SemiBold"/>
                <a:cs typeface="Poppins SemiBold"/>
                <a:sym typeface="Poppins SemiBold"/>
              </a:rPr>
              <a:t>Common Exception Word</a:t>
            </a:r>
            <a:r>
              <a:rPr lang="en-US" sz="1700" b="0" i="0" u="none" strike="noStrike" cap="none">
                <a:solidFill>
                  <a:srgbClr val="FFFFFF"/>
                </a:solidFill>
                <a:latin typeface="Poppins SemiBold"/>
                <a:ea typeface="Poppins SemiBold"/>
                <a:cs typeface="Poppins SemiBold"/>
                <a:sym typeface="Poppins SemiBold"/>
              </a:rPr>
              <a:t>s</a:t>
            </a:r>
            <a:endParaRPr sz="17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571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Week 6 - Friday</a:t>
            </a:r>
            <a:endParaRPr sz="17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Lesson 30</a:t>
            </a:r>
            <a:endParaRPr sz="17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Phase 4 - Blends</a:t>
            </a:r>
            <a:endParaRPr sz="17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323576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4" name="Google Shape;20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8.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6.xml"/><Relationship Id="rId4" Type="http://schemas.openxmlformats.org/officeDocument/2006/relationships/image" Target="../media/image9.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11.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99.png"/><Relationship Id="rId3" Type="http://schemas.openxmlformats.org/officeDocument/2006/relationships/image" Target="../media/image77.png"/><Relationship Id="rId21" Type="http://schemas.openxmlformats.org/officeDocument/2006/relationships/image" Target="../media/image94.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90.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7.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4.png"/><Relationship Id="rId19" Type="http://schemas.openxmlformats.org/officeDocument/2006/relationships/image" Target="../media/image10.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0.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6.png"/><Relationship Id="rId5" Type="http://schemas.openxmlformats.org/officeDocument/2006/relationships/image" Target="../media/image106.png"/><Relationship Id="rId10" Type="http://schemas.openxmlformats.org/officeDocument/2006/relationships/image" Target="../media/image7.png"/><Relationship Id="rId4" Type="http://schemas.openxmlformats.org/officeDocument/2006/relationships/image" Target="../media/image105.png"/><Relationship Id="rId9" Type="http://schemas.openxmlformats.org/officeDocument/2006/relationships/image" Target="../media/image8.png"/><Relationship Id="rId14" Type="http://schemas.openxmlformats.org/officeDocument/2006/relationships/image" Target="../media/image111.png"/></Relationships>
</file>

<file path=ppt/slides/_rels/slide8.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4.png"/><Relationship Id="rId3" Type="http://schemas.openxmlformats.org/officeDocument/2006/relationships/image" Target="../media/image8.png"/><Relationship Id="rId7" Type="http://schemas.openxmlformats.org/officeDocument/2006/relationships/image" Target="../media/image6.png"/><Relationship Id="rId12" Type="http://schemas.openxmlformats.org/officeDocument/2006/relationships/image" Target="../media/image10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11.png"/><Relationship Id="rId11" Type="http://schemas.openxmlformats.org/officeDocument/2006/relationships/image" Target="../media/image106.png"/><Relationship Id="rId5" Type="http://schemas.openxmlformats.org/officeDocument/2006/relationships/image" Target="../media/image110.png"/><Relationship Id="rId10" Type="http://schemas.openxmlformats.org/officeDocument/2006/relationships/image" Target="../media/image109.png"/><Relationship Id="rId4" Type="http://schemas.openxmlformats.org/officeDocument/2006/relationships/image" Target="../media/image7.png"/><Relationship Id="rId9" Type="http://schemas.openxmlformats.org/officeDocument/2006/relationships/image" Target="../media/image108.png"/><Relationship Id="rId14" Type="http://schemas.openxmlformats.org/officeDocument/2006/relationships/image" Target="../media/image105.png"/></Relationships>
</file>

<file path=ppt/slides/_rels/slide1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11.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27.png"/><Relationship Id="rId5" Type="http://schemas.openxmlformats.org/officeDocument/2006/relationships/image" Target="../media/image9.png"/><Relationship Id="rId4" Type="http://schemas.openxmlformats.org/officeDocument/2006/relationships/image" Target="../media/image126.png"/></Relationships>
</file>

<file path=ppt/slides/_rels/slide12.xml.rels><?xml version="1.0" encoding="UTF-8" standalone="yes"?>
<Relationships xmlns="http://schemas.openxmlformats.org/package/2006/relationships"><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36.png"/><Relationship Id="rId4" Type="http://schemas.openxmlformats.org/officeDocument/2006/relationships/image" Target="../media/image1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4" name="Google Shape;744;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30</a:t>
            </a:r>
            <a:endParaRPr/>
          </a:p>
        </p:txBody>
      </p:sp>
      <p:sp>
        <p:nvSpPr>
          <p:cNvPr id="745" name="Google Shape;74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46" name="Google Shape;746;p1"/>
          <p:cNvGraphicFramePr/>
          <p:nvPr/>
        </p:nvGraphicFramePr>
        <p:xfrm>
          <a:off x="4844200" y="1891197"/>
          <a:ext cx="3785000" cy="1678950"/>
        </p:xfrm>
        <a:graphic>
          <a:graphicData uri="http://schemas.openxmlformats.org/drawingml/2006/table">
            <a:tbl>
              <a:tblPr firstRow="1" bandRow="1">
                <a:noFill/>
                <a:tableStyleId>{D18EE38D-5FA4-474A-8883-4A9482B92A4E}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pic>
        <p:nvPicPr>
          <p:cNvPr id="747" name="Google Shape;747;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50"/>
              </a:srgbClr>
            </a:outerShdw>
          </a:effectLst>
        </p:spPr>
      </p:pic>
      <p:pic>
        <p:nvPicPr>
          <p:cNvPr id="748" name="Google Shape;748;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50"/>
              </a:srgbClr>
            </a:outerShdw>
          </a:effectLst>
        </p:spPr>
      </p:pic>
      <p:pic>
        <p:nvPicPr>
          <p:cNvPr id="749" name="Google Shape;749;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50"/>
              </a:srgbClr>
            </a:outerShdw>
          </a:effectLst>
        </p:spPr>
      </p:pic>
      <p:pic>
        <p:nvPicPr>
          <p:cNvPr id="750" name="Google Shape;750;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7" name="Google Shape;757;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58" name="Google Shape;75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59" name="Google Shape;759;g2bee4f4af4b_0_204"/>
          <p:cNvSpPr txBox="1"/>
          <p:nvPr/>
        </p:nvSpPr>
        <p:spPr>
          <a:xfrm>
            <a:off x="34946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0" name="Google Shape;760;g2bee4f4af4b_0_204"/>
          <p:cNvSpPr txBox="1"/>
          <p:nvPr/>
        </p:nvSpPr>
        <p:spPr>
          <a:xfrm>
            <a:off x="3183662"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61" name="Google Shape;761;g2bee4f4af4b_0_204"/>
          <p:cNvPicPr preferRelativeResize="0"/>
          <p:nvPr/>
        </p:nvPicPr>
        <p:blipFill rotWithShape="1">
          <a:blip r:embed="rId3">
            <a:alphaModFix/>
          </a:blip>
          <a:srcRect/>
          <a:stretch/>
        </p:blipFill>
        <p:spPr>
          <a:xfrm>
            <a:off x="3435429" y="4097504"/>
            <a:ext cx="931974" cy="665200"/>
          </a:xfrm>
          <a:prstGeom prst="rect">
            <a:avLst/>
          </a:prstGeom>
          <a:noFill/>
          <a:ln>
            <a:noFill/>
          </a:ln>
          <a:effectLst>
            <a:outerShdw blurRad="71438" dist="19050" dir="5220000" algn="bl" rotWithShape="0">
              <a:srgbClr val="D8D8D8"/>
            </a:outerShdw>
          </a:effectLst>
        </p:spPr>
      </p:pic>
      <p:sp>
        <p:nvSpPr>
          <p:cNvPr id="762" name="Google Shape;762;g2bee4f4af4b_0_204"/>
          <p:cNvSpPr txBox="1"/>
          <p:nvPr/>
        </p:nvSpPr>
        <p:spPr>
          <a:xfrm>
            <a:off x="4622471"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3" name="Google Shape;763;g2bee4f4af4b_0_204"/>
          <p:cNvSpPr txBox="1"/>
          <p:nvPr/>
        </p:nvSpPr>
        <p:spPr>
          <a:xfrm>
            <a:off x="4415171" y="5027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4" name="Google Shape;764;g2bee4f4af4b_0_204"/>
          <p:cNvPicPr preferRelativeResize="0"/>
          <p:nvPr/>
        </p:nvPicPr>
        <p:blipFill rotWithShape="1">
          <a:blip r:embed="rId4">
            <a:alphaModFix/>
          </a:blip>
          <a:srcRect t="19" b="29"/>
          <a:stretch/>
        </p:blipFill>
        <p:spPr>
          <a:xfrm>
            <a:off x="4635846" y="4134893"/>
            <a:ext cx="786850" cy="590421"/>
          </a:xfrm>
          <a:prstGeom prst="rect">
            <a:avLst/>
          </a:prstGeom>
          <a:noFill/>
          <a:ln>
            <a:noFill/>
          </a:ln>
          <a:effectLst>
            <a:outerShdw blurRad="71438" dist="19050" dir="5220000" algn="bl" rotWithShape="0">
              <a:srgbClr val="D8D8D8"/>
            </a:outerShdw>
          </a:effectLst>
        </p:spPr>
      </p:pic>
      <p:sp>
        <p:nvSpPr>
          <p:cNvPr id="765" name="Google Shape;765;g2bee4f4af4b_0_204"/>
          <p:cNvSpPr txBox="1"/>
          <p:nvPr/>
        </p:nvSpPr>
        <p:spPr>
          <a:xfrm>
            <a:off x="22754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6" name="Google Shape;766;g2bee4f4af4b_0_204"/>
          <p:cNvSpPr txBox="1"/>
          <p:nvPr/>
        </p:nvSpPr>
        <p:spPr>
          <a:xfrm>
            <a:off x="1964514"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7" name="Google Shape;767;g2bee4f4af4b_0_204"/>
          <p:cNvPicPr preferRelativeResize="0"/>
          <p:nvPr/>
        </p:nvPicPr>
        <p:blipFill rotWithShape="1">
          <a:blip r:embed="rId5">
            <a:alphaModFix/>
          </a:blip>
          <a:srcRect t="89" b="79"/>
          <a:stretch/>
        </p:blipFill>
        <p:spPr>
          <a:xfrm>
            <a:off x="2216229" y="4097504"/>
            <a:ext cx="931974" cy="665199"/>
          </a:xfrm>
          <a:prstGeom prst="rect">
            <a:avLst/>
          </a:prstGeom>
          <a:noFill/>
          <a:ln>
            <a:noFill/>
          </a:ln>
          <a:effectLst>
            <a:outerShdw blurRad="71438" dist="19050" dir="5220000" algn="bl" rotWithShape="0">
              <a:srgbClr val="D8D8D8"/>
            </a:outerShdw>
          </a:effectLst>
        </p:spPr>
      </p:pic>
      <p:sp>
        <p:nvSpPr>
          <p:cNvPr id="768" name="Google Shape;768;g2bee4f4af4b_0_204"/>
          <p:cNvSpPr txBox="1"/>
          <p:nvPr/>
        </p:nvSpPr>
        <p:spPr>
          <a:xfrm>
            <a:off x="10562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9" name="Google Shape;769;g2bee4f4af4b_0_204"/>
          <p:cNvSpPr txBox="1"/>
          <p:nvPr/>
        </p:nvSpPr>
        <p:spPr>
          <a:xfrm>
            <a:off x="767150" y="4889329"/>
            <a:ext cx="1391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70" name="Google Shape;770;g2bee4f4af4b_0_204"/>
          <p:cNvPicPr preferRelativeResize="0"/>
          <p:nvPr/>
        </p:nvPicPr>
        <p:blipFill rotWithShape="1">
          <a:blip r:embed="rId6">
            <a:alphaModFix/>
          </a:blip>
          <a:srcRect t="59" b="59"/>
          <a:stretch/>
        </p:blipFill>
        <p:spPr>
          <a:xfrm>
            <a:off x="997029" y="4097504"/>
            <a:ext cx="931973" cy="665200"/>
          </a:xfrm>
          <a:prstGeom prst="rect">
            <a:avLst/>
          </a:prstGeom>
          <a:noFill/>
          <a:ln>
            <a:noFill/>
          </a:ln>
          <a:effectLst>
            <a:outerShdw blurRad="71438" dist="19050" dir="5220000" algn="bl" rotWithShape="0">
              <a:srgbClr val="D8D8D8"/>
            </a:outerShdw>
          </a:effectLst>
        </p:spPr>
      </p:pic>
      <p:sp>
        <p:nvSpPr>
          <p:cNvPr id="771" name="Google Shape;771;g2bee4f4af4b_0_204">
            <a:hlinkClick r:id="rId7" action="ppaction://hlinksldjump"/>
          </p:cNvPr>
          <p:cNvSpPr/>
          <p:nvPr/>
        </p:nvSpPr>
        <p:spPr>
          <a:xfrm>
            <a:off x="884371" y="35888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8" action="ppaction://hlinksldjump"/>
          </p:cNvPr>
          <p:cNvSpPr/>
          <p:nvPr/>
        </p:nvSpPr>
        <p:spPr>
          <a:xfrm>
            <a:off x="3312889" y="35259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3" name="Google Shape;773;g2bee4f4af4b_0_204">
            <a:hlinkClick r:id="rId9" action="ppaction://hlinksldjump"/>
          </p:cNvPr>
          <p:cNvSpPr/>
          <p:nvPr/>
        </p:nvSpPr>
        <p:spPr>
          <a:xfrm>
            <a:off x="4541089" y="35259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4" name="Google Shape;774;g2bee4f4af4b_0_204">
            <a:hlinkClick r:id="rId10" action="ppaction://hlinksldjump"/>
          </p:cNvPr>
          <p:cNvSpPr/>
          <p:nvPr/>
        </p:nvSpPr>
        <p:spPr>
          <a:xfrm>
            <a:off x="2085836" y="35259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1" name="Google Shape;781;g26b641b03cd_0_165"/>
          <p:cNvGrpSpPr/>
          <p:nvPr/>
        </p:nvGrpSpPr>
        <p:grpSpPr>
          <a:xfrm>
            <a:off x="930400" y="2129444"/>
            <a:ext cx="7283200" cy="3724851"/>
            <a:chOff x="930400" y="2129444"/>
            <a:chExt cx="7283200" cy="3724851"/>
          </a:xfrm>
        </p:grpSpPr>
        <p:pic>
          <p:nvPicPr>
            <p:cNvPr id="782" name="Google Shape;7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1" name="Google Shape;8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0" name="Google Shape;8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1" name="Google Shape;8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6" name="Google Shape;846;g26b7edf6e71_0_109"/>
          <p:cNvGrpSpPr/>
          <p:nvPr/>
        </p:nvGrpSpPr>
        <p:grpSpPr>
          <a:xfrm>
            <a:off x="865957" y="2135925"/>
            <a:ext cx="7282807" cy="2686611"/>
            <a:chOff x="867357" y="2129450"/>
            <a:chExt cx="7282807" cy="2686611"/>
          </a:xfrm>
        </p:grpSpPr>
        <p:pic>
          <p:nvPicPr>
            <p:cNvPr id="847" name="Google Shape;84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7" name="Google Shape;867;g2c298d33e0c_0_6"/>
          <p:cNvGrpSpPr/>
          <p:nvPr/>
        </p:nvGrpSpPr>
        <p:grpSpPr>
          <a:xfrm>
            <a:off x="866900" y="2155300"/>
            <a:ext cx="7281864" cy="2684601"/>
            <a:chOff x="868300" y="2129450"/>
            <a:chExt cx="7281864" cy="2684601"/>
          </a:xfrm>
        </p:grpSpPr>
        <p:pic>
          <p:nvPicPr>
            <p:cNvPr id="868" name="Google Shape;86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2" name="Google Shape;87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6b94af6077_0_0"/>
          <p:cNvSpPr txBox="1">
            <a:spLocks noGrp="1"/>
          </p:cNvSpPr>
          <p:nvPr>
            <p:ph type="title"/>
          </p:nvPr>
        </p:nvSpPr>
        <p:spPr>
          <a:xfrm>
            <a:off x="993825" y="582900"/>
            <a:ext cx="7156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a:t>
            </a:r>
            <a:r>
              <a:rPr lang="en-US">
                <a:solidFill>
                  <a:schemeClr val="dk1"/>
                </a:solidFill>
              </a:rPr>
              <a:t>.</a:t>
            </a:r>
            <a:endParaRPr/>
          </a:p>
        </p:txBody>
      </p:sp>
      <p:pic>
        <p:nvPicPr>
          <p:cNvPr id="902" name="Google Shape;902;g26b94af6077_0_0"/>
          <p:cNvPicPr preferRelativeResize="0"/>
          <p:nvPr/>
        </p:nvPicPr>
        <p:blipFill rotWithShape="1">
          <a:blip r:embed="rId3">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3" name="Google Shape;903;g26b94af6077_0_0"/>
          <p:cNvPicPr preferRelativeResize="0"/>
          <p:nvPr/>
        </p:nvPicPr>
        <p:blipFill rotWithShape="1">
          <a:blip r:embed="rId4">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4" name="Google Shape;904;g26b94af6077_0_0"/>
          <p:cNvPicPr preferRelativeResize="0"/>
          <p:nvPr/>
        </p:nvPicPr>
        <p:blipFill rotWithShape="1">
          <a:blip r:embed="rId5">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5" name="Google Shape;905;g26b94af6077_0_0"/>
          <p:cNvPicPr preferRelativeResize="0"/>
          <p:nvPr/>
        </p:nvPicPr>
        <p:blipFill rotWithShape="1">
          <a:blip r:embed="rId6">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6b94af6077_0_0"/>
          <p:cNvPicPr preferRelativeResize="0"/>
          <p:nvPr/>
        </p:nvPicPr>
        <p:blipFill rotWithShape="1">
          <a:blip r:embed="rId7">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7" name="Google Shape;907;g26b94af6077_0_0"/>
          <p:cNvPicPr preferRelativeResize="0"/>
          <p:nvPr/>
        </p:nvPicPr>
        <p:blipFill rotWithShape="1">
          <a:blip r:embed="rId8">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908" name="Google Shape;908;g26b94af6077_0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9" name="Google Shape;909;g26b94af6077_0_0"/>
          <p:cNvPicPr preferRelativeResize="0"/>
          <p:nvPr/>
        </p:nvPicPr>
        <p:blipFill rotWithShape="1">
          <a:blip r:embed="rId1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910" name="Google Shape;910;g26b94af6077_0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911" name="Google Shape;911;g26b94af6077_0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2" name="Google Shape;912;g26b94af6077_0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3" name="Google Shape;913;g26b94af6077_0_0"/>
          <p:cNvPicPr preferRelativeResize="0"/>
          <p:nvPr/>
        </p:nvPicPr>
        <p:blipFill rotWithShape="1">
          <a:blip r:embed="rId14">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20" name="Google Shape;920;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21" name="Google Shape;921;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01"/>
          <p:cNvSpPr txBox="1">
            <a:spLocks noGrp="1"/>
          </p:cNvSpPr>
          <p:nvPr>
            <p:ph type="title"/>
          </p:nvPr>
        </p:nvSpPr>
        <p:spPr>
          <a:xfrm>
            <a:off x="1008476" y="5568500"/>
            <a:ext cx="7127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8" name="Google Shape;92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9" name="Google Shape;92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0" name="Google Shape;930;g26b641b03cd_0_301"/>
          <p:cNvPicPr preferRelativeResize="0"/>
          <p:nvPr/>
        </p:nvPicPr>
        <p:blipFill rotWithShape="1">
          <a:blip r:embed="rId3">
            <a:alphaModFix/>
          </a:blip>
          <a:srcRect l="59" r="59"/>
          <a:stretch/>
        </p:blipFill>
        <p:spPr>
          <a:xfrm>
            <a:off x="993563" y="1223950"/>
            <a:ext cx="1655503" cy="1183058"/>
          </a:xfrm>
          <a:prstGeom prst="rect">
            <a:avLst/>
          </a:prstGeom>
          <a:noFill/>
          <a:ln>
            <a:noFill/>
          </a:ln>
          <a:effectLst>
            <a:outerShdw blurRad="71438" dist="19050" dir="5400000" algn="bl" rotWithShape="0">
              <a:srgbClr val="000000">
                <a:alpha val="16862"/>
              </a:srgbClr>
            </a:outerShdw>
          </a:effectLst>
        </p:spPr>
      </p:pic>
      <p:pic>
        <p:nvPicPr>
          <p:cNvPr id="931" name="Google Shape;931;g26b641b03cd_0_301"/>
          <p:cNvPicPr preferRelativeResize="0"/>
          <p:nvPr/>
        </p:nvPicPr>
        <p:blipFill rotWithShape="1">
          <a:blip r:embed="rId4">
            <a:alphaModFix/>
          </a:blip>
          <a:srcRect l="159" r="159"/>
          <a:stretch/>
        </p:blipFill>
        <p:spPr>
          <a:xfrm>
            <a:off x="2837334" y="1223950"/>
            <a:ext cx="1655503" cy="1187457"/>
          </a:xfrm>
          <a:prstGeom prst="rect">
            <a:avLst/>
          </a:prstGeom>
          <a:noFill/>
          <a:ln>
            <a:noFill/>
          </a:ln>
          <a:effectLst>
            <a:outerShdw blurRad="71438" dist="19050" dir="5400000" algn="bl" rotWithShape="0">
              <a:srgbClr val="000000">
                <a:alpha val="16862"/>
              </a:srgbClr>
            </a:outerShdw>
          </a:effectLst>
        </p:spPr>
      </p:pic>
      <p:pic>
        <p:nvPicPr>
          <p:cNvPr id="932" name="Google Shape;932;g26b641b03cd_0_301"/>
          <p:cNvPicPr preferRelativeResize="0"/>
          <p:nvPr/>
        </p:nvPicPr>
        <p:blipFill rotWithShape="1">
          <a:blip r:embed="rId5">
            <a:alphaModFix/>
          </a:blip>
          <a:srcRect t="19" b="29"/>
          <a:stretch/>
        </p:blipFill>
        <p:spPr>
          <a:xfrm>
            <a:off x="993563" y="2617793"/>
            <a:ext cx="1655503" cy="1183057"/>
          </a:xfrm>
          <a:prstGeom prst="rect">
            <a:avLst/>
          </a:prstGeom>
          <a:noFill/>
          <a:ln>
            <a:noFill/>
          </a:ln>
          <a:effectLst>
            <a:outerShdw blurRad="71438" dist="19050" dir="5400000" algn="bl" rotWithShape="0">
              <a:srgbClr val="000000">
                <a:alpha val="16862"/>
              </a:srgbClr>
            </a:outerShdw>
          </a:effectLst>
        </p:spPr>
      </p:pic>
      <p:pic>
        <p:nvPicPr>
          <p:cNvPr id="933" name="Google Shape;933;g26b641b03cd_0_301"/>
          <p:cNvPicPr preferRelativeResize="0"/>
          <p:nvPr/>
        </p:nvPicPr>
        <p:blipFill rotWithShape="1">
          <a:blip r:embed="rId6">
            <a:alphaModFix/>
          </a:blip>
          <a:srcRect l="159" r="159"/>
          <a:stretch/>
        </p:blipFill>
        <p:spPr>
          <a:xfrm>
            <a:off x="2837334" y="2617793"/>
            <a:ext cx="1655503" cy="1187457"/>
          </a:xfrm>
          <a:prstGeom prst="rect">
            <a:avLst/>
          </a:prstGeom>
          <a:noFill/>
          <a:ln>
            <a:noFill/>
          </a:ln>
          <a:effectLst>
            <a:outerShdw blurRad="71438" dist="19050" dir="5400000" algn="bl" rotWithShape="0">
              <a:srgbClr val="000000">
                <a:alpha val="16862"/>
              </a:srgbClr>
            </a:outerShdw>
          </a:effectLst>
        </p:spPr>
      </p:pic>
      <p:pic>
        <p:nvPicPr>
          <p:cNvPr id="934" name="Google Shape;934;g26b641b03cd_0_301"/>
          <p:cNvPicPr preferRelativeResize="0"/>
          <p:nvPr/>
        </p:nvPicPr>
        <p:blipFill rotWithShape="1">
          <a:blip r:embed="rId7">
            <a:alphaModFix/>
          </a:blip>
          <a:srcRect l="59" r="59"/>
          <a:stretch/>
        </p:blipFill>
        <p:spPr>
          <a:xfrm>
            <a:off x="4651163" y="1223950"/>
            <a:ext cx="1655503" cy="1183058"/>
          </a:xfrm>
          <a:prstGeom prst="rect">
            <a:avLst/>
          </a:prstGeom>
          <a:noFill/>
          <a:ln>
            <a:noFill/>
          </a:ln>
          <a:effectLst>
            <a:outerShdw blurRad="71438" dist="19050" dir="5400000" algn="bl" rotWithShape="0">
              <a:srgbClr val="000000">
                <a:alpha val="16862"/>
              </a:srgbClr>
            </a:outerShdw>
          </a:effectLst>
        </p:spPr>
      </p:pic>
      <p:pic>
        <p:nvPicPr>
          <p:cNvPr id="935" name="Google Shape;935;g26b641b03cd_0_301"/>
          <p:cNvPicPr preferRelativeResize="0"/>
          <p:nvPr/>
        </p:nvPicPr>
        <p:blipFill rotWithShape="1">
          <a:blip r:embed="rId8">
            <a:alphaModFix/>
          </a:blip>
          <a:srcRect l="159" r="159"/>
          <a:stretch/>
        </p:blipFill>
        <p:spPr>
          <a:xfrm>
            <a:off x="6494934" y="1223950"/>
            <a:ext cx="1655503" cy="1187457"/>
          </a:xfrm>
          <a:prstGeom prst="rect">
            <a:avLst/>
          </a:prstGeom>
          <a:noFill/>
          <a:ln>
            <a:noFill/>
          </a:ln>
          <a:effectLst>
            <a:outerShdw blurRad="71438" dist="19050" dir="5400000" algn="bl" rotWithShape="0">
              <a:srgbClr val="000000">
                <a:alpha val="16862"/>
              </a:srgbClr>
            </a:outerShdw>
          </a:effectLst>
        </p:spPr>
      </p:pic>
      <p:pic>
        <p:nvPicPr>
          <p:cNvPr id="936" name="Google Shape;936;g26b641b03cd_0_301"/>
          <p:cNvPicPr preferRelativeResize="0"/>
          <p:nvPr/>
        </p:nvPicPr>
        <p:blipFill rotWithShape="1">
          <a:blip r:embed="rId9">
            <a:alphaModFix/>
          </a:blip>
          <a:srcRect/>
          <a:stretch/>
        </p:blipFill>
        <p:spPr>
          <a:xfrm>
            <a:off x="4651163" y="2617793"/>
            <a:ext cx="1655503" cy="1183058"/>
          </a:xfrm>
          <a:prstGeom prst="rect">
            <a:avLst/>
          </a:prstGeom>
          <a:noFill/>
          <a:ln>
            <a:noFill/>
          </a:ln>
          <a:effectLst>
            <a:outerShdw blurRad="71438" dist="19050" dir="5400000" algn="bl" rotWithShape="0">
              <a:srgbClr val="000000">
                <a:alpha val="16862"/>
              </a:srgbClr>
            </a:outerShdw>
          </a:effectLst>
        </p:spPr>
      </p:pic>
      <p:pic>
        <p:nvPicPr>
          <p:cNvPr id="937" name="Google Shape;937;g26b641b03cd_0_301"/>
          <p:cNvPicPr preferRelativeResize="0"/>
          <p:nvPr/>
        </p:nvPicPr>
        <p:blipFill rotWithShape="1">
          <a:blip r:embed="rId10">
            <a:alphaModFix/>
          </a:blip>
          <a:srcRect l="99" r="99"/>
          <a:stretch/>
        </p:blipFill>
        <p:spPr>
          <a:xfrm>
            <a:off x="6494934" y="2617793"/>
            <a:ext cx="1655503" cy="1187457"/>
          </a:xfrm>
          <a:prstGeom prst="rect">
            <a:avLst/>
          </a:prstGeom>
          <a:noFill/>
          <a:ln>
            <a:noFill/>
          </a:ln>
          <a:effectLst>
            <a:outerShdw blurRad="71438" dist="19050" dir="5400000" algn="bl" rotWithShape="0">
              <a:srgbClr val="000000">
                <a:alpha val="16862"/>
              </a:srgbClr>
            </a:outerShdw>
          </a:effectLst>
        </p:spPr>
      </p:pic>
      <p:pic>
        <p:nvPicPr>
          <p:cNvPr id="938" name="Google Shape;938;g26b641b03cd_0_301"/>
          <p:cNvPicPr preferRelativeResize="0"/>
          <p:nvPr/>
        </p:nvPicPr>
        <p:blipFill rotWithShape="1">
          <a:blip r:embed="rId11">
            <a:alphaModFix/>
          </a:blip>
          <a:srcRect l="99" r="99"/>
          <a:stretch/>
        </p:blipFill>
        <p:spPr>
          <a:xfrm>
            <a:off x="1008534" y="3989393"/>
            <a:ext cx="1655503" cy="1187457"/>
          </a:xfrm>
          <a:prstGeom prst="rect">
            <a:avLst/>
          </a:prstGeom>
          <a:noFill/>
          <a:ln>
            <a:noFill/>
          </a:ln>
          <a:effectLst>
            <a:outerShdw blurRad="71438" dist="19050" dir="5400000" algn="bl" rotWithShape="0">
              <a:srgbClr val="000000">
                <a:alpha val="17254"/>
              </a:srgbClr>
            </a:outerShdw>
          </a:effectLst>
        </p:spPr>
      </p:pic>
      <p:pic>
        <p:nvPicPr>
          <p:cNvPr id="939" name="Google Shape;939;g26b641b03cd_0_301"/>
          <p:cNvPicPr preferRelativeResize="0"/>
          <p:nvPr/>
        </p:nvPicPr>
        <p:blipFill rotWithShape="1">
          <a:blip r:embed="rId12">
            <a:alphaModFix/>
          </a:blip>
          <a:srcRect t="89" b="79"/>
          <a:stretch/>
        </p:blipFill>
        <p:spPr>
          <a:xfrm>
            <a:off x="2822363" y="3989393"/>
            <a:ext cx="1655503" cy="1183057"/>
          </a:xfrm>
          <a:prstGeom prst="rect">
            <a:avLst/>
          </a:prstGeom>
          <a:noFill/>
          <a:ln>
            <a:noFill/>
          </a:ln>
          <a:effectLst>
            <a:outerShdw blurRad="71438" dist="19050" dir="5400000" algn="bl" rotWithShape="0">
              <a:srgbClr val="000000">
                <a:alpha val="17254"/>
              </a:srgbClr>
            </a:outerShdw>
          </a:effectLst>
        </p:spPr>
      </p:pic>
      <p:pic>
        <p:nvPicPr>
          <p:cNvPr id="940" name="Google Shape;940;g26b641b03cd_0_301"/>
          <p:cNvPicPr preferRelativeResize="0"/>
          <p:nvPr/>
        </p:nvPicPr>
        <p:blipFill rotWithShape="1">
          <a:blip r:embed="rId13">
            <a:alphaModFix/>
          </a:blip>
          <a:srcRect l="99" r="99"/>
          <a:stretch/>
        </p:blipFill>
        <p:spPr>
          <a:xfrm>
            <a:off x="4666134" y="3989393"/>
            <a:ext cx="1655503" cy="1187457"/>
          </a:xfrm>
          <a:prstGeom prst="rect">
            <a:avLst/>
          </a:prstGeom>
          <a:noFill/>
          <a:ln>
            <a:noFill/>
          </a:ln>
          <a:effectLst>
            <a:outerShdw blurRad="71438" dist="19050" dir="5400000" algn="bl" rotWithShape="0">
              <a:srgbClr val="000000">
                <a:alpha val="17647"/>
              </a:srgbClr>
            </a:outerShdw>
          </a:effectLst>
        </p:spPr>
      </p:pic>
      <p:pic>
        <p:nvPicPr>
          <p:cNvPr id="941" name="Google Shape;941;g26b641b03cd_0_301"/>
          <p:cNvPicPr preferRelativeResize="0"/>
          <p:nvPr/>
        </p:nvPicPr>
        <p:blipFill rotWithShape="1">
          <a:blip r:embed="rId14">
            <a:alphaModFix/>
          </a:blip>
          <a:srcRect/>
          <a:stretch/>
        </p:blipFill>
        <p:spPr>
          <a:xfrm>
            <a:off x="6479963" y="3989393"/>
            <a:ext cx="1655503" cy="1183058"/>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6b641b03cd_0_308"/>
          <p:cNvSpPr txBox="1">
            <a:spLocks noGrp="1"/>
          </p:cNvSpPr>
          <p:nvPr>
            <p:ph type="title"/>
          </p:nvPr>
        </p:nvSpPr>
        <p:spPr>
          <a:xfrm>
            <a:off x="993526" y="5568500"/>
            <a:ext cx="7156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8" name="Google Shape;94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49" name="Google Shape;94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0" name="Google Shape;950;g26b641b03cd_0_308"/>
          <p:cNvPicPr preferRelativeResize="0"/>
          <p:nvPr/>
        </p:nvPicPr>
        <p:blipFill rotWithShape="1">
          <a:blip r:embed="rId3">
            <a:alphaModFix/>
          </a:blip>
          <a:srcRect l="59" r="59"/>
          <a:stretch/>
        </p:blipFill>
        <p:spPr>
          <a:xfrm>
            <a:off x="993563" y="1223950"/>
            <a:ext cx="1655503" cy="1183058"/>
          </a:xfrm>
          <a:prstGeom prst="rect">
            <a:avLst/>
          </a:prstGeom>
          <a:noFill/>
          <a:ln>
            <a:noFill/>
          </a:ln>
          <a:effectLst>
            <a:outerShdw blurRad="71438" dist="19050" dir="5400000" algn="bl" rotWithShape="0">
              <a:srgbClr val="000000">
                <a:alpha val="16862"/>
              </a:srgbClr>
            </a:outerShdw>
          </a:effectLst>
        </p:spPr>
      </p:pic>
      <p:pic>
        <p:nvPicPr>
          <p:cNvPr id="951" name="Google Shape;951;g26b641b03cd_0_308"/>
          <p:cNvPicPr preferRelativeResize="0"/>
          <p:nvPr/>
        </p:nvPicPr>
        <p:blipFill rotWithShape="1">
          <a:blip r:embed="rId4">
            <a:alphaModFix/>
          </a:blip>
          <a:srcRect l="159" r="159"/>
          <a:stretch/>
        </p:blipFill>
        <p:spPr>
          <a:xfrm>
            <a:off x="2837334" y="1223950"/>
            <a:ext cx="1655503" cy="1187457"/>
          </a:xfrm>
          <a:prstGeom prst="rect">
            <a:avLst/>
          </a:prstGeom>
          <a:noFill/>
          <a:ln>
            <a:noFill/>
          </a:ln>
          <a:effectLst>
            <a:outerShdw blurRad="71438" dist="19050" dir="5400000" algn="bl" rotWithShape="0">
              <a:srgbClr val="000000">
                <a:alpha val="16862"/>
              </a:srgbClr>
            </a:outerShdw>
          </a:effectLst>
        </p:spPr>
      </p:pic>
      <p:pic>
        <p:nvPicPr>
          <p:cNvPr id="952" name="Google Shape;952;g26b641b03cd_0_308"/>
          <p:cNvPicPr preferRelativeResize="0"/>
          <p:nvPr/>
        </p:nvPicPr>
        <p:blipFill rotWithShape="1">
          <a:blip r:embed="rId5">
            <a:alphaModFix/>
          </a:blip>
          <a:srcRect t="19" b="29"/>
          <a:stretch/>
        </p:blipFill>
        <p:spPr>
          <a:xfrm>
            <a:off x="993563" y="2617793"/>
            <a:ext cx="1655503" cy="1183057"/>
          </a:xfrm>
          <a:prstGeom prst="rect">
            <a:avLst/>
          </a:prstGeom>
          <a:noFill/>
          <a:ln>
            <a:noFill/>
          </a:ln>
          <a:effectLst>
            <a:outerShdw blurRad="71438" dist="19050" dir="5400000" algn="bl" rotWithShape="0">
              <a:srgbClr val="000000">
                <a:alpha val="16862"/>
              </a:srgbClr>
            </a:outerShdw>
          </a:effectLst>
        </p:spPr>
      </p:pic>
      <p:pic>
        <p:nvPicPr>
          <p:cNvPr id="953" name="Google Shape;953;g26b641b03cd_0_308"/>
          <p:cNvPicPr preferRelativeResize="0"/>
          <p:nvPr/>
        </p:nvPicPr>
        <p:blipFill rotWithShape="1">
          <a:blip r:embed="rId6">
            <a:alphaModFix/>
          </a:blip>
          <a:srcRect l="159" r="159"/>
          <a:stretch/>
        </p:blipFill>
        <p:spPr>
          <a:xfrm>
            <a:off x="2837334" y="2617793"/>
            <a:ext cx="1655503" cy="1187457"/>
          </a:xfrm>
          <a:prstGeom prst="rect">
            <a:avLst/>
          </a:prstGeom>
          <a:noFill/>
          <a:ln>
            <a:noFill/>
          </a:ln>
          <a:effectLst>
            <a:outerShdw blurRad="71438" dist="19050" dir="5400000" algn="bl" rotWithShape="0">
              <a:srgbClr val="000000">
                <a:alpha val="16862"/>
              </a:srgbClr>
            </a:outerShdw>
          </a:effectLst>
        </p:spPr>
      </p:pic>
      <p:pic>
        <p:nvPicPr>
          <p:cNvPr id="954" name="Google Shape;954;g26b641b03cd_0_308"/>
          <p:cNvPicPr preferRelativeResize="0"/>
          <p:nvPr/>
        </p:nvPicPr>
        <p:blipFill rotWithShape="1">
          <a:blip r:embed="rId7">
            <a:alphaModFix/>
          </a:blip>
          <a:srcRect l="59" r="59"/>
          <a:stretch/>
        </p:blipFill>
        <p:spPr>
          <a:xfrm>
            <a:off x="4651163" y="1223950"/>
            <a:ext cx="1655503" cy="1183058"/>
          </a:xfrm>
          <a:prstGeom prst="rect">
            <a:avLst/>
          </a:prstGeom>
          <a:noFill/>
          <a:ln>
            <a:noFill/>
          </a:ln>
          <a:effectLst>
            <a:outerShdw blurRad="71438" dist="19050" dir="5400000" algn="bl" rotWithShape="0">
              <a:srgbClr val="000000">
                <a:alpha val="16862"/>
              </a:srgbClr>
            </a:outerShdw>
          </a:effectLst>
        </p:spPr>
      </p:pic>
      <p:pic>
        <p:nvPicPr>
          <p:cNvPr id="955" name="Google Shape;955;g26b641b03cd_0_308"/>
          <p:cNvPicPr preferRelativeResize="0"/>
          <p:nvPr/>
        </p:nvPicPr>
        <p:blipFill rotWithShape="1">
          <a:blip r:embed="rId8">
            <a:alphaModFix/>
          </a:blip>
          <a:srcRect l="159" r="159"/>
          <a:stretch/>
        </p:blipFill>
        <p:spPr>
          <a:xfrm>
            <a:off x="6494934" y="1223950"/>
            <a:ext cx="1655503" cy="1187457"/>
          </a:xfrm>
          <a:prstGeom prst="rect">
            <a:avLst/>
          </a:prstGeom>
          <a:noFill/>
          <a:ln>
            <a:noFill/>
          </a:ln>
          <a:effectLst>
            <a:outerShdw blurRad="71438" dist="19050" dir="5400000" algn="bl" rotWithShape="0">
              <a:srgbClr val="000000">
                <a:alpha val="16862"/>
              </a:srgbClr>
            </a:outerShdw>
          </a:effectLst>
        </p:spPr>
      </p:pic>
      <p:pic>
        <p:nvPicPr>
          <p:cNvPr id="956" name="Google Shape;956;g26b641b03cd_0_308"/>
          <p:cNvPicPr preferRelativeResize="0"/>
          <p:nvPr/>
        </p:nvPicPr>
        <p:blipFill rotWithShape="1">
          <a:blip r:embed="rId9">
            <a:alphaModFix/>
          </a:blip>
          <a:srcRect l="59" r="59"/>
          <a:stretch/>
        </p:blipFill>
        <p:spPr>
          <a:xfrm>
            <a:off x="4651163" y="2617793"/>
            <a:ext cx="1655503" cy="1183058"/>
          </a:xfrm>
          <a:prstGeom prst="rect">
            <a:avLst/>
          </a:prstGeom>
          <a:noFill/>
          <a:ln>
            <a:noFill/>
          </a:ln>
          <a:effectLst>
            <a:outerShdw blurRad="71438" dist="19050" dir="5400000" algn="bl" rotWithShape="0">
              <a:srgbClr val="000000">
                <a:alpha val="16862"/>
              </a:srgbClr>
            </a:outerShdw>
          </a:effectLst>
        </p:spPr>
      </p:pic>
      <p:pic>
        <p:nvPicPr>
          <p:cNvPr id="957" name="Google Shape;957;g26b641b03cd_0_308"/>
          <p:cNvPicPr preferRelativeResize="0"/>
          <p:nvPr/>
        </p:nvPicPr>
        <p:blipFill rotWithShape="1">
          <a:blip r:embed="rId10">
            <a:alphaModFix/>
          </a:blip>
          <a:srcRect l="159" r="159"/>
          <a:stretch/>
        </p:blipFill>
        <p:spPr>
          <a:xfrm>
            <a:off x="6494934" y="2617793"/>
            <a:ext cx="1655503" cy="1187457"/>
          </a:xfrm>
          <a:prstGeom prst="rect">
            <a:avLst/>
          </a:prstGeom>
          <a:noFill/>
          <a:ln>
            <a:noFill/>
          </a:ln>
          <a:effectLst>
            <a:outerShdw blurRad="71438" dist="19050" dir="5400000" algn="bl" rotWithShape="0">
              <a:srgbClr val="000000">
                <a:alpha val="16862"/>
              </a:srgbClr>
            </a:outerShdw>
          </a:effectLst>
        </p:spPr>
      </p:pic>
      <p:pic>
        <p:nvPicPr>
          <p:cNvPr id="958" name="Google Shape;958;g26b641b03cd_0_308"/>
          <p:cNvPicPr preferRelativeResize="0"/>
          <p:nvPr/>
        </p:nvPicPr>
        <p:blipFill rotWithShape="1">
          <a:blip r:embed="rId11">
            <a:alphaModFix/>
          </a:blip>
          <a:srcRect l="159" r="159"/>
          <a:stretch/>
        </p:blipFill>
        <p:spPr>
          <a:xfrm>
            <a:off x="1008534" y="3989393"/>
            <a:ext cx="1655503" cy="1187457"/>
          </a:xfrm>
          <a:prstGeom prst="rect">
            <a:avLst/>
          </a:prstGeom>
          <a:noFill/>
          <a:ln>
            <a:noFill/>
          </a:ln>
          <a:effectLst>
            <a:outerShdw blurRad="71438" dist="19050" dir="5400000" algn="bl" rotWithShape="0">
              <a:srgbClr val="000000">
                <a:alpha val="17254"/>
              </a:srgbClr>
            </a:outerShdw>
          </a:effectLst>
        </p:spPr>
      </p:pic>
      <p:pic>
        <p:nvPicPr>
          <p:cNvPr id="959" name="Google Shape;959;g26b641b03cd_0_308"/>
          <p:cNvPicPr preferRelativeResize="0"/>
          <p:nvPr/>
        </p:nvPicPr>
        <p:blipFill rotWithShape="1">
          <a:blip r:embed="rId12">
            <a:alphaModFix/>
          </a:blip>
          <a:srcRect t="19" b="29"/>
          <a:stretch/>
        </p:blipFill>
        <p:spPr>
          <a:xfrm>
            <a:off x="2822363" y="3989393"/>
            <a:ext cx="1655503" cy="1183057"/>
          </a:xfrm>
          <a:prstGeom prst="rect">
            <a:avLst/>
          </a:prstGeom>
          <a:noFill/>
          <a:ln>
            <a:noFill/>
          </a:ln>
          <a:effectLst>
            <a:outerShdw blurRad="71438" dist="19050" dir="5400000" algn="bl" rotWithShape="0">
              <a:srgbClr val="000000">
                <a:alpha val="17254"/>
              </a:srgbClr>
            </a:outerShdw>
          </a:effectLst>
        </p:spPr>
      </p:pic>
      <p:pic>
        <p:nvPicPr>
          <p:cNvPr id="960" name="Google Shape;960;g26b641b03cd_0_308"/>
          <p:cNvPicPr preferRelativeResize="0"/>
          <p:nvPr/>
        </p:nvPicPr>
        <p:blipFill rotWithShape="1">
          <a:blip r:embed="rId13">
            <a:alphaModFix/>
          </a:blip>
          <a:srcRect l="159" r="159"/>
          <a:stretch/>
        </p:blipFill>
        <p:spPr>
          <a:xfrm>
            <a:off x="4651163" y="3989393"/>
            <a:ext cx="1655503" cy="1187457"/>
          </a:xfrm>
          <a:prstGeom prst="rect">
            <a:avLst/>
          </a:prstGeom>
          <a:noFill/>
          <a:ln>
            <a:noFill/>
          </a:ln>
          <a:effectLst>
            <a:outerShdw blurRad="71438" dist="19050" dir="5400000" algn="bl" rotWithShape="0">
              <a:srgbClr val="000000">
                <a:alpha val="17647"/>
              </a:srgbClr>
            </a:outerShdw>
          </a:effectLst>
        </p:spPr>
      </p:pic>
      <p:pic>
        <p:nvPicPr>
          <p:cNvPr id="961" name="Google Shape;961;g26b641b03cd_0_308"/>
          <p:cNvPicPr preferRelativeResize="0"/>
          <p:nvPr/>
        </p:nvPicPr>
        <p:blipFill rotWithShape="1">
          <a:blip r:embed="rId14">
            <a:alphaModFix/>
          </a:blip>
          <a:srcRect l="59" r="59"/>
          <a:stretch/>
        </p:blipFill>
        <p:spPr>
          <a:xfrm>
            <a:off x="6494934" y="3989393"/>
            <a:ext cx="1655503" cy="1183058"/>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8" name="Google Shape;96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69" name="Google Shape;969;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0" name="Google Shape;970;g26b641b03cd_0_315"/>
          <p:cNvPicPr preferRelativeResize="0"/>
          <p:nvPr/>
        </p:nvPicPr>
        <p:blipFill rotWithShape="1">
          <a:blip r:embed="rId3">
            <a:alphaModFix/>
          </a:blip>
          <a:srcRect l="69" r="69"/>
          <a:stretch/>
        </p:blipFill>
        <p:spPr>
          <a:xfrm>
            <a:off x="3585674"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1" name="Google Shape;971;g26b641b03cd_0_315"/>
          <p:cNvPicPr preferRelativeResize="0"/>
          <p:nvPr/>
        </p:nvPicPr>
        <p:blipFill rotWithShape="1">
          <a:blip r:embed="rId4">
            <a:alphaModFix/>
          </a:blip>
          <a:srcRect t="19" b="29"/>
          <a:stretch/>
        </p:blipFill>
        <p:spPr>
          <a:xfrm>
            <a:off x="5732935"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2" name="Google Shape;972;g26b641b03cd_0_315"/>
          <p:cNvPicPr preferRelativeResize="0"/>
          <p:nvPr/>
        </p:nvPicPr>
        <p:blipFill rotWithShape="1">
          <a:blip r:embed="rId5">
            <a:alphaModFix/>
          </a:blip>
          <a:srcRect t="19" b="29"/>
          <a:stretch/>
        </p:blipFill>
        <p:spPr>
          <a:xfrm>
            <a:off x="1438412"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3" name="Google Shape;973;g26b641b03cd_0_315"/>
          <p:cNvPicPr preferRelativeResize="0"/>
          <p:nvPr/>
        </p:nvPicPr>
        <p:blipFill rotWithShape="1">
          <a:blip r:embed="rId6">
            <a:alphaModFix/>
          </a:blip>
          <a:srcRect l="69" r="69"/>
          <a:stretch/>
        </p:blipFill>
        <p:spPr>
          <a:xfrm>
            <a:off x="4659304" y="3299030"/>
            <a:ext cx="1972653" cy="1480208"/>
          </a:xfrm>
          <a:prstGeom prst="rect">
            <a:avLst/>
          </a:prstGeom>
          <a:noFill/>
          <a:ln>
            <a:noFill/>
          </a:ln>
          <a:effectLst>
            <a:outerShdw blurRad="57150" dist="19050" dir="5400000" algn="bl" rotWithShape="0">
              <a:srgbClr val="000000">
                <a:alpha val="20000"/>
              </a:srgbClr>
            </a:outerShdw>
          </a:effectLst>
        </p:spPr>
      </p:pic>
      <p:pic>
        <p:nvPicPr>
          <p:cNvPr id="974" name="Google Shape;974;g26b641b03cd_0_315"/>
          <p:cNvPicPr preferRelativeResize="0"/>
          <p:nvPr/>
        </p:nvPicPr>
        <p:blipFill rotWithShape="1">
          <a:blip r:embed="rId7">
            <a:alphaModFix/>
          </a:blip>
          <a:srcRect l="69" r="69"/>
          <a:stretch/>
        </p:blipFill>
        <p:spPr>
          <a:xfrm>
            <a:off x="2512042" y="3299030"/>
            <a:ext cx="1972653" cy="1480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1" name="Google Shape;98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82" name="Google Shape;98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3" name="Google Shape;983;g26b641b03cd_1_0"/>
          <p:cNvPicPr preferRelativeResize="0"/>
          <p:nvPr/>
        </p:nvPicPr>
        <p:blipFill rotWithShape="1">
          <a:blip r:embed="rId3">
            <a:alphaModFix/>
          </a:blip>
          <a:srcRect/>
          <a:stretch/>
        </p:blipFill>
        <p:spPr>
          <a:xfrm>
            <a:off x="3585674"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4" name="Google Shape;984;g26b641b03cd_1_0"/>
          <p:cNvPicPr preferRelativeResize="0"/>
          <p:nvPr/>
        </p:nvPicPr>
        <p:blipFill rotWithShape="1">
          <a:blip r:embed="rId4">
            <a:alphaModFix/>
          </a:blip>
          <a:srcRect t="89" b="99"/>
          <a:stretch/>
        </p:blipFill>
        <p:spPr>
          <a:xfrm>
            <a:off x="5732935"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5" name="Google Shape;985;g26b641b03cd_1_0"/>
          <p:cNvPicPr preferRelativeResize="0"/>
          <p:nvPr/>
        </p:nvPicPr>
        <p:blipFill rotWithShape="1">
          <a:blip r:embed="rId5">
            <a:alphaModFix/>
          </a:blip>
          <a:srcRect t="89" b="99"/>
          <a:stretch/>
        </p:blipFill>
        <p:spPr>
          <a:xfrm>
            <a:off x="1438412"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6" name="Google Shape;986;g26b641b03cd_1_0"/>
          <p:cNvPicPr preferRelativeResize="0"/>
          <p:nvPr/>
        </p:nvPicPr>
        <p:blipFill rotWithShape="1">
          <a:blip r:embed="rId6">
            <a:alphaModFix/>
          </a:blip>
          <a:srcRect/>
          <a:stretch/>
        </p:blipFill>
        <p:spPr>
          <a:xfrm>
            <a:off x="4659304" y="3299030"/>
            <a:ext cx="1972652" cy="1480208"/>
          </a:xfrm>
          <a:prstGeom prst="rect">
            <a:avLst/>
          </a:prstGeom>
          <a:noFill/>
          <a:ln>
            <a:noFill/>
          </a:ln>
          <a:effectLst>
            <a:outerShdw blurRad="57150" dist="19050" dir="5400000" algn="bl" rotWithShape="0">
              <a:srgbClr val="000000">
                <a:alpha val="20000"/>
              </a:srgbClr>
            </a:outerShdw>
          </a:effectLst>
        </p:spPr>
      </p:pic>
      <p:pic>
        <p:nvPicPr>
          <p:cNvPr id="987" name="Google Shape;987;g26b641b03cd_1_0"/>
          <p:cNvPicPr preferRelativeResize="0"/>
          <p:nvPr/>
        </p:nvPicPr>
        <p:blipFill rotWithShape="1">
          <a:blip r:embed="rId7">
            <a:alphaModFix/>
          </a:blip>
          <a:srcRect/>
          <a:stretch/>
        </p:blipFill>
        <p:spPr>
          <a:xfrm>
            <a:off x="2512042" y="3299030"/>
            <a:ext cx="1972652" cy="1480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pic>
        <p:nvPicPr>
          <p:cNvPr id="993" name="Google Shape;993;g2d1e553ea6f_0_15"/>
          <p:cNvPicPr preferRelativeResize="0"/>
          <p:nvPr/>
        </p:nvPicPr>
        <p:blipFill rotWithShape="1">
          <a:blip r:embed="rId3">
            <a:alphaModFix/>
          </a:blip>
          <a:srcRect t="563" b="572"/>
          <a:stretch/>
        </p:blipFill>
        <p:spPr>
          <a:xfrm>
            <a:off x="4392597" y="2697413"/>
            <a:ext cx="3906212" cy="2453951"/>
          </a:xfrm>
          <a:prstGeom prst="rect">
            <a:avLst/>
          </a:prstGeom>
          <a:noFill/>
          <a:ln>
            <a:noFill/>
          </a:ln>
        </p:spPr>
      </p:pic>
      <p:pic>
        <p:nvPicPr>
          <p:cNvPr id="994" name="Google Shape;994;g2d1e553ea6f_0_15"/>
          <p:cNvPicPr preferRelativeResize="0"/>
          <p:nvPr/>
        </p:nvPicPr>
        <p:blipFill rotWithShape="1">
          <a:blip r:embed="rId4">
            <a:alphaModFix/>
          </a:blip>
          <a:srcRect/>
          <a:stretch/>
        </p:blipFill>
        <p:spPr>
          <a:xfrm>
            <a:off x="782877" y="2744300"/>
            <a:ext cx="3361626" cy="1064562"/>
          </a:xfrm>
          <a:prstGeom prst="rect">
            <a:avLst/>
          </a:prstGeom>
          <a:noFill/>
          <a:ln>
            <a:noFill/>
          </a:ln>
        </p:spPr>
      </p:pic>
      <p:pic>
        <p:nvPicPr>
          <p:cNvPr id="995" name="Google Shape;995;g2d1e553ea6f_0_15"/>
          <p:cNvPicPr preferRelativeResize="0"/>
          <p:nvPr/>
        </p:nvPicPr>
        <p:blipFill rotWithShape="1">
          <a:blip r:embed="rId5">
            <a:alphaModFix/>
          </a:blip>
          <a:srcRect/>
          <a:stretch/>
        </p:blipFill>
        <p:spPr>
          <a:xfrm>
            <a:off x="785825" y="3921777"/>
            <a:ext cx="3481374" cy="1124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312</Words>
  <Application>Microsoft Office PowerPoint</Application>
  <PresentationFormat>On-screen Show (4:3)</PresentationFormat>
  <Paragraphs>57</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Arial</vt:lpstr>
      <vt:lpstr>Poppins</vt:lpstr>
      <vt:lpstr>Poppins SemiBold</vt:lpstr>
      <vt:lpstr>Poppins Medium</vt:lpstr>
      <vt:lpstr>Nunito Black</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vt:lpstr>
      <vt:lpstr>Review Alphabet Song</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2026-05-20T02:16:19Z</dcterms:modified>
</cp:coreProperties>
</file>