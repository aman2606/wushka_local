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lWnUQr1D4vEf4FljyTO+wpb+e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CEE155-DDA4-4CAF-BE8D-005E6A74B67C}">
  <a:tblStyle styleId="{42CEE155-DDA4-4CAF-BE8D-005E6A74B67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3" name="Google Shape;75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6caa9c3fc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26caa9c3fc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3" name="Google Shape;773;g26caa9c3fc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9" name="Google Shape;78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6caa9c3fc2_1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6caa9c3fc2_1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6caa9c3fc2_1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6caa9c3fc2_1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6caa9c3fc2_1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6caa9c3fc2_1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'ai'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7 -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9.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5.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Vowel Digraph 'ai'</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31</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{42CEE155-DDA4-4CAF-BE8D-005E6A74B67C}</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FFFFFF"/>
                          </a:solidFill>
                          <a:latin typeface="Poppins"/>
                          <a:ea typeface="Poppins"/>
                          <a:cs typeface="Poppins"/>
                          <a:sym typeface="Poppins"/>
                        </a:rPr>
                        <a:t>a</a:t>
                      </a:r>
                      <a:r>
                        <a:rPr lang="en-US" sz="1800" u="none" strike="noStrike" cap="none">
                          <a:solidFill>
                            <a:srgbClr val="FFFFFF"/>
                          </a:solidFill>
                          <a:latin typeface="Jost"/>
                          <a:ea typeface="Jost"/>
                          <a:cs typeface="Jost"/>
                          <a:sym typeface="Jost"/>
                        </a:rPr>
                        <a:t>i</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t="99" b="109"/>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ai</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79225" y="5256525"/>
            <a:ext cx="137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966639"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468298" y="37741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653255" y="3826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4818792" y="37598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5942930" y="374895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7" name="Google Shape;727;g26b641b03cd_0_165"/>
          <p:cNvGrpSpPr/>
          <p:nvPr/>
        </p:nvGrpSpPr>
        <p:grpSpPr>
          <a:xfrm>
            <a:off x="930400" y="2129444"/>
            <a:ext cx="7283200" cy="3724851"/>
            <a:chOff x="930400" y="2129444"/>
            <a:chExt cx="7283200" cy="3724851"/>
          </a:xfrm>
        </p:grpSpPr>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7" name="Google Shape;757;g26b7edf6e71_0_26"/>
          <p:cNvPicPr preferRelativeResize="0"/>
          <p:nvPr/>
        </p:nvPicPr>
        <p:blipFill rotWithShape="1">
          <a:blip r:embed="rId3">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4">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5">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6">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7">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8">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9">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0">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1">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2">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3">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4">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5">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g26caa9c3fc2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6" name="Google Shape;776;g26caa9c3fc2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7" name="Google Shape;777;g26caa9c3fc2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4" name="Google Shape;78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5" name="Google Shape;785;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6" name="Google Shape;78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3" name="Google Shape;79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4" name="Google Shape;794;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5" name="Google Shape;79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2" name="Google Shape;80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3" name="Google Shape;803;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04" name="Google Shape;80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1" name="Google Shape;81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12" name="Google Shape;812;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3" name="Google Shape;81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0" name="Google Shape;8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1" name="Google Shape;8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8" name="Google Shape;82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9" name="Google Shape;82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4" name="Google Shape;834;g2c4fd7a3c22_2_0"/>
          <p:cNvGrpSpPr/>
          <p:nvPr/>
        </p:nvGrpSpPr>
        <p:grpSpPr>
          <a:xfrm>
            <a:off x="304250" y="6984600"/>
            <a:ext cx="8330829" cy="808600"/>
            <a:chOff x="-152950" y="7365600"/>
            <a:chExt cx="8330829" cy="808600"/>
          </a:xfrm>
        </p:grpSpPr>
        <p:sp>
          <p:nvSpPr>
            <p:cNvPr id="835" name="Google Shape;83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3" name="Google Shape;84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3096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565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7" name="Google Shape;847;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8" name="Google Shape;848;g2c4fd7a3c22_2_0"/>
          <p:cNvSpPr txBox="1">
            <a:spLocks noGrp="1"/>
          </p:cNvSpPr>
          <p:nvPr>
            <p:ph type="subTitle" idx="4294967295"/>
          </p:nvPr>
        </p:nvSpPr>
        <p:spPr>
          <a:xfrm>
            <a:off x="508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49" name="Google Shape;849;g2c4fd7a3c22_2_0"/>
          <p:cNvSpPr txBox="1">
            <a:spLocks noGrp="1"/>
          </p:cNvSpPr>
          <p:nvPr>
            <p:ph type="subTitle" idx="4294967295"/>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50" name="Google Shape;850;g2c4fd7a3c22_2_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851" name="Google Shape;851;g2c4fd7a3c22_2_0"/>
          <p:cNvSpPr/>
          <p:nvPr/>
        </p:nvSpPr>
        <p:spPr>
          <a:xfrm>
            <a:off x="37843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6caa9c3fc2_1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8" name="Google Shape;858;g26caa9c3fc2_1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9" name="Google Shape;859;g26caa9c3fc2_1_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6caa9c3fc2_1_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caa9c3fc2_1_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caa9c3fc2_1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6caa9c3fc2_1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4" name="Google Shape;864;g26caa9c3fc2_1_2"/>
          <p:cNvGrpSpPr/>
          <p:nvPr/>
        </p:nvGrpSpPr>
        <p:grpSpPr>
          <a:xfrm>
            <a:off x="304250" y="6984600"/>
            <a:ext cx="8330829" cy="808600"/>
            <a:chOff x="-152950" y="7365600"/>
            <a:chExt cx="8330829" cy="808600"/>
          </a:xfrm>
        </p:grpSpPr>
        <p:sp>
          <p:nvSpPr>
            <p:cNvPr id="865" name="Google Shape;865;g26caa9c3fc2_1_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6" name="Google Shape;866;g26caa9c3fc2_1_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7" name="Google Shape;867;g26caa9c3fc2_1_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8" name="Google Shape;868;g26caa9c3fc2_1_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9" name="Google Shape;869;g26caa9c3fc2_1_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0" name="Google Shape;870;g26caa9c3fc2_1_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1" name="Google Shape;871;g26caa9c3fc2_1_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2" name="Google Shape;872;g26caa9c3fc2_1_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3" name="Google Shape;873;g26caa9c3fc2_1_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caa9c3fc2_1_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caa9c3fc2_1_2"/>
          <p:cNvSpPr/>
          <p:nvPr/>
        </p:nvSpPr>
        <p:spPr>
          <a:xfrm>
            <a:off x="3020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caa9c3fc2_1_2"/>
          <p:cNvSpPr/>
          <p:nvPr/>
        </p:nvSpPr>
        <p:spPr>
          <a:xfrm>
            <a:off x="5733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7" name="Google Shape;877;g26caa9c3fc2_1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6caa9c3fc2_1_2"/>
          <p:cNvSpPr txBox="1">
            <a:spLocks noGrp="1"/>
          </p:cNvSpPr>
          <p:nvPr>
            <p:ph type="subTitle" idx="4294967295"/>
          </p:nvPr>
        </p:nvSpPr>
        <p:spPr>
          <a:xfrm>
            <a:off x="5163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79" name="Google Shape;879;g26caa9c3fc2_1_2"/>
          <p:cNvSpPr txBox="1">
            <a:spLocks noGrp="1"/>
          </p:cNvSpPr>
          <p:nvPr>
            <p:ph type="subTitle" idx="4294967295"/>
          </p:nvPr>
        </p:nvSpPr>
        <p:spPr>
          <a:xfrm>
            <a:off x="245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80" name="Google Shape;880;g26caa9c3fc2_1_2"/>
          <p:cNvSpPr txBox="1"/>
          <p:nvPr/>
        </p:nvSpPr>
        <p:spPr>
          <a:xfrm>
            <a:off x="36749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ai</a:t>
            </a:r>
            <a:endParaRPr sz="14000" b="0" i="0" u="none" strike="noStrike" cap="none">
              <a:solidFill>
                <a:srgbClr val="00904C"/>
              </a:solidFill>
              <a:latin typeface="Jost"/>
              <a:ea typeface="Jost"/>
              <a:cs typeface="Jost"/>
              <a:sym typeface="Jost"/>
            </a:endParaRPr>
          </a:p>
        </p:txBody>
      </p:sp>
      <p:sp>
        <p:nvSpPr>
          <p:cNvPr id="881" name="Google Shape;881;g26caa9c3fc2_1_2"/>
          <p:cNvSpPr/>
          <p:nvPr/>
        </p:nvSpPr>
        <p:spPr>
          <a:xfrm>
            <a:off x="38131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8" name="Google Shape;88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9" name="Google Shape;88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6" name="Google Shape;89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7" name="Google Shape;89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8" name="Google Shape;89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5" name="Google Shape;90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6" name="Google Shape;90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7" name="Google Shape;90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4" name="Google Shape;91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5" name="Google Shape;91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6" name="Google Shape;91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3" name="Google Shape;92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4" name="Google Shape;92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5" name="Google Shape;92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6b641b03cd_0_301"/>
          <p:cNvSpPr txBox="1">
            <a:spLocks noGrp="1"/>
          </p:cNvSpPr>
          <p:nvPr>
            <p:ph type="title"/>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32" name="Google Shape;93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33" name="Google Shape;933;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34" name="Google Shape;93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41" name="Google Shape;941;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42" name="Google Shape;94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43" name="Google Shape;943;g26b641b03cd_0_308"/>
          <p:cNvSpPr txBox="1">
            <a:spLocks noGrp="1"/>
          </p:cNvSpPr>
          <p:nvPr>
            <p:ph type="title"/>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0" name="Google Shape;95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1" name="Google Shape;951;g1f3daf8a844_0_64"/>
          <p:cNvGrpSpPr/>
          <p:nvPr/>
        </p:nvGrpSpPr>
        <p:grpSpPr>
          <a:xfrm>
            <a:off x="3024000" y="209875"/>
            <a:ext cx="3096000" cy="454800"/>
            <a:chOff x="3024000" y="209875"/>
            <a:chExt cx="3096000" cy="454800"/>
          </a:xfrm>
        </p:grpSpPr>
        <p:sp>
          <p:nvSpPr>
            <p:cNvPr id="952" name="Google Shape;95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4" name="Google Shape;95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5" name="Google Shape;95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6" name="Google Shape;95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7" name="Google Shape;95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8" name="Google Shape;95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9" name="Google Shape;95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0" name="Google Shape;96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61" name="Google Shape;96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63" name="Google Shape;96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64" name="Google Shape;96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65" name="Google Shape;965;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66" name="Google Shape;966;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67" name="Google Shape;967;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968" name="Google Shape;968;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69" name="Google Shape;969;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904C"/>
                </a:solidFill>
                <a:latin typeface="Poppins"/>
                <a:ea typeface="Poppins"/>
                <a:cs typeface="Poppins"/>
                <a:sym typeface="Poppins"/>
              </a:rPr>
              <a:t>ai</a:t>
            </a:r>
            <a:endParaRPr sz="5000" b="0" i="0" u="none" strike="noStrike" cap="none">
              <a:solidFill>
                <a:srgbClr val="00904C"/>
              </a:solidFill>
              <a:latin typeface="Jost"/>
              <a:ea typeface="Jost"/>
              <a:cs typeface="Jost"/>
              <a:sym typeface="Jost"/>
            </a:endParaRPr>
          </a:p>
        </p:txBody>
      </p:sp>
      <p:cxnSp>
        <p:nvCxnSpPr>
          <p:cNvPr id="970" name="Google Shape;97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6caa9c3fc2_1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7" name="Google Shape;977;g26caa9c3fc2_1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78" name="Google Shape;978;g26caa9c3fc2_1_32"/>
          <p:cNvGrpSpPr/>
          <p:nvPr/>
        </p:nvGrpSpPr>
        <p:grpSpPr>
          <a:xfrm>
            <a:off x="3024000" y="209875"/>
            <a:ext cx="3096000" cy="454800"/>
            <a:chOff x="3024000" y="209875"/>
            <a:chExt cx="3096000" cy="454800"/>
          </a:xfrm>
        </p:grpSpPr>
        <p:sp>
          <p:nvSpPr>
            <p:cNvPr id="979" name="Google Shape;979;g26caa9c3fc2_1_3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6caa9c3fc2_1_3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1" name="Google Shape;981;g26caa9c3fc2_1_3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2" name="Google Shape;982;g26caa9c3fc2_1_3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3" name="Google Shape;983;g26caa9c3fc2_1_3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4" name="Google Shape;984;g26caa9c3fc2_1_3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5" name="Google Shape;985;g26caa9c3fc2_1_3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6" name="Google Shape;986;g26caa9c3fc2_1_3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7" name="Google Shape;987;g26caa9c3fc2_1_3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il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il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im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il 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it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it</a:t>
            </a:r>
            <a:endParaRPr sz="1800" b="0" i="0" u="none" strike="noStrike" cap="none">
              <a:solidFill>
                <a:srgbClr val="B7B7B7"/>
              </a:solidFill>
              <a:latin typeface="Jost"/>
              <a:ea typeface="Jost"/>
              <a:cs typeface="Jost"/>
              <a:sym typeface="Jost"/>
            </a:endParaRPr>
          </a:p>
        </p:txBody>
      </p:sp>
      <p:sp>
        <p:nvSpPr>
          <p:cNvPr id="988" name="Google Shape;988;g26caa9c3fc2_1_3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9" name="Google Shape;989;g26caa9c3fc2_1_3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90" name="Google Shape;990;g26caa9c3fc2_1_3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1" name="Google Shape;991;g26caa9c3fc2_1_3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2" name="Google Shape;992;g26caa9c3fc2_1_3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993" name="Google Shape;993;g26caa9c3fc2_1_3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4" name="Google Shape;994;g26caa9c3fc2_1_3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95" name="Google Shape;995;g26caa9c3fc2_1_32"/>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6" name="Google Shape;996;g26caa9c3fc2_1_32"/>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7" name="Google Shape;997;g26caa9c3fc2_1_3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998" name="Google Shape;998;g26caa9c3fc2_1_32"/>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99" name="Google Shape;999;g26caa9c3fc2_1_32"/>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904C"/>
                </a:solidFill>
                <a:latin typeface="Poppins"/>
                <a:ea typeface="Poppins"/>
                <a:cs typeface="Poppins"/>
                <a:sym typeface="Poppins"/>
              </a:rPr>
              <a:t>ai</a:t>
            </a:r>
            <a:endParaRPr sz="5000" b="0" i="0" u="none" strike="noStrike" cap="none">
              <a:solidFill>
                <a:srgbClr val="00904C"/>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Match objects/pictures that have an </a:t>
            </a:r>
            <a:r>
              <a:rPr lang="en-US">
                <a:solidFill>
                  <a:srgbClr val="8DC63F"/>
                </a:solidFill>
              </a:rPr>
              <a:t>/ai/</a:t>
            </a:r>
            <a:r>
              <a:rPr lang="en-US"/>
              <a:t> sound in them. </a:t>
            </a:r>
            <a:endParaRPr/>
          </a:p>
        </p:txBody>
      </p:sp>
      <p:sp>
        <p:nvSpPr>
          <p:cNvPr id="1006" name="Google Shape;1006;g2c186218c5a_0_118"/>
          <p:cNvSpPr/>
          <p:nvPr/>
        </p:nvSpPr>
        <p:spPr>
          <a:xfrm>
            <a:off x="1130686" y="3600775"/>
            <a:ext cx="902400" cy="902400"/>
          </a:xfrm>
          <a:prstGeom prst="roundRect">
            <a:avLst>
              <a:gd name="adj" fmla="val 16667"/>
            </a:avLst>
          </a:prstGeom>
          <a:solidFill>
            <a:srgbClr val="39B54A"/>
          </a:solidFill>
          <a:ln w="19050" cap="flat" cmpd="sng">
            <a:solidFill>
              <a:srgbClr val="00904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c186218c5a_0_118"/>
          <p:cNvSpPr txBox="1"/>
          <p:nvPr/>
        </p:nvSpPr>
        <p:spPr>
          <a:xfrm>
            <a:off x="1130687"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300" b="0" i="0" u="none" strike="noStrike" cap="none">
                <a:solidFill>
                  <a:schemeClr val="dk1"/>
                </a:solidFill>
                <a:latin typeface="Poppins Medium"/>
                <a:ea typeface="Poppins Medium"/>
                <a:cs typeface="Poppins Medium"/>
                <a:sym typeface="Poppins Medium"/>
              </a:rPr>
              <a:t>a</a:t>
            </a:r>
            <a:r>
              <a:rPr lang="en-US" sz="5000" b="0" i="0" u="none" strike="noStrike" cap="none">
                <a:solidFill>
                  <a:schemeClr val="dk1"/>
                </a:solidFill>
                <a:latin typeface="Jost"/>
                <a:ea typeface="Jost"/>
                <a:cs typeface="Jost"/>
                <a:sym typeface="Jost"/>
              </a:rPr>
              <a:t>i</a:t>
            </a:r>
            <a:endParaRPr sz="5000" b="0" i="0" u="none" strike="noStrike" cap="none">
              <a:solidFill>
                <a:srgbClr val="000000"/>
              </a:solidFill>
              <a:latin typeface="Jost"/>
              <a:ea typeface="Jost"/>
              <a:cs typeface="Jost"/>
              <a:sym typeface="Jost"/>
            </a:endParaRPr>
          </a:p>
        </p:txBody>
      </p:sp>
      <p:sp>
        <p:nvSpPr>
          <p:cNvPr id="1008" name="Google Shape;1008;g2c186218c5a_0_118"/>
          <p:cNvSpPr/>
          <p:nvPr/>
        </p:nvSpPr>
        <p:spPr>
          <a:xfrm>
            <a:off x="2536164" y="3600775"/>
            <a:ext cx="902400" cy="902400"/>
          </a:xfrm>
          <a:prstGeom prst="roundRect">
            <a:avLst>
              <a:gd name="adj" fmla="val 16667"/>
            </a:avLst>
          </a:prstGeom>
          <a:solidFill>
            <a:srgbClr val="ED1C24"/>
          </a:solid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c186218c5a_0_118"/>
          <p:cNvSpPr txBox="1"/>
          <p:nvPr/>
        </p:nvSpPr>
        <p:spPr>
          <a:xfrm>
            <a:off x="2536164" y="3634344"/>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300" b="0" i="0" u="none" strike="noStrike" cap="none">
                <a:solidFill>
                  <a:srgbClr val="000000"/>
                </a:solidFill>
                <a:latin typeface="Poppins Medium"/>
                <a:ea typeface="Poppins Medium"/>
                <a:cs typeface="Poppins Medium"/>
                <a:sym typeface="Poppins Medium"/>
              </a:rPr>
              <a:t>a</a:t>
            </a:r>
            <a:endParaRPr sz="5000" b="0" i="0" u="none" strike="noStrike" cap="none">
              <a:solidFill>
                <a:srgbClr val="000000"/>
              </a:solidFill>
              <a:latin typeface="Jost"/>
              <a:ea typeface="Jost"/>
              <a:cs typeface="Jost"/>
              <a:sym typeface="Jost"/>
            </a:endParaRPr>
          </a:p>
        </p:txBody>
      </p:sp>
      <p:sp>
        <p:nvSpPr>
          <p:cNvPr id="1010" name="Google Shape;1010;g2c186218c5a_0_118"/>
          <p:cNvSpPr txBox="1"/>
          <p:nvPr/>
        </p:nvSpPr>
        <p:spPr>
          <a:xfrm>
            <a:off x="2066375" y="3827425"/>
            <a:ext cx="4365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or</a:t>
            </a:r>
            <a:endParaRPr sz="2000" b="0" i="0" u="none" strike="noStrike" cap="none">
              <a:solidFill>
                <a:srgbClr val="000000"/>
              </a:solidFill>
              <a:latin typeface="Jost"/>
              <a:ea typeface="Jost"/>
              <a:cs typeface="Jost"/>
              <a:sym typeface="Jost"/>
            </a:endParaRPr>
          </a:p>
        </p:txBody>
      </p:sp>
      <p:pic>
        <p:nvPicPr>
          <p:cNvPr id="1011" name="Google Shape;1011;g2c186218c5a_0_118"/>
          <p:cNvPicPr preferRelativeResize="0"/>
          <p:nvPr/>
        </p:nvPicPr>
        <p:blipFill rotWithShape="1">
          <a:blip r:embed="rId3">
            <a:alphaModFix/>
          </a:blip>
          <a:srcRect/>
          <a:stretch/>
        </p:blipFill>
        <p:spPr>
          <a:xfrm rot="-1674120">
            <a:off x="1290212" y="2796125"/>
            <a:ext cx="625325" cy="554525"/>
          </a:xfrm>
          <a:prstGeom prst="rect">
            <a:avLst/>
          </a:prstGeom>
          <a:noFill/>
          <a:ln>
            <a:noFill/>
          </a:ln>
        </p:spPr>
      </p:pic>
      <p:pic>
        <p:nvPicPr>
          <p:cNvPr id="1012" name="Google Shape;1012;g2c186218c5a_0_118"/>
          <p:cNvPicPr preferRelativeResize="0"/>
          <p:nvPr/>
        </p:nvPicPr>
        <p:blipFill rotWithShape="1">
          <a:blip r:embed="rId4">
            <a:alphaModFix/>
          </a:blip>
          <a:srcRect/>
          <a:stretch/>
        </p:blipFill>
        <p:spPr>
          <a:xfrm rot="488741">
            <a:off x="1869206" y="1940606"/>
            <a:ext cx="1175488" cy="1412236"/>
          </a:xfrm>
          <a:prstGeom prst="rect">
            <a:avLst/>
          </a:prstGeom>
          <a:noFill/>
          <a:ln>
            <a:noFill/>
          </a:ln>
          <a:effectLst>
            <a:outerShdw blurRad="57150" dist="9525" dir="2400000" algn="bl" rotWithShape="0">
              <a:srgbClr val="000000">
                <a:alpha val="9803"/>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Words>
  <Application>Microsoft Office PowerPoint</Application>
  <PresentationFormat>On-screen Show (4:3)</PresentationFormat>
  <Paragraphs>161</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Poppins SemiBold</vt:lpstr>
      <vt:lpstr>Mulish</vt:lpstr>
      <vt:lpstr>Calibri</vt:lpstr>
      <vt:lpstr>Jost</vt:lpstr>
      <vt:lpstr>Poppins</vt:lpstr>
      <vt:lpstr>Nunito Black</vt:lpstr>
      <vt:lpstr>Poppins Medium</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2026-04-29T03:28:17Z</dcterms:modified>
</cp:coreProperties>
</file>