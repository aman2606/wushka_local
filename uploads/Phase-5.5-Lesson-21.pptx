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zux2z3jpKVJ7G66/DmkwgufQZ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A44FC2B-9A14-4187-8175-1FFF343DBDBE}">
  <a:tblStyle styleId="{EA44FC2B-9A14-4187-8175-1FFF343DBDB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d9e67df70b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d9e67df70b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d9e67df70b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d9e67df70b_0_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d9e67df70b_0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d9e67df70b_0_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231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5 -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21</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6.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6.png"/><Relationship Id="rId18" Type="http://schemas.openxmlformats.org/officeDocument/2006/relationships/image" Target="../media/image45.png"/><Relationship Id="rId26" Type="http://schemas.openxmlformats.org/officeDocument/2006/relationships/image" Target="../media/image53.png"/><Relationship Id="rId3" Type="http://schemas.openxmlformats.org/officeDocument/2006/relationships/image" Target="../media/image32.png"/><Relationship Id="rId21" Type="http://schemas.openxmlformats.org/officeDocument/2006/relationships/image" Target="../media/image48.png"/><Relationship Id="rId7" Type="http://schemas.openxmlformats.org/officeDocument/2006/relationships/image" Target="../media/image36.png"/><Relationship Id="rId12" Type="http://schemas.openxmlformats.org/officeDocument/2006/relationships/image" Target="../media/image5.pn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notesSlide" Target="../notesSlides/notesSlide4.xml"/><Relationship Id="rId16" Type="http://schemas.openxmlformats.org/officeDocument/2006/relationships/image" Target="../media/image43.png"/><Relationship Id="rId20" Type="http://schemas.openxmlformats.org/officeDocument/2006/relationships/image" Target="../media/image47.png"/><Relationship Id="rId29"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1.png"/><Relationship Id="rId5" Type="http://schemas.openxmlformats.org/officeDocument/2006/relationships/image" Target="../media/image34.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55.png"/><Relationship Id="rId10" Type="http://schemas.openxmlformats.org/officeDocument/2006/relationships/image" Target="../media/image39.png"/><Relationship Id="rId19" Type="http://schemas.openxmlformats.org/officeDocument/2006/relationships/image" Target="../media/image46.png"/><Relationship Id="rId31" Type="http://schemas.openxmlformats.org/officeDocument/2006/relationships/image" Target="../media/image5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57.png"/></Relationships>
</file>

<file path=ppt/slides/_rels/slide5.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9" Type="http://schemas.openxmlformats.org/officeDocument/2006/relationships/image" Target="../media/image95.png"/><Relationship Id="rId21" Type="http://schemas.openxmlformats.org/officeDocument/2006/relationships/image" Target="../media/image77.png"/><Relationship Id="rId34" Type="http://schemas.openxmlformats.org/officeDocument/2006/relationships/image" Target="../media/image90.png"/><Relationship Id="rId42" Type="http://schemas.openxmlformats.org/officeDocument/2006/relationships/image" Target="../media/image98.png"/><Relationship Id="rId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80.png"/><Relationship Id="rId32" Type="http://schemas.openxmlformats.org/officeDocument/2006/relationships/image" Target="../media/image88.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36" Type="http://schemas.openxmlformats.org/officeDocument/2006/relationships/image" Target="../media/image92.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4.png"/><Relationship Id="rId3" Type="http://schemas.openxmlformats.org/officeDocument/2006/relationships/image" Target="../media/image59.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33" Type="http://schemas.openxmlformats.org/officeDocument/2006/relationships/image" Target="../media/image89.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7.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3" Type="http://schemas.openxmlformats.org/officeDocument/2006/relationships/image" Target="../media/image109.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7.xml"/><Relationship Id="rId16" Type="http://schemas.openxmlformats.org/officeDocument/2006/relationships/image" Target="../media/image122.png"/><Relationship Id="rId1" Type="http://schemas.openxmlformats.org/officeDocument/2006/relationships/slideLayout" Target="../slideLayouts/slideLayout3.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5" Type="http://schemas.openxmlformats.org/officeDocument/2006/relationships/image" Target="../media/image12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20.png"/></Relationships>
</file>

<file path=ppt/slides/_rels/slide8.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26" Type="http://schemas.openxmlformats.org/officeDocument/2006/relationships/image" Target="../media/image146.png"/><Relationship Id="rId3" Type="http://schemas.openxmlformats.org/officeDocument/2006/relationships/image" Target="../media/image123.png"/><Relationship Id="rId21" Type="http://schemas.openxmlformats.org/officeDocument/2006/relationships/image" Target="../media/image141.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5" Type="http://schemas.openxmlformats.org/officeDocument/2006/relationships/image" Target="../media/image145.png"/><Relationship Id="rId2" Type="http://schemas.openxmlformats.org/officeDocument/2006/relationships/notesSlide" Target="../notesSlides/notesSlide8.xml"/><Relationship Id="rId16" Type="http://schemas.openxmlformats.org/officeDocument/2006/relationships/image" Target="../media/image136.png"/><Relationship Id="rId20" Type="http://schemas.openxmlformats.org/officeDocument/2006/relationships/image" Target="../media/image140.png"/><Relationship Id="rId29" Type="http://schemas.openxmlformats.org/officeDocument/2006/relationships/image" Target="../media/image149.png"/><Relationship Id="rId1" Type="http://schemas.openxmlformats.org/officeDocument/2006/relationships/slideLayout" Target="../slideLayouts/slideLayout3.xml"/><Relationship Id="rId6" Type="http://schemas.openxmlformats.org/officeDocument/2006/relationships/image" Target="../media/image126.png"/><Relationship Id="rId11" Type="http://schemas.openxmlformats.org/officeDocument/2006/relationships/image" Target="../media/image131.png"/><Relationship Id="rId24" Type="http://schemas.openxmlformats.org/officeDocument/2006/relationships/image" Target="../media/image144.png"/><Relationship Id="rId5" Type="http://schemas.openxmlformats.org/officeDocument/2006/relationships/image" Target="../media/image125.png"/><Relationship Id="rId15" Type="http://schemas.openxmlformats.org/officeDocument/2006/relationships/image" Target="../media/image135.png"/><Relationship Id="rId23" Type="http://schemas.openxmlformats.org/officeDocument/2006/relationships/image" Target="../media/image143.png"/><Relationship Id="rId28" Type="http://schemas.openxmlformats.org/officeDocument/2006/relationships/image" Target="../media/image148.png"/><Relationship Id="rId10" Type="http://schemas.openxmlformats.org/officeDocument/2006/relationships/image" Target="../media/image130.png"/><Relationship Id="rId19" Type="http://schemas.openxmlformats.org/officeDocument/2006/relationships/image" Target="../media/image139.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 Id="rId22" Type="http://schemas.openxmlformats.org/officeDocument/2006/relationships/image" Target="../media/image142.png"/><Relationship Id="rId27" Type="http://schemas.openxmlformats.org/officeDocument/2006/relationships/image" Target="../media/image147.png"/><Relationship Id="rId30" Type="http://schemas.openxmlformats.org/officeDocument/2006/relationships/image" Target="../media/image150.png"/></Relationships>
</file>

<file path=ppt/slides/_rels/slide9.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1.png"/><Relationship Id="rId3" Type="http://schemas.openxmlformats.org/officeDocument/2006/relationships/image" Target="../media/image151.png"/><Relationship Id="rId7" Type="http://schemas.openxmlformats.org/officeDocument/2006/relationships/image" Target="../media/image155.png"/><Relationship Id="rId12" Type="http://schemas.openxmlformats.org/officeDocument/2006/relationships/image" Target="../media/image16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5" Type="http://schemas.openxmlformats.org/officeDocument/2006/relationships/image" Target="../media/image16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2.png"/></Relationships>
</file>

<file path=ppt/slides/_rels/slide10.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3" Type="http://schemas.openxmlformats.org/officeDocument/2006/relationships/image" Target="../media/image164.png"/><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notesSlide" Target="../notesSlides/notesSlide10.xml"/><Relationship Id="rId16" Type="http://schemas.openxmlformats.org/officeDocument/2006/relationships/image" Target="../media/image177.png"/><Relationship Id="rId1" Type="http://schemas.openxmlformats.org/officeDocument/2006/relationships/slideLayout" Target="../slideLayouts/slideLayout3.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5" Type="http://schemas.openxmlformats.org/officeDocument/2006/relationships/image" Target="../media/image176.png"/><Relationship Id="rId10" Type="http://schemas.openxmlformats.org/officeDocument/2006/relationships/image" Target="../media/image171.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5.png"/></Relationships>
</file>

<file path=ppt/slides/_rels/slide11.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3" Type="http://schemas.openxmlformats.org/officeDocument/2006/relationships/image" Target="../media/image178.png"/><Relationship Id="rId7" Type="http://schemas.openxmlformats.org/officeDocument/2006/relationships/image" Target="../media/image182.png"/><Relationship Id="rId12" Type="http://schemas.openxmlformats.org/officeDocument/2006/relationships/image" Target="../media/image18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0" Type="http://schemas.openxmlformats.org/officeDocument/2006/relationships/image" Target="../media/image185.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100" y="2716650"/>
            <a:ext cx="39600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/oo/; short vs long</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21</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{EA44FC2B-9A14-4187-8175-1FFF343DBDBE}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FFFFFF"/>
                          </a:solidFill>
                          <a:latin typeface="Jost"/>
                          <a:ea typeface="Jost"/>
                          <a:cs typeface="Jost"/>
                          <a:sym typeface="Jost"/>
                        </a:rPr>
                        <a:t>/oo/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0"/>
              </a:spcBef>
              <a:spcAft>
                <a:spcPts val="0"/>
              </a:spcAft>
              <a:buSzPts val="1600"/>
              <a:buChar char="•"/>
            </a:pPr>
            <a:r>
              <a:rPr lang="en-US"/>
              <a:t>Compare alternative phonemes </a:t>
            </a:r>
            <a:r>
              <a:rPr lang="en-US">
                <a:solidFill>
                  <a:srgbClr val="8DC63F"/>
                </a:solidFill>
              </a:rPr>
              <a:t>/oo/</a:t>
            </a:r>
            <a:r>
              <a:rPr lang="en-US"/>
              <a:t> (short) and </a:t>
            </a:r>
            <a:r>
              <a:rPr lang="en-US">
                <a:solidFill>
                  <a:srgbClr val="8DC63F"/>
                </a:solidFill>
              </a:rPr>
              <a:t>/oo/</a:t>
            </a:r>
            <a:r>
              <a:rPr lang="en-US"/>
              <a:t> (long) for grapheme '</a:t>
            </a:r>
            <a:r>
              <a:rPr lang="en-US">
                <a:solidFill>
                  <a:srgbClr val="8DC63F"/>
                </a:solidFill>
              </a:rPr>
              <a:t>oo</a:t>
            </a:r>
            <a:r>
              <a:rPr lang="en-US"/>
              <a:t>'.</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69" r="6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890901"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3335461" y="379745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2117749" y="377747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0400" y="2053250"/>
            <a:ext cx="723070" cy="1023475"/>
          </a:xfrm>
          <a:prstGeom prst="rect">
            <a:avLst/>
          </a:prstGeom>
          <a:noFill/>
          <a:ln>
            <a:noFill/>
          </a:ln>
          <a:effectLst>
            <a:outerShdw blurRad="71438" dist="28575" dir="5400000" algn="bl" rotWithShape="0">
              <a:srgbClr val="000000">
                <a:alpha val="15294"/>
              </a:srgbClr>
            </a:outerShdw>
          </a:effectLst>
        </p:spPr>
      </p:pic>
      <p:pic>
        <p:nvPicPr>
          <p:cNvPr id="796" name="Google Shape;796;g2cdbdd49f8e_0_0"/>
          <p:cNvPicPr preferRelativeResize="0"/>
          <p:nvPr/>
        </p:nvPicPr>
        <p:blipFill rotWithShape="1">
          <a:blip r:embed="rId4">
            <a:alphaModFix/>
          </a:blip>
          <a:srcRect l="79" r="79"/>
          <a:stretch/>
        </p:blipFill>
        <p:spPr>
          <a:xfrm>
            <a:off x="3364463" y="2053250"/>
            <a:ext cx="723070" cy="1023475"/>
          </a:xfrm>
          <a:prstGeom prst="rect">
            <a:avLst/>
          </a:prstGeom>
          <a:noFill/>
          <a:ln>
            <a:noFill/>
          </a:ln>
          <a:effectLst>
            <a:outerShdw blurRad="71438" dist="28575" dir="5400000" algn="bl" rotWithShape="0">
              <a:srgbClr val="000000">
                <a:alpha val="15294"/>
              </a:srgbClr>
            </a:outerShdw>
          </a:effectLst>
        </p:spPr>
      </p:pic>
      <p:pic>
        <p:nvPicPr>
          <p:cNvPr id="797" name="Google Shape;797;g2cdbdd49f8e_0_0"/>
          <p:cNvPicPr preferRelativeResize="0"/>
          <p:nvPr/>
        </p:nvPicPr>
        <p:blipFill rotWithShape="1">
          <a:blip r:embed="rId5">
            <a:alphaModFix/>
          </a:blip>
          <a:srcRect l="19" r="29"/>
          <a:stretch/>
        </p:blipFill>
        <p:spPr>
          <a:xfrm>
            <a:off x="1741753" y="2053250"/>
            <a:ext cx="723070" cy="1023475"/>
          </a:xfrm>
          <a:prstGeom prst="rect">
            <a:avLst/>
          </a:prstGeom>
          <a:noFill/>
          <a:ln>
            <a:noFill/>
          </a:ln>
          <a:effectLst>
            <a:outerShdw blurRad="71438" dist="28575" dir="5400000" algn="bl" rotWithShape="0">
              <a:srgbClr val="000000">
                <a:alpha val="15294"/>
              </a:srgbClr>
            </a:outerShdw>
          </a:effectLst>
        </p:spPr>
      </p:pic>
      <p:pic>
        <p:nvPicPr>
          <p:cNvPr id="798" name="Google Shape;798;g2cdbdd49f8e_0_0"/>
          <p:cNvPicPr preferRelativeResize="0"/>
          <p:nvPr/>
        </p:nvPicPr>
        <p:blipFill rotWithShape="1">
          <a:blip r:embed="rId6">
            <a:alphaModFix/>
          </a:blip>
          <a:srcRect l="19" r="29"/>
          <a:stretch/>
        </p:blipFill>
        <p:spPr>
          <a:xfrm>
            <a:off x="2553109" y="2053250"/>
            <a:ext cx="723070" cy="1023475"/>
          </a:xfrm>
          <a:prstGeom prst="rect">
            <a:avLst/>
          </a:prstGeom>
          <a:noFill/>
          <a:ln>
            <a:noFill/>
          </a:ln>
          <a:effectLst>
            <a:outerShdw blurRad="71438" dist="28575" dir="5400000" algn="bl" rotWithShape="0">
              <a:srgbClr val="000000">
                <a:alpha val="15294"/>
              </a:srgbClr>
            </a:outerShdw>
          </a:effectLst>
        </p:spPr>
      </p:pic>
      <p:pic>
        <p:nvPicPr>
          <p:cNvPr id="799" name="Google Shape;799;g2cdbdd49f8e_0_0"/>
          <p:cNvPicPr preferRelativeResize="0"/>
          <p:nvPr/>
        </p:nvPicPr>
        <p:blipFill rotWithShape="1">
          <a:blip r:embed="rId7">
            <a:alphaModFix/>
          </a:blip>
          <a:srcRect l="19" r="29"/>
          <a:stretch/>
        </p:blipFill>
        <p:spPr>
          <a:xfrm>
            <a:off x="4175816" y="2053250"/>
            <a:ext cx="723070" cy="1023475"/>
          </a:xfrm>
          <a:prstGeom prst="rect">
            <a:avLst/>
          </a:prstGeom>
          <a:noFill/>
          <a:ln>
            <a:noFill/>
          </a:ln>
          <a:effectLst>
            <a:outerShdw blurRad="71438" dist="28575" dir="5400000" algn="bl" rotWithShape="0">
              <a:srgbClr val="000000">
                <a:alpha val="15294"/>
              </a:srgbClr>
            </a:outerShdw>
          </a:effectLst>
        </p:spPr>
      </p:pic>
      <p:pic>
        <p:nvPicPr>
          <p:cNvPr id="800" name="Google Shape;800;g2cdbdd49f8e_0_0"/>
          <p:cNvPicPr preferRelativeResize="0"/>
          <p:nvPr/>
        </p:nvPicPr>
        <p:blipFill rotWithShape="1">
          <a:blip r:embed="rId8">
            <a:alphaModFix/>
          </a:blip>
          <a:srcRect l="79" r="79"/>
          <a:stretch/>
        </p:blipFill>
        <p:spPr>
          <a:xfrm>
            <a:off x="6609879" y="2053250"/>
            <a:ext cx="723070" cy="1023475"/>
          </a:xfrm>
          <a:prstGeom prst="rect">
            <a:avLst/>
          </a:prstGeom>
          <a:noFill/>
          <a:ln>
            <a:noFill/>
          </a:ln>
          <a:effectLst>
            <a:outerShdw blurRad="71438" dist="28575" dir="5400000" algn="bl" rotWithShape="0">
              <a:srgbClr val="000000">
                <a:alpha val="15294"/>
              </a:srgbClr>
            </a:outerShdw>
          </a:effectLst>
        </p:spPr>
      </p:pic>
      <p:pic>
        <p:nvPicPr>
          <p:cNvPr id="801" name="Google Shape;801;g2cdbdd49f8e_0_0"/>
          <p:cNvPicPr preferRelativeResize="0"/>
          <p:nvPr/>
        </p:nvPicPr>
        <p:blipFill rotWithShape="1">
          <a:blip r:embed="rId9">
            <a:alphaModFix/>
          </a:blip>
          <a:srcRect l="79" r="79"/>
          <a:stretch/>
        </p:blipFill>
        <p:spPr>
          <a:xfrm>
            <a:off x="4987172" y="2053250"/>
            <a:ext cx="723070" cy="1023475"/>
          </a:xfrm>
          <a:prstGeom prst="rect">
            <a:avLst/>
          </a:prstGeom>
          <a:noFill/>
          <a:ln>
            <a:noFill/>
          </a:ln>
          <a:effectLst>
            <a:outerShdw blurRad="71438" dist="28575" dir="5400000" algn="bl" rotWithShape="0">
              <a:srgbClr val="000000">
                <a:alpha val="15294"/>
              </a:srgbClr>
            </a:outerShdw>
          </a:effectLst>
        </p:spPr>
      </p:pic>
      <p:pic>
        <p:nvPicPr>
          <p:cNvPr id="802" name="Google Shape;802;g2cdbdd49f8e_0_0"/>
          <p:cNvPicPr preferRelativeResize="0"/>
          <p:nvPr/>
        </p:nvPicPr>
        <p:blipFill rotWithShape="1">
          <a:blip r:embed="rId10">
            <a:alphaModFix/>
          </a:blip>
          <a:srcRect l="79" r="79"/>
          <a:stretch/>
        </p:blipFill>
        <p:spPr>
          <a:xfrm>
            <a:off x="5798525" y="2053250"/>
            <a:ext cx="723070" cy="1023475"/>
          </a:xfrm>
          <a:prstGeom prst="rect">
            <a:avLst/>
          </a:prstGeom>
          <a:noFill/>
          <a:ln>
            <a:noFill/>
          </a:ln>
          <a:effectLst>
            <a:outerShdw blurRad="71438" dist="28575" dir="5400000" algn="bl" rotWithShape="0">
              <a:srgbClr val="000000">
                <a:alpha val="15294"/>
              </a:srgbClr>
            </a:outerShdw>
          </a:effectLst>
        </p:spPr>
      </p:pic>
      <p:pic>
        <p:nvPicPr>
          <p:cNvPr id="803" name="Google Shape;803;g2cdbdd49f8e_0_0"/>
          <p:cNvPicPr preferRelativeResize="0"/>
          <p:nvPr/>
        </p:nvPicPr>
        <p:blipFill rotWithShape="1">
          <a:blip r:embed="rId11">
            <a:alphaModFix/>
          </a:blip>
          <a:srcRect l="19" r="29"/>
          <a:stretch/>
        </p:blipFill>
        <p:spPr>
          <a:xfrm>
            <a:off x="7421230" y="2053250"/>
            <a:ext cx="723070" cy="1023475"/>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0" name="Google Shape;810;g26b7edf6e71_0_109"/>
          <p:cNvGrpSpPr/>
          <p:nvPr/>
        </p:nvGrpSpPr>
        <p:grpSpPr>
          <a:xfrm>
            <a:off x="865957" y="2135925"/>
            <a:ext cx="7282807" cy="2686611"/>
            <a:chOff x="867357" y="2129450"/>
            <a:chExt cx="7282807" cy="2686611"/>
          </a:xfrm>
        </p:grpSpPr>
        <p:pic>
          <p:nvPicPr>
            <p:cNvPr id="811" name="Google Shape;81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1" name="Google Shape;831;g2c298d33e0c_0_6"/>
          <p:cNvGrpSpPr/>
          <p:nvPr/>
        </p:nvGrpSpPr>
        <p:grpSpPr>
          <a:xfrm>
            <a:off x="866900" y="2133161"/>
            <a:ext cx="7281864" cy="2684601"/>
            <a:chOff x="868300" y="2129450"/>
            <a:chExt cx="7281864" cy="2684601"/>
          </a:xfrm>
        </p:grpSpPr>
        <p:pic>
          <p:nvPicPr>
            <p:cNvPr id="832" name="Google Shape;83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6" name="Google Shape;83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6" name="Google Shape;866;g2c298da1f27_0_455"/>
          <p:cNvGrpSpPr/>
          <p:nvPr/>
        </p:nvGrpSpPr>
        <p:grpSpPr>
          <a:xfrm>
            <a:off x="868300" y="2129450"/>
            <a:ext cx="7281864" cy="2684601"/>
            <a:chOff x="868300" y="2053250"/>
            <a:chExt cx="7281864" cy="2684601"/>
          </a:xfrm>
        </p:grpSpPr>
        <p:pic>
          <p:nvPicPr>
            <p:cNvPr id="867" name="Google Shape;86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6" name="Google Shape;886;g2c298da1f27_1_0"/>
          <p:cNvGrpSpPr/>
          <p:nvPr/>
        </p:nvGrpSpPr>
        <p:grpSpPr>
          <a:xfrm>
            <a:off x="868300" y="2129450"/>
            <a:ext cx="7281864" cy="2688001"/>
            <a:chOff x="868300" y="2129450"/>
            <a:chExt cx="7281864" cy="2688001"/>
          </a:xfrm>
        </p:grpSpPr>
        <p:pic>
          <p:nvPicPr>
            <p:cNvPr id="887" name="Google Shape;887;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dbdd193bb_0_343"/>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a:t>
            </a:r>
            <a:r>
              <a:rPr lang="en-US" sz="2200"/>
              <a:t>.</a:t>
            </a:r>
            <a:endParaRPr sz="2200"/>
          </a:p>
        </p:txBody>
      </p:sp>
      <p:pic>
        <p:nvPicPr>
          <p:cNvPr id="907" name="Google Shape;907;g2cdbdd193bb_0_343"/>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08" name="Google Shape;908;g2cdbdd193bb_0_343"/>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2cdbdd193bb_0_343"/>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0" name="Google Shape;910;g2cdbdd193bb_0_343"/>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1" name="Google Shape;911;g2cdbdd193bb_0_343"/>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5" name="Google Shape;92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26" name="Google Shape;926;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27" name="Google Shape;92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8" name="Google Shape;928;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w</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29" name="Google Shape;929;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30" name="Google Shape;930;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h</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931" name="Google Shape;931;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38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d9e67df70b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8" name="Google Shape;938;g2d9e67df70b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9" name="Google Shape;939;g2d9e67df70b_0_8"/>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40" name="Google Shape;940;g2d9e67df70b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1" name="Google Shape;941;g2d9e67df70b_0_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 t</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th</a:t>
            </a:r>
            <a:endParaRPr sz="5800" b="0" i="0" u="none" strike="noStrike" cap="none">
              <a:solidFill>
                <a:srgbClr val="2356AF"/>
              </a:solidFill>
              <a:latin typeface="Jost"/>
              <a:ea typeface="Jost"/>
              <a:cs typeface="Jost"/>
              <a:sym typeface="Jost"/>
            </a:endParaRPr>
          </a:p>
        </p:txBody>
      </p:sp>
      <p:sp>
        <p:nvSpPr>
          <p:cNvPr id="942" name="Google Shape;942;g2d9e67df70b_0_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l</a:t>
            </a:r>
            <a:endParaRPr sz="5800" b="0" i="0" u="none" strike="noStrike" cap="none">
              <a:solidFill>
                <a:srgbClr val="2356AF"/>
              </a:solidFill>
              <a:latin typeface="Jost"/>
              <a:ea typeface="Jost"/>
              <a:cs typeface="Jost"/>
              <a:sym typeface="Jost"/>
            </a:endParaRPr>
          </a:p>
        </p:txBody>
      </p:sp>
      <p:sp>
        <p:nvSpPr>
          <p:cNvPr id="943" name="Google Shape;943;g2d9e67df70b_0_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bl</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m</a:t>
            </a:r>
            <a:endParaRPr sz="5800" b="0" i="0" u="none" strike="noStrike" cap="none">
              <a:solidFill>
                <a:srgbClr val="2356AF"/>
              </a:solidFill>
              <a:latin typeface="Jost"/>
              <a:ea typeface="Jost"/>
              <a:cs typeface="Jost"/>
              <a:sym typeface="Jost"/>
            </a:endParaRPr>
          </a:p>
        </p:txBody>
      </p:sp>
      <p:sp>
        <p:nvSpPr>
          <p:cNvPr id="944" name="Google Shape;944;g2d9e67df70b_0_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39</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1" name="Google Shape;95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2" name="Google Shape;952;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3" name="Google Shape;95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0" name="Google Shape;96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1" name="Google Shape;961;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62" name="Google Shape;96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9" name="Google Shape;96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0" name="Google Shape;970;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1" name="Google Shape;97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8" name="Google Shape;97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9" name="Google Shape;97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0" name="Google Shape;98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7" name="Google Shape;987;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8" name="Google Shape;988;g2d1eea302f1_0_6"/>
          <p:cNvGrpSpPr/>
          <p:nvPr/>
        </p:nvGrpSpPr>
        <p:grpSpPr>
          <a:xfrm>
            <a:off x="3024000" y="209875"/>
            <a:ext cx="3096000" cy="454800"/>
            <a:chOff x="3024000" y="209875"/>
            <a:chExt cx="3096000" cy="454800"/>
          </a:xfrm>
        </p:grpSpPr>
        <p:sp>
          <p:nvSpPr>
            <p:cNvPr id="989" name="Google Shape;989;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1" name="Google Shape;991;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2" name="Google Shape;992;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3" name="Google Shape;993;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4" name="Google Shape;994;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5" name="Google Shape;995;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6" name="Google Shape;996;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97" name="Google Shape;997;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98" name="Google Shape;998;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99" name="Google Shape;999;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00" name="Google Shape;1000;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01" name="Google Shape;1001;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02" name="Google Shape;1002;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FFD403"/>
              </a:solidFill>
              <a:latin typeface="Jost"/>
              <a:ea typeface="Jost"/>
              <a:cs typeface="Jost"/>
              <a:sym typeface="Jost"/>
            </a:endParaRPr>
          </a:p>
        </p:txBody>
      </p:sp>
      <p:sp>
        <p:nvSpPr>
          <p:cNvPr id="1003" name="Google Shape;1003;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04" name="Google Shape;1004;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5" name="Google Shape;1005;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06" name="Google Shape;1006;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00904D"/>
              </a:solidFill>
              <a:latin typeface="Jost"/>
              <a:ea typeface="Jost"/>
              <a:cs typeface="Jost"/>
              <a:sym typeface="Jost"/>
            </a:endParaRPr>
          </a:p>
        </p:txBody>
      </p:sp>
      <p:sp>
        <p:nvSpPr>
          <p:cNvPr id="1007" name="Google Shape;1007;g2d1eea302f1_0_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8" name="Google Shape;1008;g2d1eea302f1_0_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09" name="Google Shape;1009;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10" name="Google Shape;1010;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cxnSp>
        <p:nvCxnSpPr>
          <p:cNvPr id="1011" name="Google Shape;1011;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d9e67df70b_0_2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8" name="Google Shape;1018;g2d9e67df70b_0_2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9" name="Google Shape;1019;g2d9e67df70b_0_27"/>
          <p:cNvGrpSpPr/>
          <p:nvPr/>
        </p:nvGrpSpPr>
        <p:grpSpPr>
          <a:xfrm>
            <a:off x="3024000" y="209875"/>
            <a:ext cx="3096000" cy="454800"/>
            <a:chOff x="3024000" y="209875"/>
            <a:chExt cx="3096000" cy="454800"/>
          </a:xfrm>
        </p:grpSpPr>
        <p:sp>
          <p:nvSpPr>
            <p:cNvPr id="1020" name="Google Shape;1020;g2d9e67df70b_0_2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d9e67df70b_0_2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2" name="Google Shape;1022;g2d9e67df70b_0_2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3" name="Google Shape;1023;g2d9e67df70b_0_27"/>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4" name="Google Shape;1024;g2d9e67df70b_0_27"/>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5" name="Google Shape;1025;g2d9e67df70b_0_27"/>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6" name="Google Shape;1026;g2d9e67df70b_0_27"/>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7" name="Google Shape;1027;g2d9e67df70b_0_27"/>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8" name="Google Shape;1028;g2d9e67df70b_0_27"/>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29" name="Google Shape;1029;g2d9e67df70b_0_27"/>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30" name="Google Shape;1030;g2d9e67df70b_0_27"/>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31" name="Google Shape;1031;g2d9e67df70b_0_27"/>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032" name="Google Shape;1032;g2d9e67df70b_0_27"/>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3" name="Google Shape;1033;g2d9e67df70b_0_27"/>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34" name="Google Shape;1034;g2d9e67df70b_0_27"/>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35" name="Google Shape;1035;g2d9e67df70b_0_27"/>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FFD403"/>
              </a:solidFill>
              <a:latin typeface="Jost"/>
              <a:ea typeface="Jost"/>
              <a:cs typeface="Jost"/>
              <a:sym typeface="Jost"/>
            </a:endParaRPr>
          </a:p>
        </p:txBody>
      </p:sp>
      <p:sp>
        <p:nvSpPr>
          <p:cNvPr id="1036" name="Google Shape;1036;g2d9e67df70b_0_27"/>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37" name="Google Shape;1037;g2d9e67df70b_0_27"/>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8" name="Google Shape;1038;g2d9e67df70b_0_27"/>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39" name="Google Shape;1039;g2d9e67df70b_0_27"/>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00904D"/>
              </a:solidFill>
              <a:latin typeface="Jost"/>
              <a:ea typeface="Jost"/>
              <a:cs typeface="Jost"/>
              <a:sym typeface="Jost"/>
            </a:endParaRPr>
          </a:p>
        </p:txBody>
      </p:sp>
      <p:sp>
        <p:nvSpPr>
          <p:cNvPr id="1040" name="Google Shape;1040;g2d9e67df70b_0_27"/>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41" name="Google Shape;1041;g2d9e67df70b_0_27"/>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42" name="Google Shape;1042;g2d9e67df70b_0_27"/>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food mood moon broom shoot soon book cook foot look wool</a:t>
            </a:r>
            <a:endParaRPr sz="1800" b="0" i="0" u="none" strike="noStrike" cap="none">
              <a:solidFill>
                <a:srgbClr val="B7B7B7"/>
              </a:solidFill>
              <a:latin typeface="Jost"/>
              <a:ea typeface="Jost"/>
              <a:cs typeface="Jost"/>
              <a:sym typeface="Jost"/>
            </a:endParaRPr>
          </a:p>
        </p:txBody>
      </p:sp>
      <p:sp>
        <p:nvSpPr>
          <p:cNvPr id="1043" name="Google Shape;1043;g2d9e67df70b_0_2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44" name="Google Shape;1044;g2d9e67df70b_0_27"/>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411</Words>
  <Application>Microsoft Office PowerPoint</Application>
  <PresentationFormat>On-screen Show (4:3)</PresentationFormat>
  <Paragraphs>125</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Nunito Black</vt:lpstr>
      <vt:lpstr>Poppins SemiBold</vt:lpstr>
      <vt:lpstr>Poppins Medium</vt:lpstr>
      <vt:lpstr>Calibri</vt:lpstr>
      <vt:lpstr>Arial</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2026-05-25T04:42:55Z</dcterms:modified>
</cp:coreProperties>
</file>