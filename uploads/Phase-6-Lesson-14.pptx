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IkyrwIoew5H0yul1qUKeerZ1G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E72214-6498-45F0-98B8-E318606C2B34}">
  <a:tblStyle styleId="{11E72214-6498-45F0-98B8-E318606C2B3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e4b19adaea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e4b19adaea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e4b19adaea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e4b19adaea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e4b19adaea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e4b19adaea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ee8965e375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ee8965e375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ee8965e375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74b87bd8fa_0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74b87bd8fa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74b87bd8fa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ee8965e375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ee8965e375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ee8965e375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74b87bd8fa_0_1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74b87bd8fa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74b87bd8fa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8" name="Google Shape;113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9" name="Google Shape;113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2e4b19adaea_0_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4" name="Google Shape;1164;g2e4b19adaea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5" name="Google Shape;1165;g2e4b19adaea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935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19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14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Past Tense</a:t>
            </a:r>
            <a:r>
              <a:rPr lang="en-US" sz="1600" b="0" i="0" u="none" strike="noStrike" cap="none">
                <a:solidFill>
                  <a:srgbClr val="000000"/>
                </a:solidFill>
                <a:latin typeface="Poppins"/>
                <a:ea typeface="Poppins"/>
                <a:cs typeface="Poppins"/>
                <a:sym typeface="Poppins"/>
              </a:rPr>
              <a:t> – shows that an action has already occurred in the past.</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-ed suffix (drop e)</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3 - Thursday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14</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-ed suffix </a:t>
            </a:r>
            <a:br>
              <a:rPr lang="en-US"/>
            </a:br>
            <a:r>
              <a:rPr lang="en-US"/>
              <a:t>(drop e)</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{11E72214-6498-45F0-98B8-E318606C2B34}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-ed</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14</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-ed</a:t>
            </a:r>
            <a:r>
              <a:rPr lang="en-US"/>
              <a:t>.</a:t>
            </a:r>
            <a:endParaRPr/>
          </a:p>
        </p:txBody>
      </p:sp>
      <p:sp>
        <p:nvSpPr>
          <p:cNvPr id="661" name="Google Shape;661;g2bee4f4af4b_0_204"/>
          <p:cNvSpPr txBox="1">
            <a:spLocks noGrp="1"/>
          </p:cNvSpPr>
          <p:nvPr>
            <p:ph type="body" idx="2"/>
          </p:nvPr>
        </p:nvSpPr>
        <p:spPr>
          <a:xfrm>
            <a:off x="3649025" y="1962925"/>
            <a:ext cx="5061600" cy="13929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300350" y="1398975"/>
            <a:ext cx="65433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a:t>
            </a:r>
            <a:r>
              <a:rPr lang="en-US" sz="2800" b="0" i="0" u="none" strike="noStrike" cap="none">
                <a:solidFill>
                  <a:srgbClr val="2356AF"/>
                </a:solidFill>
                <a:latin typeface="Poppins"/>
                <a:ea typeface="Poppins"/>
                <a:cs typeface="Poppins"/>
                <a:sym typeface="Poppins"/>
              </a:rPr>
              <a:t> -ed</a:t>
            </a:r>
            <a:r>
              <a:rPr lang="en-US" sz="2800" b="0" i="0" u="none" strike="noStrike" cap="none">
                <a:solidFill>
                  <a:schemeClr val="dk1"/>
                </a:solidFill>
                <a:latin typeface="Poppins"/>
                <a:ea typeface="Poppins"/>
                <a:cs typeface="Poppins"/>
                <a:sym typeface="Poppins"/>
              </a:rPr>
              <a:t> is added to the end of a verb, the verb changes to past tense form. </a:t>
            </a: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SemiBold"/>
                <a:ea typeface="Poppins SemiBold"/>
                <a:cs typeface="Poppins SemiBold"/>
                <a:sym typeface="Poppins SemiBold"/>
              </a:rPr>
              <a:t>Spelling Rule:</a:t>
            </a:r>
            <a:r>
              <a:rPr lang="en-US" sz="2800" b="0" i="0" u="none" strike="noStrike" cap="none">
                <a:solidFill>
                  <a:schemeClr val="dk1"/>
                </a:solidFill>
                <a:latin typeface="Poppins"/>
                <a:ea typeface="Poppins"/>
                <a:cs typeface="Poppins"/>
                <a:sym typeface="Poppins"/>
              </a:rPr>
              <a:t> When the root word ends in letter ‘</a:t>
            </a:r>
            <a:r>
              <a:rPr lang="en-US" sz="2800" b="0" i="0" u="none" strike="noStrike" cap="none">
                <a:solidFill>
                  <a:srgbClr val="8DC63F"/>
                </a:solidFill>
                <a:latin typeface="Poppins"/>
                <a:ea typeface="Poppins"/>
                <a:cs typeface="Poppins"/>
                <a:sym typeface="Poppins"/>
              </a:rPr>
              <a:t>e</a:t>
            </a:r>
            <a:r>
              <a:rPr lang="en-US" sz="2800" b="0" i="0" u="none" strike="noStrike" cap="none">
                <a:solidFill>
                  <a:schemeClr val="dk1"/>
                </a:solidFill>
                <a:latin typeface="Poppins"/>
                <a:ea typeface="Poppins"/>
                <a:cs typeface="Poppins"/>
                <a:sym typeface="Poppins"/>
              </a:rPr>
              <a:t>’,  '</a:t>
            </a:r>
            <a:r>
              <a:rPr lang="en-US" sz="2800" b="0" i="0" u="none" strike="noStrike" cap="none">
                <a:solidFill>
                  <a:srgbClr val="8DC63F"/>
                </a:solidFill>
                <a:latin typeface="Poppins"/>
                <a:ea typeface="Poppins"/>
                <a:cs typeface="Poppins"/>
                <a:sym typeface="Poppins"/>
              </a:rPr>
              <a:t>e</a:t>
            </a:r>
            <a:r>
              <a:rPr lang="en-US" sz="2800" b="0" i="0" u="none" strike="noStrike" cap="none">
                <a:solidFill>
                  <a:schemeClr val="dk1"/>
                </a:solidFill>
                <a:latin typeface="Poppins"/>
                <a:ea typeface="Poppins"/>
                <a:cs typeface="Poppins"/>
                <a:sym typeface="Poppins"/>
              </a:rPr>
              <a:t>' is removed and the suffix </a:t>
            </a:r>
            <a:r>
              <a:rPr lang="en-US" sz="2800" b="0" i="0" u="none" strike="noStrike" cap="none">
                <a:solidFill>
                  <a:srgbClr val="2356AF"/>
                </a:solidFill>
                <a:latin typeface="Poppins"/>
                <a:ea typeface="Poppins"/>
                <a:cs typeface="Poppins"/>
                <a:sym typeface="Poppins"/>
              </a:rPr>
              <a:t>-ed</a:t>
            </a:r>
            <a:r>
              <a:rPr lang="en-US" sz="2800" b="0" i="0" u="none" strike="noStrike" cap="none">
                <a:solidFill>
                  <a:schemeClr val="dk1"/>
                </a:solidFill>
                <a:latin typeface="Poppins"/>
                <a:ea typeface="Poppins"/>
                <a:cs typeface="Poppins"/>
                <a:sym typeface="Poppins"/>
              </a:rPr>
              <a:t> is added.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-ed</a:t>
            </a:r>
            <a:endParaRPr sz="2200" b="0" i="0" u="none" strike="noStrike" cap="none">
              <a:solidFill>
                <a:srgbClr val="2356AF"/>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like. </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lik</a:t>
            </a:r>
            <a:r>
              <a:rPr lang="en-US" sz="8000" b="0" i="0" u="none" strike="noStrike" cap="none">
                <a:solidFill>
                  <a:srgbClr val="2356AF"/>
                </a:solidFill>
                <a:latin typeface="Jost"/>
                <a:ea typeface="Jost"/>
                <a:cs typeface="Jost"/>
                <a:sym typeface="Jost"/>
              </a:rPr>
              <a:t>ed</a:t>
            </a:r>
            <a:r>
              <a:rPr lang="en-US" sz="8000" b="0" i="0" u="none" strike="noStrike" cap="none">
                <a:solidFill>
                  <a:schemeClr val="dk1"/>
                </a:solidFill>
                <a:latin typeface="Jost"/>
                <a:ea typeface="Jost"/>
                <a:cs typeface="Jost"/>
                <a:sym typeface="Jost"/>
              </a:rPr>
              <a:t>.</a:t>
            </a:r>
            <a:endParaRPr sz="8000" b="0" i="0" u="none" strike="noStrike" cap="none">
              <a:solidFill>
                <a:srgbClr val="2356AF"/>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e4b19adaea_0_6"/>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e4b19adaea_0_6"/>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-ed</a:t>
            </a:r>
            <a:endParaRPr sz="2200" b="0" i="0" u="none" strike="noStrike" cap="none">
              <a:solidFill>
                <a:schemeClr val="dk1"/>
              </a:solidFill>
              <a:latin typeface="Poppins"/>
              <a:ea typeface="Poppins"/>
              <a:cs typeface="Poppins"/>
              <a:sym typeface="Poppins"/>
            </a:endParaRPr>
          </a:p>
        </p:txBody>
      </p:sp>
      <p:sp>
        <p:nvSpPr>
          <p:cNvPr id="876" name="Google Shape;876;g2e4b19adaea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e4b19adaea_0_6"/>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e4b19adaea_0_6"/>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r</a:t>
            </a:r>
            <a:r>
              <a:rPr lang="en-US" sz="65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ce</a:t>
            </a:r>
            <a:r>
              <a:rPr lang="en-US" sz="8000" b="0" i="0" u="none" strike="noStrike" cap="none">
                <a:solidFill>
                  <a:schemeClr val="dk1"/>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sp>
        <p:nvSpPr>
          <p:cNvPr id="879" name="Google Shape;879;g2e4b19adaea_0_6"/>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r</a:t>
            </a:r>
            <a:r>
              <a:rPr lang="en-US" sz="65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c</a:t>
            </a:r>
            <a:r>
              <a:rPr lang="en-US" sz="8000" b="0" i="0" u="none" strike="noStrike" cap="none">
                <a:solidFill>
                  <a:srgbClr val="2356AF"/>
                </a:solidFill>
                <a:latin typeface="Jost"/>
                <a:ea typeface="Jost"/>
                <a:cs typeface="Jost"/>
                <a:sym typeface="Jost"/>
              </a:rPr>
              <a:t>ed</a:t>
            </a:r>
            <a:r>
              <a:rPr lang="en-US" sz="8000" b="0" i="0" u="none" strike="noStrike" cap="none">
                <a:solidFill>
                  <a:schemeClr val="dk1"/>
                </a:solidFill>
                <a:latin typeface="Jost"/>
                <a:ea typeface="Jost"/>
                <a:cs typeface="Jost"/>
                <a:sym typeface="Jost"/>
              </a:rPr>
              <a:t>.</a:t>
            </a:r>
            <a:endParaRPr sz="8000" b="0" i="0" u="none" strike="noStrike" cap="none">
              <a:solidFill>
                <a:srgbClr val="2356AF"/>
              </a:solidFill>
              <a:latin typeface="Jost"/>
              <a:ea typeface="Jost"/>
              <a:cs typeface="Jost"/>
              <a:sym typeface="Jost"/>
            </a:endParaRPr>
          </a:p>
        </p:txBody>
      </p:sp>
      <p:cxnSp>
        <p:nvCxnSpPr>
          <p:cNvPr id="880" name="Google Shape;880;g2e4b19adaea_0_6"/>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e4b19adaea_0_18"/>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e4b19adaea_0_18"/>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-ed</a:t>
            </a:r>
            <a:endParaRPr sz="2200" b="0" i="0" u="none" strike="noStrike" cap="none">
              <a:solidFill>
                <a:schemeClr val="dk1"/>
              </a:solidFill>
              <a:latin typeface="Poppins"/>
              <a:ea typeface="Poppins"/>
              <a:cs typeface="Poppins"/>
              <a:sym typeface="Poppins"/>
            </a:endParaRPr>
          </a:p>
        </p:txBody>
      </p:sp>
      <p:sp>
        <p:nvSpPr>
          <p:cNvPr id="888" name="Google Shape;888;g2e4b19adaea_0_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e4b19adaea_0_18"/>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e4b19adaea_0_18"/>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tr</a:t>
            </a:r>
            <a:r>
              <a:rPr lang="en-US" sz="65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de</a:t>
            </a:r>
            <a:r>
              <a:rPr lang="en-US" sz="8000" b="0" i="0" u="none" strike="noStrike" cap="none">
                <a:solidFill>
                  <a:schemeClr val="dk1"/>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sp>
        <p:nvSpPr>
          <p:cNvPr id="891" name="Google Shape;891;g2e4b19adaea_0_18"/>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tr</a:t>
            </a:r>
            <a:r>
              <a:rPr lang="en-US" sz="65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d</a:t>
            </a:r>
            <a:r>
              <a:rPr lang="en-US" sz="8000" b="0" i="0" u="none" strike="noStrike" cap="none">
                <a:solidFill>
                  <a:srgbClr val="2356AF"/>
                </a:solidFill>
                <a:latin typeface="Jost"/>
                <a:ea typeface="Jost"/>
                <a:cs typeface="Jost"/>
                <a:sym typeface="Jost"/>
              </a:rPr>
              <a:t>ed</a:t>
            </a:r>
            <a:r>
              <a:rPr lang="en-US" sz="8000" b="0" i="0" u="none" strike="noStrike" cap="none">
                <a:solidFill>
                  <a:schemeClr val="dk1"/>
                </a:solidFill>
                <a:latin typeface="Jost"/>
                <a:ea typeface="Jost"/>
                <a:cs typeface="Jost"/>
                <a:sym typeface="Jost"/>
              </a:rPr>
              <a:t>.</a:t>
            </a:r>
            <a:endParaRPr sz="8000" b="0" i="0" u="none" strike="noStrike" cap="none">
              <a:solidFill>
                <a:srgbClr val="2356AF"/>
              </a:solidFill>
              <a:latin typeface="Jost"/>
              <a:ea typeface="Jost"/>
              <a:cs typeface="Jost"/>
              <a:sym typeface="Jost"/>
            </a:endParaRPr>
          </a:p>
        </p:txBody>
      </p:sp>
      <p:cxnSp>
        <p:nvCxnSpPr>
          <p:cNvPr id="892" name="Google Shape;892;g2e4b19adaea_0_18"/>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9" name="Google Shape;8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6" name="Google Shape;90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07" name="Google Shape;90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8" name="Google Shape;90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6" name="Google Shape;916;g2c4fb7f6616_1_0"/>
          <p:cNvGrpSpPr/>
          <p:nvPr/>
        </p:nvGrpSpPr>
        <p:grpSpPr>
          <a:xfrm>
            <a:off x="-550" y="6984600"/>
            <a:ext cx="8596479" cy="808600"/>
            <a:chOff x="-550" y="6984600"/>
            <a:chExt cx="8596479" cy="808600"/>
          </a:xfrm>
        </p:grpSpPr>
        <p:sp>
          <p:nvSpPr>
            <p:cNvPr id="917" name="Google Shape;91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6" name="Google Shape;926;g2c4fb7f6616_1_0"/>
          <p:cNvSpPr/>
          <p:nvPr/>
        </p:nvSpPr>
        <p:spPr>
          <a:xfrm>
            <a:off x="34718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501707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315698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29" name="Google Shape;929;g2c4fb7f6616_1_0"/>
          <p:cNvSpPr txBox="1"/>
          <p:nvPr/>
        </p:nvSpPr>
        <p:spPr>
          <a:xfrm>
            <a:off x="3858892"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30" name="Google Shape;930;g2c4fb7f6616_1_0"/>
          <p:cNvSpPr txBox="1"/>
          <p:nvPr/>
        </p:nvSpPr>
        <p:spPr>
          <a:xfrm>
            <a:off x="470222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31" name="Google Shape;931;g2c4fb7f6616_1_0"/>
          <p:cNvSpPr txBox="1"/>
          <p:nvPr/>
        </p:nvSpPr>
        <p:spPr>
          <a:xfrm>
            <a:off x="551844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sp>
        <p:nvSpPr>
          <p:cNvPr id="932" name="Google Shape;932;g2c4fb7f6616_1_0"/>
          <p:cNvSpPr/>
          <p:nvPr/>
        </p:nvSpPr>
        <p:spPr>
          <a:xfrm>
            <a:off x="4166913"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33" name="Google Shape;933;g2c4fb7f6616_1_0"/>
          <p:cNvGrpSpPr/>
          <p:nvPr/>
        </p:nvGrpSpPr>
        <p:grpSpPr>
          <a:xfrm>
            <a:off x="4352489" y="1310075"/>
            <a:ext cx="1740301" cy="401879"/>
            <a:chOff x="3511954" y="1310075"/>
            <a:chExt cx="1740301" cy="401879"/>
          </a:xfrm>
        </p:grpSpPr>
        <p:sp>
          <p:nvSpPr>
            <p:cNvPr id="934" name="Google Shape;934;g2c4fb7f6616_1_0"/>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b7f6616_1_0"/>
            <p:cNvSpPr/>
            <p:nvPr/>
          </p:nvSpPr>
          <p:spPr>
            <a:xfrm>
              <a:off x="3511955" y="1310075"/>
              <a:ext cx="17403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rot="-5400000">
              <a:off x="502545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37" name="Google Shape;937;g2c4fb7f6616_1_0"/>
          <p:cNvSpPr/>
          <p:nvPr/>
        </p:nvSpPr>
        <p:spPr>
          <a:xfrm>
            <a:off x="292070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4fb7f6616_1_0"/>
          <p:cNvSpPr txBox="1"/>
          <p:nvPr/>
        </p:nvSpPr>
        <p:spPr>
          <a:xfrm>
            <a:off x="260585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ee8965e375_0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5" name="Google Shape;945;g2ee8965e375_0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46" name="Google Shape;946;g2ee8965e375_0_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7" name="Google Shape;947;g2ee8965e375_0_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ee8965e375_0_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ee8965e375_0_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ee8965e375_0_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ee8965e375_0_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ee8965e375_0_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ee8965e375_0_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ee8965e375_0_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5" name="Google Shape;955;g2ee8965e375_0_3"/>
          <p:cNvGrpSpPr/>
          <p:nvPr/>
        </p:nvGrpSpPr>
        <p:grpSpPr>
          <a:xfrm>
            <a:off x="-550" y="6984600"/>
            <a:ext cx="8596479" cy="808600"/>
            <a:chOff x="-550" y="6984600"/>
            <a:chExt cx="8596479" cy="808600"/>
          </a:xfrm>
        </p:grpSpPr>
        <p:sp>
          <p:nvSpPr>
            <p:cNvPr id="956" name="Google Shape;956;g2ee8965e375_0_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ee8965e375_0_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ee8965e375_0_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ee8965e375_0_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ee8965e375_0_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ee8965e375_0_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ee8965e375_0_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ee8965e375_0_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4" name="Google Shape;964;g2ee8965e375_0_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5" name="Google Shape;965;g2ee8965e375_0_3"/>
          <p:cNvSpPr/>
          <p:nvPr/>
        </p:nvSpPr>
        <p:spPr>
          <a:xfrm>
            <a:off x="307248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ee8965e375_0_3"/>
          <p:cNvSpPr/>
          <p:nvPr/>
        </p:nvSpPr>
        <p:spPr>
          <a:xfrm>
            <a:off x="461772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ee8965e375_0_3"/>
          <p:cNvSpPr txBox="1"/>
          <p:nvPr/>
        </p:nvSpPr>
        <p:spPr>
          <a:xfrm>
            <a:off x="275763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68" name="Google Shape;968;g2ee8965e375_0_3"/>
          <p:cNvSpPr txBox="1"/>
          <p:nvPr/>
        </p:nvSpPr>
        <p:spPr>
          <a:xfrm>
            <a:off x="3459545"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69" name="Google Shape;969;g2ee8965e375_0_3"/>
          <p:cNvSpPr txBox="1"/>
          <p:nvPr/>
        </p:nvSpPr>
        <p:spPr>
          <a:xfrm>
            <a:off x="430287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70" name="Google Shape;970;g2ee8965e375_0_3"/>
          <p:cNvSpPr txBox="1"/>
          <p:nvPr/>
        </p:nvSpPr>
        <p:spPr>
          <a:xfrm>
            <a:off x="511909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971" name="Google Shape;971;g2ee8965e375_0_3"/>
          <p:cNvSpPr/>
          <p:nvPr/>
        </p:nvSpPr>
        <p:spPr>
          <a:xfrm>
            <a:off x="508393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ee8965e375_0_3"/>
          <p:cNvSpPr/>
          <p:nvPr/>
        </p:nvSpPr>
        <p:spPr>
          <a:xfrm>
            <a:off x="3767566"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73" name="Google Shape;973;g2ee8965e375_0_3"/>
          <p:cNvGrpSpPr/>
          <p:nvPr/>
        </p:nvGrpSpPr>
        <p:grpSpPr>
          <a:xfrm>
            <a:off x="3953142" y="1310075"/>
            <a:ext cx="1740301" cy="401879"/>
            <a:chOff x="3511954" y="1310075"/>
            <a:chExt cx="1740301" cy="401879"/>
          </a:xfrm>
        </p:grpSpPr>
        <p:sp>
          <p:nvSpPr>
            <p:cNvPr id="974" name="Google Shape;974;g2ee8965e375_0_3"/>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ee8965e375_0_3"/>
            <p:cNvSpPr/>
            <p:nvPr/>
          </p:nvSpPr>
          <p:spPr>
            <a:xfrm>
              <a:off x="3511955" y="1310075"/>
              <a:ext cx="17403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ee8965e375_0_3"/>
            <p:cNvSpPr/>
            <p:nvPr/>
          </p:nvSpPr>
          <p:spPr>
            <a:xfrm rot="-5400000">
              <a:off x="502545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77" name="Google Shape;977;g2ee8965e375_0_3"/>
          <p:cNvSpPr/>
          <p:nvPr/>
        </p:nvSpPr>
        <p:spPr>
          <a:xfrm>
            <a:off x="252136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ee8965e375_0_3"/>
          <p:cNvSpPr txBox="1"/>
          <p:nvPr/>
        </p:nvSpPr>
        <p:spPr>
          <a:xfrm>
            <a:off x="220651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79" name="Google Shape;979;g2ee8965e375_0_3"/>
          <p:cNvSpPr txBox="1"/>
          <p:nvPr/>
        </p:nvSpPr>
        <p:spPr>
          <a:xfrm>
            <a:off x="595343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80" name="Google Shape;980;g2ee8965e375_0_3"/>
          <p:cNvSpPr/>
          <p:nvPr/>
        </p:nvSpPr>
        <p:spPr>
          <a:xfrm>
            <a:off x="5381421"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1" name="Google Shape;981;g2ee8965e375_0_3"/>
          <p:cNvGrpSpPr/>
          <p:nvPr/>
        </p:nvGrpSpPr>
        <p:grpSpPr>
          <a:xfrm>
            <a:off x="5684875" y="4970810"/>
            <a:ext cx="878117" cy="451962"/>
            <a:chOff x="2455268" y="4524573"/>
            <a:chExt cx="878117" cy="451962"/>
          </a:xfrm>
        </p:grpSpPr>
        <p:grpSp>
          <p:nvGrpSpPr>
            <p:cNvPr id="982" name="Google Shape;982;g2ee8965e375_0_3"/>
            <p:cNvGrpSpPr/>
            <p:nvPr/>
          </p:nvGrpSpPr>
          <p:grpSpPr>
            <a:xfrm>
              <a:off x="2455268" y="4524573"/>
              <a:ext cx="878117" cy="451962"/>
              <a:chOff x="5672081" y="1914352"/>
              <a:chExt cx="792668" cy="306000"/>
            </a:xfrm>
          </p:grpSpPr>
          <p:sp>
            <p:nvSpPr>
              <p:cNvPr id="983" name="Google Shape;983;g2ee8965e375_0_3"/>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ee8965e375_0_3"/>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85" name="Google Shape;985;g2ee8965e375_0_3"/>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/d/</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74b87bd8fa_0_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2" name="Google Shape;992;g274b87bd8fa_0_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93" name="Google Shape;993;g274b87bd8fa_0_2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4" name="Google Shape;994;g274b87bd8fa_0_2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74b87bd8fa_0_2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74b87bd8fa_0_2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74b87bd8fa_0_2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74b87bd8fa_0_2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74b87bd8fa_0_2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74b87bd8fa_0_2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74b87bd8fa_0_2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2" name="Google Shape;1002;g274b87bd8fa_0_20"/>
          <p:cNvGrpSpPr/>
          <p:nvPr/>
        </p:nvGrpSpPr>
        <p:grpSpPr>
          <a:xfrm>
            <a:off x="-550" y="6984600"/>
            <a:ext cx="8596479" cy="808600"/>
            <a:chOff x="-550" y="6984600"/>
            <a:chExt cx="8596479" cy="808600"/>
          </a:xfrm>
        </p:grpSpPr>
        <p:sp>
          <p:nvSpPr>
            <p:cNvPr id="1003" name="Google Shape;1003;g274b87bd8fa_0_2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4" name="Google Shape;1004;g274b87bd8fa_0_2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5" name="Google Shape;1005;g274b87bd8fa_0_2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6" name="Google Shape;1006;g274b87bd8fa_0_2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7" name="Google Shape;1007;g274b87bd8fa_0_2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8" name="Google Shape;1008;g274b87bd8fa_0_2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9" name="Google Shape;1009;g274b87bd8fa_0_2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0" name="Google Shape;1010;g274b87bd8fa_0_2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1" name="Google Shape;1011;g274b87bd8fa_0_2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2" name="Google Shape;1012;g274b87bd8fa_0_20"/>
          <p:cNvSpPr/>
          <p:nvPr/>
        </p:nvSpPr>
        <p:spPr>
          <a:xfrm>
            <a:off x="27852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74b87bd8fa_0_20"/>
          <p:cNvSpPr/>
          <p:nvPr/>
        </p:nvSpPr>
        <p:spPr>
          <a:xfrm>
            <a:off x="445124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74b87bd8fa_0_20"/>
          <p:cNvSpPr txBox="1"/>
          <p:nvPr/>
        </p:nvSpPr>
        <p:spPr>
          <a:xfrm>
            <a:off x="247038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15" name="Google Shape;1015;g274b87bd8fa_0_20"/>
          <p:cNvSpPr txBox="1"/>
          <p:nvPr/>
        </p:nvSpPr>
        <p:spPr>
          <a:xfrm>
            <a:off x="3293058"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Poppins"/>
              <a:ea typeface="Poppins"/>
              <a:cs typeface="Poppins"/>
              <a:sym typeface="Poppins"/>
            </a:endParaRPr>
          </a:p>
        </p:txBody>
      </p:sp>
      <p:sp>
        <p:nvSpPr>
          <p:cNvPr id="1016" name="Google Shape;1016;g274b87bd8fa_0_20"/>
          <p:cNvSpPr txBox="1"/>
          <p:nvPr/>
        </p:nvSpPr>
        <p:spPr>
          <a:xfrm>
            <a:off x="413639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17" name="Google Shape;1017;g274b87bd8fa_0_20"/>
          <p:cNvSpPr/>
          <p:nvPr/>
        </p:nvSpPr>
        <p:spPr>
          <a:xfrm>
            <a:off x="360107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74b87bd8fa_0_20"/>
          <p:cNvSpPr/>
          <p:nvPr/>
        </p:nvSpPr>
        <p:spPr>
          <a:xfrm>
            <a:off x="5188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74b87bd8fa_0_20"/>
          <p:cNvSpPr txBox="1"/>
          <p:nvPr/>
        </p:nvSpPr>
        <p:spPr>
          <a:xfrm>
            <a:off x="48735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1020" name="Google Shape;1020;g274b87bd8fa_0_20"/>
          <p:cNvSpPr txBox="1"/>
          <p:nvPr/>
        </p:nvSpPr>
        <p:spPr>
          <a:xfrm>
            <a:off x="565391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ee8965e375_0_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7" name="Google Shape;1027;g2ee8965e375_0_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28" name="Google Shape;1028;g2ee8965e375_0_4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9" name="Google Shape;1029;g2ee8965e375_0_4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ee8965e375_0_4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ee8965e375_0_4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ee8965e375_0_4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ee8965e375_0_4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ee8965e375_0_4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ee8965e375_0_4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ee8965e375_0_4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7" name="Google Shape;1037;g2ee8965e375_0_49"/>
          <p:cNvGrpSpPr/>
          <p:nvPr/>
        </p:nvGrpSpPr>
        <p:grpSpPr>
          <a:xfrm>
            <a:off x="-550" y="6984600"/>
            <a:ext cx="8596479" cy="808600"/>
            <a:chOff x="-550" y="6984600"/>
            <a:chExt cx="8596479" cy="808600"/>
          </a:xfrm>
        </p:grpSpPr>
        <p:sp>
          <p:nvSpPr>
            <p:cNvPr id="1038" name="Google Shape;1038;g2ee8965e375_0_4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9" name="Google Shape;1039;g2ee8965e375_0_4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0" name="Google Shape;1040;g2ee8965e375_0_4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1" name="Google Shape;1041;g2ee8965e375_0_4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2" name="Google Shape;1042;g2ee8965e375_0_4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3" name="Google Shape;1043;g2ee8965e375_0_4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4" name="Google Shape;1044;g2ee8965e375_0_4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5" name="Google Shape;1045;g2ee8965e375_0_4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6" name="Google Shape;1046;g2ee8965e375_0_4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7" name="Google Shape;1047;g2ee8965e375_0_49"/>
          <p:cNvSpPr/>
          <p:nvPr/>
        </p:nvSpPr>
        <p:spPr>
          <a:xfrm>
            <a:off x="23680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8" name="Google Shape;1048;g2ee8965e375_0_49"/>
          <p:cNvSpPr/>
          <p:nvPr/>
        </p:nvSpPr>
        <p:spPr>
          <a:xfrm>
            <a:off x="403406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ee8965e375_0_49"/>
          <p:cNvSpPr txBox="1"/>
          <p:nvPr/>
        </p:nvSpPr>
        <p:spPr>
          <a:xfrm>
            <a:off x="205321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50" name="Google Shape;1050;g2ee8965e375_0_49"/>
          <p:cNvSpPr txBox="1"/>
          <p:nvPr/>
        </p:nvSpPr>
        <p:spPr>
          <a:xfrm>
            <a:off x="2875886"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Poppins"/>
              <a:ea typeface="Poppins"/>
              <a:cs typeface="Poppins"/>
              <a:sym typeface="Poppins"/>
            </a:endParaRPr>
          </a:p>
        </p:txBody>
      </p:sp>
      <p:sp>
        <p:nvSpPr>
          <p:cNvPr id="1051" name="Google Shape;1051;g2ee8965e375_0_49"/>
          <p:cNvSpPr txBox="1"/>
          <p:nvPr/>
        </p:nvSpPr>
        <p:spPr>
          <a:xfrm>
            <a:off x="371921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52" name="Google Shape;1052;g2ee8965e375_0_49"/>
          <p:cNvSpPr/>
          <p:nvPr/>
        </p:nvSpPr>
        <p:spPr>
          <a:xfrm>
            <a:off x="318390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3" name="Google Shape;1053;g2ee8965e375_0_49"/>
          <p:cNvSpPr/>
          <p:nvPr/>
        </p:nvSpPr>
        <p:spPr>
          <a:xfrm>
            <a:off x="47712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4" name="Google Shape;1054;g2ee8965e375_0_49"/>
          <p:cNvSpPr txBox="1"/>
          <p:nvPr/>
        </p:nvSpPr>
        <p:spPr>
          <a:xfrm>
            <a:off x="445637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1055" name="Google Shape;1055;g2ee8965e375_0_49"/>
          <p:cNvSpPr txBox="1"/>
          <p:nvPr/>
        </p:nvSpPr>
        <p:spPr>
          <a:xfrm>
            <a:off x="523673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1056" name="Google Shape;1056;g2ee8965e375_0_49"/>
          <p:cNvSpPr txBox="1"/>
          <p:nvPr/>
        </p:nvSpPr>
        <p:spPr>
          <a:xfrm>
            <a:off x="607108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57" name="Google Shape;1057;g2ee8965e375_0_49"/>
          <p:cNvSpPr/>
          <p:nvPr/>
        </p:nvSpPr>
        <p:spPr>
          <a:xfrm>
            <a:off x="5499068"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8" name="Google Shape;1058;g2ee8965e375_0_49"/>
          <p:cNvGrpSpPr/>
          <p:nvPr/>
        </p:nvGrpSpPr>
        <p:grpSpPr>
          <a:xfrm>
            <a:off x="5820043" y="4970810"/>
            <a:ext cx="878117" cy="451962"/>
            <a:chOff x="2455268" y="4524573"/>
            <a:chExt cx="878117" cy="451962"/>
          </a:xfrm>
        </p:grpSpPr>
        <p:grpSp>
          <p:nvGrpSpPr>
            <p:cNvPr id="1059" name="Google Shape;1059;g2ee8965e375_0_49"/>
            <p:cNvGrpSpPr/>
            <p:nvPr/>
          </p:nvGrpSpPr>
          <p:grpSpPr>
            <a:xfrm>
              <a:off x="2455268" y="4524573"/>
              <a:ext cx="878117" cy="451962"/>
              <a:chOff x="5672081" y="1914352"/>
              <a:chExt cx="792668" cy="306000"/>
            </a:xfrm>
          </p:grpSpPr>
          <p:sp>
            <p:nvSpPr>
              <p:cNvPr id="1060" name="Google Shape;1060;g2ee8965e375_0_49"/>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1" name="Google Shape;1061;g2ee8965e375_0_49"/>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62" name="Google Shape;1062;g2ee8965e375_0_49"/>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/t/</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69" name="Google Shape;106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76" name="Google Shape;1076;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77" name="Google Shape;1077;g2dadbbe58d1_1_3"/>
          <p:cNvGrpSpPr/>
          <p:nvPr/>
        </p:nvGrpSpPr>
        <p:grpSpPr>
          <a:xfrm>
            <a:off x="3024000" y="209875"/>
            <a:ext cx="3096000" cy="454800"/>
            <a:chOff x="3024000" y="209875"/>
            <a:chExt cx="3096000" cy="454800"/>
          </a:xfrm>
        </p:grpSpPr>
        <p:sp>
          <p:nvSpPr>
            <p:cNvPr id="1078" name="Google Shape;1078;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9" name="Google Shape;1079;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0" name="Google Shape;1080;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081" name="Google Shape;1081;g2dadbbe58d1_1_3"/>
          <p:cNvPicPr preferRelativeResize="0"/>
          <p:nvPr/>
        </p:nvPicPr>
        <p:blipFill rotWithShape="1">
          <a:blip r:embed="rId4">
            <a:alphaModFix/>
          </a:blip>
          <a:srcRect l="16621" r="16627"/>
          <a:stretch/>
        </p:blipFill>
        <p:spPr>
          <a:xfrm>
            <a:off x="1781551" y="568550"/>
            <a:ext cx="5580851" cy="2644599"/>
          </a:xfrm>
          <a:prstGeom prst="rect">
            <a:avLst/>
          </a:prstGeom>
          <a:noFill/>
          <a:ln>
            <a:noFill/>
          </a:ln>
        </p:spPr>
      </p:pic>
      <p:cxnSp>
        <p:nvCxnSpPr>
          <p:cNvPr id="1082" name="Google Shape;1082;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83" name="Google Shape;1083;g2dadbbe58d1_1_3"/>
          <p:cNvGrpSpPr/>
          <p:nvPr/>
        </p:nvGrpSpPr>
        <p:grpSpPr>
          <a:xfrm>
            <a:off x="1905224" y="3614075"/>
            <a:ext cx="5333539" cy="1851900"/>
            <a:chOff x="1828973" y="3614075"/>
            <a:chExt cx="5333539" cy="1851900"/>
          </a:xfrm>
        </p:grpSpPr>
        <p:sp>
          <p:nvSpPr>
            <p:cNvPr id="1084" name="Google Shape;1084;g2dadbbe58d1_1_3"/>
            <p:cNvSpPr/>
            <p:nvPr/>
          </p:nvSpPr>
          <p:spPr>
            <a:xfrm flipH="1">
              <a:off x="1829400" y="3629300"/>
              <a:ext cx="53331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5" name="Google Shape;1085;g2dadbbe58d1_1_3"/>
            <p:cNvGrpSpPr/>
            <p:nvPr/>
          </p:nvGrpSpPr>
          <p:grpSpPr>
            <a:xfrm flipH="1">
              <a:off x="1828973" y="4063875"/>
              <a:ext cx="5333208" cy="1170725"/>
              <a:chOff x="1181250" y="4063875"/>
              <a:chExt cx="6781800" cy="1170725"/>
            </a:xfrm>
          </p:grpSpPr>
          <p:cxnSp>
            <p:nvCxnSpPr>
              <p:cNvPr id="1086" name="Google Shape;1086;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7" name="Google Shape;1087;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8" name="Google Shape;1088;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9" name="Google Shape;1089;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90" name="Google Shape;1090;g2dadbbe58d1_1_3"/>
            <p:cNvCxnSpPr/>
            <p:nvPr/>
          </p:nvCxnSpPr>
          <p:spPr>
            <a:xfrm rot="10800000">
              <a:off x="260944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1" name="Google Shape;1091;g2dadbbe58d1_1_3"/>
            <p:cNvCxnSpPr/>
            <p:nvPr/>
          </p:nvCxnSpPr>
          <p:spPr>
            <a:xfrm rot="10800000">
              <a:off x="3515105"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92" name="Google Shape;1092;g2dadbbe58d1_1_3"/>
            <p:cNvGrpSpPr/>
            <p:nvPr/>
          </p:nvGrpSpPr>
          <p:grpSpPr>
            <a:xfrm flipH="1">
              <a:off x="5384954" y="3629300"/>
              <a:ext cx="1777558" cy="1828800"/>
              <a:chOff x="1901467" y="3631675"/>
              <a:chExt cx="1777558" cy="1828800"/>
            </a:xfrm>
          </p:grpSpPr>
          <p:sp>
            <p:nvSpPr>
              <p:cNvPr id="1093" name="Google Shape;1093;g2dadbbe58d1_1_3"/>
              <p:cNvSpPr/>
              <p:nvPr/>
            </p:nvSpPr>
            <p:spPr>
              <a:xfrm rot="-5400000">
                <a:off x="1803067" y="3730075"/>
                <a:ext cx="1828800" cy="163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4" name="Google Shape;1094;g2dadbbe58d1_1_3"/>
              <p:cNvGrpSpPr/>
              <p:nvPr/>
            </p:nvGrpSpPr>
            <p:grpSpPr>
              <a:xfrm>
                <a:off x="3415325" y="4484375"/>
                <a:ext cx="263700" cy="263700"/>
                <a:chOff x="3415325" y="4484375"/>
                <a:chExt cx="263700" cy="263700"/>
              </a:xfrm>
            </p:grpSpPr>
            <p:sp>
              <p:nvSpPr>
                <p:cNvPr id="1095" name="Google Shape;1095;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96" name="Google Shape;1096;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97" name="Google Shape;1097;g2dadbbe58d1_1_3"/>
            <p:cNvCxnSpPr/>
            <p:nvPr/>
          </p:nvCxnSpPr>
          <p:spPr>
            <a:xfrm rot="10800000">
              <a:off x="4531003"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98" name="Google Shape;1098;g2dadbbe58d1_1_3"/>
          <p:cNvSpPr txBox="1"/>
          <p:nvPr/>
        </p:nvSpPr>
        <p:spPr>
          <a:xfrm>
            <a:off x="1981801" y="4064350"/>
            <a:ext cx="645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99" name="Google Shape;1099;g2dadbbe58d1_1_3"/>
          <p:cNvSpPr txBox="1"/>
          <p:nvPr/>
        </p:nvSpPr>
        <p:spPr>
          <a:xfrm>
            <a:off x="3632212" y="4126750"/>
            <a:ext cx="968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300" b="0" i="0" u="none" strike="noStrike" cap="none">
                <a:solidFill>
                  <a:srgbClr val="F7941D"/>
                </a:solidFill>
                <a:latin typeface="Poppins"/>
                <a:ea typeface="Poppins"/>
                <a:cs typeface="Poppins"/>
                <a:sym typeface="Poppins"/>
              </a:rPr>
              <a:t>a</a:t>
            </a:r>
            <a:endParaRPr sz="7300" b="0" i="0" u="none" strike="noStrike" cap="none">
              <a:solidFill>
                <a:srgbClr val="F7941D"/>
              </a:solidFill>
              <a:latin typeface="Poppins"/>
              <a:ea typeface="Poppins"/>
              <a:cs typeface="Poppins"/>
              <a:sym typeface="Poppins"/>
            </a:endParaRPr>
          </a:p>
        </p:txBody>
      </p:sp>
      <p:sp>
        <p:nvSpPr>
          <p:cNvPr id="1100" name="Google Shape;1100;g2dadbbe58d1_1_3"/>
          <p:cNvSpPr txBox="1"/>
          <p:nvPr/>
        </p:nvSpPr>
        <p:spPr>
          <a:xfrm>
            <a:off x="2769801" y="4064350"/>
            <a:ext cx="719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
        <p:nvSpPr>
          <p:cNvPr id="1101" name="Google Shape;1101;g2dadbbe58d1_1_3"/>
          <p:cNvSpPr txBox="1"/>
          <p:nvPr/>
        </p:nvSpPr>
        <p:spPr>
          <a:xfrm>
            <a:off x="4648239"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102" name="Google Shape;1102;g2dadbbe58d1_1_3"/>
          <p:cNvSpPr txBox="1"/>
          <p:nvPr/>
        </p:nvSpPr>
        <p:spPr>
          <a:xfrm>
            <a:off x="5860775" y="4064350"/>
            <a:ext cx="1265100" cy="90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500" b="0" i="0" u="none" strike="noStrike" cap="none">
                <a:solidFill>
                  <a:srgbClr val="F7941D"/>
                </a:solidFill>
                <a:latin typeface="Jost"/>
                <a:ea typeface="Jost"/>
                <a:cs typeface="Jost"/>
                <a:sym typeface="Jost"/>
              </a:rPr>
              <a:t>e</a:t>
            </a:r>
            <a:endParaRPr sz="8500" b="0" i="0" u="none" strike="noStrike" cap="none">
              <a:solidFill>
                <a:srgbClr val="F7941D"/>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274b87bd8fa_0_1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109" name="Google Shape;1109;g274b87bd8fa_0_1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110" name="Google Shape;1110;g274b87bd8fa_0_120"/>
          <p:cNvGrpSpPr/>
          <p:nvPr/>
        </p:nvGrpSpPr>
        <p:grpSpPr>
          <a:xfrm>
            <a:off x="3024000" y="209875"/>
            <a:ext cx="3096000" cy="454800"/>
            <a:chOff x="3024000" y="209875"/>
            <a:chExt cx="3096000" cy="454800"/>
          </a:xfrm>
        </p:grpSpPr>
        <p:sp>
          <p:nvSpPr>
            <p:cNvPr id="1111" name="Google Shape;1111;g274b87bd8fa_0_12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2" name="Google Shape;1112;g274b87bd8fa_0_12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3" name="Google Shape;1113;g274b87bd8fa_0_120"/>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114" name="Google Shape;1114;g274b87bd8fa_0_120"/>
          <p:cNvPicPr preferRelativeResize="0"/>
          <p:nvPr/>
        </p:nvPicPr>
        <p:blipFill rotWithShape="1">
          <a:blip r:embed="rId4">
            <a:alphaModFix/>
          </a:blip>
          <a:srcRect l="16621" r="16627"/>
          <a:stretch/>
        </p:blipFill>
        <p:spPr>
          <a:xfrm>
            <a:off x="1781551" y="568550"/>
            <a:ext cx="5580851" cy="2644599"/>
          </a:xfrm>
          <a:prstGeom prst="rect">
            <a:avLst/>
          </a:prstGeom>
          <a:noFill/>
          <a:ln>
            <a:noFill/>
          </a:ln>
        </p:spPr>
      </p:pic>
      <p:cxnSp>
        <p:nvCxnSpPr>
          <p:cNvPr id="1115" name="Google Shape;1115;g274b87bd8fa_0_120"/>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116" name="Google Shape;1116;g274b87bd8fa_0_120"/>
          <p:cNvGrpSpPr/>
          <p:nvPr/>
        </p:nvGrpSpPr>
        <p:grpSpPr>
          <a:xfrm>
            <a:off x="1905224" y="3614075"/>
            <a:ext cx="5333539" cy="1851900"/>
            <a:chOff x="1828973" y="3614075"/>
            <a:chExt cx="5333539" cy="1851900"/>
          </a:xfrm>
        </p:grpSpPr>
        <p:sp>
          <p:nvSpPr>
            <p:cNvPr id="1117" name="Google Shape;1117;g274b87bd8fa_0_120"/>
            <p:cNvSpPr/>
            <p:nvPr/>
          </p:nvSpPr>
          <p:spPr>
            <a:xfrm flipH="1">
              <a:off x="1829400" y="3629300"/>
              <a:ext cx="53331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18" name="Google Shape;1118;g274b87bd8fa_0_120"/>
            <p:cNvGrpSpPr/>
            <p:nvPr/>
          </p:nvGrpSpPr>
          <p:grpSpPr>
            <a:xfrm flipH="1">
              <a:off x="1828973" y="4063875"/>
              <a:ext cx="5333208" cy="1170725"/>
              <a:chOff x="1181250" y="4063875"/>
              <a:chExt cx="6781800" cy="1170725"/>
            </a:xfrm>
          </p:grpSpPr>
          <p:cxnSp>
            <p:nvCxnSpPr>
              <p:cNvPr id="1119" name="Google Shape;1119;g274b87bd8fa_0_120"/>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0" name="Google Shape;1120;g274b87bd8fa_0_120"/>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1" name="Google Shape;1121;g274b87bd8fa_0_120"/>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2" name="Google Shape;1122;g274b87bd8fa_0_120"/>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23" name="Google Shape;1123;g274b87bd8fa_0_120"/>
            <p:cNvCxnSpPr/>
            <p:nvPr/>
          </p:nvCxnSpPr>
          <p:spPr>
            <a:xfrm rot="10800000">
              <a:off x="260944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24" name="Google Shape;1124;g274b87bd8fa_0_120"/>
            <p:cNvCxnSpPr/>
            <p:nvPr/>
          </p:nvCxnSpPr>
          <p:spPr>
            <a:xfrm rot="10800000">
              <a:off x="3515105"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25" name="Google Shape;1125;g274b87bd8fa_0_120"/>
            <p:cNvGrpSpPr/>
            <p:nvPr/>
          </p:nvGrpSpPr>
          <p:grpSpPr>
            <a:xfrm flipH="1">
              <a:off x="5384954" y="3629300"/>
              <a:ext cx="1777558" cy="1828800"/>
              <a:chOff x="1901467" y="3631675"/>
              <a:chExt cx="1777558" cy="1828800"/>
            </a:xfrm>
          </p:grpSpPr>
          <p:sp>
            <p:nvSpPr>
              <p:cNvPr id="1126" name="Google Shape;1126;g274b87bd8fa_0_120"/>
              <p:cNvSpPr/>
              <p:nvPr/>
            </p:nvSpPr>
            <p:spPr>
              <a:xfrm rot="-5400000">
                <a:off x="1803067" y="3730075"/>
                <a:ext cx="1828800" cy="163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27" name="Google Shape;1127;g274b87bd8fa_0_120"/>
              <p:cNvGrpSpPr/>
              <p:nvPr/>
            </p:nvGrpSpPr>
            <p:grpSpPr>
              <a:xfrm>
                <a:off x="3415325" y="4484375"/>
                <a:ext cx="263700" cy="263700"/>
                <a:chOff x="3415325" y="4484375"/>
                <a:chExt cx="263700" cy="263700"/>
              </a:xfrm>
            </p:grpSpPr>
            <p:sp>
              <p:nvSpPr>
                <p:cNvPr id="1128" name="Google Shape;1128;g274b87bd8fa_0_120"/>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29" name="Google Shape;1129;g274b87bd8fa_0_120"/>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30" name="Google Shape;1130;g274b87bd8fa_0_120"/>
            <p:cNvCxnSpPr/>
            <p:nvPr/>
          </p:nvCxnSpPr>
          <p:spPr>
            <a:xfrm rot="10800000">
              <a:off x="4531003"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31" name="Google Shape;1131;g274b87bd8fa_0_120"/>
          <p:cNvSpPr txBox="1"/>
          <p:nvPr/>
        </p:nvSpPr>
        <p:spPr>
          <a:xfrm>
            <a:off x="1981801" y="4064350"/>
            <a:ext cx="645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132" name="Google Shape;1132;g274b87bd8fa_0_120"/>
          <p:cNvSpPr txBox="1"/>
          <p:nvPr/>
        </p:nvSpPr>
        <p:spPr>
          <a:xfrm>
            <a:off x="3632212" y="4126750"/>
            <a:ext cx="968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300" b="0" i="0" u="none" strike="noStrike" cap="none">
                <a:solidFill>
                  <a:srgbClr val="F7941D"/>
                </a:solidFill>
                <a:latin typeface="Poppins"/>
                <a:ea typeface="Poppins"/>
                <a:cs typeface="Poppins"/>
                <a:sym typeface="Poppins"/>
              </a:rPr>
              <a:t>a</a:t>
            </a:r>
            <a:endParaRPr sz="7300" b="0" i="0" u="none" strike="noStrike" cap="none">
              <a:solidFill>
                <a:srgbClr val="F7941D"/>
              </a:solidFill>
              <a:latin typeface="Poppins"/>
              <a:ea typeface="Poppins"/>
              <a:cs typeface="Poppins"/>
              <a:sym typeface="Poppins"/>
            </a:endParaRPr>
          </a:p>
        </p:txBody>
      </p:sp>
      <p:sp>
        <p:nvSpPr>
          <p:cNvPr id="1133" name="Google Shape;1133;g274b87bd8fa_0_120"/>
          <p:cNvSpPr txBox="1"/>
          <p:nvPr/>
        </p:nvSpPr>
        <p:spPr>
          <a:xfrm>
            <a:off x="2769801" y="4064350"/>
            <a:ext cx="719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
        <p:nvSpPr>
          <p:cNvPr id="1134" name="Google Shape;1134;g274b87bd8fa_0_120"/>
          <p:cNvSpPr txBox="1"/>
          <p:nvPr/>
        </p:nvSpPr>
        <p:spPr>
          <a:xfrm>
            <a:off x="4648239"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135" name="Google Shape;1135;g274b87bd8fa_0_120"/>
          <p:cNvSpPr txBox="1"/>
          <p:nvPr/>
        </p:nvSpPr>
        <p:spPr>
          <a:xfrm>
            <a:off x="5747776" y="4064350"/>
            <a:ext cx="1491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D0CECE"/>
                </a:solidFill>
                <a:latin typeface="Jost"/>
                <a:ea typeface="Jost"/>
                <a:cs typeface="Jost"/>
                <a:sym typeface="Jost"/>
              </a:rPr>
              <a:t>e</a:t>
            </a: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2" name="Google Shape;114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3" name="Google Shape;1143;g1f3daf8a844_0_64"/>
          <p:cNvGrpSpPr/>
          <p:nvPr/>
        </p:nvGrpSpPr>
        <p:grpSpPr>
          <a:xfrm>
            <a:off x="3024000" y="209875"/>
            <a:ext cx="3096000" cy="454800"/>
            <a:chOff x="3024000" y="209875"/>
            <a:chExt cx="3096000" cy="454800"/>
          </a:xfrm>
        </p:grpSpPr>
        <p:sp>
          <p:nvSpPr>
            <p:cNvPr id="1144" name="Google Shape;114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5" name="Google Shape;114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6" name="Google Shape;114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7" name="Google Shape;114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8" name="Google Shape;114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9" name="Google Shape;114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0" name="Google Shape;115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1" name="Google Shape;1151;g1f3daf8a844_0_64"/>
          <p:cNvSpPr txBox="1"/>
          <p:nvPr/>
        </p:nvSpPr>
        <p:spPr>
          <a:xfrm>
            <a:off x="2333950" y="960050"/>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F8F21"/>
                </a:solidFill>
                <a:latin typeface="Poppins"/>
                <a:ea typeface="Poppins"/>
                <a:cs typeface="Poppins"/>
                <a:sym typeface="Poppins"/>
              </a:rPr>
              <a:t>a</a:t>
            </a:r>
            <a:r>
              <a:rPr lang="en-US" sz="5500" b="0" i="0" u="none" strike="noStrike" cap="none">
                <a:solidFill>
                  <a:srgbClr val="EF8F21"/>
                </a:solidFill>
                <a:latin typeface="Jost"/>
                <a:ea typeface="Jost"/>
                <a:cs typeface="Jost"/>
                <a:sym typeface="Jost"/>
              </a:rPr>
              <a:t>-e</a:t>
            </a:r>
            <a:endParaRPr sz="5500" b="0" i="0" u="none" strike="noStrike" cap="none">
              <a:solidFill>
                <a:srgbClr val="EF8F21"/>
              </a:solidFill>
              <a:latin typeface="Jost"/>
              <a:ea typeface="Jost"/>
              <a:cs typeface="Jost"/>
              <a:sym typeface="Jost"/>
            </a:endParaRPr>
          </a:p>
        </p:txBody>
      </p:sp>
      <p:sp>
        <p:nvSpPr>
          <p:cNvPr id="1152" name="Google Shape;115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53" name="Google Shape;115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4" name="Google Shape;115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5" name="Google Shape;115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6" name="Google Shape;1156;g1f3daf8a844_0_64"/>
          <p:cNvSpPr txBox="1"/>
          <p:nvPr/>
        </p:nvSpPr>
        <p:spPr>
          <a:xfrm>
            <a:off x="3476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7" name="Google Shape;1157;g1f3daf8a844_0_64"/>
          <p:cNvSpPr txBox="1"/>
          <p:nvPr/>
        </p:nvSpPr>
        <p:spPr>
          <a:xfrm>
            <a:off x="2324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8" name="Google Shape;1158;g1f3daf8a844_0_64"/>
          <p:cNvSpPr txBox="1"/>
          <p:nvPr/>
        </p:nvSpPr>
        <p:spPr>
          <a:xfrm>
            <a:off x="4629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9" name="Google Shape;1159;g1f3daf8a844_0_64"/>
          <p:cNvSpPr txBox="1"/>
          <p:nvPr/>
        </p:nvSpPr>
        <p:spPr>
          <a:xfrm>
            <a:off x="5782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60" name="Google Shape;116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cxnSp>
        <p:nvCxnSpPr>
          <p:cNvPr id="1161" name="Google Shape;116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g2e4b19adaea_0_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8" name="Google Shape;1168;g2e4b19adaea_0_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9" name="Google Shape;1169;g2e4b19adaea_0_35"/>
          <p:cNvGrpSpPr/>
          <p:nvPr/>
        </p:nvGrpSpPr>
        <p:grpSpPr>
          <a:xfrm>
            <a:off x="3024000" y="209875"/>
            <a:ext cx="3096000" cy="454800"/>
            <a:chOff x="3024000" y="209875"/>
            <a:chExt cx="3096000" cy="454800"/>
          </a:xfrm>
        </p:grpSpPr>
        <p:sp>
          <p:nvSpPr>
            <p:cNvPr id="1170" name="Google Shape;1170;g2e4b19adaea_0_3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1" name="Google Shape;1171;g2e4b19adaea_0_3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2" name="Google Shape;1172;g2e4b19adaea_0_3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73" name="Google Shape;1173;g2e4b19adaea_0_3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sk</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ted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ted 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ded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ked </a:t>
            </a:r>
            <a:endParaRPr sz="1800" b="0" i="0" u="none" strike="noStrike" cap="none">
              <a:solidFill>
                <a:srgbClr val="B7B7B7"/>
              </a:solidFill>
              <a:latin typeface="Jost"/>
              <a:ea typeface="Jost"/>
              <a:cs typeface="Jost"/>
              <a:sym typeface="Jost"/>
            </a:endParaRPr>
          </a:p>
        </p:txBody>
      </p:sp>
      <p:cxnSp>
        <p:nvCxnSpPr>
          <p:cNvPr id="1174" name="Google Shape;1174;g2e4b19adaea_0_3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5" name="Google Shape;1175;g2e4b19adaea_0_3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6" name="Google Shape;1176;g2e4b19adaea_0_3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7" name="Google Shape;1177;g2e4b19adaea_0_3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8" name="Google Shape;1178;g2e4b19adaea_0_3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9" name="Google Shape;1179;g2e4b19adaea_0_35"/>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80" name="Google Shape;1180;g2e4b19adaea_0_3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81" name="Google Shape;1181;g2e4b19adaea_0_35"/>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82" name="Google Shape;1182;g2e4b19adaea_0_3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3" name="Google Shape;1183;g2e4b19adaea_0_3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4" name="Google Shape;1184;g2e4b19adaea_0_35"/>
          <p:cNvSpPr txBox="1"/>
          <p:nvPr/>
        </p:nvSpPr>
        <p:spPr>
          <a:xfrm>
            <a:off x="3476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5" name="Google Shape;1185;g2e4b19adaea_0_35"/>
          <p:cNvSpPr txBox="1"/>
          <p:nvPr/>
        </p:nvSpPr>
        <p:spPr>
          <a:xfrm>
            <a:off x="2324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86" name="Google Shape;1186;g2e4b19adaea_0_35"/>
          <p:cNvSpPr txBox="1"/>
          <p:nvPr/>
        </p:nvSpPr>
        <p:spPr>
          <a:xfrm>
            <a:off x="4629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87" name="Google Shape;1187;g2e4b19adaea_0_35"/>
          <p:cNvSpPr txBox="1"/>
          <p:nvPr/>
        </p:nvSpPr>
        <p:spPr>
          <a:xfrm>
            <a:off x="5782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88" name="Google Shape;1188;g2e4b19adaea_0_35"/>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89" name="Google Shape;1189;g2e4b19adaea_0_35"/>
          <p:cNvSpPr txBox="1"/>
          <p:nvPr/>
        </p:nvSpPr>
        <p:spPr>
          <a:xfrm>
            <a:off x="2333950" y="960050"/>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F8F21"/>
                </a:solidFill>
                <a:latin typeface="Poppins"/>
                <a:ea typeface="Poppins"/>
                <a:cs typeface="Poppins"/>
                <a:sym typeface="Poppins"/>
              </a:rPr>
              <a:t>a</a:t>
            </a:r>
            <a:r>
              <a:rPr lang="en-US" sz="5500" b="0" i="0" u="none" strike="noStrike" cap="none">
                <a:solidFill>
                  <a:srgbClr val="EF8F21"/>
                </a:solidFill>
                <a:latin typeface="Jost"/>
                <a:ea typeface="Jost"/>
                <a:cs typeface="Jost"/>
                <a:sym typeface="Jost"/>
              </a:rPr>
              <a:t>-e</a:t>
            </a:r>
            <a:endParaRPr sz="5500" b="0" i="0" u="none" strike="noStrike" cap="none">
              <a:solidFill>
                <a:srgbClr val="EF8F21"/>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450</Words>
  <Application>Microsoft Office PowerPoint</Application>
  <PresentationFormat>On-screen Show (4:3)</PresentationFormat>
  <Paragraphs>165</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Jost</vt:lpstr>
      <vt:lpstr>Poppins</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2026-06-03T00:47:47Z</dcterms:modified>
</cp:coreProperties>
</file>