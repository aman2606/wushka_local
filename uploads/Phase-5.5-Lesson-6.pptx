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5TdzlQvIttrYJTIhGSUw6PGWd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257A35-A353-4141-AA73-02F58BFACC7D}">
  <a:tblStyle styleId="{08257A35-A353-4141-AA73-02F58BFACC7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4" name="Google Shape;80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9" name="Google Shape;879;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0" name="Google Shape;90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1" name="Google Shape;90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g2d27a1ffd0a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3" name="Google Shape;913;g2d27a1ffd0a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4" name="Google Shape;914;g2d27a1ffd0a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d27a1ffd0a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d27a1ffd0a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d27a1ffd0a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d27a1ffd0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d27a1ffd0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d27a1ffd0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1" name="Google Shape;96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2" name="Google Shape;96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0" name="Google Shape;98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d27a1ffd0a_0_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d27a1ffd0a_0_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d27a1ffd0a_0_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31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2 - Monday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6</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8.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notesSlide" Target="../notesSlides/notesSlide3.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8.png"/><Relationship Id="rId26" Type="http://schemas.openxmlformats.org/officeDocument/2006/relationships/image" Target="../media/image56.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7.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4.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1.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5.png"/><Relationship Id="rId39" Type="http://schemas.openxmlformats.org/officeDocument/2006/relationships/image" Target="../media/image95.png"/><Relationship Id="rId21" Type="http://schemas.openxmlformats.org/officeDocument/2006/relationships/image" Target="../media/image80.png"/><Relationship Id="rId34" Type="http://schemas.openxmlformats.org/officeDocument/2006/relationships/image" Target="../media/image91.png"/><Relationship Id="rId42" Type="http://schemas.openxmlformats.org/officeDocument/2006/relationships/image" Target="../media/image98.png"/><Relationship Id="rId7" Type="http://schemas.openxmlformats.org/officeDocument/2006/relationships/image" Target="../media/image66.png"/><Relationship Id="rId2" Type="http://schemas.openxmlformats.org/officeDocument/2006/relationships/notesSlide" Target="../notesSlides/notesSlide5.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6.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89.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6.png"/><Relationship Id="rId36" Type="http://schemas.openxmlformats.org/officeDocument/2006/relationships/image" Target="../media/image92.png"/><Relationship Id="rId10" Type="http://schemas.openxmlformats.org/officeDocument/2006/relationships/image" Target="../media/image69.png"/><Relationship Id="rId19" Type="http://schemas.openxmlformats.org/officeDocument/2006/relationships/image" Target="../media/image78.png"/><Relationship Id="rId31" Type="http://schemas.openxmlformats.org/officeDocument/2006/relationships/image" Target="../media/image88.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5.png"/><Relationship Id="rId30" Type="http://schemas.openxmlformats.org/officeDocument/2006/relationships/image" Target="../media/image87.png"/><Relationship Id="rId35" Type="http://schemas.openxmlformats.org/officeDocument/2006/relationships/image" Target="../media/image7.png"/><Relationship Id="rId43" Type="http://schemas.openxmlformats.org/officeDocument/2006/relationships/image" Target="../media/image99.png"/><Relationship Id="rId8" Type="http://schemas.openxmlformats.org/officeDocument/2006/relationships/image" Target="../media/image67.png"/><Relationship Id="rId3" Type="http://schemas.openxmlformats.org/officeDocument/2006/relationships/image" Target="../media/image62.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33" Type="http://schemas.openxmlformats.org/officeDocument/2006/relationships/image" Target="../media/image90.png"/><Relationship Id="rId38" Type="http://schemas.openxmlformats.org/officeDocument/2006/relationships/image" Target="../media/image94.png"/></Relationships>
</file>

<file path=ppt/slides/_rels/slide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7.xml"/><Relationship Id="rId16" Type="http://schemas.openxmlformats.org/officeDocument/2006/relationships/image" Target="../media/image115.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s>
</file>

<file path=ppt/slides/_rels/slide8.xml.rels><?xml version="1.0" encoding="UTF-8" standalone="yes"?>
<Relationships xmlns="http://schemas.openxmlformats.org/package/2006/relationships"><Relationship Id="rId8" Type="http://schemas.openxmlformats.org/officeDocument/2006/relationships/image" Target="../media/image121.png"/><Relationship Id="rId13" Type="http://schemas.openxmlformats.org/officeDocument/2006/relationships/image" Target="../media/image126.png"/><Relationship Id="rId18" Type="http://schemas.openxmlformats.org/officeDocument/2006/relationships/image" Target="../media/image131.png"/><Relationship Id="rId26" Type="http://schemas.openxmlformats.org/officeDocument/2006/relationships/image" Target="../media/image139.png"/><Relationship Id="rId3" Type="http://schemas.openxmlformats.org/officeDocument/2006/relationships/image" Target="../media/image116.png"/><Relationship Id="rId21" Type="http://schemas.openxmlformats.org/officeDocument/2006/relationships/image" Target="../media/image134.png"/><Relationship Id="rId7" Type="http://schemas.openxmlformats.org/officeDocument/2006/relationships/image" Target="../media/image120.png"/><Relationship Id="rId12" Type="http://schemas.openxmlformats.org/officeDocument/2006/relationships/image" Target="../media/image125.png"/><Relationship Id="rId17" Type="http://schemas.openxmlformats.org/officeDocument/2006/relationships/image" Target="../media/image130.png"/><Relationship Id="rId25" Type="http://schemas.openxmlformats.org/officeDocument/2006/relationships/image" Target="../media/image138.png"/><Relationship Id="rId2" Type="http://schemas.openxmlformats.org/officeDocument/2006/relationships/notesSlide" Target="../notesSlides/notesSlide8.xml"/><Relationship Id="rId16" Type="http://schemas.openxmlformats.org/officeDocument/2006/relationships/image" Target="../media/image129.png"/><Relationship Id="rId20" Type="http://schemas.openxmlformats.org/officeDocument/2006/relationships/image" Target="../media/image133.png"/><Relationship Id="rId29" Type="http://schemas.openxmlformats.org/officeDocument/2006/relationships/image" Target="../media/image142.png"/><Relationship Id="rId1" Type="http://schemas.openxmlformats.org/officeDocument/2006/relationships/slideLayout" Target="../slideLayouts/slideLayout3.xml"/><Relationship Id="rId6" Type="http://schemas.openxmlformats.org/officeDocument/2006/relationships/image" Target="../media/image119.png"/><Relationship Id="rId11" Type="http://schemas.openxmlformats.org/officeDocument/2006/relationships/image" Target="../media/image124.png"/><Relationship Id="rId24" Type="http://schemas.openxmlformats.org/officeDocument/2006/relationships/image" Target="../media/image137.png"/><Relationship Id="rId5" Type="http://schemas.openxmlformats.org/officeDocument/2006/relationships/image" Target="../media/image118.png"/><Relationship Id="rId15" Type="http://schemas.openxmlformats.org/officeDocument/2006/relationships/image" Target="../media/image128.png"/><Relationship Id="rId23" Type="http://schemas.openxmlformats.org/officeDocument/2006/relationships/image" Target="../media/image136.png"/><Relationship Id="rId28" Type="http://schemas.openxmlformats.org/officeDocument/2006/relationships/image" Target="../media/image141.png"/><Relationship Id="rId10" Type="http://schemas.openxmlformats.org/officeDocument/2006/relationships/image" Target="../media/image123.png"/><Relationship Id="rId19" Type="http://schemas.openxmlformats.org/officeDocument/2006/relationships/image" Target="../media/image132.png"/><Relationship Id="rId4" Type="http://schemas.openxmlformats.org/officeDocument/2006/relationships/image" Target="../media/image117.png"/><Relationship Id="rId9" Type="http://schemas.openxmlformats.org/officeDocument/2006/relationships/image" Target="../media/image122.png"/><Relationship Id="rId14" Type="http://schemas.openxmlformats.org/officeDocument/2006/relationships/image" Target="../media/image127.png"/><Relationship Id="rId22" Type="http://schemas.openxmlformats.org/officeDocument/2006/relationships/image" Target="../media/image135.png"/><Relationship Id="rId27" Type="http://schemas.openxmlformats.org/officeDocument/2006/relationships/image" Target="../media/image140.png"/><Relationship Id="rId30" Type="http://schemas.openxmlformats.org/officeDocument/2006/relationships/image" Target="../media/image143.png"/></Relationships>
</file>

<file path=ppt/slides/_rels/slide9.xml.rels><?xml version="1.0" encoding="UTF-8" standalone="yes"?>
<Relationships xmlns="http://schemas.openxmlformats.org/package/2006/relationships"><Relationship Id="rId8" Type="http://schemas.openxmlformats.org/officeDocument/2006/relationships/image" Target="../media/image149.png"/><Relationship Id="rId13" Type="http://schemas.openxmlformats.org/officeDocument/2006/relationships/image" Target="../media/image154.png"/><Relationship Id="rId3" Type="http://schemas.openxmlformats.org/officeDocument/2006/relationships/image" Target="../media/image144.png"/><Relationship Id="rId7" Type="http://schemas.openxmlformats.org/officeDocument/2006/relationships/image" Target="../media/image148.png"/><Relationship Id="rId12" Type="http://schemas.openxmlformats.org/officeDocument/2006/relationships/image" Target="../media/image15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7.png"/><Relationship Id="rId11" Type="http://schemas.openxmlformats.org/officeDocument/2006/relationships/image" Target="../media/image152.png"/><Relationship Id="rId5" Type="http://schemas.openxmlformats.org/officeDocument/2006/relationships/image" Target="../media/image146.png"/><Relationship Id="rId15" Type="http://schemas.openxmlformats.org/officeDocument/2006/relationships/image" Target="../media/image156.png"/><Relationship Id="rId10" Type="http://schemas.openxmlformats.org/officeDocument/2006/relationships/image" Target="../media/image151.png"/><Relationship Id="rId4" Type="http://schemas.openxmlformats.org/officeDocument/2006/relationships/image" Target="../media/image145.png"/><Relationship Id="rId9" Type="http://schemas.openxmlformats.org/officeDocument/2006/relationships/image" Target="../media/image150.png"/><Relationship Id="rId14" Type="http://schemas.openxmlformats.org/officeDocument/2006/relationships/image" Target="../media/image155.png"/></Relationships>
</file>

<file path=ppt/slides/_rels/slide10.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image" Target="../media/image167.png"/><Relationship Id="rId3" Type="http://schemas.openxmlformats.org/officeDocument/2006/relationships/image" Target="../media/image157.png"/><Relationship Id="rId7" Type="http://schemas.openxmlformats.org/officeDocument/2006/relationships/image" Target="../media/image161.png"/><Relationship Id="rId12" Type="http://schemas.openxmlformats.org/officeDocument/2006/relationships/image" Target="../media/image166.png"/><Relationship Id="rId2" Type="http://schemas.openxmlformats.org/officeDocument/2006/relationships/notesSlide" Target="../notesSlides/notesSlide10.xml"/><Relationship Id="rId16" Type="http://schemas.openxmlformats.org/officeDocument/2006/relationships/image" Target="../media/image170.png"/><Relationship Id="rId1" Type="http://schemas.openxmlformats.org/officeDocument/2006/relationships/slideLayout" Target="../slideLayouts/slideLayout3.xml"/><Relationship Id="rId6" Type="http://schemas.openxmlformats.org/officeDocument/2006/relationships/image" Target="../media/image160.png"/><Relationship Id="rId11" Type="http://schemas.openxmlformats.org/officeDocument/2006/relationships/image" Target="../media/image165.png"/><Relationship Id="rId5" Type="http://schemas.openxmlformats.org/officeDocument/2006/relationships/image" Target="../media/image159.png"/><Relationship Id="rId15" Type="http://schemas.openxmlformats.org/officeDocument/2006/relationships/image" Target="../media/image169.png"/><Relationship Id="rId10" Type="http://schemas.openxmlformats.org/officeDocument/2006/relationships/image" Target="../media/image164.png"/><Relationship Id="rId4" Type="http://schemas.openxmlformats.org/officeDocument/2006/relationships/image" Target="../media/image158.png"/><Relationship Id="rId9" Type="http://schemas.openxmlformats.org/officeDocument/2006/relationships/image" Target="../media/image163.png"/><Relationship Id="rId14" Type="http://schemas.openxmlformats.org/officeDocument/2006/relationships/image" Target="../media/image16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p:nvPr/>
        </p:nvSpPr>
        <p:spPr>
          <a:xfrm>
            <a:off x="560004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52" name="Google Shape;652;p1"/>
          <p:cNvSpPr/>
          <p:nvPr/>
        </p:nvSpPr>
        <p:spPr>
          <a:xfrm>
            <a:off x="5925600" y="5085080"/>
            <a:ext cx="139984" cy="8117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53" name="Google Shape;653;p1"/>
          <p:cNvPicPr preferRelativeResize="0"/>
          <p:nvPr/>
        </p:nvPicPr>
        <p:blipFill rotWithShape="1">
          <a:blip r:embed="rId3">
            <a:alphaModFix/>
          </a:blip>
          <a:srcRect l="19" r="19"/>
          <a:stretch/>
        </p:blipFill>
        <p:spPr>
          <a:xfrm rot="713630">
            <a:off x="7581276" y="4131198"/>
            <a:ext cx="1071651" cy="151678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69"/>
          <a:stretch/>
        </p:blipFill>
        <p:spPr>
          <a:xfrm rot="193083">
            <a:off x="6666994" y="3998204"/>
            <a:ext cx="1071653" cy="1516786"/>
          </a:xfrm>
          <a:prstGeom prst="rect">
            <a:avLst/>
          </a:prstGeom>
          <a:noFill/>
          <a:ln>
            <a:noFill/>
          </a:ln>
          <a:effectLst>
            <a:outerShdw blurRad="71438" dist="38100" dir="5220000" algn="bl" rotWithShape="0">
              <a:srgbClr val="000000">
                <a:alpha val="20000"/>
              </a:srgbClr>
            </a:outerShdw>
          </a:effectLst>
        </p:spPr>
      </p:pic>
      <p:pic>
        <p:nvPicPr>
          <p:cNvPr id="655" name="Google Shape;655;p1"/>
          <p:cNvPicPr preferRelativeResize="0"/>
          <p:nvPr/>
        </p:nvPicPr>
        <p:blipFill rotWithShape="1">
          <a:blip r:embed="rId5">
            <a:alphaModFix/>
          </a:blip>
          <a:srcRect l="19" r="19"/>
          <a:stretch/>
        </p:blipFill>
        <p:spPr>
          <a:xfrm rot="-313764">
            <a:off x="5805285" y="4012380"/>
            <a:ext cx="1071652" cy="1516785"/>
          </a:xfrm>
          <a:prstGeom prst="rect">
            <a:avLst/>
          </a:prstGeom>
          <a:noFill/>
          <a:ln>
            <a:noFill/>
          </a:ln>
          <a:effectLst>
            <a:outerShdw blurRad="71438" dist="38100" dir="5220000" algn="bl" rotWithShape="0">
              <a:srgbClr val="000000">
                <a:alpha val="20000"/>
              </a:srgbClr>
            </a:outerShdw>
          </a:effectLst>
        </p:spPr>
      </p:pic>
      <p:pic>
        <p:nvPicPr>
          <p:cNvPr id="656" name="Google Shape;656;p1"/>
          <p:cNvPicPr preferRelativeResize="0"/>
          <p:nvPr/>
        </p:nvPicPr>
        <p:blipFill rotWithShape="1">
          <a:blip r:embed="rId6">
            <a:alphaModFix/>
          </a:blip>
          <a:srcRect l="79" r="69"/>
          <a:stretch/>
        </p:blipFill>
        <p:spPr>
          <a:xfrm rot="-781538">
            <a:off x="4887937" y="4198809"/>
            <a:ext cx="1071653" cy="1516788"/>
          </a:xfrm>
          <a:prstGeom prst="rect">
            <a:avLst/>
          </a:prstGeom>
          <a:noFill/>
          <a:ln>
            <a:noFill/>
          </a:ln>
          <a:effectLst>
            <a:outerShdw blurRad="71438" dist="38100" dir="5220000" algn="bl" rotWithShape="0">
              <a:srgbClr val="000000">
                <a:alpha val="20000"/>
              </a:srgbClr>
            </a:outerShdw>
          </a:effectLst>
        </p:spPr>
      </p:pic>
      <p:sp>
        <p:nvSpPr>
          <p:cNvPr id="657" name="Google Shape;65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/ee/; </a:t>
            </a:r>
            <a:br>
              <a:rPr lang="en-US" sz="3000"/>
            </a:br>
            <a:r>
              <a:rPr lang="en-US" sz="3000"/>
              <a:t>ee / ea / ey / e-e</a:t>
            </a:r>
            <a:endParaRPr sz="3000"/>
          </a:p>
        </p:txBody>
      </p:sp>
      <p:sp>
        <p:nvSpPr>
          <p:cNvPr id="658" name="Google Shape;658;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6</a:t>
            </a:r>
            <a:endParaRPr/>
          </a:p>
        </p:txBody>
      </p:sp>
      <p:graphicFrame>
        <p:nvGraphicFramePr>
          <p:cNvPr id="659" name="Google Shape;659;p1"/>
          <p:cNvGraphicFramePr/>
          <p:nvPr/>
        </p:nvGraphicFramePr>
        <p:xfrm>
          <a:off x="4844200" y="1646527"/>
          <a:ext cx="3784875" cy="2032200"/>
        </p:xfrm>
        <a:graphic>
          <a:graphicData uri="http://schemas.openxmlformats.org/drawingml/2006/table">
            <a:tbl>
              <a:tblPr firstRow="1" bandRow="1">
                <a:noFill/>
                <a:tableStyleId>{08257A35-A353-4141-AA73-02F58BFACC7D}</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/ee/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/igh/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/ee/</a:t>
            </a:r>
            <a:r>
              <a:rPr lang="en-US"/>
              <a:t> sound family spelling patterns.</a:t>
            </a:r>
            <a:endParaRPr/>
          </a:p>
        </p:txBody>
      </p:sp>
      <p:sp>
        <p:nvSpPr>
          <p:cNvPr id="666" name="Google Shape;666;g2bee4f4af4b_0_204"/>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7" name="Google Shape;667;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8" name="Google Shape;668;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9" name="Google Shape;669;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70" name="Google Shape;670;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1" name="Google Shape;671;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72" name="Google Shape;672;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73" name="Google Shape;673;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4" name="Google Shape;674;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5" name="Google Shape;675;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6" name="Google Shape;676;g2bee4f4af4b_0_204">
            <a:hlinkClick r:id="rId6" action="ppaction://hlinksldjump"/>
          </p:cNvPr>
          <p:cNvSpPr/>
          <p:nvPr/>
        </p:nvSpPr>
        <p:spPr>
          <a:xfrm>
            <a:off x="922538"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7" action="ppaction://hlinksldjump"/>
          </p:cNvPr>
          <p:cNvSpPr/>
          <p:nvPr/>
        </p:nvSpPr>
        <p:spPr>
          <a:xfrm>
            <a:off x="3298550" y="381742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8" action="ppaction://hlinksldjump"/>
          </p:cNvPr>
          <p:cNvSpPr/>
          <p:nvPr/>
        </p:nvSpPr>
        <p:spPr>
          <a:xfrm>
            <a:off x="2076239"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2623396" y="2053250"/>
            <a:ext cx="1747066" cy="2472849"/>
          </a:xfrm>
          <a:prstGeom prst="rect">
            <a:avLst/>
          </a:prstGeom>
          <a:noFill/>
          <a:ln>
            <a:noFill/>
          </a:ln>
          <a:effectLst>
            <a:outerShdw blurRad="71438" dist="28575" dir="5400000" algn="bl" rotWithShape="0">
              <a:srgbClr val="000000">
                <a:alpha val="16078"/>
              </a:srgbClr>
            </a:outerShdw>
          </a:effectLst>
        </p:spPr>
      </p:pic>
      <p:pic>
        <p:nvPicPr>
          <p:cNvPr id="800" name="Google Shape;800;g2cdbdd49f8e_0_0"/>
          <p:cNvPicPr preferRelativeResize="0"/>
          <p:nvPr/>
        </p:nvPicPr>
        <p:blipFill rotWithShape="1">
          <a:blip r:embed="rId4">
            <a:alphaModFix/>
          </a:blip>
          <a:srcRect l="19" r="29"/>
          <a:stretch/>
        </p:blipFill>
        <p:spPr>
          <a:xfrm>
            <a:off x="4773538" y="2053250"/>
            <a:ext cx="1747066" cy="2472848"/>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7" name="Google Shape;807;g26b7edf6e71_0_109"/>
          <p:cNvGrpSpPr/>
          <p:nvPr/>
        </p:nvGrpSpPr>
        <p:grpSpPr>
          <a:xfrm>
            <a:off x="865957" y="2135925"/>
            <a:ext cx="7282807" cy="2686611"/>
            <a:chOff x="867357" y="2129450"/>
            <a:chExt cx="7282807" cy="2686611"/>
          </a:xfrm>
        </p:grpSpPr>
        <p:pic>
          <p:nvPicPr>
            <p:cNvPr id="808" name="Google Shape;80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9" name="Google Shape;80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8" name="Google Shape;828;g2c298d33e0c_0_6"/>
          <p:cNvGrpSpPr/>
          <p:nvPr/>
        </p:nvGrpSpPr>
        <p:grpSpPr>
          <a:xfrm>
            <a:off x="866900" y="2133161"/>
            <a:ext cx="7281864" cy="2684601"/>
            <a:chOff x="868300" y="2129450"/>
            <a:chExt cx="7281864" cy="2684601"/>
          </a:xfrm>
        </p:grpSpPr>
        <p:pic>
          <p:nvPicPr>
            <p:cNvPr id="829" name="Google Shape;82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3" name="Google Shape;83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3" name="Google Shape;863;g2c298da1f27_0_455"/>
          <p:cNvGrpSpPr/>
          <p:nvPr/>
        </p:nvGrpSpPr>
        <p:grpSpPr>
          <a:xfrm>
            <a:off x="868300" y="2129450"/>
            <a:ext cx="7281864" cy="2684601"/>
            <a:chOff x="868300" y="2053250"/>
            <a:chExt cx="7281864" cy="2684601"/>
          </a:xfrm>
        </p:grpSpPr>
        <p:pic>
          <p:nvPicPr>
            <p:cNvPr id="864" name="Google Shape;864;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5" name="Google Shape;865;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2" name="Google Shape;872;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3" name="Google Shape;883;g2c298da1f27_1_0"/>
          <p:cNvGrpSpPr/>
          <p:nvPr/>
        </p:nvGrpSpPr>
        <p:grpSpPr>
          <a:xfrm>
            <a:off x="868300" y="2129450"/>
            <a:ext cx="7281864" cy="2688001"/>
            <a:chOff x="868300" y="2129450"/>
            <a:chExt cx="7281864" cy="2688001"/>
          </a:xfrm>
        </p:grpSpPr>
        <p:pic>
          <p:nvPicPr>
            <p:cNvPr id="884" name="Google Shape;884;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5" name="Google Shape;885;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2" name="Google Shape;892;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03" name="Google Shape;90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4" name="Google Shape;90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05" name="Google Shape;90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06" name="Google Shape;90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07" name="Google Shape;907;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tr</a:t>
            </a:r>
            <a:r>
              <a:rPr lang="en-US" sz="5800" b="0" i="0" u="none" strike="noStrike" cap="none">
                <a:solidFill>
                  <a:srgbClr val="00904C"/>
                </a:solidFill>
                <a:latin typeface="Jost"/>
                <a:ea typeface="Jost"/>
                <a:cs typeface="Jost"/>
                <a:sym typeface="Jost"/>
              </a:rPr>
              <a:t>ee</a:t>
            </a:r>
            <a:endParaRPr sz="5800" b="0" i="0" u="none" strike="noStrike" cap="none">
              <a:solidFill>
                <a:srgbClr val="00904C"/>
              </a:solidFill>
              <a:latin typeface="Jost"/>
              <a:ea typeface="Jost"/>
              <a:cs typeface="Jost"/>
              <a:sym typeface="Jost"/>
            </a:endParaRPr>
          </a:p>
        </p:txBody>
      </p:sp>
      <p:sp>
        <p:nvSpPr>
          <p:cNvPr id="908" name="Google Shape;908;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sw</a:t>
            </a:r>
            <a:r>
              <a:rPr lang="en-US" sz="5800" b="0" i="0" u="none" strike="noStrike" cap="none">
                <a:solidFill>
                  <a:srgbClr val="00904C"/>
                </a:solidFill>
                <a:latin typeface="Jost"/>
                <a:ea typeface="Jost"/>
                <a:cs typeface="Jost"/>
                <a:sym typeface="Jost"/>
              </a:rPr>
              <a:t>ee</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09" name="Google Shape;909;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thr</a:t>
            </a:r>
            <a:r>
              <a:rPr lang="en-US" sz="5800" b="0" i="0" u="none" strike="noStrike" cap="none">
                <a:solidFill>
                  <a:srgbClr val="00904C"/>
                </a:solidFill>
                <a:latin typeface="Jost"/>
                <a:ea typeface="Jost"/>
                <a:cs typeface="Jost"/>
                <a:sym typeface="Jost"/>
              </a:rPr>
              <a:t>ee</a:t>
            </a:r>
            <a:endParaRPr sz="5800" b="0" i="0" u="none" strike="noStrike" cap="none">
              <a:solidFill>
                <a:srgbClr val="00904C"/>
              </a:solidFill>
              <a:latin typeface="Jost"/>
              <a:ea typeface="Jost"/>
              <a:cs typeface="Jost"/>
              <a:sym typeface="Jost"/>
            </a:endParaRPr>
          </a:p>
        </p:txBody>
      </p:sp>
      <p:sp>
        <p:nvSpPr>
          <p:cNvPr id="910" name="Google Shape;910;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g2d27a1ffd0a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7" name="Google Shape;917;g2d27a1ffd0a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8" name="Google Shape;918;g2d27a1ffd0a_0_1"/>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19" name="Google Shape;919;g2d27a1ffd0a_0_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20" name="Google Shape;920;g2d27a1ffd0a_0_1"/>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815137"/>
                </a:solidFill>
                <a:latin typeface="Jost"/>
                <a:ea typeface="Jost"/>
                <a:cs typeface="Jost"/>
                <a:sym typeface="Jost"/>
              </a:rPr>
              <a:t>e</a:t>
            </a:r>
            <a:r>
              <a:rPr lang="en-US" sz="5000" b="0" i="0" u="none" strike="noStrike" cap="none">
                <a:solidFill>
                  <a:srgbClr val="815137"/>
                </a:solidFill>
                <a:latin typeface="Poppins"/>
                <a:ea typeface="Poppins"/>
                <a:cs typeface="Poppins"/>
                <a:sym typeface="Poppins"/>
              </a:rPr>
              <a:t>a</a:t>
            </a:r>
            <a:endParaRPr sz="5700" b="0" i="0" u="none" strike="noStrike" cap="none">
              <a:solidFill>
                <a:srgbClr val="815137"/>
              </a:solidFill>
              <a:latin typeface="Jost"/>
              <a:ea typeface="Jost"/>
              <a:cs typeface="Jost"/>
              <a:sym typeface="Jost"/>
            </a:endParaRPr>
          </a:p>
        </p:txBody>
      </p:sp>
      <p:sp>
        <p:nvSpPr>
          <p:cNvPr id="921" name="Google Shape;921;g2d27a1ffd0a_0_1"/>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scr</a:t>
            </a:r>
            <a:r>
              <a:rPr lang="en-US" sz="5800" b="0" i="0" u="none" strike="noStrike" cap="none">
                <a:solidFill>
                  <a:srgbClr val="815137"/>
                </a:solidFill>
                <a:latin typeface="Jost"/>
                <a:ea typeface="Jost"/>
                <a:cs typeface="Jost"/>
                <a:sym typeface="Jost"/>
              </a:rPr>
              <a:t>e</a:t>
            </a:r>
            <a:r>
              <a:rPr lang="en-US" sz="5000" b="0" i="0" u="none" strike="noStrike" cap="none">
                <a:solidFill>
                  <a:srgbClr val="815137"/>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m</a:t>
            </a:r>
            <a:endParaRPr sz="5800" b="0" i="0" u="none" strike="noStrike" cap="none">
              <a:solidFill>
                <a:srgbClr val="2356AF"/>
              </a:solidFill>
              <a:latin typeface="Jost"/>
              <a:ea typeface="Jost"/>
              <a:cs typeface="Jost"/>
              <a:sym typeface="Jost"/>
            </a:endParaRPr>
          </a:p>
        </p:txBody>
      </p:sp>
      <p:sp>
        <p:nvSpPr>
          <p:cNvPr id="922" name="Google Shape;922;g2d27a1ffd0a_0_1"/>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l</a:t>
            </a:r>
            <a:r>
              <a:rPr lang="en-US" sz="5800" b="0" i="0" u="none" strike="noStrike" cap="none">
                <a:solidFill>
                  <a:srgbClr val="815137"/>
                </a:solidFill>
                <a:latin typeface="Jost"/>
                <a:ea typeface="Jost"/>
                <a:cs typeface="Jost"/>
                <a:sym typeface="Jost"/>
              </a:rPr>
              <a:t>e</a:t>
            </a:r>
            <a:r>
              <a:rPr lang="en-US" sz="5000" b="0" i="0" u="none" strike="noStrike" cap="none">
                <a:solidFill>
                  <a:srgbClr val="815137"/>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f</a:t>
            </a:r>
            <a:endParaRPr sz="5800" b="0" i="0" u="none" strike="noStrike" cap="none">
              <a:solidFill>
                <a:srgbClr val="2356AF"/>
              </a:solidFill>
              <a:latin typeface="Jost"/>
              <a:ea typeface="Jost"/>
              <a:cs typeface="Jost"/>
              <a:sym typeface="Jost"/>
            </a:endParaRPr>
          </a:p>
        </p:txBody>
      </p:sp>
      <p:sp>
        <p:nvSpPr>
          <p:cNvPr id="923" name="Google Shape;923;g2d27a1ffd0a_0_1"/>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d27a1ffd0a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0" name="Google Shape;930;g2d27a1ffd0a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1" name="Google Shape;931;g2d27a1ffd0a_0_13"/>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2" name="Google Shape;932;g2d27a1ffd0a_0_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3" name="Google Shape;933;g2d27a1ffd0a_0_13"/>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donk</a:t>
            </a:r>
            <a:r>
              <a:rPr lang="en-US" sz="5800" b="0" i="0" u="none" strike="noStrike" cap="none">
                <a:solidFill>
                  <a:srgbClr val="00904C"/>
                </a:solidFill>
                <a:latin typeface="Jost"/>
                <a:ea typeface="Jost"/>
                <a:cs typeface="Jost"/>
                <a:sym typeface="Jost"/>
              </a:rPr>
              <a:t>ey</a:t>
            </a:r>
            <a:endParaRPr sz="5800" b="0" i="0" u="none" strike="noStrike" cap="none">
              <a:solidFill>
                <a:srgbClr val="00904C"/>
              </a:solidFill>
              <a:latin typeface="Jost"/>
              <a:ea typeface="Jost"/>
              <a:cs typeface="Jost"/>
              <a:sym typeface="Jost"/>
            </a:endParaRPr>
          </a:p>
        </p:txBody>
      </p:sp>
      <p:sp>
        <p:nvSpPr>
          <p:cNvPr id="934" name="Google Shape;934;g2d27a1ffd0a_0_13"/>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k</a:t>
            </a:r>
            <a:r>
              <a:rPr lang="en-US" sz="5800" b="0" i="0" u="none" strike="noStrike" cap="none">
                <a:solidFill>
                  <a:srgbClr val="00904C"/>
                </a:solidFill>
                <a:latin typeface="Jost"/>
                <a:ea typeface="Jost"/>
                <a:cs typeface="Jost"/>
                <a:sym typeface="Jost"/>
              </a:rPr>
              <a:t>ey</a:t>
            </a:r>
            <a:endParaRPr sz="5800" b="0" i="0" u="none" strike="noStrike" cap="none">
              <a:solidFill>
                <a:srgbClr val="00904C"/>
              </a:solidFill>
              <a:latin typeface="Jost"/>
              <a:ea typeface="Jost"/>
              <a:cs typeface="Jost"/>
              <a:sym typeface="Jost"/>
            </a:endParaRPr>
          </a:p>
        </p:txBody>
      </p:sp>
      <p:sp>
        <p:nvSpPr>
          <p:cNvPr id="935" name="Google Shape;935;g2d27a1ffd0a_0_13"/>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turk</a:t>
            </a:r>
            <a:r>
              <a:rPr lang="en-US" sz="5800" b="0" i="0" u="none" strike="noStrike" cap="none">
                <a:solidFill>
                  <a:srgbClr val="00904C"/>
                </a:solidFill>
                <a:latin typeface="Jost"/>
                <a:ea typeface="Jost"/>
                <a:cs typeface="Jost"/>
                <a:sym typeface="Jost"/>
              </a:rPr>
              <a:t>ey</a:t>
            </a:r>
            <a:endParaRPr sz="5800" b="0" i="0" u="none" strike="noStrike" cap="none">
              <a:solidFill>
                <a:srgbClr val="00904C"/>
              </a:solidFill>
              <a:latin typeface="Jost"/>
              <a:ea typeface="Jost"/>
              <a:cs typeface="Jost"/>
              <a:sym typeface="Jost"/>
            </a:endParaRPr>
          </a:p>
        </p:txBody>
      </p:sp>
      <p:sp>
        <p:nvSpPr>
          <p:cNvPr id="936" name="Google Shape;936;g2d27a1ffd0a_0_1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19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d27a1ffd0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3" name="Google Shape;943;g2d27a1ffd0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4" name="Google Shape;944;g2d27a1ffd0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5" name="Google Shape;945;g2d27a1ffd0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6" name="Google Shape;946;g2d27a1ffd0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extr</a:t>
            </a: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m</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47" name="Google Shape;947;g2d27a1ffd0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th</a:t>
            </a: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m</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48" name="Google Shape;948;g2d27a1ffd0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v</a:t>
            </a: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ning</a:t>
            </a:r>
            <a:endParaRPr sz="5800" b="0" i="0" u="none" strike="noStrike" cap="none">
              <a:solidFill>
                <a:srgbClr val="2356AF"/>
              </a:solidFill>
              <a:latin typeface="Jost"/>
              <a:ea typeface="Jost"/>
              <a:cs typeface="Jost"/>
              <a:sym typeface="Jost"/>
            </a:endParaRPr>
          </a:p>
        </p:txBody>
      </p:sp>
      <p:sp>
        <p:nvSpPr>
          <p:cNvPr id="949" name="Google Shape;949;g2d27a1ffd0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22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6" name="Google Shape;95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7" name="Google Shape;95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8" name="Google Shape;95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5" name="Google Shape;96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6" name="Google Shape;96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7" name="Google Shape;96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4" name="Google Shape;97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5" name="Google Shape;97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6" name="Google Shape;97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3" name="Google Shape;98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4" name="Google Shape;98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5" name="Google Shape;98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92" name="Google Shape;992;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93" name="Google Shape;993;g2d1eea302f1_0_6"/>
          <p:cNvGrpSpPr/>
          <p:nvPr/>
        </p:nvGrpSpPr>
        <p:grpSpPr>
          <a:xfrm>
            <a:off x="3024000" y="209875"/>
            <a:ext cx="3096000" cy="454800"/>
            <a:chOff x="3024000" y="209875"/>
            <a:chExt cx="3096000" cy="454800"/>
          </a:xfrm>
        </p:grpSpPr>
        <p:sp>
          <p:nvSpPr>
            <p:cNvPr id="994" name="Google Shape;994;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5" name="Google Shape;995;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96" name="Google Shape;996;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97" name="Google Shape;997;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8" name="Google Shape;998;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9" name="Google Shape;999;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00" name="Google Shape;1000;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01" name="Google Shape;1001;g2d1eea302f1_0_6"/>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02" name="Google Shape;1002;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03" name="Google Shape;1003;g2d1eea302f1_0_6"/>
          <p:cNvSpPr txBox="1"/>
          <p:nvPr/>
        </p:nvSpPr>
        <p:spPr>
          <a:xfrm>
            <a:off x="310251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04" name="Google Shape;1004;g2d1eea302f1_0_6"/>
          <p:cNvSpPr txBox="1"/>
          <p:nvPr/>
        </p:nvSpPr>
        <p:spPr>
          <a:xfrm>
            <a:off x="406322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5" name="Google Shape;1005;g2d1eea302f1_0_6"/>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5400" b="0" i="0" u="none" strike="noStrike" cap="none">
              <a:solidFill>
                <a:srgbClr val="815137"/>
              </a:solidFill>
              <a:latin typeface="Jost"/>
              <a:ea typeface="Jost"/>
              <a:cs typeface="Jost"/>
              <a:sym typeface="Jost"/>
            </a:endParaRPr>
          </a:p>
        </p:txBody>
      </p:sp>
      <p:sp>
        <p:nvSpPr>
          <p:cNvPr id="1006" name="Google Shape;1006;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07" name="Google Shape;1007;g2d1eea302f1_0_6"/>
          <p:cNvSpPr txBox="1"/>
          <p:nvPr/>
        </p:nvSpPr>
        <p:spPr>
          <a:xfrm>
            <a:off x="406322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08" name="Google Shape;1008;g2d1eea302f1_0_6"/>
          <p:cNvSpPr txBox="1"/>
          <p:nvPr/>
        </p:nvSpPr>
        <p:spPr>
          <a:xfrm>
            <a:off x="2141809"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009" name="Google Shape;1009;g2d1eea302f1_0_6"/>
          <p:cNvSpPr txBox="1"/>
          <p:nvPr/>
        </p:nvSpPr>
        <p:spPr>
          <a:xfrm>
            <a:off x="3102517"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10" name="Google Shape;1010;g2d1eea302f1_0_6"/>
          <p:cNvSpPr txBox="1"/>
          <p:nvPr/>
        </p:nvSpPr>
        <p:spPr>
          <a:xfrm>
            <a:off x="502393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ck</a:t>
            </a:r>
            <a:endParaRPr sz="5500" b="0" i="0" u="none" strike="noStrike" cap="none">
              <a:solidFill>
                <a:srgbClr val="FFD403"/>
              </a:solidFill>
              <a:latin typeface="Jost"/>
              <a:ea typeface="Jost"/>
              <a:cs typeface="Jost"/>
              <a:sym typeface="Jost"/>
            </a:endParaRPr>
          </a:p>
        </p:txBody>
      </p:sp>
      <p:sp>
        <p:nvSpPr>
          <p:cNvPr id="1011" name="Google Shape;1011;g2d1eea302f1_0_6"/>
          <p:cNvSpPr txBox="1"/>
          <p:nvPr/>
        </p:nvSpPr>
        <p:spPr>
          <a:xfrm>
            <a:off x="6945351" y="1833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012" name="Google Shape;1012;g2d1eea302f1_0_6"/>
          <p:cNvSpPr txBox="1"/>
          <p:nvPr/>
        </p:nvSpPr>
        <p:spPr>
          <a:xfrm>
            <a:off x="3012317" y="27402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e-e</a:t>
            </a:r>
            <a:endParaRPr sz="5500" b="0" i="0" u="none" strike="noStrike" cap="none">
              <a:solidFill>
                <a:srgbClr val="F7941D"/>
              </a:solidFill>
              <a:latin typeface="Jost"/>
              <a:ea typeface="Jost"/>
              <a:cs typeface="Jost"/>
              <a:sym typeface="Jost"/>
            </a:endParaRPr>
          </a:p>
        </p:txBody>
      </p:sp>
      <p:sp>
        <p:nvSpPr>
          <p:cNvPr id="1013" name="Google Shape;1013;g2d1eea302f1_0_6"/>
          <p:cNvSpPr txBox="1"/>
          <p:nvPr/>
        </p:nvSpPr>
        <p:spPr>
          <a:xfrm>
            <a:off x="598464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14" name="Google Shape;1014;g2d1eea302f1_0_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15" name="Google Shape;1015;g2d1eea302f1_0_6"/>
          <p:cNvSpPr txBox="1"/>
          <p:nvPr/>
        </p:nvSpPr>
        <p:spPr>
          <a:xfrm>
            <a:off x="209670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16" name="Google Shape;1016;g2d1eea302f1_0_6"/>
          <p:cNvSpPr txBox="1"/>
          <p:nvPr/>
        </p:nvSpPr>
        <p:spPr>
          <a:xfrm>
            <a:off x="41985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
        <p:nvSpPr>
          <p:cNvPr id="1017" name="Google Shape;1017;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18" name="Google Shape;1018;g2d1eea302f1_0_6"/>
          <p:cNvSpPr txBox="1"/>
          <p:nvPr/>
        </p:nvSpPr>
        <p:spPr>
          <a:xfrm>
            <a:off x="2141809"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19" name="Google Shape;1019;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20" name="Google Shape;1020;g2d1eea302f1_0_6"/>
          <p:cNvSpPr txBox="1"/>
          <p:nvPr/>
        </p:nvSpPr>
        <p:spPr>
          <a:xfrm>
            <a:off x="511413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00904D"/>
              </a:solidFill>
              <a:latin typeface="Jost"/>
              <a:ea typeface="Jost"/>
              <a:cs typeface="Jost"/>
              <a:sym typeface="Jost"/>
            </a:endParaRPr>
          </a:p>
        </p:txBody>
      </p:sp>
      <p:sp>
        <p:nvSpPr>
          <p:cNvPr id="1021" name="Google Shape;1021;g2d1eea302f1_0_6"/>
          <p:cNvSpPr txBox="1"/>
          <p:nvPr/>
        </p:nvSpPr>
        <p:spPr>
          <a:xfrm>
            <a:off x="602974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00904D"/>
              </a:solidFill>
              <a:latin typeface="Jost"/>
              <a:ea typeface="Jost"/>
              <a:cs typeface="Jost"/>
              <a:sym typeface="Jost"/>
            </a:endParaRPr>
          </a:p>
        </p:txBody>
      </p:sp>
      <p:sp>
        <p:nvSpPr>
          <p:cNvPr id="1022" name="Google Shape;1022;g2d1eea302f1_0_6"/>
          <p:cNvSpPr txBox="1"/>
          <p:nvPr/>
        </p:nvSpPr>
        <p:spPr>
          <a:xfrm>
            <a:off x="69453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cxnSp>
        <p:nvCxnSpPr>
          <p:cNvPr id="1023" name="Google Shape;1023;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d27a1ffd0a_0_4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0" name="Google Shape;1030;g2d27a1ffd0a_0_4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1" name="Google Shape;1031;g2d27a1ffd0a_0_46"/>
          <p:cNvGrpSpPr/>
          <p:nvPr/>
        </p:nvGrpSpPr>
        <p:grpSpPr>
          <a:xfrm>
            <a:off x="3024000" y="209875"/>
            <a:ext cx="3096000" cy="454800"/>
            <a:chOff x="3024000" y="209875"/>
            <a:chExt cx="3096000" cy="454800"/>
          </a:xfrm>
        </p:grpSpPr>
        <p:sp>
          <p:nvSpPr>
            <p:cNvPr id="1032" name="Google Shape;1032;g2d27a1ffd0a_0_4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3" name="Google Shape;1033;g2d27a1ffd0a_0_4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4" name="Google Shape;1034;g2d27a1ffd0a_0_4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35" name="Google Shape;1035;g2d27a1ffd0a_0_4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6" name="Google Shape;1036;g2d27a1ffd0a_0_4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7" name="Google Shape;1037;g2d27a1ffd0a_0_4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8" name="Google Shape;1038;g2d27a1ffd0a_0_4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39" name="Google Shape;1039;g2d27a1ffd0a_0_4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40" name="Google Shape;1040;g2d27a1ffd0a_0_46"/>
          <p:cNvSpPr txBox="1"/>
          <p:nvPr/>
        </p:nvSpPr>
        <p:spPr>
          <a:xfrm>
            <a:off x="5023937"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41" name="Google Shape;1041;g2d27a1ffd0a_0_4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42" name="Google Shape;1042;g2d27a1ffd0a_0_46"/>
          <p:cNvSpPr txBox="1"/>
          <p:nvPr/>
        </p:nvSpPr>
        <p:spPr>
          <a:xfrm>
            <a:off x="310251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3" name="Google Shape;1043;g2d27a1ffd0a_0_46"/>
          <p:cNvSpPr txBox="1"/>
          <p:nvPr/>
        </p:nvSpPr>
        <p:spPr>
          <a:xfrm>
            <a:off x="4063228"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cxnSp>
        <p:nvCxnSpPr>
          <p:cNvPr id="1044" name="Google Shape;1044;g2d27a1ffd0a_0_4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45" name="Google Shape;1045;g2d27a1ffd0a_0_46"/>
          <p:cNvSpPr txBox="1"/>
          <p:nvPr/>
        </p:nvSpPr>
        <p:spPr>
          <a:xfrm>
            <a:off x="598464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e</a:t>
            </a:r>
            <a:r>
              <a:rPr lang="en-US" sz="4700" b="0" i="0" u="none" strike="noStrike" cap="none">
                <a:solidFill>
                  <a:srgbClr val="815137"/>
                </a:solidFill>
                <a:latin typeface="Poppins"/>
                <a:ea typeface="Poppins"/>
                <a:cs typeface="Poppins"/>
                <a:sym typeface="Poppins"/>
              </a:rPr>
              <a:t>a</a:t>
            </a:r>
            <a:endParaRPr sz="5400" b="0" i="0" u="none" strike="noStrike" cap="none">
              <a:solidFill>
                <a:srgbClr val="815137"/>
              </a:solidFill>
              <a:latin typeface="Jost"/>
              <a:ea typeface="Jost"/>
              <a:cs typeface="Jost"/>
              <a:sym typeface="Jost"/>
            </a:endParaRPr>
          </a:p>
        </p:txBody>
      </p:sp>
      <p:sp>
        <p:nvSpPr>
          <p:cNvPr id="1046" name="Google Shape;1046;g2d27a1ffd0a_0_4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47" name="Google Shape;1047;g2d27a1ffd0a_0_46"/>
          <p:cNvSpPr txBox="1"/>
          <p:nvPr/>
        </p:nvSpPr>
        <p:spPr>
          <a:xfrm>
            <a:off x="406322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48" name="Google Shape;1048;g2d27a1ffd0a_0_46"/>
          <p:cNvSpPr txBox="1"/>
          <p:nvPr/>
        </p:nvSpPr>
        <p:spPr>
          <a:xfrm>
            <a:off x="2141809"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ey</a:t>
            </a:r>
            <a:endParaRPr sz="5500" b="0" i="0" u="none" strike="noStrike" cap="none">
              <a:solidFill>
                <a:srgbClr val="00904C"/>
              </a:solidFill>
              <a:latin typeface="Jost"/>
              <a:ea typeface="Jost"/>
              <a:cs typeface="Jost"/>
              <a:sym typeface="Jost"/>
            </a:endParaRPr>
          </a:p>
        </p:txBody>
      </p:sp>
      <p:sp>
        <p:nvSpPr>
          <p:cNvPr id="1049" name="Google Shape;1049;g2d27a1ffd0a_0_46"/>
          <p:cNvSpPr txBox="1"/>
          <p:nvPr/>
        </p:nvSpPr>
        <p:spPr>
          <a:xfrm>
            <a:off x="3102517"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50" name="Google Shape;1050;g2d27a1ffd0a_0_46"/>
          <p:cNvSpPr txBox="1"/>
          <p:nvPr/>
        </p:nvSpPr>
        <p:spPr>
          <a:xfrm>
            <a:off x="502393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ck</a:t>
            </a:r>
            <a:endParaRPr sz="5500" b="0" i="0" u="none" strike="noStrike" cap="none">
              <a:solidFill>
                <a:srgbClr val="FFD403"/>
              </a:solidFill>
              <a:latin typeface="Jost"/>
              <a:ea typeface="Jost"/>
              <a:cs typeface="Jost"/>
              <a:sym typeface="Jost"/>
            </a:endParaRPr>
          </a:p>
        </p:txBody>
      </p:sp>
      <p:sp>
        <p:nvSpPr>
          <p:cNvPr id="1051" name="Google Shape;1051;g2d27a1ffd0a_0_46"/>
          <p:cNvSpPr txBox="1"/>
          <p:nvPr/>
        </p:nvSpPr>
        <p:spPr>
          <a:xfrm>
            <a:off x="6945351" y="1833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4700" b="0" i="0" u="none" strike="noStrike" cap="none">
                <a:solidFill>
                  <a:srgbClr val="ED1C24"/>
                </a:solidFill>
                <a:latin typeface="Poppins"/>
                <a:ea typeface="Poppins"/>
                <a:cs typeface="Poppins"/>
                <a:sym typeface="Poppins"/>
              </a:rPr>
              <a:t>a</a:t>
            </a:r>
            <a:endParaRPr sz="5500" b="0" i="0" u="none" strike="noStrike" cap="none">
              <a:solidFill>
                <a:srgbClr val="ED1C24"/>
              </a:solidFill>
              <a:latin typeface="Jost"/>
              <a:ea typeface="Jost"/>
              <a:cs typeface="Jost"/>
              <a:sym typeface="Jost"/>
            </a:endParaRPr>
          </a:p>
        </p:txBody>
      </p:sp>
      <p:sp>
        <p:nvSpPr>
          <p:cNvPr id="1052" name="Google Shape;1052;g2d27a1ffd0a_0_46"/>
          <p:cNvSpPr txBox="1"/>
          <p:nvPr/>
        </p:nvSpPr>
        <p:spPr>
          <a:xfrm>
            <a:off x="3012317" y="2740250"/>
            <a:ext cx="1288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e-e</a:t>
            </a:r>
            <a:endParaRPr sz="5500" b="0" i="0" u="none" strike="noStrike" cap="none">
              <a:solidFill>
                <a:srgbClr val="F7941D"/>
              </a:solidFill>
              <a:latin typeface="Jost"/>
              <a:ea typeface="Jost"/>
              <a:cs typeface="Jost"/>
              <a:sym typeface="Jost"/>
            </a:endParaRPr>
          </a:p>
        </p:txBody>
      </p:sp>
      <p:sp>
        <p:nvSpPr>
          <p:cNvPr id="1053" name="Google Shape;1053;g2d27a1ffd0a_0_46"/>
          <p:cNvSpPr txBox="1"/>
          <p:nvPr/>
        </p:nvSpPr>
        <p:spPr>
          <a:xfrm>
            <a:off x="598464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54" name="Google Shape;1054;g2d27a1ffd0a_0_4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55" name="Google Shape;1055;g2d27a1ffd0a_0_46"/>
          <p:cNvSpPr txBox="1"/>
          <p:nvPr/>
        </p:nvSpPr>
        <p:spPr>
          <a:xfrm>
            <a:off x="209670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3"/>
                </a:solidFill>
                <a:latin typeface="Jost"/>
                <a:ea typeface="Jost"/>
                <a:cs typeface="Jost"/>
                <a:sym typeface="Jost"/>
              </a:rPr>
              <a:t>th</a:t>
            </a:r>
            <a:endParaRPr sz="5500" b="0" i="0" u="none" strike="noStrike" cap="none">
              <a:solidFill>
                <a:srgbClr val="FFD403"/>
              </a:solidFill>
              <a:latin typeface="Jost"/>
              <a:ea typeface="Jost"/>
              <a:cs typeface="Jost"/>
              <a:sym typeface="Jost"/>
            </a:endParaRPr>
          </a:p>
        </p:txBody>
      </p:sp>
      <p:sp>
        <p:nvSpPr>
          <p:cNvPr id="1056" name="Google Shape;1056;g2d27a1ffd0a_0_46"/>
          <p:cNvSpPr txBox="1"/>
          <p:nvPr/>
        </p:nvSpPr>
        <p:spPr>
          <a:xfrm>
            <a:off x="419852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00904D"/>
              </a:solidFill>
              <a:latin typeface="Jost"/>
              <a:ea typeface="Jost"/>
              <a:cs typeface="Jost"/>
              <a:sym typeface="Jost"/>
            </a:endParaRPr>
          </a:p>
        </p:txBody>
      </p:sp>
      <p:sp>
        <p:nvSpPr>
          <p:cNvPr id="1057" name="Google Shape;1057;g2d27a1ffd0a_0_46"/>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see feel 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me</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key jockey v</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lley theme delete</a:t>
            </a:r>
            <a:endParaRPr sz="1800" b="0" i="0" u="none" strike="noStrike" cap="none">
              <a:solidFill>
                <a:srgbClr val="B7B7B7"/>
              </a:solidFill>
              <a:latin typeface="Jost"/>
              <a:ea typeface="Jost"/>
              <a:cs typeface="Jost"/>
              <a:sym typeface="Jost"/>
            </a:endParaRPr>
          </a:p>
        </p:txBody>
      </p:sp>
      <p:sp>
        <p:nvSpPr>
          <p:cNvPr id="1058" name="Google Shape;1058;g2d27a1ffd0a_0_4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59" name="Google Shape;1059;g2d27a1ffd0a_0_46"/>
          <p:cNvSpPr txBox="1"/>
          <p:nvPr/>
        </p:nvSpPr>
        <p:spPr>
          <a:xfrm>
            <a:off x="2141809"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60" name="Google Shape;1060;g2d27a1ffd0a_0_4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1" name="Google Shape;1061;g2d27a1ffd0a_0_46"/>
          <p:cNvSpPr txBox="1"/>
          <p:nvPr/>
        </p:nvSpPr>
        <p:spPr>
          <a:xfrm>
            <a:off x="511413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00904D"/>
              </a:solidFill>
              <a:latin typeface="Jost"/>
              <a:ea typeface="Jost"/>
              <a:cs typeface="Jost"/>
              <a:sym typeface="Jost"/>
            </a:endParaRPr>
          </a:p>
        </p:txBody>
      </p:sp>
      <p:sp>
        <p:nvSpPr>
          <p:cNvPr id="1062" name="Google Shape;1062;g2d27a1ffd0a_0_46"/>
          <p:cNvSpPr txBox="1"/>
          <p:nvPr/>
        </p:nvSpPr>
        <p:spPr>
          <a:xfrm>
            <a:off x="602974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00904D"/>
              </a:solidFill>
              <a:latin typeface="Jost"/>
              <a:ea typeface="Jost"/>
              <a:cs typeface="Jost"/>
              <a:sym typeface="Jost"/>
            </a:endParaRPr>
          </a:p>
        </p:txBody>
      </p:sp>
      <p:sp>
        <p:nvSpPr>
          <p:cNvPr id="1063" name="Google Shape;1063;g2d27a1ffd0a_0_46"/>
          <p:cNvSpPr txBox="1"/>
          <p:nvPr/>
        </p:nvSpPr>
        <p:spPr>
          <a:xfrm>
            <a:off x="69453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428</Words>
  <Application>Microsoft Office PowerPoint</Application>
  <PresentationFormat>On-screen Show (4:3)</PresentationFormat>
  <Paragraphs>153</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Calibri</vt:lpstr>
      <vt:lpstr>Arial</vt:lpstr>
      <vt:lpstr>Jost</vt:lpstr>
      <vt:lpstr>Poppins SemiBold</vt:lpstr>
      <vt:lpstr>Poppins Medium</vt:lpstr>
      <vt:lpstr>Poppins</vt:lpstr>
      <vt:lpstr>Nunito Black</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Grapheme Caption</vt:lpstr>
      <vt:lpstr>Review Grapheme Caption</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2026-05-22T04:25:40Z</dcterms:modified>
</cp:coreProperties>
</file>