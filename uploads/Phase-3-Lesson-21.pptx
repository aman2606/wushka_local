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Jost" panose="020B0604020202020204" charset="0"/>
      <p:regular r:id="rId23"/>
      <p:bold r:id="rId24"/>
      <p:italic r:id="rId25"/>
      <p:boldItalic r:id="rId26"/>
    </p:embeddedFont>
    <p:embeddedFont>
      <p:font typeface="Mulish"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MjLU1ND/x1mFut8Gmddw6Rw8c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0E83158-76E9-4688-AD51-D2EC36BF15EA}">
  <a:tblStyle styleId="{D0E83158-76E9-4688-AD51-D2EC36BF15E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font" Target="fonts/font20.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font" Target="fonts/font22.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9.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9" name="Google Shape;74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1" name="Google Shape;76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2" name="Google Shape;76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0" name="Google Shape;80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1" name="Google Shape;80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9" name="Google Shape;809;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9" name="Google Shape;819;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c6c7f6055a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g2c6c7f6055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g2c6c7f6055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0" name="Google Shape;93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1" name="Google Shape;93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c6c7f6055a_0_8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c6c7f6055a_0_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c6c7f6055a_0_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8377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Digraph 'qu'</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5 - Monday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21</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7.png"/><Relationship Id="rId7"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5.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5.xml"/><Relationship Id="rId16" Type="http://schemas.openxmlformats.org/officeDocument/2006/relationships/image" Target="../media/image52.png"/><Relationship Id="rId1" Type="http://schemas.openxmlformats.org/officeDocument/2006/relationships/slideLayout" Target="../slideLayouts/slideLayout3.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Digraph 'qu'</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21</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{D0E83158-76E9-4688-AD51-D2EC36BF15EA}</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qu</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l="39" r="49"/>
          <a:stretch/>
        </p:blipFill>
        <p:spPr>
          <a:xfrm rot="221018">
            <a:off x="4023966" y="4478635"/>
            <a:ext cx="2493518"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0" name="Google Shape;690;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91" name="Google Shape;691;p1"/>
          <p:cNvCxnSpPr/>
          <p:nvPr/>
        </p:nvCxnSpPr>
        <p:spPr>
          <a:xfrm rot="10800000" flipH="1">
            <a:off x="7974450" y="2287200"/>
            <a:ext cx="35400" cy="24000"/>
          </a:xfrm>
          <a:prstGeom prst="straightConnector1">
            <a:avLst/>
          </a:prstGeom>
          <a:noFill/>
          <a:ln w="19050" cap="flat" cmpd="sng">
            <a:solidFill>
              <a:srgbClr val="FFFFFF"/>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digraph </a:t>
            </a:r>
            <a:r>
              <a:rPr lang="en-US">
                <a:solidFill>
                  <a:srgbClr val="8DC63F"/>
                </a:solidFill>
              </a:rPr>
              <a:t>qu</a:t>
            </a:r>
            <a:r>
              <a:rPr lang="en-US"/>
              <a:t>.</a:t>
            </a:r>
            <a:endParaRPr/>
          </a:p>
        </p:txBody>
      </p:sp>
      <p:sp>
        <p:nvSpPr>
          <p:cNvPr id="698" name="Google Shape;698;g2bee4f4af4b_0_204"/>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a:t>
            </a:r>
            <a:br>
              <a:rPr lang="en-US">
                <a:solidFill>
                  <a:srgbClr val="2356AF"/>
                </a:solidFill>
              </a:rPr>
            </a:br>
            <a:r>
              <a:rPr lang="en-US">
                <a:solidFill>
                  <a:srgbClr val="2356AF"/>
                </a:solidFill>
              </a:rPr>
              <a:t>pull full.</a:t>
            </a:r>
            <a:endParaRPr/>
          </a:p>
        </p:txBody>
      </p:sp>
      <p:sp>
        <p:nvSpPr>
          <p:cNvPr id="699" name="Google Shape;699;g2bee4f4af4b_0_204"/>
          <p:cNvSpPr txBox="1">
            <a:spLocks noGrp="1"/>
          </p:cNvSpPr>
          <p:nvPr>
            <p:ph type="body" idx="3"/>
          </p:nvPr>
        </p:nvSpPr>
        <p:spPr>
          <a:xfrm>
            <a:off x="856325" y="38377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900">
                <a:solidFill>
                  <a:srgbClr val="757070"/>
                </a:solidFill>
                <a:latin typeface="Poppins Medium"/>
                <a:ea typeface="Poppins Medium"/>
                <a:cs typeface="Poppins Medium"/>
                <a:sym typeface="Poppins Medium"/>
              </a:rPr>
              <a:t>Alien Word Cards</a:t>
            </a:r>
            <a:endParaRPr sz="900">
              <a:solidFill>
                <a:srgbClr val="75707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a:hlinkClick r:id="rId7" action="ppaction://hlinksldjump"/>
          </p:cNvPr>
          <p:cNvSpPr/>
          <p:nvPr/>
        </p:nvSpPr>
        <p:spPr>
          <a:xfrm>
            <a:off x="966639" y="3837720"/>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8" action="ppaction://hlinksldjump"/>
          </p:cNvPr>
          <p:cNvSpPr/>
          <p:nvPr/>
        </p:nvSpPr>
        <p:spPr>
          <a:xfrm>
            <a:off x="2443239" y="38174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9" action="ppaction://hlinksldjump"/>
          </p:cNvPr>
          <p:cNvSpPr/>
          <p:nvPr/>
        </p:nvSpPr>
        <p:spPr>
          <a:xfrm>
            <a:off x="3590163"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10" action="ppaction://hlinksldjump"/>
          </p:cNvPr>
          <p:cNvSpPr/>
          <p:nvPr/>
        </p:nvSpPr>
        <p:spPr>
          <a:xfrm>
            <a:off x="4947073" y="376700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2" name="Google Shape;722;g26b641b03cd_0_165"/>
          <p:cNvGrpSpPr/>
          <p:nvPr/>
        </p:nvGrpSpPr>
        <p:grpSpPr>
          <a:xfrm>
            <a:off x="930400" y="2129444"/>
            <a:ext cx="7283200" cy="3724851"/>
            <a:chOff x="930400" y="2129444"/>
            <a:chExt cx="7283200" cy="3724851"/>
          </a:xfrm>
        </p:grpSpPr>
        <p:pic>
          <p:nvPicPr>
            <p:cNvPr id="723" name="Google Shape;72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2" name="Google Shape;752;g26b7edf6e71_0_26"/>
          <p:cNvPicPr preferRelativeResize="0"/>
          <p:nvPr/>
        </p:nvPicPr>
        <p:blipFill rotWithShape="1">
          <a:blip r:embed="rId3">
            <a:alphaModFix/>
          </a:blip>
          <a:srcRect l="79" r="79"/>
          <a:stretch/>
        </p:blipFill>
        <p:spPr>
          <a:xfrm>
            <a:off x="930400" y="2129450"/>
            <a:ext cx="933501" cy="1321313"/>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4">
            <a:alphaModFix/>
          </a:blip>
          <a:srcRect l="79" r="79"/>
          <a:stretch/>
        </p:blipFill>
        <p:spPr>
          <a:xfrm>
            <a:off x="4072837" y="2129450"/>
            <a:ext cx="933501" cy="1321313"/>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5">
            <a:alphaModFix/>
          </a:blip>
          <a:srcRect l="79" r="79"/>
          <a:stretch/>
        </p:blipFill>
        <p:spPr>
          <a:xfrm>
            <a:off x="1977879" y="2129450"/>
            <a:ext cx="933501" cy="1321313"/>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6">
            <a:alphaModFix/>
          </a:blip>
          <a:srcRect l="19" r="29"/>
          <a:stretch/>
        </p:blipFill>
        <p:spPr>
          <a:xfrm>
            <a:off x="3025359" y="2129450"/>
            <a:ext cx="933501" cy="1321313"/>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7">
            <a:alphaModFix/>
          </a:blip>
          <a:srcRect l="19" r="29"/>
          <a:stretch/>
        </p:blipFill>
        <p:spPr>
          <a:xfrm>
            <a:off x="5120316" y="2129450"/>
            <a:ext cx="933501" cy="1321313"/>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8">
            <a:alphaModFix/>
          </a:blip>
          <a:srcRect l="79" r="79"/>
          <a:stretch/>
        </p:blipFill>
        <p:spPr>
          <a:xfrm>
            <a:off x="6167796" y="2129450"/>
            <a:ext cx="933501" cy="1321313"/>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9">
            <a:alphaModFix/>
          </a:blip>
          <a:srcRect l="79" r="79"/>
          <a:stretch/>
        </p:blipFill>
        <p:spPr>
          <a:xfrm>
            <a:off x="7215274" y="2129450"/>
            <a:ext cx="933501" cy="1321313"/>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65" name="Google Shape;765;g26b7edf6e71_0_109"/>
          <p:cNvGrpSpPr/>
          <p:nvPr/>
        </p:nvGrpSpPr>
        <p:grpSpPr>
          <a:xfrm>
            <a:off x="867357" y="2129450"/>
            <a:ext cx="7282807" cy="2686611"/>
            <a:chOff x="867357" y="2129450"/>
            <a:chExt cx="7282807" cy="2686611"/>
          </a:xfrm>
        </p:grpSpPr>
        <p:pic>
          <p:nvPicPr>
            <p:cNvPr id="766" name="Google Shape;76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67" name="Google Shape;76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68" name="Google Shape;76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69" name="Google Shape;76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70" name="Google Shape;77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71" name="Google Shape;77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72" name="Google Shape;77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73" name="Google Shape;77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74" name="Google Shape;77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75" name="Google Shape;77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76" name="Google Shape;77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77" name="Google Shape;77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78" name="Google Shape;77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79" name="Google Shape;77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6" name="Google Shape;786;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7" name="Google Shape;787;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788" name="Google Shape;788;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5" name="Google Shape;795;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6" name="Google Shape;796;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7" name="Google Shape;797;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4" name="Google Shape;80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05" name="Google Shape;805;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6" name="Google Shape;80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3" name="Google Shape;813;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14" name="Google Shape;814;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15" name="Google Shape;815;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22" name="Google Shape;82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23" name="Google Shape;82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30" name="Google Shape;830;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1" name="Google Shape;831;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2" name="Google Shape;832;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3" name="Google Shape;833;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4" name="Google Shape;834;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5" name="Google Shape;835;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6" name="Google Shape;836;g2c4fd7a3c22_2_0"/>
          <p:cNvGrpSpPr/>
          <p:nvPr/>
        </p:nvGrpSpPr>
        <p:grpSpPr>
          <a:xfrm>
            <a:off x="304250" y="6984600"/>
            <a:ext cx="8330829" cy="808600"/>
            <a:chOff x="-152950" y="7365600"/>
            <a:chExt cx="8330829" cy="808600"/>
          </a:xfrm>
        </p:grpSpPr>
        <p:sp>
          <p:nvSpPr>
            <p:cNvPr id="837" name="Google Shape;837;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8" name="Google Shape;838;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9" name="Google Shape;839;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0" name="Google Shape;840;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1" name="Google Shape;841;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2" name="Google Shape;842;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3" name="Google Shape;843;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4" name="Google Shape;844;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5" name="Google Shape;845;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6" name="Google Shape;846;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7" name="Google Shape;847;g2c4fd7a3c22_2_0"/>
          <p:cNvSpPr/>
          <p:nvPr/>
        </p:nvSpPr>
        <p:spPr>
          <a:xfrm>
            <a:off x="63799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8" name="Google Shape;848;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9" name="Google Shape;849;g2c4fd7a3c22_2_0"/>
          <p:cNvSpPr txBox="1">
            <a:spLocks noGrp="1"/>
          </p:cNvSpPr>
          <p:nvPr>
            <p:ph type="subTitle" idx="4294967295"/>
          </p:nvPr>
        </p:nvSpPr>
        <p:spPr>
          <a:xfrm>
            <a:off x="5810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50" name="Google Shape;850;g2c4fd7a3c22_2_0"/>
          <p:cNvSpPr txBox="1">
            <a:spLocks noGrp="1"/>
          </p:cNvSpPr>
          <p:nvPr>
            <p:ph type="subTitle" idx="4294967295"/>
          </p:nvPr>
        </p:nvSpPr>
        <p:spPr>
          <a:xfrm>
            <a:off x="1804400" y="1308025"/>
            <a:ext cx="2286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qu</a:t>
            </a:r>
            <a:endParaRPr sz="15000" b="0" i="0" u="none" strike="noStrike" cap="none">
              <a:solidFill>
                <a:srgbClr val="FFD400"/>
              </a:solidFill>
              <a:latin typeface="Jost"/>
              <a:ea typeface="Jost"/>
              <a:cs typeface="Jost"/>
              <a:sym typeface="Jost"/>
            </a:endParaRPr>
          </a:p>
        </p:txBody>
      </p:sp>
      <p:sp>
        <p:nvSpPr>
          <p:cNvPr id="851" name="Google Shape;851;g2c4fd7a3c22_2_0"/>
          <p:cNvSpPr txBox="1">
            <a:spLocks noGrp="1"/>
          </p:cNvSpPr>
          <p:nvPr>
            <p:ph type="subTitle" idx="4294967295"/>
          </p:nvPr>
        </p:nvSpPr>
        <p:spPr>
          <a:xfrm>
            <a:off x="3762350" y="1308025"/>
            <a:ext cx="2379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ee</a:t>
            </a:r>
            <a:endParaRPr sz="15000" b="0" i="0" u="none" strike="noStrike" cap="none">
              <a:solidFill>
                <a:srgbClr val="00904C"/>
              </a:solidFill>
              <a:latin typeface="Jost"/>
              <a:ea typeface="Jost"/>
              <a:cs typeface="Jost"/>
              <a:sym typeface="Jost"/>
            </a:endParaRPr>
          </a:p>
        </p:txBody>
      </p:sp>
      <p:sp>
        <p:nvSpPr>
          <p:cNvPr id="852" name="Google Shape;852;g2c4fd7a3c22_2_0"/>
          <p:cNvSpPr/>
          <p:nvPr/>
        </p:nvSpPr>
        <p:spPr>
          <a:xfrm>
            <a:off x="2024126" y="4011900"/>
            <a:ext cx="1843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3" name="Google Shape;853;g2c4fd7a3c22_2_0"/>
          <p:cNvSpPr/>
          <p:nvPr/>
        </p:nvSpPr>
        <p:spPr>
          <a:xfrm>
            <a:off x="4123121" y="4011900"/>
            <a:ext cx="16830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c6c7f6055a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0" name="Google Shape;860;g2c6c7f6055a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1" name="Google Shape;861;g2c6c7f6055a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2" name="Google Shape;862;g2c6c7f6055a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3" name="Google Shape;863;g2c6c7f6055a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4" name="Google Shape;864;g2c6c7f6055a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5" name="Google Shape;865;g2c6c7f6055a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6" name="Google Shape;866;g2c6c7f6055a_0_0"/>
          <p:cNvGrpSpPr/>
          <p:nvPr/>
        </p:nvGrpSpPr>
        <p:grpSpPr>
          <a:xfrm>
            <a:off x="304250" y="6984600"/>
            <a:ext cx="8330829" cy="808600"/>
            <a:chOff x="-152950" y="7365600"/>
            <a:chExt cx="8330829" cy="808600"/>
          </a:xfrm>
        </p:grpSpPr>
        <p:sp>
          <p:nvSpPr>
            <p:cNvPr id="867" name="Google Shape;867;g2c6c7f6055a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8" name="Google Shape;868;g2c6c7f6055a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9" name="Google Shape;869;g2c6c7f6055a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0" name="Google Shape;870;g2c6c7f6055a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1" name="Google Shape;871;g2c6c7f6055a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2" name="Google Shape;872;g2c6c7f6055a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3" name="Google Shape;873;g2c6c7f6055a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4" name="Google Shape;874;g2c6c7f6055a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5" name="Google Shape;875;g2c6c7f6055a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c6c7f6055a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7" name="Google Shape;877;g2c6c7f6055a_0_0"/>
          <p:cNvSpPr/>
          <p:nvPr/>
        </p:nvSpPr>
        <p:spPr>
          <a:xfrm>
            <a:off x="4486933"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8" name="Google Shape;878;g2c6c7f6055a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9" name="Google Shape;879;g2c6c7f6055a_0_0"/>
          <p:cNvSpPr txBox="1">
            <a:spLocks noGrp="1"/>
          </p:cNvSpPr>
          <p:nvPr>
            <p:ph type="subTitle" idx="4294967295"/>
          </p:nvPr>
        </p:nvSpPr>
        <p:spPr>
          <a:xfrm>
            <a:off x="4866575" y="1308025"/>
            <a:ext cx="2178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ck</a:t>
            </a:r>
            <a:endParaRPr sz="15000" b="0" i="0" u="none" strike="noStrike" cap="none">
              <a:solidFill>
                <a:srgbClr val="FFD400"/>
              </a:solidFill>
              <a:latin typeface="Jost"/>
              <a:ea typeface="Jost"/>
              <a:cs typeface="Jost"/>
              <a:sym typeface="Jost"/>
            </a:endParaRPr>
          </a:p>
        </p:txBody>
      </p:sp>
      <p:sp>
        <p:nvSpPr>
          <p:cNvPr id="880" name="Google Shape;880;g2c6c7f6055a_0_0"/>
          <p:cNvSpPr txBox="1">
            <a:spLocks noGrp="1"/>
          </p:cNvSpPr>
          <p:nvPr>
            <p:ph type="subTitle" idx="4294967295"/>
          </p:nvPr>
        </p:nvSpPr>
        <p:spPr>
          <a:xfrm>
            <a:off x="2099425" y="1308025"/>
            <a:ext cx="2286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qu</a:t>
            </a:r>
            <a:endParaRPr sz="15000" b="0" i="0" u="none" strike="noStrike" cap="none">
              <a:solidFill>
                <a:srgbClr val="FFD400"/>
              </a:solidFill>
              <a:latin typeface="Jost"/>
              <a:ea typeface="Jost"/>
              <a:cs typeface="Jost"/>
              <a:sym typeface="Jost"/>
            </a:endParaRPr>
          </a:p>
        </p:txBody>
      </p:sp>
      <p:sp>
        <p:nvSpPr>
          <p:cNvPr id="881" name="Google Shape;881;g2c6c7f6055a_0_0"/>
          <p:cNvSpPr txBox="1">
            <a:spLocks noGrp="1"/>
          </p:cNvSpPr>
          <p:nvPr>
            <p:ph type="subTitle" idx="4294967295"/>
          </p:nvPr>
        </p:nvSpPr>
        <p:spPr>
          <a:xfrm>
            <a:off x="391723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882" name="Google Shape;882;g2c6c7f6055a_0_0"/>
          <p:cNvSpPr/>
          <p:nvPr/>
        </p:nvSpPr>
        <p:spPr>
          <a:xfrm>
            <a:off x="2318001" y="4011900"/>
            <a:ext cx="1843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3" name="Google Shape;883;g2c6c7f6055a_0_0"/>
          <p:cNvSpPr/>
          <p:nvPr/>
        </p:nvSpPr>
        <p:spPr>
          <a:xfrm>
            <a:off x="5055451" y="4011900"/>
            <a:ext cx="1843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90" name="Google Shape;89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91" name="Google Shape;89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8" name="Google Shape;89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9" name="Google Shape;899;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0" name="Google Shape;90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7" name="Google Shape;90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8" name="Google Shape;908;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9" name="Google Shape;90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6" name="Google Shape;91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7" name="Google Shape;917;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8" name="Google Shape;91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5" name="Google Shape;92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6" name="Google Shape;926;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7" name="Google Shape;92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34" name="Google Shape;93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35" name="Google Shape;935;g1f3daf8a844_0_64"/>
          <p:cNvGrpSpPr/>
          <p:nvPr/>
        </p:nvGrpSpPr>
        <p:grpSpPr>
          <a:xfrm>
            <a:off x="3024000" y="209875"/>
            <a:ext cx="3096000" cy="454800"/>
            <a:chOff x="3024000" y="209875"/>
            <a:chExt cx="3096000" cy="454800"/>
          </a:xfrm>
        </p:grpSpPr>
        <p:sp>
          <p:nvSpPr>
            <p:cNvPr id="936" name="Google Shape;936;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38" name="Google Shape;938;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39" name="Google Shape;939;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40" name="Google Shape;940;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41" name="Google Shape;94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42" name="Google Shape;942;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43" name="Google Shape;943;g1f3daf8a844_0_64"/>
          <p:cNvSpPr txBox="1"/>
          <p:nvPr/>
        </p:nvSpPr>
        <p:spPr>
          <a:xfrm>
            <a:off x="312828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z</a:t>
            </a:r>
            <a:endParaRPr sz="8000" b="0" i="0" u="none" strike="noStrike" cap="none">
              <a:solidFill>
                <a:srgbClr val="2356AF"/>
              </a:solidFill>
              <a:latin typeface="Jost"/>
              <a:ea typeface="Jost"/>
              <a:cs typeface="Jost"/>
              <a:sym typeface="Jost"/>
            </a:endParaRPr>
          </a:p>
        </p:txBody>
      </p:sp>
      <p:sp>
        <p:nvSpPr>
          <p:cNvPr id="944" name="Google Shape;944;g1f3daf8a844_0_64"/>
          <p:cNvSpPr txBox="1"/>
          <p:nvPr/>
        </p:nvSpPr>
        <p:spPr>
          <a:xfrm>
            <a:off x="6620550" y="1341050"/>
            <a:ext cx="1342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8000" b="0" i="0" u="none" strike="noStrike" cap="none">
                <a:solidFill>
                  <a:srgbClr val="FFD400"/>
                </a:solidFill>
                <a:latin typeface="Jost"/>
                <a:ea typeface="Jost"/>
                <a:cs typeface="Jost"/>
                <a:sym typeface="Jost"/>
              </a:rPr>
              <a:t>qu</a:t>
            </a:r>
            <a:endParaRPr sz="8000" b="0" i="0" u="none" strike="noStrike" cap="none">
              <a:solidFill>
                <a:srgbClr val="2356AF"/>
              </a:solidFill>
              <a:latin typeface="Jost"/>
              <a:ea typeface="Jost"/>
              <a:cs typeface="Jost"/>
              <a:sym typeface="Jost"/>
            </a:endParaRPr>
          </a:p>
        </p:txBody>
      </p:sp>
      <p:sp>
        <p:nvSpPr>
          <p:cNvPr id="945" name="Google Shape;945;g1f3daf8a844_0_64"/>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sp>
        <p:nvSpPr>
          <p:cNvPr id="946" name="Google Shape;946;g1f3daf8a844_0_64"/>
          <p:cNvSpPr txBox="1"/>
          <p:nvPr/>
        </p:nvSpPr>
        <p:spPr>
          <a:xfrm>
            <a:off x="545646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000" b="0" i="0" u="none" strike="noStrike" cap="none">
                <a:solidFill>
                  <a:srgbClr val="ED1C24"/>
                </a:solidFill>
                <a:latin typeface="Poppins"/>
                <a:ea typeface="Poppins"/>
                <a:cs typeface="Poppins"/>
                <a:sym typeface="Poppins"/>
              </a:rPr>
              <a:t>a</a:t>
            </a:r>
            <a:endParaRPr sz="7000" b="0" i="0" u="none" strike="noStrike" cap="none">
              <a:solidFill>
                <a:srgbClr val="ED1C24"/>
              </a:solidFill>
              <a:latin typeface="Poppins"/>
              <a:ea typeface="Poppins"/>
              <a:cs typeface="Poppins"/>
              <a:sym typeface="Poppins"/>
            </a:endParaRPr>
          </a:p>
        </p:txBody>
      </p:sp>
      <p:sp>
        <p:nvSpPr>
          <p:cNvPr id="947" name="Google Shape;947;g1f3daf8a844_0_64"/>
          <p:cNvSpPr txBox="1"/>
          <p:nvPr/>
        </p:nvSpPr>
        <p:spPr>
          <a:xfrm>
            <a:off x="211659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48" name="Google Shape;948;g1f3daf8a844_0_64"/>
          <p:cNvSpPr txBox="1"/>
          <p:nvPr/>
        </p:nvSpPr>
        <p:spPr>
          <a:xfrm>
            <a:off x="429237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ck</a:t>
            </a:r>
            <a:endParaRPr sz="8000" b="0" i="0" u="none" strike="noStrike" cap="none">
              <a:solidFill>
                <a:srgbClr val="FFD400"/>
              </a:solidFill>
              <a:latin typeface="Jost"/>
              <a:ea typeface="Jost"/>
              <a:cs typeface="Jost"/>
              <a:sym typeface="Jost"/>
            </a:endParaRPr>
          </a:p>
        </p:txBody>
      </p:sp>
      <p:cxnSp>
        <p:nvCxnSpPr>
          <p:cNvPr id="949" name="Google Shape;949;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c6c7f6055a_0_8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56" name="Google Shape;956;g2c6c7f6055a_0_8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57" name="Google Shape;957;g2c6c7f6055a_0_82"/>
          <p:cNvGrpSpPr/>
          <p:nvPr/>
        </p:nvGrpSpPr>
        <p:grpSpPr>
          <a:xfrm>
            <a:off x="3024000" y="209875"/>
            <a:ext cx="3096000" cy="454800"/>
            <a:chOff x="3024000" y="209875"/>
            <a:chExt cx="3096000" cy="454800"/>
          </a:xfrm>
        </p:grpSpPr>
        <p:sp>
          <p:nvSpPr>
            <p:cNvPr id="958" name="Google Shape;958;g2c6c7f6055a_0_8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9" name="Google Shape;959;g2c6c7f6055a_0_8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60" name="Google Shape;960;g2c6c7f6055a_0_8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61" name="Google Shape;961;g2c6c7f6055a_0_8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62" name="Google Shape;962;g2c6c7f6055a_0_82"/>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3" name="Google Shape;963;g2c6c7f6055a_0_82"/>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4" name="Google Shape;964;g2c6c7f6055a_0_8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65" name="Google Shape;965;g2c6c7f6055a_0_82"/>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66" name="Google Shape;966;g2c6c7f6055a_0_82"/>
          <p:cNvSpPr txBox="1"/>
          <p:nvPr/>
        </p:nvSpPr>
        <p:spPr>
          <a:xfrm>
            <a:off x="312828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z</a:t>
            </a:r>
            <a:endParaRPr sz="8000" b="0" i="0" u="none" strike="noStrike" cap="none">
              <a:solidFill>
                <a:srgbClr val="2356AF"/>
              </a:solidFill>
              <a:latin typeface="Jost"/>
              <a:ea typeface="Jost"/>
              <a:cs typeface="Jost"/>
              <a:sym typeface="Jost"/>
            </a:endParaRPr>
          </a:p>
        </p:txBody>
      </p:sp>
      <p:sp>
        <p:nvSpPr>
          <p:cNvPr id="967" name="Google Shape;967;g2c6c7f6055a_0_82"/>
          <p:cNvSpPr txBox="1"/>
          <p:nvPr/>
        </p:nvSpPr>
        <p:spPr>
          <a:xfrm>
            <a:off x="6620550" y="1341050"/>
            <a:ext cx="1342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qu</a:t>
            </a:r>
            <a:endParaRPr sz="8000" b="0" i="0" u="none" strike="noStrike" cap="none">
              <a:solidFill>
                <a:srgbClr val="2356AF"/>
              </a:solidFill>
              <a:latin typeface="Jost"/>
              <a:ea typeface="Jost"/>
              <a:cs typeface="Jost"/>
              <a:sym typeface="Jost"/>
            </a:endParaRPr>
          </a:p>
        </p:txBody>
      </p:sp>
      <p:sp>
        <p:nvSpPr>
          <p:cNvPr id="968" name="Google Shape;968;g2c6c7f6055a_0_82"/>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cxnSp>
        <p:nvCxnSpPr>
          <p:cNvPr id="969" name="Google Shape;969;g2c6c7f6055a_0_8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70" name="Google Shape;970;g2c6c7f6055a_0_82"/>
          <p:cNvSpPr txBox="1"/>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quit quiz quick qu</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ck</a:t>
            </a:r>
            <a:endParaRPr sz="1800" b="0" i="0" u="none" strike="noStrike" cap="none">
              <a:solidFill>
                <a:srgbClr val="B7B7B7"/>
              </a:solidFill>
              <a:latin typeface="Jost"/>
              <a:ea typeface="Jost"/>
              <a:cs typeface="Jost"/>
              <a:sym typeface="Jost"/>
            </a:endParaRPr>
          </a:p>
        </p:txBody>
      </p:sp>
      <p:sp>
        <p:nvSpPr>
          <p:cNvPr id="971" name="Google Shape;971;g2c6c7f6055a_0_82"/>
          <p:cNvSpPr txBox="1"/>
          <p:nvPr/>
        </p:nvSpPr>
        <p:spPr>
          <a:xfrm>
            <a:off x="545646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000" b="0" i="0" u="none" strike="noStrike" cap="none">
                <a:solidFill>
                  <a:srgbClr val="ED1C24"/>
                </a:solidFill>
                <a:latin typeface="Poppins"/>
                <a:ea typeface="Poppins"/>
                <a:cs typeface="Poppins"/>
                <a:sym typeface="Poppins"/>
              </a:rPr>
              <a:t>a</a:t>
            </a:r>
            <a:endParaRPr sz="7000" b="0" i="0" u="none" strike="noStrike" cap="none">
              <a:solidFill>
                <a:srgbClr val="ED1C24"/>
              </a:solidFill>
              <a:latin typeface="Poppins"/>
              <a:ea typeface="Poppins"/>
              <a:cs typeface="Poppins"/>
              <a:sym typeface="Poppins"/>
            </a:endParaRPr>
          </a:p>
        </p:txBody>
      </p:sp>
      <p:sp>
        <p:nvSpPr>
          <p:cNvPr id="972" name="Google Shape;972;g2c6c7f6055a_0_82"/>
          <p:cNvSpPr txBox="1"/>
          <p:nvPr/>
        </p:nvSpPr>
        <p:spPr>
          <a:xfrm>
            <a:off x="211659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73" name="Google Shape;973;g2c6c7f6055a_0_82"/>
          <p:cNvSpPr txBox="1"/>
          <p:nvPr/>
        </p:nvSpPr>
        <p:spPr>
          <a:xfrm>
            <a:off x="429237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ck</a:t>
            </a:r>
            <a:endParaRPr sz="8000" b="0" i="0" u="none" strike="noStrike" cap="none">
              <a:solidFill>
                <a:srgbClr val="FFD400"/>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Make a queen crown out of paper.</a:t>
            </a:r>
            <a:endParaRPr/>
          </a:p>
          <a:p>
            <a:pPr marL="457200" lvl="0" indent="-330200" algn="l" rtl="0">
              <a:lnSpc>
                <a:spcPct val="115000"/>
              </a:lnSpc>
              <a:spcBef>
                <a:spcPts val="0"/>
              </a:spcBef>
              <a:spcAft>
                <a:spcPts val="0"/>
              </a:spcAft>
              <a:buSzPts val="1600"/>
              <a:buChar char="•"/>
            </a:pPr>
            <a:r>
              <a:rPr lang="en-US"/>
              <a:t>Sort objects/pictures that start with ‘</a:t>
            </a:r>
            <a:r>
              <a:rPr lang="en-US">
                <a:solidFill>
                  <a:srgbClr val="8DC63F"/>
                </a:solidFill>
              </a:rPr>
              <a:t>c</a:t>
            </a:r>
            <a:r>
              <a:rPr lang="en-US"/>
              <a:t>’ or ‘</a:t>
            </a:r>
            <a:r>
              <a:rPr lang="en-US">
                <a:solidFill>
                  <a:srgbClr val="8DC63F"/>
                </a:solidFill>
              </a:rPr>
              <a:t>qu</a:t>
            </a:r>
            <a:r>
              <a:rPr lang="en-US"/>
              <a:t>’ and distinguish between the two.</a:t>
            </a:r>
            <a:endParaRPr/>
          </a:p>
        </p:txBody>
      </p:sp>
      <p:sp>
        <p:nvSpPr>
          <p:cNvPr id="980" name="Google Shape;980;g2c186218c5a_0_118"/>
          <p:cNvSpPr/>
          <p:nvPr/>
        </p:nvSpPr>
        <p:spPr>
          <a:xfrm>
            <a:off x="1130686" y="3600775"/>
            <a:ext cx="902400" cy="902400"/>
          </a:xfrm>
          <a:prstGeom prst="roundRect">
            <a:avLst>
              <a:gd name="adj" fmla="val 16667"/>
            </a:avLst>
          </a:prstGeom>
          <a:solidFill>
            <a:srgbClr val="3C78D8"/>
          </a:solidFill>
          <a:ln w="19050" cap="flat" cmpd="sng">
            <a:solidFill>
              <a:srgbClr val="2356A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c186218c5a_0_118"/>
          <p:cNvSpPr txBox="1"/>
          <p:nvPr/>
        </p:nvSpPr>
        <p:spPr>
          <a:xfrm>
            <a:off x="1130687" y="3599425"/>
            <a:ext cx="902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000000"/>
                </a:solidFill>
                <a:latin typeface="Jost"/>
                <a:ea typeface="Jost"/>
                <a:cs typeface="Jost"/>
                <a:sym typeface="Jost"/>
              </a:rPr>
              <a:t>c</a:t>
            </a:r>
            <a:endParaRPr sz="5000" b="0" i="0" u="none" strike="noStrike" cap="none">
              <a:solidFill>
                <a:srgbClr val="000000"/>
              </a:solidFill>
              <a:latin typeface="Jost"/>
              <a:ea typeface="Jost"/>
              <a:cs typeface="Jost"/>
              <a:sym typeface="Jost"/>
            </a:endParaRPr>
          </a:p>
        </p:txBody>
      </p:sp>
      <p:sp>
        <p:nvSpPr>
          <p:cNvPr id="982" name="Google Shape;982;g2c186218c5a_0_118"/>
          <p:cNvSpPr/>
          <p:nvPr/>
        </p:nvSpPr>
        <p:spPr>
          <a:xfrm>
            <a:off x="2536164" y="3600775"/>
            <a:ext cx="902400" cy="902400"/>
          </a:xfrm>
          <a:prstGeom prst="roundRect">
            <a:avLst>
              <a:gd name="adj" fmla="val 16667"/>
            </a:avLst>
          </a:prstGeom>
          <a:solidFill>
            <a:srgbClr val="FFD403"/>
          </a:solidFill>
          <a:ln w="19050"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c186218c5a_0_118"/>
          <p:cNvSpPr txBox="1"/>
          <p:nvPr/>
        </p:nvSpPr>
        <p:spPr>
          <a:xfrm>
            <a:off x="2468900" y="3599425"/>
            <a:ext cx="1036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000000"/>
                </a:solidFill>
                <a:latin typeface="Jost"/>
                <a:ea typeface="Jost"/>
                <a:cs typeface="Jost"/>
                <a:sym typeface="Jost"/>
              </a:rPr>
              <a:t>qu</a:t>
            </a:r>
            <a:endParaRPr sz="5000" b="0" i="0" u="none" strike="noStrike" cap="none">
              <a:solidFill>
                <a:srgbClr val="000000"/>
              </a:solidFill>
              <a:latin typeface="Jost"/>
              <a:ea typeface="Jost"/>
              <a:cs typeface="Jost"/>
              <a:sym typeface="Jost"/>
            </a:endParaRPr>
          </a:p>
        </p:txBody>
      </p:sp>
      <p:sp>
        <p:nvSpPr>
          <p:cNvPr id="984" name="Google Shape;984;g2c186218c5a_0_118"/>
          <p:cNvSpPr txBox="1"/>
          <p:nvPr/>
        </p:nvSpPr>
        <p:spPr>
          <a:xfrm>
            <a:off x="2066375" y="3827425"/>
            <a:ext cx="436500" cy="44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2000" b="0" i="0" u="none" strike="noStrike" cap="none">
                <a:solidFill>
                  <a:srgbClr val="000000"/>
                </a:solidFill>
                <a:latin typeface="Jost"/>
                <a:ea typeface="Jost"/>
                <a:cs typeface="Jost"/>
                <a:sym typeface="Jost"/>
              </a:rPr>
              <a:t>or</a:t>
            </a:r>
            <a:endParaRPr sz="2000" b="0" i="0" u="none" strike="noStrike" cap="none">
              <a:solidFill>
                <a:srgbClr val="000000"/>
              </a:solidFill>
              <a:latin typeface="Jost"/>
              <a:ea typeface="Jost"/>
              <a:cs typeface="Jost"/>
              <a:sym typeface="Jost"/>
            </a:endParaRPr>
          </a:p>
        </p:txBody>
      </p:sp>
      <p:pic>
        <p:nvPicPr>
          <p:cNvPr id="985" name="Google Shape;985;g2c186218c5a_0_118"/>
          <p:cNvPicPr preferRelativeResize="0"/>
          <p:nvPr/>
        </p:nvPicPr>
        <p:blipFill rotWithShape="1">
          <a:blip r:embed="rId3">
            <a:alphaModFix/>
          </a:blip>
          <a:srcRect/>
          <a:stretch/>
        </p:blipFill>
        <p:spPr>
          <a:xfrm rot="488741">
            <a:off x="1869206" y="1940606"/>
            <a:ext cx="1175488" cy="1412236"/>
          </a:xfrm>
          <a:prstGeom prst="rect">
            <a:avLst/>
          </a:prstGeom>
          <a:noFill/>
          <a:ln>
            <a:noFill/>
          </a:ln>
          <a:effectLst>
            <a:outerShdw blurRad="57150" dist="9525" dir="2400000" algn="bl" rotWithShape="0">
              <a:srgbClr val="000000">
                <a:alpha val="9803"/>
              </a:srgbClr>
            </a:outerShdw>
          </a:effectLst>
        </p:spPr>
      </p:pic>
      <p:pic>
        <p:nvPicPr>
          <p:cNvPr id="986" name="Google Shape;986;g2c186218c5a_0_118"/>
          <p:cNvPicPr preferRelativeResize="0"/>
          <p:nvPr/>
        </p:nvPicPr>
        <p:blipFill rotWithShape="1">
          <a:blip r:embed="rId4">
            <a:alphaModFix/>
          </a:blip>
          <a:srcRect/>
          <a:stretch/>
        </p:blipFill>
        <p:spPr>
          <a:xfrm rot="-1674120">
            <a:off x="1290212" y="2796125"/>
            <a:ext cx="625325" cy="5545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321</Words>
  <Application>Microsoft Office PowerPoint</Application>
  <PresentationFormat>On-screen Show (4:3)</PresentationFormat>
  <Paragraphs>137</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Jost</vt:lpstr>
      <vt:lpstr>Calibri</vt:lpstr>
      <vt:lpstr>Poppins Medium</vt:lpstr>
      <vt:lpstr>Poppins</vt:lpstr>
      <vt:lpstr>Nunito Black</vt:lpstr>
      <vt:lpstr>Arial</vt:lpstr>
      <vt:lpstr>Poppins SemiBold</vt:lpstr>
      <vt:lpstr>Mulish</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Teach Grapheme Caption</vt:lpstr>
      <vt:lpstr>Teach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2026-04-28T05:14:55Z</dcterms:modified>
</cp:coreProperties>
</file>