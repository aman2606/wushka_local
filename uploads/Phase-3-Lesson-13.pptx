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Lexend Light" panose="020B0604020202020204" charset="0"/>
      <p:regular r:id="rId21"/>
      <p:bold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gAIlBqj17lOfSjLvEjNnwP0xbA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4251D87-5D1C-41CB-A58F-3E6005261EAA}">
  <a:tblStyle styleId="{A4251D87-5D1C-41CB-A58F-3E6005261EA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c67b7ed318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c67b7ed318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c67b7ed318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c67b7ed318_0_7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g2c67b7ed318_0_7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g2c67b7ed318_0_7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7" name="Google Shape;76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6" name="Google Shape;77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c67b7ed318_0_14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2c67b7ed318_0_14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g2c67b7ed318_0_14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c67b7ed318_0_14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g2c67b7ed318_0_14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g2c67b7ed318_0_14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c67b7ed318_0_14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2" name="Google Shape;802;g2c67b7ed318_0_14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3" name="Google Shape;803;g2c67b7ed318_0_14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c67b7ed318_0_14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c67b7ed318_0_14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67b7ed318_0_14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67b7ed318_0_14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67b7ed318_0_14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67b7ed318_0_14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67b7ed318_0_15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67b7ed318_0_15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67b7ed318_0_15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L F 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3 -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1"/>
          <p:cNvPicPr preferRelativeResize="0"/>
          <p:nvPr/>
        </p:nvPicPr>
        <p:blipFill rotWithShape="1">
          <a:blip r:embed="rId3">
            <a:alphaModFix/>
          </a:blip>
          <a:srcRect l="19" r="19"/>
          <a:stretch/>
        </p:blipFill>
        <p:spPr>
          <a:xfrm rot="283616">
            <a:off x="4947466" y="3890115"/>
            <a:ext cx="1168093" cy="1653269"/>
          </a:xfrm>
          <a:prstGeom prst="rect">
            <a:avLst/>
          </a:prstGeom>
          <a:noFill/>
          <a:ln>
            <a:noFill/>
          </a:ln>
          <a:effectLst>
            <a:outerShdw blurRad="71438" dist="38100" dir="5220000" algn="bl" rotWithShape="0">
              <a:srgbClr val="000000">
                <a:alpha val="20000"/>
              </a:srgbClr>
            </a:outerShdw>
          </a:effectLst>
        </p:spPr>
      </p:pic>
      <p:pic>
        <p:nvPicPr>
          <p:cNvPr id="683" name="Google Shape;683;p1"/>
          <p:cNvPicPr preferRelativeResize="0"/>
          <p:nvPr/>
        </p:nvPicPr>
        <p:blipFill rotWithShape="1">
          <a:blip r:embed="rId4">
            <a:alphaModFix/>
          </a:blip>
          <a:srcRect l="79" r="69"/>
          <a:stretch/>
        </p:blipFill>
        <p:spPr>
          <a:xfrm rot="-262118">
            <a:off x="6132658" y="3819627"/>
            <a:ext cx="1208039" cy="1709826"/>
          </a:xfrm>
          <a:prstGeom prst="rect">
            <a:avLst/>
          </a:prstGeom>
          <a:noFill/>
          <a:ln>
            <a:noFill/>
          </a:ln>
          <a:effectLst>
            <a:outerShdw blurRad="71438" dist="38100" dir="5220000" algn="bl" rotWithShape="0">
              <a:srgbClr val="000000">
                <a:alpha val="20000"/>
              </a:srgbClr>
            </a:outerShdw>
          </a:effectLst>
        </p:spPr>
      </p:pic>
      <p:sp>
        <p:nvSpPr>
          <p:cNvPr id="684" name="Google Shape;684;p1"/>
          <p:cNvSpPr txBox="1">
            <a:spLocks noGrp="1"/>
          </p:cNvSpPr>
          <p:nvPr>
            <p:ph type="subTitle" idx="1"/>
          </p:nvPr>
        </p:nvSpPr>
        <p:spPr>
          <a:xfrm>
            <a:off x="884100" y="2716650"/>
            <a:ext cx="3997200" cy="845400"/>
          </a:xfrm>
          <a:prstGeom prst="rect">
            <a:avLst/>
          </a:prstGeom>
          <a:noFill/>
          <a:ln>
            <a:noFill/>
          </a:ln>
        </p:spPr>
        <p:txBody>
          <a:bodyPr spcFirstLastPara="1" wrap="square" lIns="0" tIns="0" rIns="0" bIns="0" anchor="t" anchorCtr="0">
            <a:normAutofit lnSpcReduction="10000"/>
          </a:bodyPr>
          <a:lstStyle/>
          <a:p>
            <a:pPr marL="0" lvl="0" indent="0" algn="l" rtl="0">
              <a:lnSpc>
                <a:spcPct val="100000"/>
              </a:lnSpc>
              <a:spcBef>
                <a:spcPts val="0"/>
              </a:spcBef>
              <a:spcAft>
                <a:spcPts val="0"/>
              </a:spcAft>
              <a:buClr>
                <a:srgbClr val="262626"/>
              </a:buClr>
              <a:buSzPts val="3600"/>
              <a:buNone/>
            </a:pPr>
            <a:r>
              <a:rPr lang="en-US"/>
              <a:t>Uppercase Letters; </a:t>
            </a:r>
            <a:br>
              <a:rPr lang="en-US"/>
            </a:br>
            <a:r>
              <a:rPr lang="en-US"/>
              <a:t>L F E</a:t>
            </a:r>
            <a:endParaRPr/>
          </a:p>
        </p:txBody>
      </p:sp>
      <p:sp>
        <p:nvSpPr>
          <p:cNvPr id="685" name="Google Shape;685;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13</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{A4251D87-5D1C-41CB-A58F-3E6005261EAA}</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87" name="Google Shape;687;p1"/>
          <p:cNvPicPr preferRelativeResize="0"/>
          <p:nvPr/>
        </p:nvPicPr>
        <p:blipFill rotWithShape="1">
          <a:blip r:embed="rId5">
            <a:alphaModFix/>
          </a:blip>
          <a:srcRect l="79" r="69"/>
          <a:stretch/>
        </p:blipFill>
        <p:spPr>
          <a:xfrm rot="352773">
            <a:off x="7336184"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88" name="Google Shape;688;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uppercase letters </a:t>
            </a:r>
            <a:r>
              <a:rPr lang="en-US">
                <a:solidFill>
                  <a:srgbClr val="8DC63F"/>
                </a:solidFill>
              </a:rPr>
              <a:t>L F E</a:t>
            </a:r>
            <a:r>
              <a:rPr lang="en-US"/>
              <a:t>.</a:t>
            </a:r>
            <a:endParaRPr/>
          </a:p>
        </p:txBody>
      </p:sp>
      <p:sp>
        <p:nvSpPr>
          <p:cNvPr id="695" name="Google Shape;695;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Alphabet Song.</a:t>
            </a:r>
            <a:endParaRPr/>
          </a:p>
          <a:p>
            <a:pPr marL="457200" lvl="0" indent="-330200" algn="l" rtl="0">
              <a:lnSpc>
                <a:spcPct val="100000"/>
              </a:lnSpc>
              <a:spcBef>
                <a:spcPts val="0"/>
              </a:spcBef>
              <a:spcAft>
                <a:spcPts val="0"/>
              </a:spcAft>
              <a:buSzPts val="1600"/>
              <a:buChar char="•"/>
            </a:pPr>
            <a:r>
              <a:rPr lang="en-US"/>
              <a:t>Review Vowel song.</a:t>
            </a:r>
            <a:endParaRPr/>
          </a:p>
        </p:txBody>
      </p:sp>
      <p:sp>
        <p:nvSpPr>
          <p:cNvPr id="696" name="Google Shape;696;g2bee4f4af4b_0_204"/>
          <p:cNvSpPr txBox="1"/>
          <p:nvPr/>
        </p:nvSpPr>
        <p:spPr>
          <a:xfrm>
            <a:off x="1094814" y="5453414"/>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7" name="Google Shape;697;g2bee4f4af4b_0_204"/>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8" name="Google Shape;698;g2bee4f4af4b_0_204"/>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699" name="Google Shape;699;g2bee4f4af4b_0_204"/>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03" name="Google Shape;703;g2bee4f4af4b_0_204"/>
          <p:cNvSpPr txBox="1"/>
          <p:nvPr/>
        </p:nvSpPr>
        <p:spPr>
          <a:xfrm>
            <a:off x="856325" y="37615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b="0" i="0" u="sng" strike="noStrike" cap="none" dirty="0">
                <a:solidFill>
                  <a:schemeClr val="hlink"/>
                </a:solidFill>
                <a:latin typeface="Poppins"/>
                <a:ea typeface="Poppins"/>
                <a:cs typeface="Poppins"/>
                <a:sym typeface="Poppins"/>
              </a:rPr>
              <a:t>www</a:t>
            </a:r>
            <a:r>
              <a:rPr lang="en-US" sz="1200" u="sng" dirty="0">
                <a:solidFill>
                  <a:schemeClr val="hlink"/>
                </a:solidFill>
                <a:latin typeface="Poppins"/>
                <a:ea typeface="Poppins"/>
                <a:cs typeface="Poppins"/>
                <a:sym typeface="Poppins"/>
              </a:rPr>
              <a:t>.teaching.com.au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1" name="Google Shape;711;g26b641b03cd_0_165"/>
          <p:cNvGrpSpPr/>
          <p:nvPr/>
        </p:nvGrpSpPr>
        <p:grpSpPr>
          <a:xfrm>
            <a:off x="930400" y="2129444"/>
            <a:ext cx="7283200" cy="3724851"/>
            <a:chOff x="930400" y="2129444"/>
            <a:chExt cx="7283200" cy="3724851"/>
          </a:xfrm>
        </p:grpSpPr>
        <p:pic>
          <p:nvPicPr>
            <p:cNvPr id="712" name="Google Shape;71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1" name="Google Shape;741;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686"/>
              </a:srgbClr>
            </a:outerShdw>
          </a:effectLst>
        </p:spPr>
      </p:pic>
      <p:pic>
        <p:nvPicPr>
          <p:cNvPr id="742" name="Google Shape;742;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686"/>
              </a:srgbClr>
            </a:outerShdw>
          </a:effectLst>
        </p:spPr>
      </p:pic>
      <p:pic>
        <p:nvPicPr>
          <p:cNvPr id="743" name="Google Shape;743;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4" name="Google Shape;744;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686"/>
              </a:srgbClr>
            </a:outerShdw>
          </a:effectLst>
        </p:spPr>
      </p:pic>
      <p:pic>
        <p:nvPicPr>
          <p:cNvPr id="745" name="Google Shape;745;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6" name="Google Shape;746;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686"/>
              </a:srgbClr>
            </a:outerShdw>
          </a:effectLst>
        </p:spPr>
      </p:pic>
      <p:pic>
        <p:nvPicPr>
          <p:cNvPr id="747" name="Google Shape;747;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c67b7ed318_0_11"/>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54" name="Google Shape;754;g2c67b7ed318_0_11"/>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55" name="Google Shape;755;g2c67b7ed318_0_11"/>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g2c67b7ed318_0_737"/>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Vowel Hand Song.</a:t>
            </a:r>
            <a:endParaRPr sz="2400" b="0" i="0" u="none" strike="noStrike" cap="none">
              <a:solidFill>
                <a:srgbClr val="000000"/>
              </a:solidFill>
              <a:latin typeface="Poppins"/>
              <a:ea typeface="Poppins"/>
              <a:cs typeface="Poppins"/>
              <a:sym typeface="Poppins"/>
            </a:endParaRPr>
          </a:p>
        </p:txBody>
      </p:sp>
      <p:sp>
        <p:nvSpPr>
          <p:cNvPr id="762" name="Google Shape;762;g2c67b7ed318_0_737"/>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763" name="Google Shape;763;g2c67b7ed318_0_737"/>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0" name="Google Shape;77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1" name="Google Shape;771;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772" name="Google Shape;77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9" name="Google Shape;77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780" name="Google Shape;780;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781" name="Google Shape;78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2c67b7ed318_0_146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8" name="Google Shape;788;g2c67b7ed318_0_146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89" name="Google Shape;789;g2c67b7ed318_0_1463"/>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90" name="Google Shape;790;g2c67b7ed318_0_146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c67b7ed318_0_14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7" name="Google Shape;797;g2c67b7ed318_0_14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798" name="Google Shape;798;g2c67b7ed318_0_1471"/>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99" name="Google Shape;799;g2c67b7ed318_0_147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2c67b7ed318_0_14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6" name="Google Shape;806;g2c67b7ed318_0_14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7" name="Google Shape;807;g2c67b7ed318_0_1479"/>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08" name="Google Shape;808;g2c67b7ed318_0_14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c67b7ed318_0_14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5" name="Google Shape;815;g2c67b7ed318_0_148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16" name="Google Shape;816;g2c67b7ed318_0_1487"/>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17" name="Google Shape;817;g2c67b7ed318_0_14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67b7ed318_0_14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24" name="Google Shape;824;g2c67b7ed318_0_14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25" name="Google Shape;825;g2c67b7ed318_0_1495"/>
          <p:cNvGrpSpPr/>
          <p:nvPr/>
        </p:nvGrpSpPr>
        <p:grpSpPr>
          <a:xfrm>
            <a:off x="3024000" y="209875"/>
            <a:ext cx="3096000" cy="454800"/>
            <a:chOff x="3024000" y="209875"/>
            <a:chExt cx="3096000" cy="454800"/>
          </a:xfrm>
        </p:grpSpPr>
        <p:sp>
          <p:nvSpPr>
            <p:cNvPr id="826" name="Google Shape;826;g2c67b7ed318_0_14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7" name="Google Shape;827;g2c67b7ed318_0_14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28" name="Google Shape;828;g2c67b7ed318_0_14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29" name="Google Shape;829;g2c67b7ed318_0_1495"/>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30" name="Google Shape;830;g2c67b7ed318_0_149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31" name="Google Shape;831;g2c67b7ed318_0_1495"/>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67b7ed318_0_150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p:txBody>
      </p:sp>
      <p:pic>
        <p:nvPicPr>
          <p:cNvPr id="838" name="Google Shape;838;g2c67b7ed318_0_1508"/>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On-screen Show (4:3)</PresentationFormat>
  <Paragraphs>83</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Mulish</vt:lpstr>
      <vt:lpstr>Calibri</vt:lpstr>
      <vt:lpstr>Poppins SemiBold</vt:lpstr>
      <vt:lpstr>Jost</vt:lpstr>
      <vt:lpstr>Arial</vt:lpstr>
      <vt:lpstr>Poppins</vt:lpstr>
      <vt:lpstr>Poppins Medium</vt:lpstr>
      <vt:lpstr>Lexend Light</vt:lpstr>
      <vt:lpstr>Nunito Black</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2026-04-28T04:41:07Z</dcterms:modified>
</cp:coreProperties>
</file>