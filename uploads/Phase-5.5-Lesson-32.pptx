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n2dtuknYd+7xSFmg+U7XHl7Sg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298CD8-4BFC-4770-A246-CD9E6249F14F}">
  <a:tblStyle styleId="{C1298CD8-4BFC-4770-A246-CD9E6249F14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735c672f37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735c672f37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735c672f37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735c672f37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735c672f37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735c672f37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735c672f37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735c672f37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735c672f37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6" y="1600125"/>
            <a:ext cx="6031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/n/ - gn</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7.2 -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6.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7.xml"/><Relationship Id="rId16" Type="http://schemas.openxmlformats.org/officeDocument/2006/relationships/image" Target="../media/image126.png"/><Relationship Id="rId1" Type="http://schemas.openxmlformats.org/officeDocument/2006/relationships/slideLayout" Target="../slideLayouts/slideLayout3.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8.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18" Type="http://schemas.openxmlformats.org/officeDocument/2006/relationships/image" Target="../media/image142.png"/><Relationship Id="rId26" Type="http://schemas.openxmlformats.org/officeDocument/2006/relationships/image" Target="../media/image150.png"/><Relationship Id="rId3" Type="http://schemas.openxmlformats.org/officeDocument/2006/relationships/image" Target="../media/image127.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6.png"/><Relationship Id="rId17" Type="http://schemas.openxmlformats.org/officeDocument/2006/relationships/image" Target="../media/image141.png"/><Relationship Id="rId25" Type="http://schemas.openxmlformats.org/officeDocument/2006/relationships/image" Target="../media/image149.png"/><Relationship Id="rId2" Type="http://schemas.openxmlformats.org/officeDocument/2006/relationships/notesSlide" Target="../notesSlides/notesSlide8.xml"/><Relationship Id="rId16" Type="http://schemas.openxmlformats.org/officeDocument/2006/relationships/image" Target="../media/image140.png"/><Relationship Id="rId20" Type="http://schemas.openxmlformats.org/officeDocument/2006/relationships/image" Target="../media/image144.png"/><Relationship Id="rId29" Type="http://schemas.openxmlformats.org/officeDocument/2006/relationships/image" Target="../media/image153.png"/><Relationship Id="rId1" Type="http://schemas.openxmlformats.org/officeDocument/2006/relationships/slideLayout" Target="../slideLayouts/slideLayout3.xml"/><Relationship Id="rId6" Type="http://schemas.openxmlformats.org/officeDocument/2006/relationships/image" Target="../media/image130.png"/><Relationship Id="rId11" Type="http://schemas.openxmlformats.org/officeDocument/2006/relationships/image" Target="../media/image135.png"/><Relationship Id="rId24" Type="http://schemas.openxmlformats.org/officeDocument/2006/relationships/image" Target="../media/image148.png"/><Relationship Id="rId5" Type="http://schemas.openxmlformats.org/officeDocument/2006/relationships/image" Target="../media/image129.png"/><Relationship Id="rId15" Type="http://schemas.openxmlformats.org/officeDocument/2006/relationships/image" Target="../media/image139.png"/><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image" Target="../media/image134.png"/><Relationship Id="rId19" Type="http://schemas.openxmlformats.org/officeDocument/2006/relationships/image" Target="../media/image143.png"/><Relationship Id="rId4" Type="http://schemas.openxmlformats.org/officeDocument/2006/relationships/image" Target="../media/image128.png"/><Relationship Id="rId9" Type="http://schemas.openxmlformats.org/officeDocument/2006/relationships/image" Target="../media/image133.png"/><Relationship Id="rId14" Type="http://schemas.openxmlformats.org/officeDocument/2006/relationships/image" Target="../media/image138.png"/><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4.png"/></Relationships>
</file>

<file path=ppt/slides/_rels/slide9.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65.png"/><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6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57.png"/><Relationship Id="rId15" Type="http://schemas.openxmlformats.org/officeDocument/2006/relationships/image" Target="../media/image167.png"/><Relationship Id="rId10" Type="http://schemas.openxmlformats.org/officeDocument/2006/relationships/image" Target="../media/image162.png"/><Relationship Id="rId4" Type="http://schemas.openxmlformats.org/officeDocument/2006/relationships/image" Target="../media/image156.png"/><Relationship Id="rId9" Type="http://schemas.openxmlformats.org/officeDocument/2006/relationships/image" Target="../media/image161.png"/><Relationship Id="rId14" Type="http://schemas.openxmlformats.org/officeDocument/2006/relationships/image" Target="../media/image166.png"/></Relationships>
</file>

<file path=ppt/slides/_rels/slide10.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2" Type="http://schemas.openxmlformats.org/officeDocument/2006/relationships/notesSlide" Target="../notesSlides/notesSlide10.xml"/><Relationship Id="rId16" Type="http://schemas.openxmlformats.org/officeDocument/2006/relationships/image" Target="../media/image181.png"/><Relationship Id="rId1" Type="http://schemas.openxmlformats.org/officeDocument/2006/relationships/slideLayout" Target="../slideLayouts/slideLayout3.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5" Type="http://schemas.openxmlformats.org/officeDocument/2006/relationships/image" Target="../media/image18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 Id="rId14" Type="http://schemas.openxmlformats.org/officeDocument/2006/relationships/image" Target="../media/image179.png"/></Relationships>
</file>

<file path=ppt/slides/_rels/slide11.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18" Type="http://schemas.openxmlformats.org/officeDocument/2006/relationships/image" Target="../media/image197.png"/><Relationship Id="rId3" Type="http://schemas.openxmlformats.org/officeDocument/2006/relationships/image" Target="../media/image182.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196.png"/><Relationship Id="rId2" Type="http://schemas.openxmlformats.org/officeDocument/2006/relationships/notesSlide" Target="../notesSlides/notesSlide11.xml"/><Relationship Id="rId16" Type="http://schemas.openxmlformats.org/officeDocument/2006/relationships/image" Target="../media/image195.png"/><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19" Type="http://schemas.openxmlformats.org/officeDocument/2006/relationships/image" Target="../media/image198.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/n/;</a:t>
            </a:r>
            <a:br>
              <a:rPr lang="en-US" sz="3000"/>
            </a:br>
            <a:r>
              <a:rPr lang="en-US" sz="3000"/>
              <a:t>gn</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32</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{C1298CD8-4BFC-4770-A246-CD9E6249F14F}</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/n/</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/n/</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2538"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62864"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298550"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5">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3" name="Google Shape;813;g26b7edf6e71_0_109"/>
          <p:cNvGrpSpPr/>
          <p:nvPr/>
        </p:nvGrpSpPr>
        <p:grpSpPr>
          <a:xfrm>
            <a:off x="865957" y="2135925"/>
            <a:ext cx="7282807" cy="2686611"/>
            <a:chOff x="867357" y="2129450"/>
            <a:chExt cx="7282807" cy="2686611"/>
          </a:xfrm>
        </p:grpSpPr>
        <p:pic>
          <p:nvPicPr>
            <p:cNvPr id="814" name="Google Shape;81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4" name="Google Shape;834;g2c298d33e0c_0_6"/>
          <p:cNvGrpSpPr/>
          <p:nvPr/>
        </p:nvGrpSpPr>
        <p:grpSpPr>
          <a:xfrm>
            <a:off x="866900" y="2133161"/>
            <a:ext cx="7281864" cy="2684601"/>
            <a:chOff x="868300" y="2129450"/>
            <a:chExt cx="7281864" cy="2684601"/>
          </a:xfrm>
        </p:grpSpPr>
        <p:pic>
          <p:nvPicPr>
            <p:cNvPr id="835" name="Google Shape;835;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9" name="Google Shape;839;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9" name="Google Shape;869;g2c298da1f27_0_455"/>
          <p:cNvGrpSpPr/>
          <p:nvPr/>
        </p:nvGrpSpPr>
        <p:grpSpPr>
          <a:xfrm>
            <a:off x="868300" y="2129450"/>
            <a:ext cx="7281864" cy="2684601"/>
            <a:chOff x="868300" y="2053250"/>
            <a:chExt cx="7281864" cy="2684601"/>
          </a:xfrm>
        </p:grpSpPr>
        <p:pic>
          <p:nvPicPr>
            <p:cNvPr id="870" name="Google Shape;870;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9" name="Google Shape;889;g2c298da1f27_1_0"/>
          <p:cNvGrpSpPr/>
          <p:nvPr/>
        </p:nvGrpSpPr>
        <p:grpSpPr>
          <a:xfrm>
            <a:off x="868300" y="2129450"/>
            <a:ext cx="7281864" cy="2688001"/>
            <a:chOff x="868300" y="2129450"/>
            <a:chExt cx="7281864" cy="2688001"/>
          </a:xfrm>
        </p:grpSpPr>
        <p:pic>
          <p:nvPicPr>
            <p:cNvPr id="890" name="Google Shape;890;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dbdd193bb_0_343"/>
          <p:cNvSpPr txBox="1">
            <a:spLocks noGrp="1"/>
          </p:cNvSpPr>
          <p:nvPr>
            <p:ph type="title"/>
          </p:nvPr>
        </p:nvSpPr>
        <p:spPr>
          <a:xfrm>
            <a:off x="724175" y="582900"/>
            <a:ext cx="76956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a:t>
            </a:r>
            <a:r>
              <a:rPr lang="en-US" sz="2200"/>
              <a:t>.</a:t>
            </a:r>
            <a:endParaRPr sz="2200"/>
          </a:p>
        </p:txBody>
      </p:sp>
      <p:pic>
        <p:nvPicPr>
          <p:cNvPr id="910" name="Google Shape;910;g2cdbdd193bb_0_343"/>
          <p:cNvPicPr preferRelativeResize="0"/>
          <p:nvPr/>
        </p:nvPicPr>
        <p:blipFill rotWithShape="1">
          <a:blip r:embed="rId3">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1" name="Google Shape;911;g2cdbdd193bb_0_343"/>
          <p:cNvPicPr preferRelativeResize="0"/>
          <p:nvPr/>
        </p:nvPicPr>
        <p:blipFill rotWithShape="1">
          <a:blip r:embed="rId4">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5">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6">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7">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8">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9">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0">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1">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2">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3">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4">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5">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6">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7">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8">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9">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3" name="Google Shape;93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4" name="Google Shape;934;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5" name="Google Shape;93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6" name="Google Shape;936;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et</a:t>
            </a:r>
            <a:endParaRPr sz="5800" b="0" i="0" u="none" strike="noStrike" cap="none">
              <a:solidFill>
                <a:srgbClr val="2356AF"/>
              </a:solidFill>
              <a:latin typeface="Jost"/>
              <a:ea typeface="Jost"/>
              <a:cs typeface="Jost"/>
              <a:sym typeface="Jost"/>
            </a:endParaRPr>
          </a:p>
        </p:txBody>
      </p:sp>
      <p:sp>
        <p:nvSpPr>
          <p:cNvPr id="937" name="Google Shape;937;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eed</a:t>
            </a:r>
            <a:endParaRPr sz="5800" b="0" i="0" u="none" strike="noStrike" cap="none">
              <a:solidFill>
                <a:srgbClr val="2356AF"/>
              </a:solidFill>
              <a:latin typeface="Jost"/>
              <a:ea typeface="Jost"/>
              <a:cs typeface="Jost"/>
              <a:sym typeface="Jost"/>
            </a:endParaRPr>
          </a:p>
        </p:txBody>
      </p:sp>
      <p:sp>
        <p:nvSpPr>
          <p:cNvPr id="938" name="Google Shape;938;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sp</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39" name="Google Shape;939;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735c672f37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6" name="Google Shape;946;g2735c672f37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47" name="Google Shape;947;g2735c672f37_0_7"/>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7058"/>
              </a:srgbClr>
            </a:outerShdw>
          </a:effectLst>
        </p:spPr>
      </p:pic>
      <p:sp>
        <p:nvSpPr>
          <p:cNvPr id="948" name="Google Shape;948;g2735c672f37_0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9" name="Google Shape;949;g2735c672f37_0_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g</a:t>
            </a:r>
            <a:r>
              <a:rPr lang="en-US" sz="5800" b="0" i="0" u="none" strike="noStrike" cap="none">
                <a:solidFill>
                  <a:srgbClr val="1E8EE6"/>
                </a:solidFill>
                <a:latin typeface="Jost"/>
                <a:ea typeface="Jost"/>
                <a:cs typeface="Jost"/>
                <a:sym typeface="Jost"/>
              </a:rPr>
              <a:t>n</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w</a:t>
            </a:r>
            <a:endParaRPr sz="5800" b="0" i="0" u="none" strike="noStrike" cap="none">
              <a:solidFill>
                <a:srgbClr val="2356AF"/>
              </a:solidFill>
              <a:latin typeface="Jost"/>
              <a:ea typeface="Jost"/>
              <a:cs typeface="Jost"/>
              <a:sym typeface="Jost"/>
            </a:endParaRPr>
          </a:p>
        </p:txBody>
      </p:sp>
      <p:sp>
        <p:nvSpPr>
          <p:cNvPr id="950" name="Google Shape;950;g2735c672f37_0_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si</a:t>
            </a:r>
            <a:r>
              <a:rPr lang="en-US" sz="5800" b="0" i="0" u="none" strike="noStrike" cap="none">
                <a:solidFill>
                  <a:srgbClr val="D0CECE"/>
                </a:solidFill>
                <a:latin typeface="Jost"/>
                <a:ea typeface="Jost"/>
                <a:cs typeface="Jost"/>
                <a:sym typeface="Jost"/>
              </a:rPr>
              <a:t>g</a:t>
            </a:r>
            <a:r>
              <a:rPr lang="en-US" sz="5800" b="0" i="0" u="none" strike="noStrike" cap="none">
                <a:solidFill>
                  <a:srgbClr val="1E8EE6"/>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51" name="Google Shape;951;g2735c672f37_0_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g</a:t>
            </a:r>
            <a:r>
              <a:rPr lang="en-US" sz="5800" b="0" i="0" u="none" strike="noStrike" cap="none">
                <a:solidFill>
                  <a:srgbClr val="1E8EE6"/>
                </a:solidFill>
                <a:latin typeface="Jost"/>
                <a:ea typeface="Jost"/>
                <a:cs typeface="Jost"/>
                <a:sym typeface="Jost"/>
              </a:rPr>
              <a:t>n</a:t>
            </a:r>
            <a:r>
              <a:rPr lang="en-US" sz="5800" b="0" i="0" u="none" strike="noStrike" cap="none">
                <a:solidFill>
                  <a:srgbClr val="2356AF"/>
                </a:solidFill>
                <a:latin typeface="Jost"/>
                <a:ea typeface="Jost"/>
                <a:cs typeface="Jost"/>
                <a:sym typeface="Jost"/>
              </a:rPr>
              <a:t>ome</a:t>
            </a:r>
            <a:endParaRPr sz="5800" b="0" i="0" u="none" strike="noStrike" cap="none">
              <a:solidFill>
                <a:srgbClr val="2356AF"/>
              </a:solidFill>
              <a:latin typeface="Jost"/>
              <a:ea typeface="Jost"/>
              <a:cs typeface="Jost"/>
              <a:sym typeface="Jost"/>
            </a:endParaRPr>
          </a:p>
        </p:txBody>
      </p:sp>
      <p:sp>
        <p:nvSpPr>
          <p:cNvPr id="952" name="Google Shape;952;g2735c672f37_0_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32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59" name="Google Shape;95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6" name="Google Shape;96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67" name="Google Shape;96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c4fb7f6616_1_0"/>
          <p:cNvSpPr txBox="1">
            <a:spLocks noGrp="1"/>
          </p:cNvSpPr>
          <p:nvPr>
            <p:ph type="subTitle" idx="4294967295"/>
          </p:nvPr>
        </p:nvSpPr>
        <p:spPr>
          <a:xfrm>
            <a:off x="2091881" y="1308025"/>
            <a:ext cx="2458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g</a:t>
            </a: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9" name="Google Shape;969;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7" name="Google Shape;977;g2c4fb7f6616_1_0"/>
          <p:cNvGrpSpPr/>
          <p:nvPr/>
        </p:nvGrpSpPr>
        <p:grpSpPr>
          <a:xfrm>
            <a:off x="-550" y="6984600"/>
            <a:ext cx="8596479" cy="808600"/>
            <a:chOff x="-550" y="6984600"/>
            <a:chExt cx="8596479" cy="808600"/>
          </a:xfrm>
        </p:grpSpPr>
        <p:sp>
          <p:nvSpPr>
            <p:cNvPr id="978" name="Google Shape;97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9" name="Google Shape;97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0" name="Google Shape;98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1" name="Google Shape;98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2" name="Google Shape;98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3" name="Google Shape;983;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4" name="Google Shape;98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5" name="Google Shape;98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6" name="Google Shape;98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7" name="Google Shape;987;g2c4fb7f6616_1_0"/>
          <p:cNvSpPr/>
          <p:nvPr/>
        </p:nvSpPr>
        <p:spPr>
          <a:xfrm>
            <a:off x="2386149" y="4011900"/>
            <a:ext cx="17979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c4fb7f6616_1_0"/>
          <p:cNvSpPr txBox="1">
            <a:spLocks noGrp="1"/>
          </p:cNvSpPr>
          <p:nvPr>
            <p:ph type="subTitle" idx="4294967295"/>
          </p:nvPr>
        </p:nvSpPr>
        <p:spPr>
          <a:xfrm>
            <a:off x="4080319" y="1308025"/>
            <a:ext cx="2971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w</a:t>
            </a:r>
            <a:endParaRPr sz="15000" b="0" i="0" u="none" strike="noStrike" cap="none">
              <a:solidFill>
                <a:srgbClr val="00904C"/>
              </a:solidFill>
              <a:latin typeface="Jost"/>
              <a:ea typeface="Jost"/>
              <a:cs typeface="Jost"/>
              <a:sym typeface="Jost"/>
            </a:endParaRPr>
          </a:p>
        </p:txBody>
      </p:sp>
      <p:sp>
        <p:nvSpPr>
          <p:cNvPr id="989" name="Google Shape;989;g2c4fb7f6616_1_0"/>
          <p:cNvSpPr/>
          <p:nvPr/>
        </p:nvSpPr>
        <p:spPr>
          <a:xfrm>
            <a:off x="4487044" y="4011900"/>
            <a:ext cx="22050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735c672f37_0_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6" name="Google Shape;996;g2735c672f37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7" name="Google Shape;997;g2735c672f37_0_23"/>
          <p:cNvSpPr/>
          <p:nvPr/>
        </p:nvSpPr>
        <p:spPr>
          <a:xfrm>
            <a:off x="495591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735c672f37_0_23"/>
          <p:cNvSpPr/>
          <p:nvPr/>
        </p:nvSpPr>
        <p:spPr>
          <a:xfrm>
            <a:off x="58169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9" name="Google Shape;999;g2735c672f37_0_2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0" name="Google Shape;1000;g2735c672f37_0_23"/>
          <p:cNvSpPr txBox="1">
            <a:spLocks noGrp="1"/>
          </p:cNvSpPr>
          <p:nvPr>
            <p:ph type="subTitle" idx="4294967295"/>
          </p:nvPr>
        </p:nvSpPr>
        <p:spPr>
          <a:xfrm>
            <a:off x="52472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1" name="Google Shape;1001;g2735c672f37_0_23"/>
          <p:cNvSpPr txBox="1">
            <a:spLocks noGrp="1"/>
          </p:cNvSpPr>
          <p:nvPr>
            <p:ph type="subTitle" idx="4294967295"/>
          </p:nvPr>
        </p:nvSpPr>
        <p:spPr>
          <a:xfrm>
            <a:off x="2367338" y="1308025"/>
            <a:ext cx="2458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g</a:t>
            </a: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2" name="Google Shape;1002;g2735c672f37_0_2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735c672f37_0_2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735c672f37_0_2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735c672f37_0_2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735c672f37_0_2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735c672f37_0_2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735c672f37_0_2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735c672f37_0_2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0" name="Google Shape;1010;g2735c672f37_0_23"/>
          <p:cNvGrpSpPr/>
          <p:nvPr/>
        </p:nvGrpSpPr>
        <p:grpSpPr>
          <a:xfrm>
            <a:off x="-550" y="6984600"/>
            <a:ext cx="8596479" cy="808600"/>
            <a:chOff x="-550" y="6984600"/>
            <a:chExt cx="8596479" cy="808600"/>
          </a:xfrm>
        </p:grpSpPr>
        <p:sp>
          <p:nvSpPr>
            <p:cNvPr id="1011" name="Google Shape;1011;g2735c672f37_0_2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2" name="Google Shape;1012;g2735c672f37_0_2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3" name="Google Shape;1013;g2735c672f37_0_2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4" name="Google Shape;1014;g2735c672f37_0_2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5" name="Google Shape;1015;g2735c672f37_0_2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6" name="Google Shape;1016;g2735c672f37_0_2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7" name="Google Shape;1017;g2735c672f37_0_2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8" name="Google Shape;1018;g2735c672f37_0_2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9" name="Google Shape;1019;g2735c672f37_0_2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0" name="Google Shape;1020;g2735c672f37_0_23"/>
          <p:cNvSpPr/>
          <p:nvPr/>
        </p:nvSpPr>
        <p:spPr>
          <a:xfrm>
            <a:off x="2661606" y="4011900"/>
            <a:ext cx="17979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735c672f37_0_23"/>
          <p:cNvSpPr txBox="1"/>
          <p:nvPr/>
        </p:nvSpPr>
        <p:spPr>
          <a:xfrm>
            <a:off x="4500650" y="1408100"/>
            <a:ext cx="1283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8" name="Google Shape;102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5" name="Google Shape;103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6" name="Google Shape;1036;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7" name="Google Shape;103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4" name="Google Shape;104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5" name="Google Shape;104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6" name="Google Shape;104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3" name="Google Shape;105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4" name="Google Shape;1054;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5" name="Google Shape;105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2" name="Google Shape;106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3" name="Google Shape;106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4" name="Google Shape;106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1" name="Google Shape;107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2" name="Google Shape;1072;g1f3daf8a844_0_64"/>
          <p:cNvGrpSpPr/>
          <p:nvPr/>
        </p:nvGrpSpPr>
        <p:grpSpPr>
          <a:xfrm>
            <a:off x="3024000" y="209875"/>
            <a:ext cx="3096000" cy="454800"/>
            <a:chOff x="3024000" y="209875"/>
            <a:chExt cx="3096000" cy="454800"/>
          </a:xfrm>
        </p:grpSpPr>
        <p:sp>
          <p:nvSpPr>
            <p:cNvPr id="1073" name="Google Shape;107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4" name="Google Shape;107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5" name="Google Shape;107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6" name="Google Shape;107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7" name="Google Shape;107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8" name="Google Shape;107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9" name="Google Shape;107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0" name="Google Shape;108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1" name="Google Shape;1081;g1f3daf8a844_0_64"/>
          <p:cNvSpPr txBox="1"/>
          <p:nvPr/>
        </p:nvSpPr>
        <p:spPr>
          <a:xfrm>
            <a:off x="5657248" y="9600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w</a:t>
            </a:r>
            <a:endParaRPr sz="5500" b="0" i="0" u="none" strike="noStrike" cap="none">
              <a:solidFill>
                <a:srgbClr val="00904C"/>
              </a:solidFill>
              <a:latin typeface="Jost"/>
              <a:ea typeface="Jost"/>
              <a:cs typeface="Jost"/>
              <a:sym typeface="Jost"/>
            </a:endParaRPr>
          </a:p>
        </p:txBody>
      </p:sp>
      <p:sp>
        <p:nvSpPr>
          <p:cNvPr id="1082" name="Google Shape;108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83" name="Google Shape;108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84" name="Google Shape;1084;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5" name="Google Shape;1085;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6" name="Google Shape;1086;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87" name="Google Shape;1087;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8" name="Google Shape;1088;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3486800" y="960050"/>
            <a:ext cx="1085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090" name="Google Shape;1090;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91" name="Google Shape;109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2" name="Google Shape;1092;g1f3daf8a844_0_64"/>
          <p:cNvSpPr txBox="1"/>
          <p:nvPr/>
        </p:nvSpPr>
        <p:spPr>
          <a:xfrm>
            <a:off x="6945350" y="99450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735c672f37_0_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9" name="Google Shape;1099;g2735c672f37_0_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0" name="Google Shape;1100;g2735c672f37_0_56"/>
          <p:cNvGrpSpPr/>
          <p:nvPr/>
        </p:nvGrpSpPr>
        <p:grpSpPr>
          <a:xfrm>
            <a:off x="3024000" y="209875"/>
            <a:ext cx="3096000" cy="454800"/>
            <a:chOff x="3024000" y="209875"/>
            <a:chExt cx="3096000" cy="454800"/>
          </a:xfrm>
        </p:grpSpPr>
        <p:sp>
          <p:nvSpPr>
            <p:cNvPr id="1101" name="Google Shape;1101;g2735c672f37_0_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2" name="Google Shape;1102;g2735c672f37_0_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3" name="Google Shape;1103;g2735c672f37_0_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4" name="Google Shape;1104;g2735c672f37_0_5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05" name="Google Shape;1105;g2735c672f37_0_5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6" name="Google Shape;1106;g2735c672f37_0_5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7" name="Google Shape;1107;g2735c672f37_0_5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8" name="Google Shape;1108;g2735c672f37_0_5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9" name="Google Shape;1109;g2735c672f37_0_5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gnome gn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gn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sign reign</a:t>
            </a:r>
            <a:endParaRPr sz="1800" b="0" i="0" u="none" strike="noStrike" cap="none">
              <a:solidFill>
                <a:srgbClr val="B7B7B7"/>
              </a:solidFill>
              <a:latin typeface="Jost"/>
              <a:ea typeface="Jost"/>
              <a:cs typeface="Jost"/>
              <a:sym typeface="Jost"/>
            </a:endParaRPr>
          </a:p>
        </p:txBody>
      </p:sp>
      <p:sp>
        <p:nvSpPr>
          <p:cNvPr id="1110" name="Google Shape;1110;g2735c672f37_0_56"/>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1" name="Google Shape;1111;g2735c672f37_0_5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2" name="Google Shape;1112;g2735c672f37_0_5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13" name="Google Shape;1113;g2735c672f37_0_5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4" name="Google Shape;1114;g2735c672f37_0_56"/>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5" name="Google Shape;1115;g2735c672f37_0_56"/>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6" name="Google Shape;1116;g2735c672f37_0_56"/>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7" name="Google Shape;1117;g2735c672f37_0_56"/>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8" name="Google Shape;1118;g2735c672f37_0_56"/>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9" name="Google Shape;1119;g2735c672f37_0_56"/>
          <p:cNvSpPr txBox="1"/>
          <p:nvPr/>
        </p:nvSpPr>
        <p:spPr>
          <a:xfrm>
            <a:off x="3486800" y="960050"/>
            <a:ext cx="1085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120" name="Google Shape;1120;g2735c672f37_0_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21" name="Google Shape;1121;g2735c672f37_0_56"/>
          <p:cNvSpPr txBox="1"/>
          <p:nvPr/>
        </p:nvSpPr>
        <p:spPr>
          <a:xfrm>
            <a:off x="6945350" y="99450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22" name="Google Shape;1122;g2735c672f37_0_56"/>
          <p:cNvSpPr txBox="1"/>
          <p:nvPr/>
        </p:nvSpPr>
        <p:spPr>
          <a:xfrm>
            <a:off x="5657248" y="9600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w</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456</Words>
  <Application>Microsoft Office PowerPoint</Application>
  <PresentationFormat>On-screen Show (4:3)</PresentationFormat>
  <Paragraphs>152</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Poppins</vt:lpstr>
      <vt:lpstr>Calibri</vt:lpstr>
      <vt:lpstr>Nunito Black</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2026-05-25T05:48:15Z</dcterms:modified>
</cp:coreProperties>
</file>