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Jost"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1" roundtripDataSignature="AMtx7mhD6fv6CW25so60j29LWXIqL4Pzs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E8D772B-596E-4DCF-A525-32354EC1A9E3}">
  <a:tblStyle styleId="{7E8D772B-596E-4DCF-A525-32354EC1A9E3}"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1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4" name="Google Shape;664;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4" name="Google Shape;67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5" name="Google Shape;67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7" name="Google Shape;69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8" name="Google Shape;69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7" name="Google Shape;72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8" name="Google Shape;72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3" name="Google Shape;763;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4" name="Google Shape;764;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3" name="Google Shape;783;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4" name="Google Shape;784;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4" name="Google Shape;804;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5" name="Google Shape;805;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9" name="Google Shape;839;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0" name="Google Shape;840;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cff044c352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2cff044c352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2cff044c352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4" name="Google Shape;874;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5" name="Google Shape;875;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2" name="Google Shape;892;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3" name="Google Shape;893;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1" name="Google Shape;901;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2" name="Google Shape;902;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0" name="Google Shape;910;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1" name="Google Shape;911;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7" name="Google Shape;917;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8" name="Google Shape;918;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g2cfd314d09d_0_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0" name="Google Shape;950;g2cfd314d09d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1" name="Google Shape;951;g2cfd314d09d_0_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2cfd314d09d_0_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1" name="Google Shape;981;g2cfd314d09d_0_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2" name="Google Shape;982;g2cfd314d09d_0_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4" name="Google Shape;101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5" name="Google Shape;101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1" name="Google Shape;102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2" name="Google Shape;102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0" name="Google Shape;103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1" name="Google Shape;103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9" name="Google Shape;103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0" name="Google Shape;104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 name="Google Shape;104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9" name="Google Shape;104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g2cfd314d09d_0_7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7" name="Google Shape;1057;g2cfd314d09d_0_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8" name="Google Shape;1058;g2cfd314d09d_0_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1" name="Google Shape;1081;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2" name="Google Shape;1082;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6" name="Google Shape;46;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7" name="Google Shape;47;p15"/>
          <p:cNvGrpSpPr/>
          <p:nvPr/>
        </p:nvGrpSpPr>
        <p:grpSpPr>
          <a:xfrm>
            <a:off x="357775" y="5983875"/>
            <a:ext cx="586800" cy="571500"/>
            <a:chOff x="662575" y="6212475"/>
            <a:chExt cx="586800" cy="571500"/>
          </a:xfrm>
        </p:grpSpPr>
        <p:sp>
          <p:nvSpPr>
            <p:cNvPr id="48" name="Google Shape;48;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 name="Google Shape;49;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 name="Google Shape;51;p15"/>
          <p:cNvGrpSpPr/>
          <p:nvPr/>
        </p:nvGrpSpPr>
        <p:grpSpPr>
          <a:xfrm>
            <a:off x="8199150" y="5983875"/>
            <a:ext cx="586800" cy="571500"/>
            <a:chOff x="7894350" y="6212475"/>
            <a:chExt cx="586800" cy="571500"/>
          </a:xfrm>
        </p:grpSpPr>
        <p:sp>
          <p:nvSpPr>
            <p:cNvPr id="52" name="Google Shape;52;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5" name="Google Shape;55;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6" name="Google Shape;56;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7" name="Google Shape;57;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8" name="Google Shape;58;p15"/>
          <p:cNvGrpSpPr/>
          <p:nvPr/>
        </p:nvGrpSpPr>
        <p:grpSpPr>
          <a:xfrm>
            <a:off x="-36800" y="-52000"/>
            <a:ext cx="9236100" cy="543600"/>
            <a:chOff x="-36800" y="-52000"/>
            <a:chExt cx="9236100" cy="543600"/>
          </a:xfrm>
        </p:grpSpPr>
        <p:sp>
          <p:nvSpPr>
            <p:cNvPr id="59" name="Google Shape;59;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0" name="Google Shape;60;p15"/>
            <p:cNvGrpSpPr/>
            <p:nvPr/>
          </p:nvGrpSpPr>
          <p:grpSpPr>
            <a:xfrm>
              <a:off x="4570840" y="88100"/>
              <a:ext cx="1337400" cy="403500"/>
              <a:chOff x="565600" y="88250"/>
              <a:chExt cx="1337400" cy="403500"/>
            </a:xfrm>
          </p:grpSpPr>
          <p:sp>
            <p:nvSpPr>
              <p:cNvPr id="61" name="Google Shape;61;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2" name="Google Shape;62;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3" name="Google Shape;63;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4" name="Google Shape;64;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0" name="Google Shape;70;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4"/>
        <p:cNvGrpSpPr/>
        <p:nvPr/>
      </p:nvGrpSpPr>
      <p:grpSpPr>
        <a:xfrm>
          <a:off x="0" y="0"/>
          <a:ext cx="0" cy="0"/>
          <a:chOff x="0" y="0"/>
          <a:chExt cx="0" cy="0"/>
        </a:xfrm>
      </p:grpSpPr>
      <p:sp>
        <p:nvSpPr>
          <p:cNvPr id="75" name="Google Shape;75;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7" name="Google Shape;77;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8" name="Google Shape;78;g26b641b03cd_1_92"/>
          <p:cNvGrpSpPr/>
          <p:nvPr/>
        </p:nvGrpSpPr>
        <p:grpSpPr>
          <a:xfrm>
            <a:off x="357775" y="5983875"/>
            <a:ext cx="586800" cy="571500"/>
            <a:chOff x="662575" y="6212475"/>
            <a:chExt cx="586800" cy="571500"/>
          </a:xfrm>
        </p:grpSpPr>
        <p:sp>
          <p:nvSpPr>
            <p:cNvPr id="79" name="Google Shape;79;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 name="Google Shape;80;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2" name="Google Shape;82;g26b641b03cd_1_92"/>
          <p:cNvGrpSpPr/>
          <p:nvPr/>
        </p:nvGrpSpPr>
        <p:grpSpPr>
          <a:xfrm>
            <a:off x="8199150" y="5983875"/>
            <a:ext cx="586800" cy="571500"/>
            <a:chOff x="7894350" y="6212475"/>
            <a:chExt cx="586800" cy="571500"/>
          </a:xfrm>
        </p:grpSpPr>
        <p:sp>
          <p:nvSpPr>
            <p:cNvPr id="83" name="Google Shape;83;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 name="Google Shape;84;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6" name="Google Shape;86;g26b641b03cd_1_92"/>
          <p:cNvGrpSpPr/>
          <p:nvPr/>
        </p:nvGrpSpPr>
        <p:grpSpPr>
          <a:xfrm>
            <a:off x="-36800" y="-52000"/>
            <a:ext cx="9236100" cy="543600"/>
            <a:chOff x="-36800" y="-52000"/>
            <a:chExt cx="9236100" cy="543600"/>
          </a:xfrm>
        </p:grpSpPr>
        <p:sp>
          <p:nvSpPr>
            <p:cNvPr id="87" name="Google Shape;87;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8" name="Google Shape;88;g26b641b03cd_1_92"/>
            <p:cNvGrpSpPr/>
            <p:nvPr/>
          </p:nvGrpSpPr>
          <p:grpSpPr>
            <a:xfrm>
              <a:off x="4570840" y="88100"/>
              <a:ext cx="1337400" cy="403500"/>
              <a:chOff x="565600" y="88250"/>
              <a:chExt cx="1337400" cy="403500"/>
            </a:xfrm>
          </p:grpSpPr>
          <p:sp>
            <p:nvSpPr>
              <p:cNvPr id="89" name="Google Shape;89;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0" name="Google Shape;90;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1" name="Google Shape;91;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2" name="Google Shape;92;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8" name="Google Shape;98;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2"/>
        <p:cNvGrpSpPr/>
        <p:nvPr/>
      </p:nvGrpSpPr>
      <p:grpSpPr>
        <a:xfrm>
          <a:off x="0" y="0"/>
          <a:ext cx="0" cy="0"/>
          <a:chOff x="0" y="0"/>
          <a:chExt cx="0" cy="0"/>
        </a:xfrm>
      </p:grpSpPr>
      <p:sp>
        <p:nvSpPr>
          <p:cNvPr id="103" name="Google Shape;103;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 name="Google Shape;104;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5" name="Google Shape;105;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 name="Google Shape;106;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 name="Google Shape;107;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 name="Google Shape;109;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Vowel Digraph 'au'</a:t>
            </a:r>
            <a:endParaRPr sz="1800" b="0" i="0" u="none" strike="noStrike" cap="none">
              <a:solidFill>
                <a:srgbClr val="FFFFFF"/>
              </a:solidFill>
              <a:latin typeface="Poppins SemiBold"/>
              <a:ea typeface="Poppins SemiBold"/>
              <a:cs typeface="Poppins SemiBold"/>
              <a:sym typeface="Poppins SemiBold"/>
            </a:endParaRPr>
          </a:p>
        </p:txBody>
      </p:sp>
      <p:sp>
        <p:nvSpPr>
          <p:cNvPr id="110" name="Google Shape;110;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4 - Wednesday</a:t>
            </a:r>
            <a:endParaRPr sz="1800" b="0" i="0" u="none" strike="noStrike" cap="none">
              <a:solidFill>
                <a:srgbClr val="92278F"/>
              </a:solidFill>
              <a:latin typeface="Poppins Medium"/>
              <a:ea typeface="Poppins Medium"/>
              <a:cs typeface="Poppins Medium"/>
              <a:sym typeface="Poppins Medium"/>
            </a:endParaRPr>
          </a:p>
        </p:txBody>
      </p:sp>
      <p:sp>
        <p:nvSpPr>
          <p:cNvPr id="111" name="Google Shape;111;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18</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3" name="Google Shape;113;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4" name="Google Shape;114;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5" name="Google Shape;115;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6" name="Google Shape;116;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7" name="Google Shape;117;g26b641b03cd_0_33"/>
          <p:cNvGrpSpPr/>
          <p:nvPr/>
        </p:nvGrpSpPr>
        <p:grpSpPr>
          <a:xfrm>
            <a:off x="662575" y="6212475"/>
            <a:ext cx="586800" cy="571500"/>
            <a:chOff x="662575" y="6212475"/>
            <a:chExt cx="586800" cy="571500"/>
          </a:xfrm>
        </p:grpSpPr>
        <p:sp>
          <p:nvSpPr>
            <p:cNvPr id="118" name="Google Shape;118;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1" name="Google Shape;121;g26b641b03cd_0_33"/>
          <p:cNvGrpSpPr/>
          <p:nvPr/>
        </p:nvGrpSpPr>
        <p:grpSpPr>
          <a:xfrm>
            <a:off x="7894350" y="6212475"/>
            <a:ext cx="586800" cy="571500"/>
            <a:chOff x="7894350" y="6212475"/>
            <a:chExt cx="586800" cy="571500"/>
          </a:xfrm>
        </p:grpSpPr>
        <p:sp>
          <p:nvSpPr>
            <p:cNvPr id="122" name="Google Shape;122;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8"/>
        <p:cNvGrpSpPr/>
        <p:nvPr/>
      </p:nvGrpSpPr>
      <p:grpSpPr>
        <a:xfrm>
          <a:off x="0" y="0"/>
          <a:ext cx="0" cy="0"/>
          <a:chOff x="0" y="0"/>
          <a:chExt cx="0" cy="0"/>
        </a:xfrm>
      </p:grpSpPr>
      <p:sp>
        <p:nvSpPr>
          <p:cNvPr id="159" name="Google Shape;159;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0" name="Google Shape;160;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61" name="Google Shape;161;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2" name="Google Shape;162;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5" name="Google Shape;165;g26b641b03cd_0_260"/>
          <p:cNvGrpSpPr/>
          <p:nvPr/>
        </p:nvGrpSpPr>
        <p:grpSpPr>
          <a:xfrm>
            <a:off x="8199150" y="5983875"/>
            <a:ext cx="586800" cy="571500"/>
            <a:chOff x="7894350" y="6212475"/>
            <a:chExt cx="586800" cy="571500"/>
          </a:xfrm>
        </p:grpSpPr>
        <p:sp>
          <p:nvSpPr>
            <p:cNvPr id="166" name="Google Shape;166;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7" name="Google Shape;167;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69" name="Google Shape;169;g26b641b03cd_0_260"/>
          <p:cNvGrpSpPr/>
          <p:nvPr/>
        </p:nvGrpSpPr>
        <p:grpSpPr>
          <a:xfrm>
            <a:off x="-36800" y="-52000"/>
            <a:ext cx="9236100" cy="543600"/>
            <a:chOff x="-36800" y="-52000"/>
            <a:chExt cx="9236100" cy="543600"/>
          </a:xfrm>
        </p:grpSpPr>
        <p:sp>
          <p:nvSpPr>
            <p:cNvPr id="170" name="Google Shape;170;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1" name="Google Shape;171;g26b641b03cd_0_260"/>
            <p:cNvGrpSpPr/>
            <p:nvPr/>
          </p:nvGrpSpPr>
          <p:grpSpPr>
            <a:xfrm>
              <a:off x="4570840" y="88100"/>
              <a:ext cx="1337400" cy="403500"/>
              <a:chOff x="565600" y="88250"/>
              <a:chExt cx="1337400" cy="403500"/>
            </a:xfrm>
          </p:grpSpPr>
          <p:sp>
            <p:nvSpPr>
              <p:cNvPr id="172" name="Google Shape;172;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3" name="Google Shape;173;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4" name="Google Shape;174;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5" name="Google Shape;17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8" name="Google Shape;178;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1" name="Google Shape;181;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5"/>
        <p:cNvGrpSpPr/>
        <p:nvPr/>
      </p:nvGrpSpPr>
      <p:grpSpPr>
        <a:xfrm>
          <a:off x="0" y="0"/>
          <a:ext cx="0" cy="0"/>
          <a:chOff x="0" y="0"/>
          <a:chExt cx="0" cy="0"/>
        </a:xfrm>
      </p:grpSpPr>
      <p:sp>
        <p:nvSpPr>
          <p:cNvPr id="186" name="Google Shape;186;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7" name="Google Shape;187;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8" name="Google Shape;188;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89" name="Google Shape;189;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4" name="Google Shape;194;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8" name="Google Shape;198;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199" name="Google Shape;199;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0" name="Google Shape;200;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1" name="Google Shape;201;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2" name="Google Shape;202;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3" name="Google Shape;203;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4" name="Google Shape;204;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6" name="Google Shape;206;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7" name="Google Shape;207;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8" name="Google Shape;208;g2c235dd0dad_1_87"/>
          <p:cNvGrpSpPr/>
          <p:nvPr/>
        </p:nvGrpSpPr>
        <p:grpSpPr>
          <a:xfrm>
            <a:off x="662575" y="6212475"/>
            <a:ext cx="586800" cy="571500"/>
            <a:chOff x="662575" y="6212475"/>
            <a:chExt cx="586800" cy="571500"/>
          </a:xfrm>
        </p:grpSpPr>
        <p:sp>
          <p:nvSpPr>
            <p:cNvPr id="209" name="Google Shape;20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2" name="Google Shape;212;g2c235dd0dad_1_87"/>
          <p:cNvGrpSpPr/>
          <p:nvPr/>
        </p:nvGrpSpPr>
        <p:grpSpPr>
          <a:xfrm>
            <a:off x="7894350" y="6212475"/>
            <a:ext cx="586800" cy="571500"/>
            <a:chOff x="7894350" y="6212475"/>
            <a:chExt cx="586800" cy="571500"/>
          </a:xfrm>
        </p:grpSpPr>
        <p:sp>
          <p:nvSpPr>
            <p:cNvPr id="213" name="Google Shape;21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6"/>
        <p:cNvGrpSpPr/>
        <p:nvPr/>
      </p:nvGrpSpPr>
      <p:grpSpPr>
        <a:xfrm>
          <a:off x="0" y="0"/>
          <a:ext cx="0" cy="0"/>
          <a:chOff x="0" y="0"/>
          <a:chExt cx="0" cy="0"/>
        </a:xfrm>
      </p:grpSpPr>
      <p:sp>
        <p:nvSpPr>
          <p:cNvPr id="217" name="Google Shape;217;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9" name="Google Shape;21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5" name="Google Shape;225;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6" name="Google Shape;226;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8" name="Google Shape;228;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29" name="Google Shape;229;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0" name="Google Shape;230;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1" name="Google Shape;231;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2" name="Google Shape;232;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3" name="Google Shape;233;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5" name="Google Shape;235;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6" name="Google Shape;236;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7" name="Google Shape;237;g1f3daf8a844_0_32"/>
          <p:cNvGrpSpPr/>
          <p:nvPr/>
        </p:nvGrpSpPr>
        <p:grpSpPr>
          <a:xfrm>
            <a:off x="662575" y="6212475"/>
            <a:ext cx="586800" cy="571500"/>
            <a:chOff x="662575" y="6212475"/>
            <a:chExt cx="586800" cy="571500"/>
          </a:xfrm>
        </p:grpSpPr>
        <p:sp>
          <p:nvSpPr>
            <p:cNvPr id="238" name="Google Shape;238;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1" name="Google Shape;241;g1f3daf8a844_0_32"/>
          <p:cNvGrpSpPr/>
          <p:nvPr/>
        </p:nvGrpSpPr>
        <p:grpSpPr>
          <a:xfrm>
            <a:off x="7894350" y="6212475"/>
            <a:ext cx="586800" cy="571500"/>
            <a:chOff x="7894350" y="6212475"/>
            <a:chExt cx="586800" cy="571500"/>
          </a:xfrm>
        </p:grpSpPr>
        <p:sp>
          <p:nvSpPr>
            <p:cNvPr id="242" name="Google Shape;242;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5"/>
        <p:cNvGrpSpPr/>
        <p:nvPr/>
      </p:nvGrpSpPr>
      <p:grpSpPr>
        <a:xfrm>
          <a:off x="0" y="0"/>
          <a:ext cx="0" cy="0"/>
          <a:chOff x="0" y="0"/>
          <a:chExt cx="0" cy="0"/>
        </a:xfrm>
      </p:grpSpPr>
      <p:sp>
        <p:nvSpPr>
          <p:cNvPr id="246" name="Google Shape;246;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7" name="Google Shape;247;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8" name="Google Shape;248;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9" name="Google Shape;249;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2" name="Google Shape;252;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3" name="Google Shape;25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4" name="Google Shape;25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55" name="Google Shape;255;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6" name="Google Shape;256;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7" name="Google Shape;257;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8" name="Google Shape;258;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9" name="Google Shape;259;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2" name="Google Shape;262;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3" name="Google Shape;263;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6" name="Google Shape;266;g2c157a2fb06_0_53"/>
          <p:cNvGrpSpPr/>
          <p:nvPr/>
        </p:nvGrpSpPr>
        <p:grpSpPr>
          <a:xfrm>
            <a:off x="1403031" y="6958923"/>
            <a:ext cx="6774848" cy="1291477"/>
            <a:chOff x="717231" y="7263723"/>
            <a:chExt cx="6774848" cy="1291477"/>
          </a:xfrm>
        </p:grpSpPr>
        <p:sp>
          <p:nvSpPr>
            <p:cNvPr id="267" name="Google Shape;267;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68" name="Google Shape;268;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69" name="Google Shape;269;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5" name="Google Shape;275;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6" name="Google Shape;276;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78" name="Google Shape;278;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79" name="Google Shape;279;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0" name="Google Shape;280;g2c157a2fb06_0_53"/>
          <p:cNvGrpSpPr/>
          <p:nvPr/>
        </p:nvGrpSpPr>
        <p:grpSpPr>
          <a:xfrm>
            <a:off x="662575" y="6212475"/>
            <a:ext cx="586800" cy="571500"/>
            <a:chOff x="662575" y="6212475"/>
            <a:chExt cx="586800" cy="571500"/>
          </a:xfrm>
        </p:grpSpPr>
        <p:sp>
          <p:nvSpPr>
            <p:cNvPr id="281" name="Google Shape;281;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2" name="Google Shape;282;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4" name="Google Shape;284;g2c157a2fb06_0_53"/>
          <p:cNvGrpSpPr/>
          <p:nvPr/>
        </p:nvGrpSpPr>
        <p:grpSpPr>
          <a:xfrm>
            <a:off x="7894350" y="6212475"/>
            <a:ext cx="586800" cy="571500"/>
            <a:chOff x="7894350" y="6212475"/>
            <a:chExt cx="586800" cy="571500"/>
          </a:xfrm>
        </p:grpSpPr>
        <p:sp>
          <p:nvSpPr>
            <p:cNvPr id="285" name="Google Shape;285;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88" name="Google Shape;288;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89"/>
        <p:cNvGrpSpPr/>
        <p:nvPr/>
      </p:nvGrpSpPr>
      <p:grpSpPr>
        <a:xfrm>
          <a:off x="0" y="0"/>
          <a:ext cx="0" cy="0"/>
          <a:chOff x="0" y="0"/>
          <a:chExt cx="0" cy="0"/>
        </a:xfrm>
      </p:grpSpPr>
      <p:sp>
        <p:nvSpPr>
          <p:cNvPr id="290" name="Google Shape;290;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2" name="Google Shape;292;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3" name="Google Shape;293;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6" name="Google Shape;296;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297" name="Google Shape;297;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8" name="Google Shape;298;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9" name="Google Shape;299;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2" name="Google Shape;302;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03" name="Google Shape;303;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4" name="Google Shape;304;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8" name="Google Shape;308;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09" name="Google Shape;309;g2c157a2fb06_0_158"/>
          <p:cNvGrpSpPr/>
          <p:nvPr/>
        </p:nvGrpSpPr>
        <p:grpSpPr>
          <a:xfrm>
            <a:off x="662575" y="6212475"/>
            <a:ext cx="586800" cy="571500"/>
            <a:chOff x="662575" y="6212475"/>
            <a:chExt cx="586800" cy="571500"/>
          </a:xfrm>
        </p:grpSpPr>
        <p:sp>
          <p:nvSpPr>
            <p:cNvPr id="310" name="Google Shape;310;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1" name="Google Shape;311;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3" name="Google Shape;313;g2c157a2fb06_0_158"/>
          <p:cNvGrpSpPr/>
          <p:nvPr/>
        </p:nvGrpSpPr>
        <p:grpSpPr>
          <a:xfrm>
            <a:off x="7894350" y="6212475"/>
            <a:ext cx="586800" cy="571500"/>
            <a:chOff x="7894350" y="6212475"/>
            <a:chExt cx="586800" cy="571500"/>
          </a:xfrm>
        </p:grpSpPr>
        <p:sp>
          <p:nvSpPr>
            <p:cNvPr id="314" name="Google Shape;314;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5" name="Google Shape;315;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7"/>
        <p:cNvGrpSpPr/>
        <p:nvPr/>
      </p:nvGrpSpPr>
      <p:grpSpPr>
        <a:xfrm>
          <a:off x="0" y="0"/>
          <a:ext cx="0" cy="0"/>
          <a:chOff x="0" y="0"/>
          <a:chExt cx="0" cy="0"/>
        </a:xfrm>
      </p:grpSpPr>
      <p:sp>
        <p:nvSpPr>
          <p:cNvPr id="318" name="Google Shape;318;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0" name="Google Shape;320;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1" name="Google Shape;321;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4" name="Google Shape;324;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25" name="Google Shape;325;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6" name="Google Shape;326;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7" name="Google Shape;327;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9" name="Google Shape;329;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30" name="Google Shape;330;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a:spLocks noGrp="1"/>
          </p:cNvSpPr>
          <p:nvPr>
            <p:ph type="pic" idx="8"/>
          </p:nvPr>
        </p:nvSpPr>
        <p:spPr>
          <a:xfrm>
            <a:off x="5086375" y="4412425"/>
            <a:ext cx="2668800" cy="1291500"/>
          </a:xfrm>
          <a:prstGeom prst="rect">
            <a:avLst/>
          </a:prstGeom>
          <a:noFill/>
          <a:ln>
            <a:noFill/>
          </a:ln>
        </p:spPr>
      </p:sp>
      <p:sp>
        <p:nvSpPr>
          <p:cNvPr id="335" name="Google Shape;335;g2c157a2fb06_0_263"/>
          <p:cNvSpPr>
            <a:spLocks noGrp="1"/>
          </p:cNvSpPr>
          <p:nvPr>
            <p:ph type="pic" idx="9"/>
          </p:nvPr>
        </p:nvSpPr>
        <p:spPr>
          <a:xfrm>
            <a:off x="5086375" y="797675"/>
            <a:ext cx="2668800" cy="1291500"/>
          </a:xfrm>
          <a:prstGeom prst="rect">
            <a:avLst/>
          </a:prstGeom>
          <a:noFill/>
          <a:ln>
            <a:noFill/>
          </a:ln>
        </p:spPr>
      </p:sp>
      <p:sp>
        <p:nvSpPr>
          <p:cNvPr id="336" name="Google Shape;336;g2c157a2fb06_0_263"/>
          <p:cNvSpPr>
            <a:spLocks noGrp="1"/>
          </p:cNvSpPr>
          <p:nvPr>
            <p:ph type="pic" idx="13"/>
          </p:nvPr>
        </p:nvSpPr>
        <p:spPr>
          <a:xfrm>
            <a:off x="5086375" y="2002592"/>
            <a:ext cx="2668800" cy="1291500"/>
          </a:xfrm>
          <a:prstGeom prst="rect">
            <a:avLst/>
          </a:prstGeom>
          <a:noFill/>
          <a:ln>
            <a:noFill/>
          </a:ln>
        </p:spPr>
      </p:sp>
      <p:sp>
        <p:nvSpPr>
          <p:cNvPr id="337" name="Google Shape;337;g2c157a2fb06_0_263"/>
          <p:cNvSpPr>
            <a:spLocks noGrp="1"/>
          </p:cNvSpPr>
          <p:nvPr>
            <p:ph type="pic" idx="14"/>
          </p:nvPr>
        </p:nvSpPr>
        <p:spPr>
          <a:xfrm>
            <a:off x="5086375" y="3207508"/>
            <a:ext cx="2668800" cy="1291500"/>
          </a:xfrm>
          <a:prstGeom prst="rect">
            <a:avLst/>
          </a:prstGeom>
          <a:noFill/>
          <a:ln>
            <a:noFill/>
          </a:ln>
        </p:spPr>
      </p:sp>
      <p:sp>
        <p:nvSpPr>
          <p:cNvPr id="338" name="Google Shape;338;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39" name="Google Shape;339;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0" name="Google Shape;340;g2c157a2fb06_0_263"/>
          <p:cNvGrpSpPr/>
          <p:nvPr/>
        </p:nvGrpSpPr>
        <p:grpSpPr>
          <a:xfrm>
            <a:off x="662575" y="6212475"/>
            <a:ext cx="586800" cy="571500"/>
            <a:chOff x="662575" y="6212475"/>
            <a:chExt cx="586800" cy="571500"/>
          </a:xfrm>
        </p:grpSpPr>
        <p:sp>
          <p:nvSpPr>
            <p:cNvPr id="341" name="Google Shape;341;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4" name="Google Shape;344;g2c157a2fb06_0_263"/>
          <p:cNvGrpSpPr/>
          <p:nvPr/>
        </p:nvGrpSpPr>
        <p:grpSpPr>
          <a:xfrm>
            <a:off x="7894350" y="6212475"/>
            <a:ext cx="586800" cy="571500"/>
            <a:chOff x="7894350" y="6212475"/>
            <a:chExt cx="586800" cy="571500"/>
          </a:xfrm>
        </p:grpSpPr>
        <p:sp>
          <p:nvSpPr>
            <p:cNvPr id="345" name="Google Shape;345;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8"/>
        <p:cNvGrpSpPr/>
        <p:nvPr/>
      </p:nvGrpSpPr>
      <p:grpSpPr>
        <a:xfrm>
          <a:off x="0" y="0"/>
          <a:ext cx="0" cy="0"/>
          <a:chOff x="0" y="0"/>
          <a:chExt cx="0" cy="0"/>
        </a:xfrm>
      </p:grpSpPr>
      <p:sp>
        <p:nvSpPr>
          <p:cNvPr id="349" name="Google Shape;349;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1" name="Google Shape;351;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2" name="Google Shape;352;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3" name="Google Shape;353;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5" name="Google Shape;355;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6" name="Google Shape;35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7" name="Google Shape;35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8" name="Google Shape;35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59" name="Google Shape;35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0" name="Google Shape;36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3" name="Google Shape;36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64" name="Google Shape;36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5" name="Google Shape;36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6" name="Google Shape;366;g2c157a2fb06_0_467"/>
          <p:cNvGrpSpPr/>
          <p:nvPr/>
        </p:nvGrpSpPr>
        <p:grpSpPr>
          <a:xfrm>
            <a:off x="662575" y="6212475"/>
            <a:ext cx="586800" cy="571500"/>
            <a:chOff x="662575" y="6212475"/>
            <a:chExt cx="586800" cy="571500"/>
          </a:xfrm>
        </p:grpSpPr>
        <p:sp>
          <p:nvSpPr>
            <p:cNvPr id="367" name="Google Shape;36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8" name="Google Shape;368;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0" name="Google Shape;370;g2c157a2fb06_0_467"/>
          <p:cNvGrpSpPr/>
          <p:nvPr/>
        </p:nvGrpSpPr>
        <p:grpSpPr>
          <a:xfrm>
            <a:off x="7894350" y="6212475"/>
            <a:ext cx="586800" cy="571500"/>
            <a:chOff x="7894350" y="6212475"/>
            <a:chExt cx="586800" cy="571500"/>
          </a:xfrm>
        </p:grpSpPr>
        <p:sp>
          <p:nvSpPr>
            <p:cNvPr id="371" name="Google Shape;37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4"/>
        <p:cNvGrpSpPr/>
        <p:nvPr/>
      </p:nvGrpSpPr>
      <p:grpSpPr>
        <a:xfrm>
          <a:off x="0" y="0"/>
          <a:ext cx="0" cy="0"/>
          <a:chOff x="0" y="0"/>
          <a:chExt cx="0" cy="0"/>
        </a:xfrm>
      </p:grpSpPr>
      <p:sp>
        <p:nvSpPr>
          <p:cNvPr id="375" name="Google Shape;375;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7" name="Google Shape;37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8" name="Google Shape;378;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1" name="Google Shape;381;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2" name="Google Shape;38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3" name="Google Shape;38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4" name="Google Shape;384;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5" name="Google Shape;385;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8" name="Google Shape;388;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389" name="Google Shape;389;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1" name="Google Shape;391;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2" name="Google Shape;392;g2c157a2fb06_0_629"/>
          <p:cNvGrpSpPr/>
          <p:nvPr/>
        </p:nvGrpSpPr>
        <p:grpSpPr>
          <a:xfrm>
            <a:off x="662575" y="6212475"/>
            <a:ext cx="586800" cy="571500"/>
            <a:chOff x="662575" y="6212475"/>
            <a:chExt cx="586800" cy="571500"/>
          </a:xfrm>
        </p:grpSpPr>
        <p:sp>
          <p:nvSpPr>
            <p:cNvPr id="393" name="Google Shape;393;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6" name="Google Shape;396;g2c157a2fb06_0_629"/>
          <p:cNvGrpSpPr/>
          <p:nvPr/>
        </p:nvGrpSpPr>
        <p:grpSpPr>
          <a:xfrm>
            <a:off x="7894350" y="6212475"/>
            <a:ext cx="586800" cy="571500"/>
            <a:chOff x="7894350" y="6212475"/>
            <a:chExt cx="586800" cy="571500"/>
          </a:xfrm>
        </p:grpSpPr>
        <p:sp>
          <p:nvSpPr>
            <p:cNvPr id="397" name="Google Shape;397;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0"/>
        <p:cNvGrpSpPr/>
        <p:nvPr/>
      </p:nvGrpSpPr>
      <p:grpSpPr>
        <a:xfrm>
          <a:off x="0" y="0"/>
          <a:ext cx="0" cy="0"/>
          <a:chOff x="0" y="0"/>
          <a:chExt cx="0" cy="0"/>
        </a:xfrm>
      </p:grpSpPr>
      <p:sp>
        <p:nvSpPr>
          <p:cNvPr id="401" name="Google Shape;401;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3" name="Google Shape;403;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4" name="Google Shape;404;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7" name="Google Shape;407;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08" name="Google Shape;40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09" name="Google Shape;40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0" name="Google Shape;41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1" name="Google Shape;41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2" name="Google Shape;41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3" name="Google Shape;413;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6" name="Google Shape;416;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17" name="Google Shape;417;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8" name="Google Shape;418;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19" name="Google Shape;419;g2c157a2fb06_0_798"/>
          <p:cNvGrpSpPr/>
          <p:nvPr/>
        </p:nvGrpSpPr>
        <p:grpSpPr>
          <a:xfrm>
            <a:off x="662575" y="6212475"/>
            <a:ext cx="586800" cy="571500"/>
            <a:chOff x="662575" y="6212475"/>
            <a:chExt cx="586800" cy="571500"/>
          </a:xfrm>
        </p:grpSpPr>
        <p:sp>
          <p:nvSpPr>
            <p:cNvPr id="420" name="Google Shape;420;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3" name="Google Shape;423;g2c157a2fb06_0_798"/>
          <p:cNvGrpSpPr/>
          <p:nvPr/>
        </p:nvGrpSpPr>
        <p:grpSpPr>
          <a:xfrm>
            <a:off x="7894350" y="6212475"/>
            <a:ext cx="586800" cy="571500"/>
            <a:chOff x="7894350" y="6212475"/>
            <a:chExt cx="586800" cy="571500"/>
          </a:xfrm>
        </p:grpSpPr>
        <p:sp>
          <p:nvSpPr>
            <p:cNvPr id="424" name="Google Shape;424;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7"/>
        <p:cNvGrpSpPr/>
        <p:nvPr/>
      </p:nvGrpSpPr>
      <p:grpSpPr>
        <a:xfrm>
          <a:off x="0" y="0"/>
          <a:ext cx="0" cy="0"/>
          <a:chOff x="0" y="0"/>
          <a:chExt cx="0" cy="0"/>
        </a:xfrm>
      </p:grpSpPr>
      <p:sp>
        <p:nvSpPr>
          <p:cNvPr id="428" name="Google Shape;428;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0" name="Google Shape;430;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1" name="Google Shape;431;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4" name="Google Shape;434;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36" name="Google Shape;436;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7" name="Google Shape;437;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8" name="Google Shape;438;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39" name="Google Shape;439;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0" name="Google Shape;44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1" name="Google Shape;441;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2" name="Google Shape;442;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3" name="Google Shape;44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4" name="Google Shape;44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45" name="Google Shape;44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6" name="Google Shape;44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7" name="Google Shape;447;g2c157a2fb06_0_825"/>
          <p:cNvGrpSpPr/>
          <p:nvPr/>
        </p:nvGrpSpPr>
        <p:grpSpPr>
          <a:xfrm>
            <a:off x="662575" y="6212475"/>
            <a:ext cx="586800" cy="571500"/>
            <a:chOff x="662575" y="6212475"/>
            <a:chExt cx="586800" cy="571500"/>
          </a:xfrm>
        </p:grpSpPr>
        <p:sp>
          <p:nvSpPr>
            <p:cNvPr id="448" name="Google Shape;44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1" name="Google Shape;451;g2c157a2fb06_0_825"/>
          <p:cNvGrpSpPr/>
          <p:nvPr/>
        </p:nvGrpSpPr>
        <p:grpSpPr>
          <a:xfrm>
            <a:off x="7894350" y="6212475"/>
            <a:ext cx="586800" cy="571500"/>
            <a:chOff x="7894350" y="6212475"/>
            <a:chExt cx="586800" cy="571500"/>
          </a:xfrm>
        </p:grpSpPr>
        <p:sp>
          <p:nvSpPr>
            <p:cNvPr id="452" name="Google Shape;45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5"/>
        <p:cNvGrpSpPr/>
        <p:nvPr/>
      </p:nvGrpSpPr>
      <p:grpSpPr>
        <a:xfrm>
          <a:off x="0" y="0"/>
          <a:ext cx="0" cy="0"/>
          <a:chOff x="0" y="0"/>
          <a:chExt cx="0" cy="0"/>
        </a:xfrm>
      </p:grpSpPr>
      <p:sp>
        <p:nvSpPr>
          <p:cNvPr id="456" name="Google Shape;456;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8" name="Google Shape;458;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9" name="Google Shape;459;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2" name="Google Shape;462;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3" name="Google Shape;463;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7" name="Google Shape;467;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70" name="Google Shape;470;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1" name="Google Shape;471;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2" name="Google Shape;472;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6" name="Google Shape;476;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8" name="Google Shape;478;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0" name="Google Shape;480;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2" name="Google Shape;482;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5" name="Google Shape;485;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6" name="Google Shape;486;g2c157a2fb06_0_700"/>
          <p:cNvGrpSpPr/>
          <p:nvPr/>
        </p:nvGrpSpPr>
        <p:grpSpPr>
          <a:xfrm>
            <a:off x="662575" y="6212475"/>
            <a:ext cx="586800" cy="571500"/>
            <a:chOff x="662575" y="6212475"/>
            <a:chExt cx="586800" cy="571500"/>
          </a:xfrm>
        </p:grpSpPr>
        <p:sp>
          <p:nvSpPr>
            <p:cNvPr id="487" name="Google Shape;487;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0" name="Google Shape;490;g2c157a2fb06_0_700"/>
          <p:cNvGrpSpPr/>
          <p:nvPr/>
        </p:nvGrpSpPr>
        <p:grpSpPr>
          <a:xfrm>
            <a:off x="7894350" y="6212475"/>
            <a:ext cx="586800" cy="571500"/>
            <a:chOff x="7894350" y="6212475"/>
            <a:chExt cx="586800" cy="571500"/>
          </a:xfrm>
        </p:grpSpPr>
        <p:sp>
          <p:nvSpPr>
            <p:cNvPr id="491" name="Google Shape;491;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4"/>
        <p:cNvGrpSpPr/>
        <p:nvPr/>
      </p:nvGrpSpPr>
      <p:grpSpPr>
        <a:xfrm>
          <a:off x="0" y="0"/>
          <a:ext cx="0" cy="0"/>
          <a:chOff x="0" y="0"/>
          <a:chExt cx="0" cy="0"/>
        </a:xfrm>
      </p:grpSpPr>
      <p:sp>
        <p:nvSpPr>
          <p:cNvPr id="495" name="Google Shape;495;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7" name="Google Shape;497;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8" name="Google Shape;498;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1" name="Google Shape;50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02" name="Google Shape;502;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3" name="Google Shape;503;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4" name="Google Shape;504;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05" name="Google Shape;505;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6" name="Google Shape;506;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7" name="Google Shape;507;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08" name="Google Shape;508;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4" name="Google Shape;514;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5" name="Google Shape;515;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6" name="Google Shape;516;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7" name="Google Shape;517;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5" name="Google Shape;525;g2c157a2fb06_0_932"/>
          <p:cNvGrpSpPr/>
          <p:nvPr/>
        </p:nvGrpSpPr>
        <p:grpSpPr>
          <a:xfrm>
            <a:off x="662575" y="6212475"/>
            <a:ext cx="586800" cy="571500"/>
            <a:chOff x="662575" y="6212475"/>
            <a:chExt cx="586800" cy="571500"/>
          </a:xfrm>
        </p:grpSpPr>
        <p:sp>
          <p:nvSpPr>
            <p:cNvPr id="526" name="Google Shape;526;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7" name="Google Shape;527;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9" name="Google Shape;529;g2c157a2fb06_0_932"/>
          <p:cNvGrpSpPr/>
          <p:nvPr/>
        </p:nvGrpSpPr>
        <p:grpSpPr>
          <a:xfrm>
            <a:off x="7894350" y="6212475"/>
            <a:ext cx="586800" cy="571500"/>
            <a:chOff x="7894350" y="6212475"/>
            <a:chExt cx="586800" cy="571500"/>
          </a:xfrm>
        </p:grpSpPr>
        <p:sp>
          <p:nvSpPr>
            <p:cNvPr id="530" name="Google Shape;530;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3"/>
        <p:cNvGrpSpPr/>
        <p:nvPr/>
      </p:nvGrpSpPr>
      <p:grpSpPr>
        <a:xfrm>
          <a:off x="0" y="0"/>
          <a:ext cx="0" cy="0"/>
          <a:chOff x="0" y="0"/>
          <a:chExt cx="0" cy="0"/>
        </a:xfrm>
      </p:grpSpPr>
      <p:sp>
        <p:nvSpPr>
          <p:cNvPr id="534" name="Google Shape;534;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5" name="Google Shape;535;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6" name="Google Shape;536;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7" name="Google Shape;537;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0" name="Google Shape;540;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1" name="Google Shape;541;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2" name="Google Shape;542;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3" name="Google Shape;543;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4" name="Google Shape;544;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6" name="Google Shape;556;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57" name="Google Shape;557;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59" name="Google Shape;559;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0" name="Google Shape;560;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1" name="Google Shape;561;g2c157a2fb06_0_1045"/>
          <p:cNvGrpSpPr/>
          <p:nvPr/>
        </p:nvGrpSpPr>
        <p:grpSpPr>
          <a:xfrm>
            <a:off x="662575" y="6212475"/>
            <a:ext cx="586800" cy="571500"/>
            <a:chOff x="662575" y="6212475"/>
            <a:chExt cx="586800" cy="571500"/>
          </a:xfrm>
        </p:grpSpPr>
        <p:sp>
          <p:nvSpPr>
            <p:cNvPr id="562" name="Google Shape;562;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5" name="Google Shape;565;g2c157a2fb06_0_1045"/>
          <p:cNvGrpSpPr/>
          <p:nvPr/>
        </p:nvGrpSpPr>
        <p:grpSpPr>
          <a:xfrm>
            <a:off x="7894350" y="6212475"/>
            <a:ext cx="586800" cy="571500"/>
            <a:chOff x="7894350" y="6212475"/>
            <a:chExt cx="586800" cy="571500"/>
          </a:xfrm>
        </p:grpSpPr>
        <p:sp>
          <p:nvSpPr>
            <p:cNvPr id="566" name="Google Shape;566;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69"/>
        <p:cNvGrpSpPr/>
        <p:nvPr/>
      </p:nvGrpSpPr>
      <p:grpSpPr>
        <a:xfrm>
          <a:off x="0" y="0"/>
          <a:ext cx="0" cy="0"/>
          <a:chOff x="0" y="0"/>
          <a:chExt cx="0" cy="0"/>
        </a:xfrm>
      </p:grpSpPr>
      <p:sp>
        <p:nvSpPr>
          <p:cNvPr id="570" name="Google Shape;570;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2" name="Google Shape;572;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3" name="Google Shape;573;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6" name="Google Shape;576;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77" name="Google Shape;577;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1" name="Google Shape;58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582" name="Google Shape;582;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3" name="Google Shape;583;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6" name="Google Shape;586;g2c157a2fb06_0_1110"/>
          <p:cNvGrpSpPr/>
          <p:nvPr/>
        </p:nvGrpSpPr>
        <p:grpSpPr>
          <a:xfrm>
            <a:off x="5806200" y="1807463"/>
            <a:ext cx="756300" cy="146700"/>
            <a:chOff x="5806200" y="1807463"/>
            <a:chExt cx="756300" cy="146700"/>
          </a:xfrm>
        </p:grpSpPr>
        <p:sp>
          <p:nvSpPr>
            <p:cNvPr id="587" name="Google Shape;587;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0" name="Google Shape;590;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1" name="Google Shape;591;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2" name="Google Shape;592;g2c157a2fb06_0_1110"/>
          <p:cNvGrpSpPr/>
          <p:nvPr/>
        </p:nvGrpSpPr>
        <p:grpSpPr>
          <a:xfrm>
            <a:off x="5806200" y="2842438"/>
            <a:ext cx="756300" cy="146700"/>
            <a:chOff x="5806200" y="1807463"/>
            <a:chExt cx="756300" cy="146700"/>
          </a:xfrm>
        </p:grpSpPr>
        <p:sp>
          <p:nvSpPr>
            <p:cNvPr id="593" name="Google Shape;593;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4" name="Google Shape;594;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6" name="Google Shape;596;g2c157a2fb06_0_1110"/>
          <p:cNvGrpSpPr/>
          <p:nvPr/>
        </p:nvGrpSpPr>
        <p:grpSpPr>
          <a:xfrm>
            <a:off x="5806200" y="3877413"/>
            <a:ext cx="756300" cy="146700"/>
            <a:chOff x="5806200" y="1807463"/>
            <a:chExt cx="756300" cy="146700"/>
          </a:xfrm>
        </p:grpSpPr>
        <p:sp>
          <p:nvSpPr>
            <p:cNvPr id="597" name="Google Shape;597;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8" name="Google Shape;598;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0" name="Google Shape;600;g2c157a2fb06_0_1110"/>
          <p:cNvGrpSpPr/>
          <p:nvPr/>
        </p:nvGrpSpPr>
        <p:grpSpPr>
          <a:xfrm>
            <a:off x="662575" y="6212475"/>
            <a:ext cx="586800" cy="571500"/>
            <a:chOff x="662575" y="6212475"/>
            <a:chExt cx="586800" cy="571500"/>
          </a:xfrm>
        </p:grpSpPr>
        <p:sp>
          <p:nvSpPr>
            <p:cNvPr id="601" name="Google Shape;601;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2" name="Google Shape;602;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4" name="Google Shape;604;g2c157a2fb06_0_1110"/>
          <p:cNvGrpSpPr/>
          <p:nvPr/>
        </p:nvGrpSpPr>
        <p:grpSpPr>
          <a:xfrm>
            <a:off x="7894350" y="6212475"/>
            <a:ext cx="586800" cy="571500"/>
            <a:chOff x="7894350" y="6212475"/>
            <a:chExt cx="586800" cy="571500"/>
          </a:xfrm>
        </p:grpSpPr>
        <p:sp>
          <p:nvSpPr>
            <p:cNvPr id="605" name="Google Shape;605;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08"/>
        <p:cNvGrpSpPr/>
        <p:nvPr/>
      </p:nvGrpSpPr>
      <p:grpSpPr>
        <a:xfrm>
          <a:off x="0" y="0"/>
          <a:ext cx="0" cy="0"/>
          <a:chOff x="0" y="0"/>
          <a:chExt cx="0" cy="0"/>
        </a:xfrm>
      </p:grpSpPr>
      <p:sp>
        <p:nvSpPr>
          <p:cNvPr id="609" name="Google Shape;609;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0" name="Google Shape;610;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13" name="Google Shape;613;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16" name="Google Shape;616;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17" name="Google Shape;617;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18" name="Google Shape;618;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19" name="Google Shape;619;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20" name="Google Shape;620;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21" name="Google Shape;621;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22" name="Google Shape;622;p30"/>
          <p:cNvGrpSpPr/>
          <p:nvPr/>
        </p:nvGrpSpPr>
        <p:grpSpPr>
          <a:xfrm>
            <a:off x="6022940" y="5341706"/>
            <a:ext cx="594501" cy="305904"/>
            <a:chOff x="5672081" y="1914352"/>
            <a:chExt cx="792668" cy="305904"/>
          </a:xfrm>
        </p:grpSpPr>
        <p:sp>
          <p:nvSpPr>
            <p:cNvPr id="623" name="Google Shape;623;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5" name="Google Shape;625;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26" name="Google Shape;626;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34" name="Google Shape;634;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35" name="Google Shape;635;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6" name="Google Shape;636;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43" name="Google Shape;643;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44" name="Google Shape;644;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45" name="Google Shape;645;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47" name="Google Shape;647;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48" name="Google Shape;648;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49" name="Google Shape;649;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52" name="Google Shape;652;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53" name="Google Shape;653;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54"/>
        <p:cNvGrpSpPr/>
        <p:nvPr/>
      </p:nvGrpSpPr>
      <p:grpSpPr>
        <a:xfrm>
          <a:off x="0" y="0"/>
          <a:ext cx="0" cy="0"/>
          <a:chOff x="0" y="0"/>
          <a:chExt cx="0" cy="0"/>
        </a:xfrm>
      </p:grpSpPr>
      <p:sp>
        <p:nvSpPr>
          <p:cNvPr id="655" name="Google Shape;655;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6" name="Google Shape;656;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57" name="Google Shape;657;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58"/>
        <p:cNvGrpSpPr/>
        <p:nvPr/>
      </p:nvGrpSpPr>
      <p:grpSpPr>
        <a:xfrm>
          <a:off x="0" y="0"/>
          <a:ext cx="0" cy="0"/>
          <a:chOff x="0" y="0"/>
          <a:chExt cx="0" cy="0"/>
        </a:xfrm>
      </p:grpSpPr>
      <p:sp>
        <p:nvSpPr>
          <p:cNvPr id="659" name="Google Shape;659;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0" name="Google Shape;660;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61" name="Google Shape;661;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image" Target="../media/image7.png"/><Relationship Id="rId7" Type="http://schemas.openxmlformats.org/officeDocument/2006/relationships/slide" Target="slide1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5.png"/><Relationship Id="rId10" Type="http://schemas.openxmlformats.org/officeDocument/2006/relationships/slide" Target="slide20.xml"/><Relationship Id="rId4" Type="http://schemas.openxmlformats.org/officeDocument/2006/relationships/image" Target="../media/image8.png"/><Relationship Id="rId9" Type="http://schemas.openxmlformats.org/officeDocument/2006/relationships/slide" Target="slide22.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s>
</file>

<file path=ppt/slides/_rels/slide5.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png"/><Relationship Id="rId2" Type="http://schemas.openxmlformats.org/officeDocument/2006/relationships/notesSlide" Target="../notesSlides/notesSlide5.xml"/><Relationship Id="rId16" Type="http://schemas.openxmlformats.org/officeDocument/2006/relationships/image" Target="../media/image75.png"/><Relationship Id="rId1" Type="http://schemas.openxmlformats.org/officeDocument/2006/relationships/slideLayout" Target="../slideLayouts/slideLayout3.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5" Type="http://schemas.openxmlformats.org/officeDocument/2006/relationships/image" Target="../media/image7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s>
</file>

<file path=ppt/slides/_rels/slide6.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3" Type="http://schemas.openxmlformats.org/officeDocument/2006/relationships/image" Target="../media/image76.png"/><Relationship Id="rId7" Type="http://schemas.openxmlformats.org/officeDocument/2006/relationships/image" Target="../media/image80.png"/><Relationship Id="rId12" Type="http://schemas.openxmlformats.org/officeDocument/2006/relationships/image" Target="../media/image85.png"/><Relationship Id="rId2" Type="http://schemas.openxmlformats.org/officeDocument/2006/relationships/notesSlide" Target="../notesSlides/notesSlide6.xml"/><Relationship Id="rId16" Type="http://schemas.openxmlformats.org/officeDocument/2006/relationships/image" Target="../media/image89.png"/><Relationship Id="rId1" Type="http://schemas.openxmlformats.org/officeDocument/2006/relationships/slideLayout" Target="../slideLayouts/slideLayout3.xml"/><Relationship Id="rId6" Type="http://schemas.openxmlformats.org/officeDocument/2006/relationships/image" Target="../media/image79.png"/><Relationship Id="rId11" Type="http://schemas.openxmlformats.org/officeDocument/2006/relationships/image" Target="../media/image84.png"/><Relationship Id="rId5" Type="http://schemas.openxmlformats.org/officeDocument/2006/relationships/image" Target="../media/image78.png"/><Relationship Id="rId15" Type="http://schemas.openxmlformats.org/officeDocument/2006/relationships/image" Target="../media/image88.png"/><Relationship Id="rId10" Type="http://schemas.openxmlformats.org/officeDocument/2006/relationships/image" Target="../media/image83.png"/><Relationship Id="rId4" Type="http://schemas.openxmlformats.org/officeDocument/2006/relationships/image" Target="../media/image77.png"/><Relationship Id="rId9" Type="http://schemas.openxmlformats.org/officeDocument/2006/relationships/image" Target="../media/image82.png"/><Relationship Id="rId14" Type="http://schemas.openxmlformats.org/officeDocument/2006/relationships/image" Target="../media/image87.png"/></Relationships>
</file>

<file path=ppt/slides/_rels/slide7.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0.png"/><Relationship Id="rId18" Type="http://schemas.openxmlformats.org/officeDocument/2006/relationships/image" Target="../media/image105.png"/><Relationship Id="rId26" Type="http://schemas.openxmlformats.org/officeDocument/2006/relationships/image" Target="../media/image113.png"/><Relationship Id="rId3" Type="http://schemas.openxmlformats.org/officeDocument/2006/relationships/image" Target="../media/image90.png"/><Relationship Id="rId21" Type="http://schemas.openxmlformats.org/officeDocument/2006/relationships/image" Target="../media/image108.png"/><Relationship Id="rId7" Type="http://schemas.openxmlformats.org/officeDocument/2006/relationships/image" Target="../media/image94.png"/><Relationship Id="rId12" Type="http://schemas.openxmlformats.org/officeDocument/2006/relationships/image" Target="../media/image99.png"/><Relationship Id="rId17" Type="http://schemas.openxmlformats.org/officeDocument/2006/relationships/image" Target="../media/image104.png"/><Relationship Id="rId25" Type="http://schemas.openxmlformats.org/officeDocument/2006/relationships/image" Target="../media/image112.png"/><Relationship Id="rId2" Type="http://schemas.openxmlformats.org/officeDocument/2006/relationships/notesSlide" Target="../notesSlides/notesSlide7.xml"/><Relationship Id="rId16" Type="http://schemas.openxmlformats.org/officeDocument/2006/relationships/image" Target="../media/image103.png"/><Relationship Id="rId20" Type="http://schemas.openxmlformats.org/officeDocument/2006/relationships/image" Target="../media/image107.png"/><Relationship Id="rId29" Type="http://schemas.openxmlformats.org/officeDocument/2006/relationships/image" Target="../media/image116.png"/><Relationship Id="rId1" Type="http://schemas.openxmlformats.org/officeDocument/2006/relationships/slideLayout" Target="../slideLayouts/slideLayout3.xml"/><Relationship Id="rId6" Type="http://schemas.openxmlformats.org/officeDocument/2006/relationships/image" Target="../media/image93.png"/><Relationship Id="rId11" Type="http://schemas.openxmlformats.org/officeDocument/2006/relationships/image" Target="../media/image98.png"/><Relationship Id="rId24" Type="http://schemas.openxmlformats.org/officeDocument/2006/relationships/image" Target="../media/image111.png"/><Relationship Id="rId5" Type="http://schemas.openxmlformats.org/officeDocument/2006/relationships/image" Target="../media/image92.png"/><Relationship Id="rId15" Type="http://schemas.openxmlformats.org/officeDocument/2006/relationships/image" Target="../media/image102.png"/><Relationship Id="rId23" Type="http://schemas.openxmlformats.org/officeDocument/2006/relationships/image" Target="../media/image110.png"/><Relationship Id="rId28" Type="http://schemas.openxmlformats.org/officeDocument/2006/relationships/image" Target="../media/image115.png"/><Relationship Id="rId10" Type="http://schemas.openxmlformats.org/officeDocument/2006/relationships/image" Target="../media/image97.png"/><Relationship Id="rId19" Type="http://schemas.openxmlformats.org/officeDocument/2006/relationships/image" Target="../media/image106.png"/><Relationship Id="rId4" Type="http://schemas.openxmlformats.org/officeDocument/2006/relationships/image" Target="../media/image91.png"/><Relationship Id="rId9" Type="http://schemas.openxmlformats.org/officeDocument/2006/relationships/image" Target="../media/image96.png"/><Relationship Id="rId14" Type="http://schemas.openxmlformats.org/officeDocument/2006/relationships/image" Target="../media/image101.png"/><Relationship Id="rId22" Type="http://schemas.openxmlformats.org/officeDocument/2006/relationships/image" Target="../media/image109.png"/><Relationship Id="rId27" Type="http://schemas.openxmlformats.org/officeDocument/2006/relationships/image" Target="../media/image114.png"/><Relationship Id="rId30" Type="http://schemas.openxmlformats.org/officeDocument/2006/relationships/image" Target="../media/image117.png"/></Relationships>
</file>

<file path=ppt/slides/_rels/slide8.xml.rels><?xml version="1.0" encoding="UTF-8" standalone="yes"?>
<Relationships xmlns="http://schemas.openxmlformats.org/package/2006/relationships"><Relationship Id="rId8" Type="http://schemas.openxmlformats.org/officeDocument/2006/relationships/image" Target="../media/image123.png"/><Relationship Id="rId13" Type="http://schemas.openxmlformats.org/officeDocument/2006/relationships/image" Target="../media/image128.png"/><Relationship Id="rId3" Type="http://schemas.openxmlformats.org/officeDocument/2006/relationships/image" Target="../media/image118.png"/><Relationship Id="rId7" Type="http://schemas.openxmlformats.org/officeDocument/2006/relationships/image" Target="../media/image122.png"/><Relationship Id="rId12" Type="http://schemas.openxmlformats.org/officeDocument/2006/relationships/image" Target="../media/image127.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21.png"/><Relationship Id="rId11" Type="http://schemas.openxmlformats.org/officeDocument/2006/relationships/image" Target="../media/image126.png"/><Relationship Id="rId5" Type="http://schemas.openxmlformats.org/officeDocument/2006/relationships/image" Target="../media/image120.png"/><Relationship Id="rId15" Type="http://schemas.openxmlformats.org/officeDocument/2006/relationships/image" Target="../media/image130.png"/><Relationship Id="rId10" Type="http://schemas.openxmlformats.org/officeDocument/2006/relationships/image" Target="../media/image125.png"/><Relationship Id="rId4" Type="http://schemas.openxmlformats.org/officeDocument/2006/relationships/image" Target="../media/image119.png"/><Relationship Id="rId9" Type="http://schemas.openxmlformats.org/officeDocument/2006/relationships/image" Target="../media/image124.png"/><Relationship Id="rId14" Type="http://schemas.openxmlformats.org/officeDocument/2006/relationships/image" Target="../media/image129.png"/></Relationships>
</file>

<file path=ppt/slides/_rels/slide9.xml.rels><?xml version="1.0" encoding="UTF-8" standalone="yes"?>
<Relationships xmlns="http://schemas.openxmlformats.org/package/2006/relationships"><Relationship Id="rId8" Type="http://schemas.openxmlformats.org/officeDocument/2006/relationships/image" Target="../media/image136.png"/><Relationship Id="rId3" Type="http://schemas.openxmlformats.org/officeDocument/2006/relationships/image" Target="../media/image131.png"/><Relationship Id="rId7" Type="http://schemas.openxmlformats.org/officeDocument/2006/relationships/image" Target="../media/image135.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34.png"/><Relationship Id="rId11" Type="http://schemas.openxmlformats.org/officeDocument/2006/relationships/image" Target="../media/image139.png"/><Relationship Id="rId5" Type="http://schemas.openxmlformats.org/officeDocument/2006/relationships/image" Target="../media/image133.png"/><Relationship Id="rId10" Type="http://schemas.openxmlformats.org/officeDocument/2006/relationships/image" Target="../media/image138.png"/><Relationship Id="rId4" Type="http://schemas.openxmlformats.org/officeDocument/2006/relationships/image" Target="../media/image132.png"/><Relationship Id="rId9" Type="http://schemas.openxmlformats.org/officeDocument/2006/relationships/image" Target="../media/image137.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Vowel Digraph 'au'</a:t>
            </a:r>
            <a:endParaRPr sz="3000"/>
          </a:p>
        </p:txBody>
      </p:sp>
      <p:sp>
        <p:nvSpPr>
          <p:cNvPr id="667" name="Google Shape;667;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18</a:t>
            </a:r>
            <a:endParaRPr/>
          </a:p>
        </p:txBody>
      </p:sp>
      <p:graphicFrame>
        <p:nvGraphicFramePr>
          <p:cNvPr id="668" name="Google Shape;668;p1"/>
          <p:cNvGraphicFramePr/>
          <p:nvPr/>
        </p:nvGraphicFramePr>
        <p:xfrm>
          <a:off x="4844200" y="1891197"/>
          <a:ext cx="3785000" cy="1678950"/>
        </p:xfrm>
        <a:graphic>
          <a:graphicData uri="http://schemas.openxmlformats.org/drawingml/2006/table">
            <a:tbl>
              <a:tblPr firstRow="1" bandRow="1">
                <a:noFill/>
                <a:tableStyleId>{7E8D772B-596E-4DCF-A525-32354EC1A9E3}</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endParaRPr sz="17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ue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wh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ph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lt1"/>
                          </a:solidFill>
                          <a:latin typeface="Poppins"/>
                          <a:ea typeface="Poppins"/>
                          <a:cs typeface="Poppins"/>
                          <a:sym typeface="Poppins"/>
                        </a:rPr>
                        <a:t>a</a:t>
                      </a:r>
                      <a:r>
                        <a:rPr lang="en-US" sz="1800" u="none" strike="noStrike" cap="none">
                          <a:solidFill>
                            <a:schemeClr val="lt1"/>
                          </a:solidFill>
                          <a:latin typeface="Jost"/>
                          <a:ea typeface="Jost"/>
                          <a:cs typeface="Jost"/>
                          <a:sym typeface="Jost"/>
                        </a:rPr>
                        <a:t>u</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669" name="Google Shape;669;p1"/>
          <p:cNvPicPr preferRelativeResize="0"/>
          <p:nvPr/>
        </p:nvPicPr>
        <p:blipFill rotWithShape="1">
          <a:blip r:embed="rId3">
            <a:alphaModFix/>
          </a:blip>
          <a:srcRect/>
          <a:stretch/>
        </p:blipFill>
        <p:spPr>
          <a:xfrm rot="186068">
            <a:off x="4009466" y="4465909"/>
            <a:ext cx="2493520" cy="997851"/>
          </a:xfrm>
          <a:prstGeom prst="rect">
            <a:avLst/>
          </a:prstGeom>
          <a:noFill/>
          <a:ln>
            <a:noFill/>
          </a:ln>
          <a:effectLst>
            <a:outerShdw blurRad="71438" dist="38100" dir="5220000" algn="bl" rotWithShape="0">
              <a:srgbClr val="000000">
                <a:alpha val="20784"/>
              </a:srgbClr>
            </a:outerShdw>
          </a:effectLst>
        </p:spPr>
      </p:pic>
      <p:pic>
        <p:nvPicPr>
          <p:cNvPr id="670" name="Google Shape;670;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71" name="Google Shape;671;p1"/>
          <p:cNvPicPr preferRelativeResize="0"/>
          <p:nvPr/>
        </p:nvPicPr>
        <p:blipFill rotWithShape="1">
          <a:blip r:embed="rId5">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pic>
        <p:nvPicPr>
          <p:cNvPr id="677" name="Google Shape;677;g2bee4f4af4b_0_204"/>
          <p:cNvPicPr preferRelativeResize="0"/>
          <p:nvPr/>
        </p:nvPicPr>
        <p:blipFill rotWithShape="1">
          <a:blip r:embed="rId3">
            <a:alphaModFix/>
          </a:blip>
          <a:srcRect l="19" r="29"/>
          <a:stretch/>
        </p:blipFill>
        <p:spPr>
          <a:xfrm>
            <a:off x="2506241" y="4063960"/>
            <a:ext cx="813599" cy="1151592"/>
          </a:xfrm>
          <a:prstGeom prst="rect">
            <a:avLst/>
          </a:prstGeom>
          <a:noFill/>
          <a:ln>
            <a:noFill/>
          </a:ln>
          <a:effectLst>
            <a:outerShdw blurRad="71438" dist="19050" dir="5220000" algn="bl" rotWithShape="0">
              <a:srgbClr val="BFBFBF"/>
            </a:outerShdw>
          </a:effectLst>
        </p:spPr>
      </p:pic>
      <p:sp>
        <p:nvSpPr>
          <p:cNvPr id="678" name="Google Shape;67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vowel digraph </a:t>
            </a:r>
            <a:r>
              <a:rPr lang="en-US">
                <a:solidFill>
                  <a:srgbClr val="8DC63F"/>
                </a:solidFill>
              </a:rPr>
              <a:t>au</a:t>
            </a:r>
            <a:r>
              <a:rPr lang="en-US"/>
              <a:t>.</a:t>
            </a:r>
            <a:endParaRPr/>
          </a:p>
        </p:txBody>
      </p:sp>
      <p:sp>
        <p:nvSpPr>
          <p:cNvPr id="679" name="Google Shape;679;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4 Common Exception Words </a:t>
            </a:r>
            <a:r>
              <a:rPr lang="en-US">
                <a:solidFill>
                  <a:srgbClr val="2356AF"/>
                </a:solidFill>
              </a:rPr>
              <a:t>said like out have some come what was so old do little one.</a:t>
            </a:r>
            <a:endParaRPr>
              <a:solidFill>
                <a:srgbClr val="2356AF"/>
              </a:solidFill>
            </a:endParaRPr>
          </a:p>
        </p:txBody>
      </p:sp>
      <p:sp>
        <p:nvSpPr>
          <p:cNvPr id="680" name="Google Shape;68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81" name="Google Shape;68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sp>
        <p:nvSpPr>
          <p:cNvPr id="682" name="Google Shape;682;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83" name="Google Shape;683;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84" name="Google Shape;684;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685" name="Google Shape;685;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686" name="Google Shape;686;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687" name="Google Shape;687;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688" name="Google Shape;688;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89" name="Google Shape;689;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90" name="Google Shape;690;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691" name="Google Shape;691;g2bee4f4af4b_0_204">
            <a:hlinkClick r:id="rId7" action="ppaction://hlinksldjump"/>
          </p:cNvPr>
          <p:cNvSpPr/>
          <p:nvPr/>
        </p:nvSpPr>
        <p:spPr>
          <a:xfrm>
            <a:off x="963913" y="38956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2" name="Google Shape;692;g2bee4f4af4b_0_204">
            <a:hlinkClick r:id="rId8" action="ppaction://hlinksldjump"/>
          </p:cNvPr>
          <p:cNvSpPr/>
          <p:nvPr/>
        </p:nvSpPr>
        <p:spPr>
          <a:xfrm>
            <a:off x="2462656" y="37576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3" name="Google Shape;693;g2bee4f4af4b_0_204">
            <a:hlinkClick r:id="rId9" action="ppaction://hlinksldjump"/>
          </p:cNvPr>
          <p:cNvSpPr/>
          <p:nvPr/>
        </p:nvSpPr>
        <p:spPr>
          <a:xfrm>
            <a:off x="4879463" y="3762772"/>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g2bee4f4af4b_0_204">
            <a:hlinkClick r:id="rId10" action="ppaction://hlinksldjump"/>
          </p:cNvPr>
          <p:cNvSpPr/>
          <p:nvPr/>
        </p:nvSpPr>
        <p:spPr>
          <a:xfrm>
            <a:off x="3651263" y="3762772"/>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01" name="Google Shape;701;g26b641b03cd_0_165"/>
          <p:cNvGrpSpPr/>
          <p:nvPr/>
        </p:nvGrpSpPr>
        <p:grpSpPr>
          <a:xfrm>
            <a:off x="930400" y="2053244"/>
            <a:ext cx="7283200" cy="3724851"/>
            <a:chOff x="930400" y="2129444"/>
            <a:chExt cx="7283200" cy="3724851"/>
          </a:xfrm>
        </p:grpSpPr>
        <p:pic>
          <p:nvPicPr>
            <p:cNvPr id="702" name="Google Shape;70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0" name="Google Shape;71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11" name="Google Shape;71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730" name="Google Shape;73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1" name="Google Shape;731;g26b7edf6e71_0_26"/>
          <p:cNvGrpSpPr/>
          <p:nvPr/>
        </p:nvGrpSpPr>
        <p:grpSpPr>
          <a:xfrm>
            <a:off x="930400" y="2053250"/>
            <a:ext cx="7283201" cy="2971674"/>
            <a:chOff x="930400" y="2129450"/>
            <a:chExt cx="7283201" cy="2971674"/>
          </a:xfrm>
        </p:grpSpPr>
        <p:pic>
          <p:nvPicPr>
            <p:cNvPr id="732" name="Google Shape;732;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4" name="Google Shape;734;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35" name="Google Shape;735;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36" name="Google Shape;736;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7" name="Google Shape;737;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38" name="Google Shape;738;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39" name="Google Shape;739;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0" name="Google Shape;740;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1" name="Google Shape;741;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42" name="Google Shape;742;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43" name="Google Shape;743;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4" name="Google Shape;744;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49" name="Google Shape;749;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0" name="Google Shape;750;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1" name="Google Shape;751;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2" name="Google Shape;752;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53" name="Google Shape;753;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4" name="Google Shape;754;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67" name="Google Shape;767;g2c298da1f27_0_417"/>
          <p:cNvPicPr preferRelativeResize="0"/>
          <p:nvPr/>
        </p:nvPicPr>
        <p:blipFill rotWithShape="1">
          <a:blip r:embed="rId3">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4"/>
              </a:srgbClr>
            </a:outerShdw>
          </a:effectLst>
        </p:spPr>
      </p:pic>
      <p:pic>
        <p:nvPicPr>
          <p:cNvPr id="768" name="Google Shape;768;g2c298da1f27_0_417"/>
          <p:cNvPicPr preferRelativeResize="0"/>
          <p:nvPr/>
        </p:nvPicPr>
        <p:blipFill rotWithShape="1">
          <a:blip r:embed="rId4">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5">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6">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8" name="Google Shape;778;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15">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16">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87" name="Google Shape;787;g26b7edf6e71_0_109"/>
          <p:cNvGrpSpPr/>
          <p:nvPr/>
        </p:nvGrpSpPr>
        <p:grpSpPr>
          <a:xfrm>
            <a:off x="865957" y="2135925"/>
            <a:ext cx="7282807" cy="2686611"/>
            <a:chOff x="867357" y="2129450"/>
            <a:chExt cx="7282807" cy="2686611"/>
          </a:xfrm>
        </p:grpSpPr>
        <p:pic>
          <p:nvPicPr>
            <p:cNvPr id="788" name="Google Shape;788;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9" name="Google Shape;789;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90" name="Google Shape;790;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91" name="Google Shape;791;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92" name="Google Shape;792;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93" name="Google Shape;793;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94" name="Google Shape;794;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95" name="Google Shape;795;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6" name="Google Shape;796;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97" name="Google Shape;797;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98" name="Google Shape;798;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9" name="Google Shape;799;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00" name="Google Shape;800;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01" name="Google Shape;801;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08" name="Google Shape;808;g2c298d33e0c_0_6"/>
          <p:cNvGrpSpPr/>
          <p:nvPr/>
        </p:nvGrpSpPr>
        <p:grpSpPr>
          <a:xfrm>
            <a:off x="866900" y="2079100"/>
            <a:ext cx="7281864" cy="2684601"/>
            <a:chOff x="868300" y="2129450"/>
            <a:chExt cx="7281864" cy="2684601"/>
          </a:xfrm>
        </p:grpSpPr>
        <p:pic>
          <p:nvPicPr>
            <p:cNvPr id="809" name="Google Shape;809;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10" name="Google Shape;810;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11" name="Google Shape;811;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12" name="Google Shape;812;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13" name="Google Shape;813;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14" name="Google Shape;814;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5" name="Google Shape;815;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6" name="Google Shape;816;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7" name="Google Shape;817;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18" name="Google Shape;818;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19" name="Google Shape;819;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1" name="Google Shape;821;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2" name="Google Shape;822;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3" name="Google Shape;823;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4" name="Google Shape;824;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25" name="Google Shape;825;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6" name="Google Shape;826;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7" name="Google Shape;827;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8" name="Google Shape;828;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29" name="Google Shape;829;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30" name="Google Shape;830;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1" name="Google Shape;831;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2" name="Google Shape;832;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43" name="Google Shape;843;g2c298da1f27_0_455"/>
          <p:cNvGrpSpPr/>
          <p:nvPr/>
        </p:nvGrpSpPr>
        <p:grpSpPr>
          <a:xfrm>
            <a:off x="868300" y="2129450"/>
            <a:ext cx="7281864" cy="2684601"/>
            <a:chOff x="868300" y="2053250"/>
            <a:chExt cx="7281864" cy="2684601"/>
          </a:xfrm>
        </p:grpSpPr>
        <p:pic>
          <p:nvPicPr>
            <p:cNvPr id="844" name="Google Shape;844;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45" name="Google Shape;845;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46" name="Google Shape;846;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47" name="Google Shape;847;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48" name="Google Shape;848;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49" name="Google Shape;849;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50" name="Google Shape;850;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51" name="Google Shape;851;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52" name="Google Shape;852;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53" name="Google Shape;853;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54" name="Google Shape;854;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55" name="Google Shape;855;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56" name="Google Shape;856;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2cff044c352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a:t>
            </a:r>
            <a:r>
              <a:rPr lang="en-US"/>
              <a:t>.</a:t>
            </a:r>
            <a:endParaRPr/>
          </a:p>
        </p:txBody>
      </p:sp>
      <p:pic>
        <p:nvPicPr>
          <p:cNvPr id="863" name="Google Shape;863;g2cff044c352_0_0"/>
          <p:cNvPicPr preferRelativeResize="0"/>
          <p:nvPr/>
        </p:nvPicPr>
        <p:blipFill rotWithShape="1">
          <a:blip r:embed="rId3">
            <a:alphaModFix/>
          </a:blip>
          <a:srcRect l="69" r="69"/>
          <a:stretch/>
        </p:blipFill>
        <p:spPr>
          <a:xfrm>
            <a:off x="6591795" y="2130398"/>
            <a:ext cx="1733327" cy="1241018"/>
          </a:xfrm>
          <a:prstGeom prst="rect">
            <a:avLst/>
          </a:prstGeom>
          <a:noFill/>
          <a:ln>
            <a:noFill/>
          </a:ln>
          <a:effectLst>
            <a:outerShdw blurRad="71438" dist="19050" dir="5400000" algn="bl" rotWithShape="0">
              <a:srgbClr val="000000">
                <a:alpha val="17650"/>
              </a:srgbClr>
            </a:outerShdw>
          </a:effectLst>
        </p:spPr>
      </p:pic>
      <p:pic>
        <p:nvPicPr>
          <p:cNvPr id="864" name="Google Shape;864;g2cff044c352_0_0"/>
          <p:cNvPicPr preferRelativeResize="0"/>
          <p:nvPr/>
        </p:nvPicPr>
        <p:blipFill rotWithShape="1">
          <a:blip r:embed="rId4">
            <a:alphaModFix/>
          </a:blip>
          <a:srcRect l="149" r="159"/>
          <a:stretch/>
        </p:blipFill>
        <p:spPr>
          <a:xfrm>
            <a:off x="4667493" y="2130398"/>
            <a:ext cx="1733327" cy="1241019"/>
          </a:xfrm>
          <a:prstGeom prst="rect">
            <a:avLst/>
          </a:prstGeom>
          <a:noFill/>
          <a:ln>
            <a:noFill/>
          </a:ln>
          <a:effectLst>
            <a:outerShdw blurRad="71438" dist="19050" dir="5400000" algn="bl" rotWithShape="0">
              <a:srgbClr val="000000">
                <a:alpha val="17650"/>
              </a:srgbClr>
            </a:outerShdw>
          </a:effectLst>
        </p:spPr>
      </p:pic>
      <p:pic>
        <p:nvPicPr>
          <p:cNvPr id="865" name="Google Shape;865;g2cff044c352_0_0"/>
          <p:cNvPicPr preferRelativeResize="0"/>
          <p:nvPr/>
        </p:nvPicPr>
        <p:blipFill rotWithShape="1">
          <a:blip r:embed="rId5">
            <a:alphaModFix/>
          </a:blip>
          <a:srcRect l="49" r="59"/>
          <a:stretch/>
        </p:blipFill>
        <p:spPr>
          <a:xfrm>
            <a:off x="818879" y="2129344"/>
            <a:ext cx="1732561" cy="1237971"/>
          </a:xfrm>
          <a:prstGeom prst="rect">
            <a:avLst/>
          </a:prstGeom>
          <a:noFill/>
          <a:ln>
            <a:noFill/>
          </a:ln>
          <a:effectLst>
            <a:outerShdw blurRad="71438" dist="19050" dir="5400000" algn="bl" rotWithShape="0">
              <a:srgbClr val="000000">
                <a:alpha val="17650"/>
              </a:srgbClr>
            </a:outerShdw>
          </a:effectLst>
        </p:spPr>
      </p:pic>
      <p:pic>
        <p:nvPicPr>
          <p:cNvPr id="866" name="Google Shape;866;g2cff044c352_0_0"/>
          <p:cNvPicPr preferRelativeResize="0"/>
          <p:nvPr/>
        </p:nvPicPr>
        <p:blipFill rotWithShape="1">
          <a:blip r:embed="rId6">
            <a:alphaModFix/>
          </a:blip>
          <a:srcRect l="238" r="238"/>
          <a:stretch/>
        </p:blipFill>
        <p:spPr>
          <a:xfrm>
            <a:off x="2742802" y="2129344"/>
            <a:ext cx="1733327" cy="1243120"/>
          </a:xfrm>
          <a:prstGeom prst="rect">
            <a:avLst/>
          </a:prstGeom>
          <a:noFill/>
          <a:ln>
            <a:noFill/>
          </a:ln>
          <a:effectLst>
            <a:outerShdw blurRad="71438" dist="19050" dir="5400000" algn="bl" rotWithShape="0">
              <a:srgbClr val="000000">
                <a:alpha val="17650"/>
              </a:srgbClr>
            </a:outerShdw>
          </a:effectLst>
        </p:spPr>
      </p:pic>
      <p:pic>
        <p:nvPicPr>
          <p:cNvPr id="867" name="Google Shape;867;g2cff044c352_0_0"/>
          <p:cNvPicPr preferRelativeResize="0"/>
          <p:nvPr/>
        </p:nvPicPr>
        <p:blipFill rotWithShape="1">
          <a:blip r:embed="rId7">
            <a:alphaModFix/>
          </a:blip>
          <a:srcRect l="149" r="159"/>
          <a:stretch/>
        </p:blipFill>
        <p:spPr>
          <a:xfrm>
            <a:off x="6591795" y="3501998"/>
            <a:ext cx="1733327" cy="1241019"/>
          </a:xfrm>
          <a:prstGeom prst="rect">
            <a:avLst/>
          </a:prstGeom>
          <a:noFill/>
          <a:ln>
            <a:noFill/>
          </a:ln>
          <a:effectLst>
            <a:outerShdw blurRad="71438" dist="19050" dir="5400000" algn="bl" rotWithShape="0">
              <a:srgbClr val="000000">
                <a:alpha val="17650"/>
              </a:srgbClr>
            </a:outerShdw>
          </a:effectLst>
        </p:spPr>
      </p:pic>
      <p:pic>
        <p:nvPicPr>
          <p:cNvPr id="868" name="Google Shape;868;g2cff044c352_0_0"/>
          <p:cNvPicPr preferRelativeResize="0"/>
          <p:nvPr/>
        </p:nvPicPr>
        <p:blipFill rotWithShape="1">
          <a:blip r:embed="rId8">
            <a:alphaModFix/>
          </a:blip>
          <a:srcRect l="149" r="159"/>
          <a:stretch/>
        </p:blipFill>
        <p:spPr>
          <a:xfrm>
            <a:off x="4667493" y="3501998"/>
            <a:ext cx="1733327" cy="1241019"/>
          </a:xfrm>
          <a:prstGeom prst="rect">
            <a:avLst/>
          </a:prstGeom>
          <a:noFill/>
          <a:ln>
            <a:noFill/>
          </a:ln>
          <a:effectLst>
            <a:outerShdw blurRad="71438" dist="19050" dir="5400000" algn="bl" rotWithShape="0">
              <a:srgbClr val="000000">
                <a:alpha val="17650"/>
              </a:srgbClr>
            </a:outerShdw>
          </a:effectLst>
        </p:spPr>
      </p:pic>
      <p:pic>
        <p:nvPicPr>
          <p:cNvPr id="869" name="Google Shape;869;g2cff044c352_0_0"/>
          <p:cNvPicPr preferRelativeResize="0"/>
          <p:nvPr/>
        </p:nvPicPr>
        <p:blipFill rotWithShape="1">
          <a:blip r:embed="rId9">
            <a:alphaModFix/>
          </a:blip>
          <a:srcRect t="29" b="29"/>
          <a:stretch/>
        </p:blipFill>
        <p:spPr>
          <a:xfrm>
            <a:off x="818879" y="3500944"/>
            <a:ext cx="1732561" cy="1237971"/>
          </a:xfrm>
          <a:prstGeom prst="rect">
            <a:avLst/>
          </a:prstGeom>
          <a:noFill/>
          <a:ln>
            <a:noFill/>
          </a:ln>
          <a:effectLst>
            <a:outerShdw blurRad="71438" dist="19050" dir="5400000" algn="bl" rotWithShape="0">
              <a:srgbClr val="000000">
                <a:alpha val="17650"/>
              </a:srgbClr>
            </a:outerShdw>
          </a:effectLst>
        </p:spPr>
      </p:pic>
      <p:pic>
        <p:nvPicPr>
          <p:cNvPr id="870" name="Google Shape;870;g2cff044c352_0_0"/>
          <p:cNvPicPr preferRelativeResize="0"/>
          <p:nvPr/>
        </p:nvPicPr>
        <p:blipFill rotWithShape="1">
          <a:blip r:embed="rId10">
            <a:alphaModFix/>
          </a:blip>
          <a:srcRect l="238" r="238"/>
          <a:stretch/>
        </p:blipFill>
        <p:spPr>
          <a:xfrm>
            <a:off x="2742802" y="3500944"/>
            <a:ext cx="1733327" cy="1243120"/>
          </a:xfrm>
          <a:prstGeom prst="rect">
            <a:avLst/>
          </a:prstGeom>
          <a:noFill/>
          <a:ln>
            <a:noFill/>
          </a:ln>
          <a:effectLst>
            <a:outerShdw blurRad="71438" dist="19050" dir="5400000" algn="bl" rotWithShape="0">
              <a:srgbClr val="000000">
                <a:alpha val="17650"/>
              </a:srgbClr>
            </a:outerShdw>
          </a:effectLst>
        </p:spPr>
      </p:pic>
      <p:pic>
        <p:nvPicPr>
          <p:cNvPr id="871" name="Google Shape;871;g2cff044c352_0_0"/>
          <p:cNvPicPr preferRelativeResize="0"/>
          <p:nvPr/>
        </p:nvPicPr>
        <p:blipFill rotWithShape="1">
          <a:blip r:embed="rId11">
            <a:alphaModFix/>
          </a:blip>
          <a:srcRect l="69" r="69"/>
          <a:stretch/>
        </p:blipFill>
        <p:spPr>
          <a:xfrm>
            <a:off x="3705337" y="4873598"/>
            <a:ext cx="1733327" cy="1241018"/>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78" name="Google Shape;878;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79" name="Google Shape;879;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80" name="Google Shape;880;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87" name="Google Shape;887;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88" name="Google Shape;888;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89" name="Google Shape;889;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96" name="Google Shape;896;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97" name="Google Shape;897;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898" name="Google Shape;898;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05" name="Google Shape;905;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906" name="Google Shape;906;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907" name="Google Shape;907;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14" name="Google Shape;914;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0" name="Google Shape;920;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21" name="Google Shape;921;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22" name="Google Shape;922;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3" name="Google Shape;923;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4" name="Google Shape;924;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5" name="Google Shape;925;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6" name="Google Shape;926;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7" name="Google Shape;927;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8" name="Google Shape;928;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9" name="Google Shape;929;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30" name="Google Shape;930;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1" name="Google Shape;931;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2" name="Google Shape;932;g2c4fb7f6616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3" name="Google Shape;933;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4" name="Google Shape;934;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5" name="Google Shape;935;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6" name="Google Shape;936;g2c4fb7f6616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7" name="Google Shape;937;g2c4fb7f6616_1_0"/>
          <p:cNvSpPr/>
          <p:nvPr/>
        </p:nvSpPr>
        <p:spPr>
          <a:xfrm>
            <a:off x="198457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8" name="Google Shape;938;g2c4fb7f6616_1_0"/>
          <p:cNvSpPr/>
          <p:nvPr/>
        </p:nvSpPr>
        <p:spPr>
          <a:xfrm>
            <a:off x="478805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9" name="Google Shape;939;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0" name="Google Shape;940;g2c4fb7f6616_1_0"/>
          <p:cNvSpPr txBox="1">
            <a:spLocks noGrp="1"/>
          </p:cNvSpPr>
          <p:nvPr>
            <p:ph type="subTitle" idx="4294967295"/>
          </p:nvPr>
        </p:nvSpPr>
        <p:spPr>
          <a:xfrm>
            <a:off x="421840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41" name="Google Shape;941;g2c4fb7f6616_1_0"/>
          <p:cNvSpPr txBox="1">
            <a:spLocks noGrp="1"/>
          </p:cNvSpPr>
          <p:nvPr>
            <p:ph type="subTitle" idx="4294967295"/>
          </p:nvPr>
        </p:nvSpPr>
        <p:spPr>
          <a:xfrm>
            <a:off x="1414872"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42" name="Google Shape;942;g2c4fb7f6616_1_0"/>
          <p:cNvSpPr txBox="1">
            <a:spLocks noGrp="1"/>
          </p:cNvSpPr>
          <p:nvPr>
            <p:ph type="subTitle" idx="4294967295"/>
          </p:nvPr>
        </p:nvSpPr>
        <p:spPr>
          <a:xfrm>
            <a:off x="2275426" y="1308025"/>
            <a:ext cx="2403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500" b="0" i="0" u="none" strike="noStrike" cap="none">
                <a:solidFill>
                  <a:srgbClr val="00904C"/>
                </a:solidFill>
                <a:latin typeface="Poppins"/>
                <a:ea typeface="Poppins"/>
                <a:cs typeface="Poppins"/>
                <a:sym typeface="Poppins"/>
              </a:rPr>
              <a:t>a</a:t>
            </a:r>
            <a:r>
              <a:rPr lang="en-US" sz="15000" b="0" i="0" u="none" strike="noStrike" cap="none">
                <a:solidFill>
                  <a:srgbClr val="00904C"/>
                </a:solidFill>
                <a:latin typeface="Jost"/>
                <a:ea typeface="Jost"/>
                <a:cs typeface="Jost"/>
                <a:sym typeface="Jost"/>
              </a:rPr>
              <a:t>u</a:t>
            </a:r>
            <a:endParaRPr sz="15000" b="0" i="0" u="none" strike="noStrike" cap="none">
              <a:solidFill>
                <a:srgbClr val="00904C"/>
              </a:solidFill>
              <a:latin typeface="Jost"/>
              <a:ea typeface="Jost"/>
              <a:cs typeface="Jost"/>
              <a:sym typeface="Jost"/>
            </a:endParaRPr>
          </a:p>
        </p:txBody>
      </p:sp>
      <p:sp>
        <p:nvSpPr>
          <p:cNvPr id="943" name="Google Shape;943;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4" name="Google Shape;944;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45" name="Google Shape;945;g2c4fb7f6616_1_0"/>
          <p:cNvSpPr txBox="1">
            <a:spLocks noGrp="1"/>
          </p:cNvSpPr>
          <p:nvPr>
            <p:ph type="subTitle" idx="4294967295"/>
          </p:nvPr>
        </p:nvSpPr>
        <p:spPr>
          <a:xfrm>
            <a:off x="5181228" y="1308025"/>
            <a:ext cx="25479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ch</a:t>
            </a:r>
            <a:endParaRPr sz="15000" b="0" i="0" u="none" strike="noStrike" cap="none">
              <a:solidFill>
                <a:srgbClr val="FFD400"/>
              </a:solidFill>
              <a:latin typeface="Jost"/>
              <a:ea typeface="Jost"/>
              <a:cs typeface="Jost"/>
              <a:sym typeface="Jost"/>
            </a:endParaRPr>
          </a:p>
        </p:txBody>
      </p:sp>
      <p:sp>
        <p:nvSpPr>
          <p:cNvPr id="946" name="Google Shape;946;g2c4fb7f6616_1_0"/>
          <p:cNvSpPr/>
          <p:nvPr/>
        </p:nvSpPr>
        <p:spPr>
          <a:xfrm>
            <a:off x="5585675" y="4011900"/>
            <a:ext cx="170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7" name="Google Shape;947;g2c4fb7f6616_1_0"/>
          <p:cNvSpPr/>
          <p:nvPr/>
        </p:nvSpPr>
        <p:spPr>
          <a:xfrm>
            <a:off x="2565600" y="4011900"/>
            <a:ext cx="17316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g2cfd314d09d_0_1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4" name="Google Shape;954;g2cfd314d09d_0_1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5" name="Google Shape;955;g2cfd314d09d_0_1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6" name="Google Shape;956;g2cfd314d09d_0_1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7" name="Google Shape;957;g2cfd314d09d_0_1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8" name="Google Shape;958;g2cfd314d09d_0_1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9" name="Google Shape;959;g2cfd314d09d_0_1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0" name="Google Shape;960;g2cfd314d09d_0_1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1" name="Google Shape;961;g2cfd314d09d_0_1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2" name="Google Shape;962;g2cfd314d09d_0_1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3" name="Google Shape;963;g2cfd314d09d_0_1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4" name="Google Shape;964;g2cfd314d09d_0_1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5" name="Google Shape;965;g2cfd314d09d_0_11"/>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6" name="Google Shape;966;g2cfd314d09d_0_1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7" name="Google Shape;967;g2cfd314d09d_0_1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8" name="Google Shape;968;g2cfd314d09d_0_1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9" name="Google Shape;969;g2cfd314d09d_0_11"/>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0" name="Google Shape;970;g2cfd314d09d_0_11"/>
          <p:cNvSpPr/>
          <p:nvPr/>
        </p:nvSpPr>
        <p:spPr>
          <a:xfrm>
            <a:off x="301333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1" name="Google Shape;971;g2cfd314d09d_0_11"/>
          <p:cNvSpPr/>
          <p:nvPr/>
        </p:nvSpPr>
        <p:spPr>
          <a:xfrm>
            <a:off x="574061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72" name="Google Shape;972;g2cfd314d09d_0_1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3" name="Google Shape;973;g2cfd314d09d_0_11"/>
          <p:cNvSpPr txBox="1">
            <a:spLocks noGrp="1"/>
          </p:cNvSpPr>
          <p:nvPr>
            <p:ph type="subTitle" idx="4294967295"/>
          </p:nvPr>
        </p:nvSpPr>
        <p:spPr>
          <a:xfrm>
            <a:off x="517096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74" name="Google Shape;974;g2cfd314d09d_0_11"/>
          <p:cNvSpPr txBox="1">
            <a:spLocks noGrp="1"/>
          </p:cNvSpPr>
          <p:nvPr>
            <p:ph type="subTitle" idx="4294967295"/>
          </p:nvPr>
        </p:nvSpPr>
        <p:spPr>
          <a:xfrm>
            <a:off x="244363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h</a:t>
            </a:r>
            <a:endParaRPr sz="15000" b="0" i="0" u="none" strike="noStrike" cap="none">
              <a:solidFill>
                <a:srgbClr val="2356AF"/>
              </a:solidFill>
              <a:latin typeface="Jost"/>
              <a:ea typeface="Jost"/>
              <a:cs typeface="Jost"/>
              <a:sym typeface="Jost"/>
            </a:endParaRPr>
          </a:p>
        </p:txBody>
      </p:sp>
      <p:sp>
        <p:nvSpPr>
          <p:cNvPr id="975" name="Google Shape;975;g2cfd314d09d_0_11"/>
          <p:cNvSpPr txBox="1">
            <a:spLocks noGrp="1"/>
          </p:cNvSpPr>
          <p:nvPr>
            <p:ph type="subTitle" idx="4294967295"/>
          </p:nvPr>
        </p:nvSpPr>
        <p:spPr>
          <a:xfrm>
            <a:off x="3525798" y="1308025"/>
            <a:ext cx="2403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500" b="0" i="0" u="none" strike="noStrike" cap="none">
                <a:solidFill>
                  <a:srgbClr val="00904C"/>
                </a:solidFill>
                <a:latin typeface="Poppins"/>
                <a:ea typeface="Poppins"/>
                <a:cs typeface="Poppins"/>
                <a:sym typeface="Poppins"/>
              </a:rPr>
              <a:t>a</a:t>
            </a:r>
            <a:r>
              <a:rPr lang="en-US" sz="15000" b="0" i="0" u="none" strike="noStrike" cap="none">
                <a:solidFill>
                  <a:srgbClr val="00904C"/>
                </a:solidFill>
                <a:latin typeface="Jost"/>
                <a:ea typeface="Jost"/>
                <a:cs typeface="Jost"/>
                <a:sym typeface="Jost"/>
              </a:rPr>
              <a:t>u</a:t>
            </a:r>
            <a:endParaRPr sz="15000" b="0" i="0" u="none" strike="noStrike" cap="none">
              <a:solidFill>
                <a:srgbClr val="00904C"/>
              </a:solidFill>
              <a:latin typeface="Jost"/>
              <a:ea typeface="Jost"/>
              <a:cs typeface="Jost"/>
              <a:sym typeface="Jost"/>
            </a:endParaRPr>
          </a:p>
        </p:txBody>
      </p:sp>
      <p:sp>
        <p:nvSpPr>
          <p:cNvPr id="976" name="Google Shape;976;g2cfd314d09d_0_1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7" name="Google Shape;977;g2cfd314d09d_0_1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78" name="Google Shape;978;g2cfd314d09d_0_11"/>
          <p:cNvSpPr/>
          <p:nvPr/>
        </p:nvSpPr>
        <p:spPr>
          <a:xfrm>
            <a:off x="3803000" y="4011900"/>
            <a:ext cx="1838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sp>
        <p:nvSpPr>
          <p:cNvPr id="984" name="Google Shape;984;g2cfd314d09d_0_4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5" name="Google Shape;985;g2cfd314d09d_0_4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86" name="Google Shape;986;g2cfd314d09d_0_43"/>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7" name="Google Shape;987;g2cfd314d09d_0_43"/>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8" name="Google Shape;988;g2cfd314d09d_0_43"/>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9" name="Google Shape;989;g2cfd314d09d_0_4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0" name="Google Shape;990;g2cfd314d09d_0_4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1" name="Google Shape;991;g2cfd314d09d_0_43"/>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2" name="Google Shape;992;g2cfd314d09d_0_43"/>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3" name="Google Shape;993;g2cfd314d09d_0_43"/>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4" name="Google Shape;994;g2cfd314d09d_0_43"/>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5" name="Google Shape;995;g2cfd314d09d_0_43"/>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96" name="Google Shape;996;g2cfd314d09d_0_43"/>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7" name="Google Shape;997;g2cfd314d09d_0_43"/>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8" name="Google Shape;998;g2cfd314d09d_0_43"/>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99" name="Google Shape;999;g2cfd314d09d_0_43"/>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0" name="Google Shape;1000;g2cfd314d09d_0_43"/>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1" name="Google Shape;1001;g2cfd314d09d_0_43"/>
          <p:cNvSpPr/>
          <p:nvPr/>
        </p:nvSpPr>
        <p:spPr>
          <a:xfrm>
            <a:off x="25634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2" name="Google Shape;1002;g2cfd314d09d_0_43"/>
          <p:cNvSpPr/>
          <p:nvPr/>
        </p:nvSpPr>
        <p:spPr>
          <a:xfrm>
            <a:off x="551166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03" name="Google Shape;1003;g2cfd314d09d_0_4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04" name="Google Shape;1004;g2cfd314d09d_0_43"/>
          <p:cNvSpPr txBox="1">
            <a:spLocks noGrp="1"/>
          </p:cNvSpPr>
          <p:nvPr>
            <p:ph type="subTitle" idx="4294967295"/>
          </p:nvPr>
        </p:nvSpPr>
        <p:spPr>
          <a:xfrm>
            <a:off x="494201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1005" name="Google Shape;1005;g2cfd314d09d_0_43"/>
          <p:cNvSpPr txBox="1">
            <a:spLocks noGrp="1"/>
          </p:cNvSpPr>
          <p:nvPr>
            <p:ph type="subTitle" idx="4294967295"/>
          </p:nvPr>
        </p:nvSpPr>
        <p:spPr>
          <a:xfrm>
            <a:off x="19937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h</a:t>
            </a:r>
            <a:endParaRPr sz="15000" b="0" i="0" u="none" strike="noStrike" cap="none">
              <a:solidFill>
                <a:srgbClr val="2356AF"/>
              </a:solidFill>
              <a:latin typeface="Jost"/>
              <a:ea typeface="Jost"/>
              <a:cs typeface="Jost"/>
              <a:sym typeface="Jost"/>
            </a:endParaRPr>
          </a:p>
        </p:txBody>
      </p:sp>
      <p:sp>
        <p:nvSpPr>
          <p:cNvPr id="1006" name="Google Shape;1006;g2cfd314d09d_0_43"/>
          <p:cNvSpPr txBox="1">
            <a:spLocks noGrp="1"/>
          </p:cNvSpPr>
          <p:nvPr>
            <p:ph type="subTitle" idx="4294967295"/>
          </p:nvPr>
        </p:nvSpPr>
        <p:spPr>
          <a:xfrm>
            <a:off x="3054966" y="1308025"/>
            <a:ext cx="2403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500" b="0" i="0" u="none" strike="noStrike" cap="none">
                <a:solidFill>
                  <a:srgbClr val="00904C"/>
                </a:solidFill>
                <a:latin typeface="Poppins"/>
                <a:ea typeface="Poppins"/>
                <a:cs typeface="Poppins"/>
                <a:sym typeface="Poppins"/>
              </a:rPr>
              <a:t>a</a:t>
            </a:r>
            <a:r>
              <a:rPr lang="en-US" sz="15000" b="0" i="0" u="none" strike="noStrike" cap="none">
                <a:solidFill>
                  <a:srgbClr val="00904C"/>
                </a:solidFill>
                <a:latin typeface="Jost"/>
                <a:ea typeface="Jost"/>
                <a:cs typeface="Jost"/>
                <a:sym typeface="Jost"/>
              </a:rPr>
              <a:t>u</a:t>
            </a:r>
            <a:endParaRPr sz="15000" b="0" i="0" u="none" strike="noStrike" cap="none">
              <a:solidFill>
                <a:srgbClr val="00904C"/>
              </a:solidFill>
              <a:latin typeface="Jost"/>
              <a:ea typeface="Jost"/>
              <a:cs typeface="Jost"/>
              <a:sym typeface="Jost"/>
            </a:endParaRPr>
          </a:p>
        </p:txBody>
      </p:sp>
      <p:sp>
        <p:nvSpPr>
          <p:cNvPr id="1007" name="Google Shape;1007;g2cfd314d09d_0_43"/>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8" name="Google Shape;1008;g2cfd314d09d_0_43"/>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09" name="Google Shape;1009;g2cfd314d09d_0_43"/>
          <p:cNvSpPr/>
          <p:nvPr/>
        </p:nvSpPr>
        <p:spPr>
          <a:xfrm>
            <a:off x="3362575" y="4011900"/>
            <a:ext cx="18048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0" name="Google Shape;1010;g2cfd314d09d_0_43"/>
          <p:cNvSpPr/>
          <p:nvPr/>
        </p:nvSpPr>
        <p:spPr>
          <a:xfrm>
            <a:off x="627366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1" name="Google Shape;1011;g2cfd314d09d_0_43"/>
          <p:cNvSpPr txBox="1">
            <a:spLocks noGrp="1"/>
          </p:cNvSpPr>
          <p:nvPr>
            <p:ph type="subTitle" idx="4294967295"/>
          </p:nvPr>
        </p:nvSpPr>
        <p:spPr>
          <a:xfrm>
            <a:off x="570401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18" name="Google Shape;101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25" name="Google Shape;102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26" name="Google Shape;1026;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27" name="Google Shape;102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3" name="Google Shape;103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34" name="Google Shape;103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35" name="Google Shape;1035;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36" name="Google Shape;103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43" name="Google Shape;104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44" name="Google Shape;1044;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45" name="Google Shape;104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52" name="Google Shape;105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53" name="Google Shape;1053;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54" name="Google Shape;105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g2cfd314d09d_0_7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61" name="Google Shape;1061;g2cfd314d09d_0_7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62" name="Google Shape;1062;g2cfd314d09d_0_78"/>
          <p:cNvGrpSpPr/>
          <p:nvPr/>
        </p:nvGrpSpPr>
        <p:grpSpPr>
          <a:xfrm>
            <a:off x="3024000" y="209875"/>
            <a:ext cx="3096000" cy="454800"/>
            <a:chOff x="3024000" y="209875"/>
            <a:chExt cx="3096000" cy="454800"/>
          </a:xfrm>
        </p:grpSpPr>
        <p:sp>
          <p:nvSpPr>
            <p:cNvPr id="1063" name="Google Shape;1063;g2cfd314d09d_0_78"/>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4" name="Google Shape;1064;g2cfd314d09d_0_78"/>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65" name="Google Shape;1065;g2cfd314d09d_0_78"/>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66" name="Google Shape;1066;g2cfd314d09d_0_78"/>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7" name="Google Shape;1067;g2cfd314d09d_0_78"/>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8" name="Google Shape;1068;g2cfd314d09d_0_78"/>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69" name="Google Shape;1069;g2cfd314d09d_0_78"/>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70" name="Google Shape;1070;g2cfd314d09d_0_78"/>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71" name="Google Shape;1071;g2cfd314d09d_0_78"/>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72" name="Google Shape;1072;g2cfd314d09d_0_78"/>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73" name="Google Shape;1073;g2cfd314d09d_0_78"/>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ch</a:t>
            </a:r>
            <a:endParaRPr sz="5500" b="0" i="0" u="none" strike="noStrike" cap="none">
              <a:solidFill>
                <a:srgbClr val="FFD400"/>
              </a:solidFill>
              <a:latin typeface="Jost"/>
              <a:ea typeface="Jost"/>
              <a:cs typeface="Jost"/>
              <a:sym typeface="Jost"/>
            </a:endParaRPr>
          </a:p>
        </p:txBody>
      </p:sp>
      <p:sp>
        <p:nvSpPr>
          <p:cNvPr id="1074" name="Google Shape;1074;g2cfd314d09d_0_78"/>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75" name="Google Shape;1075;g2cfd314d09d_0_78"/>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th</a:t>
            </a:r>
            <a:endParaRPr sz="5500" b="0" i="0" u="none" strike="noStrike" cap="none">
              <a:solidFill>
                <a:srgbClr val="FFD400"/>
              </a:solidFill>
              <a:latin typeface="Jost"/>
              <a:ea typeface="Jost"/>
              <a:cs typeface="Jost"/>
              <a:sym typeface="Jost"/>
            </a:endParaRPr>
          </a:p>
        </p:txBody>
      </p:sp>
      <p:sp>
        <p:nvSpPr>
          <p:cNvPr id="1076" name="Google Shape;1076;g2cfd314d09d_0_78"/>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00904C"/>
                </a:solidFill>
                <a:latin typeface="Poppins"/>
                <a:ea typeface="Poppins"/>
                <a:cs typeface="Poppins"/>
                <a:sym typeface="Poppins"/>
              </a:rPr>
              <a:t>a</a:t>
            </a:r>
            <a:r>
              <a:rPr lang="en-US" sz="5500" b="0" i="0" u="none" strike="noStrike" cap="none">
                <a:solidFill>
                  <a:srgbClr val="00904C"/>
                </a:solidFill>
                <a:latin typeface="Jost"/>
                <a:ea typeface="Jost"/>
                <a:cs typeface="Jost"/>
                <a:sym typeface="Jost"/>
              </a:rPr>
              <a:t>u</a:t>
            </a:r>
            <a:endParaRPr sz="5500" b="0" i="0" u="none" strike="noStrike" cap="none">
              <a:solidFill>
                <a:srgbClr val="00904C"/>
              </a:solidFill>
              <a:latin typeface="Jost"/>
              <a:ea typeface="Jost"/>
              <a:cs typeface="Jost"/>
              <a:sym typeface="Jost"/>
            </a:endParaRPr>
          </a:p>
        </p:txBody>
      </p:sp>
      <p:sp>
        <p:nvSpPr>
          <p:cNvPr id="1077" name="Google Shape;1077;g2cfd314d09d_0_78"/>
          <p:cNvSpPr txBox="1"/>
          <p:nvPr/>
        </p:nvSpPr>
        <p:spPr>
          <a:xfrm>
            <a:off x="348677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or</a:t>
            </a:r>
            <a:endParaRPr sz="5500" b="0" i="0" u="none" strike="noStrike" cap="none">
              <a:solidFill>
                <a:srgbClr val="993FA2"/>
              </a:solidFill>
              <a:latin typeface="Jost"/>
              <a:ea typeface="Jost"/>
              <a:cs typeface="Jost"/>
              <a:sym typeface="Jost"/>
            </a:endParaRPr>
          </a:p>
        </p:txBody>
      </p:sp>
      <p:cxnSp>
        <p:nvCxnSpPr>
          <p:cNvPr id="1078" name="Google Shape;1078;g2cfd314d09d_0_78"/>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83"/>
        <p:cNvGrpSpPr/>
        <p:nvPr/>
      </p:nvGrpSpPr>
      <p:grpSpPr>
        <a:xfrm>
          <a:off x="0" y="0"/>
          <a:ext cx="0" cy="0"/>
          <a:chOff x="0" y="0"/>
          <a:chExt cx="0" cy="0"/>
        </a:xfrm>
      </p:grpSpPr>
      <p:sp>
        <p:nvSpPr>
          <p:cNvPr id="1084" name="Google Shape;1084;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85" name="Google Shape;1085;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86" name="Google Shape;1086;g1f3daf8a844_0_64"/>
          <p:cNvGrpSpPr/>
          <p:nvPr/>
        </p:nvGrpSpPr>
        <p:grpSpPr>
          <a:xfrm>
            <a:off x="3024000" y="209875"/>
            <a:ext cx="3096000" cy="454800"/>
            <a:chOff x="3024000" y="209875"/>
            <a:chExt cx="3096000" cy="454800"/>
          </a:xfrm>
        </p:grpSpPr>
        <p:sp>
          <p:nvSpPr>
            <p:cNvPr id="1087" name="Google Shape;1087;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8" name="Google Shape;1088;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9" name="Google Shape;1089;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90" name="Google Shape;1090;g1f3daf8a844_0_64"/>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91" name="Google Shape;1091;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2" name="Google Shape;1092;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3" name="Google Shape;1093;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94" name="Google Shape;1094;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95" name="Google Shape;1095;g1f3daf8a844_0_64"/>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unch h</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ul h</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unt </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uthor</a:t>
            </a:r>
            <a:endParaRPr sz="1800" b="0" i="0" u="none" strike="noStrike" cap="none">
              <a:solidFill>
                <a:srgbClr val="B7B7B7"/>
              </a:solidFill>
              <a:latin typeface="Jost"/>
              <a:ea typeface="Jost"/>
              <a:cs typeface="Jost"/>
              <a:sym typeface="Jost"/>
            </a:endParaRPr>
          </a:p>
        </p:txBody>
      </p:sp>
      <p:sp>
        <p:nvSpPr>
          <p:cNvPr id="1096" name="Google Shape;1096;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97" name="Google Shape;1097;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98" name="Google Shape;1098;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99" name="Google Shape;1099;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ch</a:t>
            </a:r>
            <a:endParaRPr sz="5500" b="0" i="0" u="none" strike="noStrike" cap="none">
              <a:solidFill>
                <a:srgbClr val="FFD400"/>
              </a:solidFill>
              <a:latin typeface="Jost"/>
              <a:ea typeface="Jost"/>
              <a:cs typeface="Jost"/>
              <a:sym typeface="Jost"/>
            </a:endParaRPr>
          </a:p>
        </p:txBody>
      </p:sp>
      <p:sp>
        <p:nvSpPr>
          <p:cNvPr id="1100" name="Google Shape;1100;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cxnSp>
        <p:nvCxnSpPr>
          <p:cNvPr id="1101" name="Google Shape;1101;g1f3daf8a844_0_64"/>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02" name="Google Shape;1102;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th</a:t>
            </a:r>
            <a:endParaRPr sz="5500" b="0" i="0" u="none" strike="noStrike" cap="none">
              <a:solidFill>
                <a:srgbClr val="FFD400"/>
              </a:solidFill>
              <a:latin typeface="Jost"/>
              <a:ea typeface="Jost"/>
              <a:cs typeface="Jost"/>
              <a:sym typeface="Jost"/>
            </a:endParaRPr>
          </a:p>
        </p:txBody>
      </p:sp>
      <p:sp>
        <p:nvSpPr>
          <p:cNvPr id="1103" name="Google Shape;1103;g1f3daf8a844_0_64"/>
          <p:cNvSpPr txBox="1"/>
          <p:nvPr/>
        </p:nvSpPr>
        <p:spPr>
          <a:xfrm>
            <a:off x="348677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or</a:t>
            </a:r>
            <a:endParaRPr sz="5500" b="0" i="0" u="none" strike="noStrike" cap="none">
              <a:solidFill>
                <a:srgbClr val="993FA2"/>
              </a:solidFill>
              <a:latin typeface="Jost"/>
              <a:ea typeface="Jost"/>
              <a:cs typeface="Jost"/>
              <a:sym typeface="Jost"/>
            </a:endParaRPr>
          </a:p>
        </p:txBody>
      </p:sp>
      <p:sp>
        <p:nvSpPr>
          <p:cNvPr id="1104" name="Google Shape;1104;g1f3daf8a844_0_64"/>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00904C"/>
                </a:solidFill>
                <a:latin typeface="Poppins"/>
                <a:ea typeface="Poppins"/>
                <a:cs typeface="Poppins"/>
                <a:sym typeface="Poppins"/>
              </a:rPr>
              <a:t>a</a:t>
            </a:r>
            <a:r>
              <a:rPr lang="en-US" sz="5500" b="0" i="0" u="none" strike="noStrike" cap="none">
                <a:solidFill>
                  <a:srgbClr val="00904C"/>
                </a:solidFill>
                <a:latin typeface="Jost"/>
                <a:ea typeface="Jost"/>
                <a:cs typeface="Jost"/>
                <a:sym typeface="Jost"/>
              </a:rPr>
              <a:t>u</a:t>
            </a:r>
            <a:endParaRPr sz="5500" b="0" i="0" u="none" strike="noStrike" cap="none">
              <a:solidFill>
                <a:srgbClr val="00904C"/>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394</Words>
  <Application>Microsoft Office PowerPoint</Application>
  <PresentationFormat>On-screen Show (4:3)</PresentationFormat>
  <Paragraphs>155</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Calibri</vt:lpstr>
      <vt:lpstr>Poppins SemiBold</vt:lpstr>
      <vt:lpstr>Nunito Black</vt:lpstr>
      <vt:lpstr>Poppins</vt:lpstr>
      <vt:lpstr>Poppins Medium</vt:lpstr>
      <vt:lpstr>Arial</vt:lpstr>
      <vt:lpstr>Jost</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2026-05-20T06:53:59Z</dcterms:modified>
</cp:coreProperties>
</file>