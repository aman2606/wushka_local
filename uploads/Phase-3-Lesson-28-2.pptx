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Mulish"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hfnxuo0cOYBFAINXR7a7da7Xtc1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6D828D-6EFF-4C0C-A735-1716DDB76B74}">
  <a:tblStyle styleId="{186D828D-6EFF-4C0C-A735-1716DDB76B7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6ca91e4cb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g26ca91e4cb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7" name="Google Shape;767;g26ca91e4cb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6ca91e4cb0_0_7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6ca91e4cb0_0_7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6ca91e4cb0_0_7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6ca91e4cb0_0_7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6ca91e4cb0_0_7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6ca91e4cb0_0_7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Consonant Digraph 'ng'</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6 -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28</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Consonant Digraph 'ng'</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28</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{186D828D-6EFF-4C0C-A735-1716DDB76B74}</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ng</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53522">
            <a:off x="4009466" y="4465935"/>
            <a:ext cx="2493519"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consonant digraph </a:t>
            </a:r>
            <a:r>
              <a:rPr lang="en-US">
                <a:solidFill>
                  <a:srgbClr val="8DC63F"/>
                </a:solidFill>
              </a:rPr>
              <a:t>ng</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1060964"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423225" y="3685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617888" y="379765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839027" y="376266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2" name="Google Shape;752;g26b7edf6e71_0_26"/>
          <p:cNvPicPr preferRelativeResize="0"/>
          <p:nvPr/>
        </p:nvPicPr>
        <p:blipFill rotWithShape="1">
          <a:blip r:embed="rId3">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686"/>
              </a:srgbClr>
            </a:outerShdw>
          </a:effectLst>
        </p:spPr>
      </p:pic>
      <p:pic>
        <p:nvPicPr>
          <p:cNvPr id="753" name="Google Shape;753;g26b7edf6e71_0_26"/>
          <p:cNvPicPr preferRelativeResize="0"/>
          <p:nvPr/>
        </p:nvPicPr>
        <p:blipFill rotWithShape="1">
          <a:blip r:embed="rId4">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686"/>
              </a:srgbClr>
            </a:outerShdw>
          </a:effectLst>
        </p:spPr>
      </p:pic>
      <p:pic>
        <p:nvPicPr>
          <p:cNvPr id="754" name="Google Shape;754;g26b7edf6e71_0_26"/>
          <p:cNvPicPr preferRelativeResize="0"/>
          <p:nvPr/>
        </p:nvPicPr>
        <p:blipFill rotWithShape="1">
          <a:blip r:embed="rId5">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686"/>
              </a:srgbClr>
            </a:outerShdw>
          </a:effectLst>
        </p:spPr>
      </p:pic>
      <p:pic>
        <p:nvPicPr>
          <p:cNvPr id="755" name="Google Shape;755;g26b7edf6e71_0_26"/>
          <p:cNvPicPr preferRelativeResize="0"/>
          <p:nvPr/>
        </p:nvPicPr>
        <p:blipFill rotWithShape="1">
          <a:blip r:embed="rId6">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686"/>
              </a:srgbClr>
            </a:outerShdw>
          </a:effectLst>
        </p:spPr>
      </p:pic>
      <p:pic>
        <p:nvPicPr>
          <p:cNvPr id="756" name="Google Shape;756;g26b7edf6e71_0_26"/>
          <p:cNvPicPr preferRelativeResize="0"/>
          <p:nvPr/>
        </p:nvPicPr>
        <p:blipFill rotWithShape="1">
          <a:blip r:embed="rId7">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686"/>
              </a:srgbClr>
            </a:outerShdw>
          </a:effectLst>
        </p:spPr>
      </p:pic>
      <p:pic>
        <p:nvPicPr>
          <p:cNvPr id="757" name="Google Shape;757;g26b7edf6e71_0_26"/>
          <p:cNvPicPr preferRelativeResize="0"/>
          <p:nvPr/>
        </p:nvPicPr>
        <p:blipFill rotWithShape="1">
          <a:blip r:embed="rId8">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686"/>
              </a:srgbClr>
            </a:outerShdw>
          </a:effectLst>
        </p:spPr>
      </p:pic>
      <p:pic>
        <p:nvPicPr>
          <p:cNvPr id="758" name="Google Shape;758;g26b7edf6e71_0_26"/>
          <p:cNvPicPr preferRelativeResize="0"/>
          <p:nvPr/>
        </p:nvPicPr>
        <p:blipFill rotWithShape="1">
          <a:blip r:embed="rId9">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686"/>
              </a:srgbClr>
            </a:outerShdw>
          </a:effectLst>
        </p:spPr>
      </p:pic>
      <p:pic>
        <p:nvPicPr>
          <p:cNvPr id="759" name="Google Shape;759;g26b7edf6e71_0_26"/>
          <p:cNvPicPr preferRelativeResize="0"/>
          <p:nvPr/>
        </p:nvPicPr>
        <p:blipFill rotWithShape="1">
          <a:blip r:embed="rId10">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686"/>
              </a:srgbClr>
            </a:outerShdw>
          </a:effectLst>
        </p:spPr>
      </p:pic>
      <p:pic>
        <p:nvPicPr>
          <p:cNvPr id="760" name="Google Shape;760;g26b7edf6e71_0_26"/>
          <p:cNvPicPr preferRelativeResize="0"/>
          <p:nvPr/>
        </p:nvPicPr>
        <p:blipFill rotWithShape="1">
          <a:blip r:embed="rId11">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686"/>
              </a:srgbClr>
            </a:outerShdw>
          </a:effectLst>
        </p:spPr>
      </p:pic>
      <p:pic>
        <p:nvPicPr>
          <p:cNvPr id="761" name="Google Shape;761;g26b7edf6e71_0_26"/>
          <p:cNvPicPr preferRelativeResize="0"/>
          <p:nvPr/>
        </p:nvPicPr>
        <p:blipFill rotWithShape="1">
          <a:blip r:embed="rId12">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686"/>
              </a:srgbClr>
            </a:outerShdw>
          </a:effectLst>
        </p:spPr>
      </p:pic>
      <p:pic>
        <p:nvPicPr>
          <p:cNvPr id="762" name="Google Shape;762;g26b7edf6e71_0_26"/>
          <p:cNvPicPr preferRelativeResize="0"/>
          <p:nvPr/>
        </p:nvPicPr>
        <p:blipFill rotWithShape="1">
          <a:blip r:embed="rId13">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686"/>
              </a:srgbClr>
            </a:outerShdw>
          </a:effectLst>
        </p:spPr>
      </p:pic>
      <p:pic>
        <p:nvPicPr>
          <p:cNvPr id="763" name="Google Shape;763;g26b7edf6e71_0_26"/>
          <p:cNvPicPr preferRelativeResize="0"/>
          <p:nvPr/>
        </p:nvPicPr>
        <p:blipFill rotWithShape="1">
          <a:blip r:embed="rId14">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g26ca91e4cb0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70" name="Google Shape;770;g26ca91e4cb0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1" name="Google Shape;771;g26ca91e4cb0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8" name="Google Shape;77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9" name="Google Shape;779;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0" name="Google Shape;78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7" name="Google Shape;78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8" name="Google Shape;788;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9" name="Google Shape;78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6" name="Google Shape;79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97" name="Google Shape;797;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798" name="Google Shape;79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5" name="Google Shape;80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06" name="Google Shape;806;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7" name="Google Shape;80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4" name="Google Shape;81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5" name="Google Shape;81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2" name="Google Shape;822;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3" name="Google Shape;823;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4" name="Google Shape;824;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5" name="Google Shape;825;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28" name="Google Shape;828;g2c4fd7a3c22_2_0"/>
          <p:cNvGrpSpPr/>
          <p:nvPr/>
        </p:nvGrpSpPr>
        <p:grpSpPr>
          <a:xfrm>
            <a:off x="304250" y="6984600"/>
            <a:ext cx="8330829" cy="808600"/>
            <a:chOff x="-152950" y="7365600"/>
            <a:chExt cx="8330829" cy="808600"/>
          </a:xfrm>
        </p:grpSpPr>
        <p:sp>
          <p:nvSpPr>
            <p:cNvPr id="829" name="Google Shape;829;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0" name="Google Shape;830;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1" name="Google Shape;831;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2" name="Google Shape;832;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3" name="Google Shape;833;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4" name="Google Shape;834;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5" name="Google Shape;835;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7" name="Google Shape;837;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8" name="Google Shape;838;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9" name="Google Shape;839;g2c4fd7a3c22_2_0"/>
          <p:cNvSpPr/>
          <p:nvPr/>
        </p:nvSpPr>
        <p:spPr>
          <a:xfrm>
            <a:off x="3034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4fd7a3c22_2_0"/>
          <p:cNvSpPr/>
          <p:nvPr/>
        </p:nvSpPr>
        <p:spPr>
          <a:xfrm>
            <a:off x="386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1" name="Google Shape;841;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2" name="Google Shape;842;g2c4fd7a3c22_2_0"/>
          <p:cNvSpPr txBox="1">
            <a:spLocks noGrp="1"/>
          </p:cNvSpPr>
          <p:nvPr>
            <p:ph type="subTitle" idx="4294967295"/>
          </p:nvPr>
        </p:nvSpPr>
        <p:spPr>
          <a:xfrm>
            <a:off x="4291500" y="1308025"/>
            <a:ext cx="2387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ng</a:t>
            </a:r>
            <a:endParaRPr sz="15000" b="0" i="0" u="none" strike="noStrike" cap="none">
              <a:solidFill>
                <a:srgbClr val="FFD400"/>
              </a:solidFill>
              <a:latin typeface="Jost"/>
              <a:ea typeface="Jost"/>
              <a:cs typeface="Jost"/>
              <a:sym typeface="Jost"/>
            </a:endParaRPr>
          </a:p>
        </p:txBody>
      </p:sp>
      <p:sp>
        <p:nvSpPr>
          <p:cNvPr id="843" name="Google Shape;843;g2c4fd7a3c22_2_0"/>
          <p:cNvSpPr txBox="1">
            <a:spLocks noGrp="1"/>
          </p:cNvSpPr>
          <p:nvPr>
            <p:ph type="subTitle" idx="4294967295"/>
          </p:nvPr>
        </p:nvSpPr>
        <p:spPr>
          <a:xfrm>
            <a:off x="2465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44" name="Google Shape;844;g2c4fd7a3c22_2_0"/>
          <p:cNvSpPr txBox="1">
            <a:spLocks noGrp="1"/>
          </p:cNvSpPr>
          <p:nvPr>
            <p:ph type="subTitle" idx="4294967295"/>
          </p:nvPr>
        </p:nvSpPr>
        <p:spPr>
          <a:xfrm>
            <a:off x="329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845" name="Google Shape;845;g2c4fd7a3c22_2_0"/>
          <p:cNvSpPr/>
          <p:nvPr/>
        </p:nvSpPr>
        <p:spPr>
          <a:xfrm>
            <a:off x="4537128" y="4011888"/>
            <a:ext cx="1896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6ca91e4cb0_0_72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2" name="Google Shape;852;g26ca91e4cb0_0_72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3" name="Google Shape;853;g26ca91e4cb0_0_727"/>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4" name="Google Shape;854;g26ca91e4cb0_0_727"/>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5" name="Google Shape;855;g26ca91e4cb0_0_727"/>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6" name="Google Shape;856;g26ca91e4cb0_0_72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6ca91e4cb0_0_72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8" name="Google Shape;858;g26ca91e4cb0_0_727"/>
          <p:cNvGrpSpPr/>
          <p:nvPr/>
        </p:nvGrpSpPr>
        <p:grpSpPr>
          <a:xfrm>
            <a:off x="304250" y="6984600"/>
            <a:ext cx="8330829" cy="808600"/>
            <a:chOff x="-152950" y="7365600"/>
            <a:chExt cx="8330829" cy="808600"/>
          </a:xfrm>
        </p:grpSpPr>
        <p:sp>
          <p:nvSpPr>
            <p:cNvPr id="859" name="Google Shape;859;g26ca91e4cb0_0_727"/>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0" name="Google Shape;860;g26ca91e4cb0_0_727"/>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1" name="Google Shape;861;g26ca91e4cb0_0_727"/>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2" name="Google Shape;862;g26ca91e4cb0_0_727"/>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3" name="Google Shape;863;g26ca91e4cb0_0_727"/>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4" name="Google Shape;864;g26ca91e4cb0_0_727"/>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5" name="Google Shape;865;g26ca91e4cb0_0_727"/>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6" name="Google Shape;866;g26ca91e4cb0_0_727"/>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7" name="Google Shape;867;g26ca91e4cb0_0_727"/>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8" name="Google Shape;868;g26ca91e4cb0_0_727"/>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9" name="Google Shape;869;g26ca91e4cb0_0_727"/>
          <p:cNvSpPr/>
          <p:nvPr/>
        </p:nvSpPr>
        <p:spPr>
          <a:xfrm>
            <a:off x="2844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0" name="Google Shape;870;g26ca91e4cb0_0_727"/>
          <p:cNvSpPr/>
          <p:nvPr/>
        </p:nvSpPr>
        <p:spPr>
          <a:xfrm>
            <a:off x="38577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1" name="Google Shape;871;g26ca91e4cb0_0_72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2" name="Google Shape;872;g26ca91e4cb0_0_727"/>
          <p:cNvSpPr txBox="1">
            <a:spLocks noGrp="1"/>
          </p:cNvSpPr>
          <p:nvPr>
            <p:ph type="subTitle" idx="4294967295"/>
          </p:nvPr>
        </p:nvSpPr>
        <p:spPr>
          <a:xfrm>
            <a:off x="4482000" y="1308025"/>
            <a:ext cx="2387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ng</a:t>
            </a:r>
            <a:endParaRPr sz="15000" b="0" i="0" u="none" strike="noStrike" cap="none">
              <a:solidFill>
                <a:srgbClr val="FFD400"/>
              </a:solidFill>
              <a:latin typeface="Jost"/>
              <a:ea typeface="Jost"/>
              <a:cs typeface="Jost"/>
              <a:sym typeface="Jost"/>
            </a:endParaRPr>
          </a:p>
        </p:txBody>
      </p:sp>
      <p:sp>
        <p:nvSpPr>
          <p:cNvPr id="873" name="Google Shape;873;g26ca91e4cb0_0_727"/>
          <p:cNvSpPr txBox="1">
            <a:spLocks noGrp="1"/>
          </p:cNvSpPr>
          <p:nvPr>
            <p:ph type="subTitle" idx="4294967295"/>
          </p:nvPr>
        </p:nvSpPr>
        <p:spPr>
          <a:xfrm>
            <a:off x="2274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74" name="Google Shape;874;g26ca91e4cb0_0_727"/>
          <p:cNvSpPr txBox="1">
            <a:spLocks noGrp="1"/>
          </p:cNvSpPr>
          <p:nvPr>
            <p:ph type="subTitle" idx="4294967295"/>
          </p:nvPr>
        </p:nvSpPr>
        <p:spPr>
          <a:xfrm>
            <a:off x="3288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875" name="Google Shape;875;g26ca91e4cb0_0_727"/>
          <p:cNvSpPr/>
          <p:nvPr/>
        </p:nvSpPr>
        <p:spPr>
          <a:xfrm>
            <a:off x="4727628" y="4011888"/>
            <a:ext cx="1896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2" name="Google Shape;882;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3" name="Google Shape;883;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0" name="Google Shape;890;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1" name="Google Shape;891;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2" name="Google Shape;89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9" name="Google Shape;89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0" name="Google Shape;900;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1" name="Google Shape;90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08" name="Google Shape;90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09" name="Google Shape;909;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0" name="Google Shape;91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7" name="Google Shape;917;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8" name="Google Shape;918;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9" name="Google Shape;91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26" name="Google Shape;92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27" name="Google Shape;927;g1f3daf8a844_0_64"/>
          <p:cNvGrpSpPr/>
          <p:nvPr/>
        </p:nvGrpSpPr>
        <p:grpSpPr>
          <a:xfrm>
            <a:off x="3024000" y="209875"/>
            <a:ext cx="3096000" cy="454800"/>
            <a:chOff x="3024000" y="209875"/>
            <a:chExt cx="3096000" cy="454800"/>
          </a:xfrm>
        </p:grpSpPr>
        <p:sp>
          <p:nvSpPr>
            <p:cNvPr id="928" name="Google Shape;92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30" name="Google Shape;93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31" name="Google Shape;931;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2" name="Google Shape;932;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3" name="Google Shape;93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34" name="Google Shape;934;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35" name="Google Shape;93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36" name="Google Shape;93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37" name="Google Shape;937;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38" name="Google Shape;93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39" name="Google Shape;93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40" name="Google Shape;940;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41" name="Google Shape;941;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42" name="Google Shape;942;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943" name="Google Shape;943;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944" name="Google Shape;944;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945" name="Google Shape;945;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6ca91e4cb0_0_7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2" name="Google Shape;952;g26ca91e4cb0_0_7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53" name="Google Shape;953;g26ca91e4cb0_0_759"/>
          <p:cNvGrpSpPr/>
          <p:nvPr/>
        </p:nvGrpSpPr>
        <p:grpSpPr>
          <a:xfrm>
            <a:off x="3024000" y="209875"/>
            <a:ext cx="3096000" cy="454800"/>
            <a:chOff x="3024000" y="209875"/>
            <a:chExt cx="3096000" cy="454800"/>
          </a:xfrm>
        </p:grpSpPr>
        <p:sp>
          <p:nvSpPr>
            <p:cNvPr id="954" name="Google Shape;954;g26ca91e4cb0_0_75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6ca91e4cb0_0_75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6" name="Google Shape;956;g26ca91e4cb0_0_75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7" name="Google Shape;957;g26ca91e4cb0_0_75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58" name="Google Shape;958;g26ca91e4cb0_0_75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9" name="Google Shape;959;g26ca91e4cb0_0_75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0" name="Google Shape;960;g26ca91e4cb0_0_75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1" name="Google Shape;961;g26ca91e4cb0_0_75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2" name="Google Shape;962;g26ca91e4cb0_0_759"/>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sing long ring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ng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ng song wing king</a:t>
            </a:r>
            <a:endParaRPr sz="1800" b="0" i="0" u="none" strike="noStrike" cap="none">
              <a:solidFill>
                <a:srgbClr val="B7B7B7"/>
              </a:solidFill>
              <a:latin typeface="Jost"/>
              <a:ea typeface="Jost"/>
              <a:cs typeface="Jost"/>
              <a:sym typeface="Jost"/>
            </a:endParaRPr>
          </a:p>
        </p:txBody>
      </p:sp>
      <p:sp>
        <p:nvSpPr>
          <p:cNvPr id="963" name="Google Shape;963;g26ca91e4cb0_0_759"/>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64" name="Google Shape;964;g26ca91e4cb0_0_75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65" name="Google Shape;965;g26ca91e4cb0_0_759"/>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66" name="Google Shape;966;g26ca91e4cb0_0_759"/>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cxnSp>
        <p:nvCxnSpPr>
          <p:cNvPr id="967" name="Google Shape;967;g26ca91e4cb0_0_75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68" name="Google Shape;968;g26ca91e4cb0_0_75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69" name="Google Shape;969;g26ca91e4cb0_0_759"/>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70" name="Google Shape;970;g26ca91e4cb0_0_759"/>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71" name="Google Shape;971;g26ca91e4cb0_0_759"/>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972" name="Google Shape;972;g26ca91e4cb0_0_759"/>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973" name="Google Shape;973;g26ca91e4cb0_0_759"/>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343</Words>
  <Application>Microsoft Office PowerPoint</Application>
  <PresentationFormat>On-screen Show (4:3)</PresentationFormat>
  <Paragraphs>144</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Poppins SemiBold</vt:lpstr>
      <vt:lpstr>Mulish</vt:lpstr>
      <vt:lpstr>Nunito Black</vt:lpstr>
      <vt:lpstr>Calibri</vt:lpstr>
      <vt:lpstr>Jost</vt:lpstr>
      <vt:lpstr>Poppins Medium</vt:lpstr>
      <vt:lpstr>Arial</vt:lpstr>
      <vt:lpstr>Poppins</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2026-04-28T05:59:12Z</dcterms:modified>
</cp:coreProperties>
</file>