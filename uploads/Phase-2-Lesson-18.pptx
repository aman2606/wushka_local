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6858000" type="screen4x3"/>
  <p:notesSz cx="6858000" cy="9144000"/>
  <p:embeddedFontLst>
    <p:embeddedFont>
      <p:font typeface="Finger Paint" panose="020B0604020202020204" charset="0"/>
      <p:regular r:id="rId29"/>
    </p:embeddedFont>
    <p:embeddedFont>
      <p:font typeface="Jost" panose="020B0604020202020204" charset="0"/>
      <p:regular r:id="rId30"/>
      <p:bold r:id="rId31"/>
      <p:italic r:id="rId32"/>
      <p:boldItalic r:id="rId33"/>
    </p:embeddedFont>
    <p:embeddedFont>
      <p:font typeface="Mulish" panose="020B0604020202020204" charset="0"/>
      <p:regular r:id="rId34"/>
      <p:bold r:id="rId35"/>
      <p:italic r:id="rId36"/>
      <p:boldItalic r:id="rId37"/>
    </p:embeddedFont>
    <p:embeddedFont>
      <p:font typeface="Nunito Black" pitchFamily="2" charset="0"/>
      <p:bold r:id="rId38"/>
      <p:boldItalic r:id="rId39"/>
    </p:embeddedFont>
    <p:embeddedFont>
      <p:font typeface="Poppins" panose="00000500000000000000" pitchFamily="2" charset="0"/>
      <p:regular r:id="rId40"/>
      <p:bold r:id="rId41"/>
      <p:italic r:id="rId42"/>
      <p:boldItalic r:id="rId43"/>
    </p:embeddedFont>
    <p:embeddedFont>
      <p:font typeface="Poppins Medium" panose="00000600000000000000" pitchFamily="2" charset="0"/>
      <p:regular r:id="rId44"/>
      <p:bold r:id="rId45"/>
      <p:italic r:id="rId46"/>
      <p:boldItalic r:id="rId47"/>
    </p:embeddedFont>
    <p:embeddedFont>
      <p:font typeface="Poppins SemiBold" panose="00000700000000000000" pitchFamily="2" charset="0"/>
      <p:regular r:id="rId48"/>
      <p:bold r:id="rId49"/>
      <p:italic r:id="rId50"/>
      <p:bold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8" roundtripDataSignature="AMtx7mijOFRe+WCZ/Gdxn2rjnPaKCFCe4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B4C9F86-E8A4-47F0-A678-27EDDD8D4C8F}">
  <a:tblStyle styleId="{5B4C9F86-E8A4-47F0-A678-27EDDD8D4C8F}"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font" Target="fonts/font19.fntdata"/><Relationship Id="rId50" Type="http://schemas.openxmlformats.org/officeDocument/2006/relationships/font" Target="fonts/font2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8" Type="http://customschemas.google.com/relationships/presentationmetadata" Target="metadata"/><Relationship Id="rId5" Type="http://schemas.openxmlformats.org/officeDocument/2006/relationships/slide" Target="slides/slide4.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font" Target="fonts/font20.fntdata"/><Relationship Id="rId8" Type="http://schemas.openxmlformats.org/officeDocument/2006/relationships/slide" Target="slides/slide7.xml"/><Relationship Id="rId51" Type="http://schemas.openxmlformats.org/officeDocument/2006/relationships/font" Target="fonts/font2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13.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49" Type="http://schemas.openxmlformats.org/officeDocument/2006/relationships/font" Target="fonts/font2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3" name="Google Shape;68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6" name="Google Shape;696;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7" name="Google Shape;697;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8" name="Google Shape;728;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9" name="Google Shape;729;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g2d9ce7ef391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9" name="Google Shape;749;g2d9ce7ef391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0" name="Google Shape;750;g2d9ce7ef391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8" name="Google Shape;758;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9" name="Google Shape;759;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Google Shape;766;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7" name="Google Shape;767;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8" name="Google Shape;768;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6" name="Google Shape;776;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7" name="Google Shape;777;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3"/>
        <p:cNvGrpSpPr/>
        <p:nvPr/>
      </p:nvGrpSpPr>
      <p:grpSpPr>
        <a:xfrm>
          <a:off x="0" y="0"/>
          <a:ext cx="0" cy="0"/>
          <a:chOff x="0" y="0"/>
          <a:chExt cx="0" cy="0"/>
        </a:xfrm>
      </p:grpSpPr>
      <p:sp>
        <p:nvSpPr>
          <p:cNvPr id="784" name="Google Shape;784;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5" name="Google Shape;785;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6" name="Google Shape;786;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4" name="Google Shape;794;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5" name="Google Shape;795;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g2c2ffdd0de5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2" name="Google Shape;802;g2c2ffdd0de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3" name="Google Shape;803;g2c2ffdd0de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g2c42b1ab8e2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2" name="Google Shape;832;g2c42b1ab8e2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3" name="Google Shape;833;g2c42b1ab8e2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g2c42b1ab8e2_0_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2" name="Google Shape;862;g2c42b1ab8e2_0_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3" name="Google Shape;863;g2c42b1ab8e2_0_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2" name="Google Shape;892;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3" name="Google Shape;893;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0" name="Google Shape;900;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1" name="Google Shape;901;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7"/>
        <p:cNvGrpSpPr/>
        <p:nvPr/>
      </p:nvGrpSpPr>
      <p:grpSpPr>
        <a:xfrm>
          <a:off x="0" y="0"/>
          <a:ext cx="0" cy="0"/>
          <a:chOff x="0" y="0"/>
          <a:chExt cx="0" cy="0"/>
        </a:xfrm>
      </p:grpSpPr>
      <p:sp>
        <p:nvSpPr>
          <p:cNvPr id="908" name="Google Shape;908;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9" name="Google Shape;909;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0" name="Google Shape;910;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6"/>
        <p:cNvGrpSpPr/>
        <p:nvPr/>
      </p:nvGrpSpPr>
      <p:grpSpPr>
        <a:xfrm>
          <a:off x="0" y="0"/>
          <a:ext cx="0" cy="0"/>
          <a:chOff x="0" y="0"/>
          <a:chExt cx="0" cy="0"/>
        </a:xfrm>
      </p:grpSpPr>
      <p:sp>
        <p:nvSpPr>
          <p:cNvPr id="917" name="Google Shape;917;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8" name="Google Shape;918;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9" name="Google Shape;919;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7" name="Google Shape;927;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8" name="Google Shape;928;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4"/>
        <p:cNvGrpSpPr/>
        <p:nvPr/>
      </p:nvGrpSpPr>
      <p:grpSpPr>
        <a:xfrm>
          <a:off x="0" y="0"/>
          <a:ext cx="0" cy="0"/>
          <a:chOff x="0" y="0"/>
          <a:chExt cx="0" cy="0"/>
        </a:xfrm>
      </p:grpSpPr>
      <p:sp>
        <p:nvSpPr>
          <p:cNvPr id="935" name="Google Shape;935;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6" name="Google Shape;936;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7" name="Google Shape;937;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g319da0ddc87_0_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4" name="Google Shape;954;g319da0ddc87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5" name="Google Shape;955;g319da0ddc87_0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3" name="Google Shape;963;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4" name="Google Shape;964;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0"/>
        <p:cNvGrpSpPr/>
        <p:nvPr/>
      </p:nvGrpSpPr>
      <p:grpSpPr>
        <a:xfrm>
          <a:off x="0" y="0"/>
          <a:ext cx="0" cy="0"/>
          <a:chOff x="0" y="0"/>
          <a:chExt cx="0" cy="0"/>
        </a:xfrm>
      </p:grpSpPr>
      <p:sp>
        <p:nvSpPr>
          <p:cNvPr id="971" name="Google Shape;971;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2" name="Google Shape;972;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3" name="Google Shape;973;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g319da0ddc87_0_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1" name="Google Shape;981;g319da0ddc87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2" name="Google Shape;982;g319da0ddc87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0" name="Google Shape;990;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1" name="Google Shape;991;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p:cNvGrpSpPr/>
        <p:nvPr/>
      </p:nvGrpSpPr>
      <p:grpSpPr>
        <a:xfrm>
          <a:off x="0" y="0"/>
          <a:ext cx="0" cy="0"/>
          <a:chOff x="0" y="0"/>
          <a:chExt cx="0" cy="0"/>
        </a:xfrm>
      </p:grpSpPr>
      <p:sp>
        <p:nvSpPr>
          <p:cNvPr id="1015" name="Google Shape;1015;g26c2d9f55de_0_7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6" name="Google Shape;1016;g26c2d9f55de_0_7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7" name="Google Shape;1017;g26c2d9f55de_0_7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4" name="Google Shape;1044;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5" name="Google Shape;1045;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i="0" u="none" strike="noStrike" cap="none">
                    <a:solidFill>
                      <a:srgbClr val="FFFFFF"/>
                    </a:solidFill>
                    <a:latin typeface="Poppins SemiBold"/>
                    <a:ea typeface="Poppins SemiBold"/>
                    <a:cs typeface="Poppins SemiBold"/>
                    <a:sym typeface="Poppins SemiBold"/>
                  </a:rPr>
                  <a:t>Phase 2</a:t>
                </a:r>
                <a:endParaRPr sz="130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sp>
        <p:nvSpPr>
          <p:cNvPr id="48" name="Google Shape;48;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cxnSp>
        <p:nvCxnSpPr>
          <p:cNvPr id="49" name="Google Shape;49;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50" name="Google Shape;50;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1" name="Google Shape;51;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2" name="Google Shape;52;p15"/>
          <p:cNvGrpSpPr/>
          <p:nvPr/>
        </p:nvGrpSpPr>
        <p:grpSpPr>
          <a:xfrm>
            <a:off x="357775" y="5983875"/>
            <a:ext cx="586800" cy="571500"/>
            <a:chOff x="662575" y="6212475"/>
            <a:chExt cx="586800" cy="571500"/>
          </a:xfrm>
        </p:grpSpPr>
        <p:sp>
          <p:nvSpPr>
            <p:cNvPr id="53" name="Google Shape;53;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 name="Google Shape;56;p15"/>
          <p:cNvGrpSpPr/>
          <p:nvPr/>
        </p:nvGrpSpPr>
        <p:grpSpPr>
          <a:xfrm>
            <a:off x="8199150" y="5983875"/>
            <a:ext cx="586800" cy="571500"/>
            <a:chOff x="7894350" y="6212475"/>
            <a:chExt cx="586800" cy="571500"/>
          </a:xfrm>
        </p:grpSpPr>
        <p:sp>
          <p:nvSpPr>
            <p:cNvPr id="57" name="Google Shape;57;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 name="Google Shape;59;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i="0" u="none" strike="noStrike" cap="none">
                    <a:solidFill>
                      <a:srgbClr val="FFFFFF"/>
                    </a:solidFill>
                    <a:latin typeface="Poppins SemiBold"/>
                    <a:ea typeface="Poppins SemiBold"/>
                    <a:cs typeface="Poppins SemiBold"/>
                    <a:sym typeface="Poppins SemiBold"/>
                  </a:rPr>
                  <a:t>Phase 2</a:t>
                </a:r>
                <a:endParaRPr sz="130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88" name="Google Shape;88;g26b641b03cd_1_92"/>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89" name="Google Shape;8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90" name="Google Shape;90;g26b641b03cd_1_92"/>
          <p:cNvGrpSpPr/>
          <p:nvPr/>
        </p:nvGrpSpPr>
        <p:grpSpPr>
          <a:xfrm>
            <a:off x="-36800" y="-52000"/>
            <a:ext cx="9236100" cy="543750"/>
            <a:chOff x="-36800" y="-52000"/>
            <a:chExt cx="9236100" cy="543750"/>
          </a:xfrm>
        </p:grpSpPr>
        <p:sp>
          <p:nvSpPr>
            <p:cNvPr id="91" name="Google Shape;91;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92" name="Google Shape;92;g26b641b03cd_1_92"/>
            <p:cNvGrpSpPr/>
            <p:nvPr/>
          </p:nvGrpSpPr>
          <p:grpSpPr>
            <a:xfrm>
              <a:off x="565600" y="88250"/>
              <a:ext cx="1337400" cy="403500"/>
              <a:chOff x="565600" y="88250"/>
              <a:chExt cx="1337400" cy="403500"/>
            </a:xfrm>
          </p:grpSpPr>
          <p:grpSp>
            <p:nvGrpSpPr>
              <p:cNvPr id="93" name="Google Shape;93;g26b641b03cd_1_92"/>
              <p:cNvGrpSpPr/>
              <p:nvPr/>
            </p:nvGrpSpPr>
            <p:grpSpPr>
              <a:xfrm>
                <a:off x="565600" y="88250"/>
                <a:ext cx="1337400" cy="403500"/>
                <a:chOff x="565600" y="88250"/>
                <a:chExt cx="1337400" cy="403500"/>
              </a:xfrm>
            </p:grpSpPr>
            <p:sp>
              <p:nvSpPr>
                <p:cNvPr id="94" name="Google Shape;94;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5" name="Google Shape;95;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
            <p:nvSpPr>
              <p:cNvPr id="96" name="Google Shape;96;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i="0" u="none" strike="noStrike" cap="none">
                    <a:solidFill>
                      <a:srgbClr val="FFFFFF"/>
                    </a:solidFill>
                    <a:latin typeface="Poppins SemiBold"/>
                    <a:ea typeface="Poppins SemiBold"/>
                    <a:cs typeface="Poppins SemiBold"/>
                    <a:sym typeface="Poppins SemiBold"/>
                  </a:rPr>
                  <a:t>Phase 2</a:t>
                </a:r>
                <a:endParaRPr sz="1300" i="0" u="none" strike="noStrike" cap="none">
                  <a:solidFill>
                    <a:srgbClr val="FFFFFF"/>
                  </a:solidFill>
                  <a:latin typeface="Poppins SemiBold"/>
                  <a:ea typeface="Poppins SemiBold"/>
                  <a:cs typeface="Poppins SemiBold"/>
                  <a:sym typeface="Poppins SemiBold"/>
                </a:endParaRPr>
              </a:p>
            </p:txBody>
          </p:sp>
        </p:grpSp>
        <p:sp>
          <p:nvSpPr>
            <p:cNvPr id="97" name="Google Shape;97;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9" name="Google Shape;99;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01" name="Google Shape;101;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03" name="Google Shape;103;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104" name="Google Shape;104;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05" name="Google Shape;105;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106" name="Google Shape;106;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7"/>
        <p:cNvGrpSpPr/>
        <p:nvPr/>
      </p:nvGrpSpPr>
      <p:grpSpPr>
        <a:xfrm>
          <a:off x="0" y="0"/>
          <a:ext cx="0" cy="0"/>
          <a:chOff x="0" y="0"/>
          <a:chExt cx="0" cy="0"/>
        </a:xfrm>
      </p:grpSpPr>
      <p:sp>
        <p:nvSpPr>
          <p:cNvPr id="108" name="Google Shape;108;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4" name="Google Shape;114;g26b641b03cd_0_33"/>
          <p:cNvGrpSpPr/>
          <p:nvPr/>
        </p:nvGrpSpPr>
        <p:grpSpPr>
          <a:xfrm>
            <a:off x="662575" y="6212475"/>
            <a:ext cx="586800" cy="571500"/>
            <a:chOff x="662575" y="6212475"/>
            <a:chExt cx="586800" cy="571500"/>
          </a:xfrm>
        </p:grpSpPr>
        <p:sp>
          <p:nvSpPr>
            <p:cNvPr id="115" name="Google Shape;115;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 name="Google Shape;117;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8" name="Google Shape;118;g26b641b03cd_0_33"/>
          <p:cNvGrpSpPr/>
          <p:nvPr/>
        </p:nvGrpSpPr>
        <p:grpSpPr>
          <a:xfrm>
            <a:off x="7894350" y="6212475"/>
            <a:ext cx="586800" cy="571500"/>
            <a:chOff x="7894350" y="6212475"/>
            <a:chExt cx="586800" cy="571500"/>
          </a:xfrm>
        </p:grpSpPr>
        <p:sp>
          <p:nvSpPr>
            <p:cNvPr id="119" name="Google Shape;119;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2" name="Google Shape;122;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Letter Sound 'u'</a:t>
            </a:r>
            <a:endParaRPr sz="1800" i="0" u="none" strike="noStrike" cap="none">
              <a:solidFill>
                <a:srgbClr val="FFFFFF"/>
              </a:solidFill>
              <a:latin typeface="Poppins SemiBold"/>
              <a:ea typeface="Poppins SemiBold"/>
              <a:cs typeface="Poppins SemiBold"/>
              <a:sym typeface="Poppins SemiBold"/>
            </a:endParaRPr>
          </a:p>
        </p:txBody>
      </p:sp>
      <p:sp>
        <p:nvSpPr>
          <p:cNvPr id="123" name="Google Shape;123;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4 - Wednesday</a:t>
            </a:r>
            <a:endParaRPr sz="1800" b="0" i="0" u="none" strike="noStrike" cap="none">
              <a:solidFill>
                <a:srgbClr val="F7941D"/>
              </a:solidFill>
              <a:latin typeface="Poppins Medium"/>
              <a:ea typeface="Poppins Medium"/>
              <a:cs typeface="Poppins Medium"/>
              <a:sym typeface="Poppins Medium"/>
            </a:endParaRPr>
          </a:p>
        </p:txBody>
      </p:sp>
      <p:sp>
        <p:nvSpPr>
          <p:cNvPr id="124" name="Google Shape;124;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18</a:t>
            </a:r>
            <a:endParaRPr sz="1800" b="0" i="0" u="none" strike="noStrike" cap="none">
              <a:solidFill>
                <a:srgbClr val="F7941D"/>
              </a:solidFill>
              <a:latin typeface="Poppins Medium"/>
              <a:ea typeface="Poppins Medium"/>
              <a:cs typeface="Poppins Medium"/>
              <a:sym typeface="Poppins Medium"/>
            </a:endParaRPr>
          </a:p>
        </p:txBody>
      </p:sp>
      <p:sp>
        <p:nvSpPr>
          <p:cNvPr id="125" name="Google Shape;125;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Phase 2 - Letter Sounds</a:t>
            </a:r>
            <a:endParaRPr sz="1800" i="0" u="none" strike="noStrike" cap="none">
              <a:solidFill>
                <a:srgbClr val="FFFFFF"/>
              </a:solidFill>
              <a:latin typeface="Poppins SemiBold"/>
              <a:ea typeface="Poppins SemiBold"/>
              <a:cs typeface="Poppins SemiBold"/>
              <a:sym typeface="Poppins SemiBold"/>
            </a:endParaRPr>
          </a:p>
        </p:txBody>
      </p:sp>
      <p:sp>
        <p:nvSpPr>
          <p:cNvPr id="126" name="Google Shape;126;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7" name="Google Shape;127;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28" name="Google Shape;128;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29" name="Google Shape;129;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30"/>
        <p:cNvGrpSpPr/>
        <p:nvPr/>
      </p:nvGrpSpPr>
      <p:grpSpPr>
        <a:xfrm>
          <a:off x="0" y="0"/>
          <a:ext cx="0" cy="0"/>
          <a:chOff x="0" y="0"/>
          <a:chExt cx="0" cy="0"/>
        </a:xfrm>
      </p:grpSpPr>
      <p:sp>
        <p:nvSpPr>
          <p:cNvPr id="131" name="Google Shape;13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32" name="Google Shape;13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33" name="Google Shape;13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4" name="Google Shape;13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6" name="Google Shape;136;g26b641b03cd_0_260"/>
          <p:cNvGrpSpPr/>
          <p:nvPr/>
        </p:nvGrpSpPr>
        <p:grpSpPr>
          <a:xfrm>
            <a:off x="8199150" y="5983875"/>
            <a:ext cx="586800" cy="571500"/>
            <a:chOff x="7894350" y="6212475"/>
            <a:chExt cx="586800" cy="571500"/>
          </a:xfrm>
        </p:grpSpPr>
        <p:sp>
          <p:nvSpPr>
            <p:cNvPr id="137" name="Google Shape;13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9" name="Google Shape;139;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0" name="Google Shape;140;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41" name="Google Shape;141;g26b641b03cd_0_260"/>
          <p:cNvGrpSpPr/>
          <p:nvPr/>
        </p:nvGrpSpPr>
        <p:grpSpPr>
          <a:xfrm>
            <a:off x="-36800" y="-52000"/>
            <a:ext cx="9236100" cy="543750"/>
            <a:chOff x="-36800" y="-52000"/>
            <a:chExt cx="9236100" cy="543750"/>
          </a:xfrm>
        </p:grpSpPr>
        <p:sp>
          <p:nvSpPr>
            <p:cNvPr id="142" name="Google Shape;14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143" name="Google Shape;143;g26b641b03cd_0_260"/>
            <p:cNvGrpSpPr/>
            <p:nvPr/>
          </p:nvGrpSpPr>
          <p:grpSpPr>
            <a:xfrm>
              <a:off x="565600" y="88250"/>
              <a:ext cx="1337400" cy="403500"/>
              <a:chOff x="565600" y="88250"/>
              <a:chExt cx="1337400" cy="403500"/>
            </a:xfrm>
          </p:grpSpPr>
          <p:grpSp>
            <p:nvGrpSpPr>
              <p:cNvPr id="144" name="Google Shape;144;g26b641b03cd_0_260"/>
              <p:cNvGrpSpPr/>
              <p:nvPr/>
            </p:nvGrpSpPr>
            <p:grpSpPr>
              <a:xfrm>
                <a:off x="565600" y="88250"/>
                <a:ext cx="1337400" cy="403500"/>
                <a:chOff x="565600" y="88250"/>
                <a:chExt cx="1337400" cy="403500"/>
              </a:xfrm>
            </p:grpSpPr>
            <p:sp>
              <p:nvSpPr>
                <p:cNvPr id="145" name="Google Shape;145;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46" name="Google Shape;146;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
            <p:nvSpPr>
              <p:cNvPr id="147" name="Google Shape;147;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i="0" u="none" strike="noStrike" cap="none">
                    <a:solidFill>
                      <a:srgbClr val="FFFFFF"/>
                    </a:solidFill>
                    <a:latin typeface="Poppins SemiBold"/>
                    <a:ea typeface="Poppins SemiBold"/>
                    <a:cs typeface="Poppins SemiBold"/>
                    <a:sym typeface="Poppins SemiBold"/>
                  </a:rPr>
                  <a:t>Phase 2</a:t>
                </a:r>
                <a:endParaRPr sz="1300" i="0" u="none" strike="noStrike" cap="none">
                  <a:solidFill>
                    <a:srgbClr val="FFFFFF"/>
                  </a:solidFill>
                  <a:latin typeface="Poppins SemiBold"/>
                  <a:ea typeface="Poppins SemiBold"/>
                  <a:cs typeface="Poppins SemiBold"/>
                  <a:sym typeface="Poppins SemiBold"/>
                </a:endParaRPr>
              </a:p>
            </p:txBody>
          </p:sp>
        </p:grpSp>
        <p:sp>
          <p:nvSpPr>
            <p:cNvPr id="148" name="Google Shape;148;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149" name="Google Shape;149;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50" name="Google Shape;150;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9FC5E8"/>
                </a:solidFill>
                <a:latin typeface="Poppins SemiBold"/>
                <a:ea typeface="Poppins SemiBold"/>
                <a:cs typeface="Poppins SemiBold"/>
                <a:sym typeface="Poppins SemiBold"/>
              </a:endParaRPr>
            </a:p>
          </p:txBody>
        </p:sp>
        <p:sp>
          <p:nvSpPr>
            <p:cNvPr id="151" name="Google Shape;151;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52" name="Google Shape;152;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153" name="Google Shape;153;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54" name="Google Shape;154;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155" name="Google Shape;155;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56" name="Google Shape;156;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157" name="Google Shape;157;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92"/>
        <p:cNvGrpSpPr/>
        <p:nvPr/>
      </p:nvGrpSpPr>
      <p:grpSpPr>
        <a:xfrm>
          <a:off x="0" y="0"/>
          <a:ext cx="0" cy="0"/>
          <a:chOff x="0" y="0"/>
          <a:chExt cx="0" cy="0"/>
        </a:xfrm>
      </p:grpSpPr>
      <p:sp>
        <p:nvSpPr>
          <p:cNvPr id="193" name="Google Shape;193;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4" name="Google Shape;194;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7" name="Google Shape;197;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8" name="Google Shape;198;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9" name="Google Shape;199;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00" name="Google Shape;200;g2c235dd0dad_1_87"/>
          <p:cNvGrpSpPr/>
          <p:nvPr/>
        </p:nvGrpSpPr>
        <p:grpSpPr>
          <a:xfrm>
            <a:off x="662575" y="6212475"/>
            <a:ext cx="586800" cy="571500"/>
            <a:chOff x="662575" y="6212475"/>
            <a:chExt cx="586800" cy="571500"/>
          </a:xfrm>
        </p:grpSpPr>
        <p:sp>
          <p:nvSpPr>
            <p:cNvPr id="201" name="Google Shape;20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c235dd0dad_1_87"/>
          <p:cNvGrpSpPr/>
          <p:nvPr/>
        </p:nvGrpSpPr>
        <p:grpSpPr>
          <a:xfrm>
            <a:off x="7894350" y="6212475"/>
            <a:ext cx="586800" cy="571500"/>
            <a:chOff x="7894350" y="6212475"/>
            <a:chExt cx="586800" cy="571500"/>
          </a:xfrm>
        </p:grpSpPr>
        <p:sp>
          <p:nvSpPr>
            <p:cNvPr id="205" name="Google Shape;20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209" name="Google Shape;209;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0" name="Google Shape;210;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11" name="Google Shape;211;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2" name="Google Shape;212;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3" name="Google Shape;213;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14" name="Google Shape;214;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215" name="Google Shape;215;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6" name="Google Shape;216;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17" name="Google Shape;217;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18" name="Google Shape;218;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19" name="Google Shape;219;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0" name="Google Shape;220;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1" name="Google Shape;221;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2" name="Google Shape;222;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3" name="Google Shape;223;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24"/>
        <p:cNvGrpSpPr/>
        <p:nvPr/>
      </p:nvGrpSpPr>
      <p:grpSpPr>
        <a:xfrm>
          <a:off x="0" y="0"/>
          <a:ext cx="0" cy="0"/>
          <a:chOff x="0" y="0"/>
          <a:chExt cx="0" cy="0"/>
        </a:xfrm>
      </p:grpSpPr>
      <p:sp>
        <p:nvSpPr>
          <p:cNvPr id="225" name="Google Shape;225;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7" name="Google Shape;227;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8" name="Google Shape;228;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9" name="Google Shape;229;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31" name="Google Shape;231;g1f3daf8a844_0_32"/>
          <p:cNvGrpSpPr/>
          <p:nvPr/>
        </p:nvGrpSpPr>
        <p:grpSpPr>
          <a:xfrm>
            <a:off x="662575" y="6212475"/>
            <a:ext cx="586800" cy="571500"/>
            <a:chOff x="662575" y="6212475"/>
            <a:chExt cx="586800" cy="571500"/>
          </a:xfrm>
        </p:grpSpPr>
        <p:sp>
          <p:nvSpPr>
            <p:cNvPr id="232" name="Google Shape;232;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5" name="Google Shape;235;g1f3daf8a844_0_32"/>
          <p:cNvGrpSpPr/>
          <p:nvPr/>
        </p:nvGrpSpPr>
        <p:grpSpPr>
          <a:xfrm>
            <a:off x="7894350" y="6212475"/>
            <a:ext cx="586800" cy="571500"/>
            <a:chOff x="7894350" y="6212475"/>
            <a:chExt cx="586800" cy="571500"/>
          </a:xfrm>
        </p:grpSpPr>
        <p:sp>
          <p:nvSpPr>
            <p:cNvPr id="236" name="Google Shape;236;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7" name="Google Shape;237;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9" name="Google Shape;239;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240" name="Google Shape;240;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41" name="Google Shape;241;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42" name="Google Shape;242;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3" name="Google Shape;243;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4" name="Google Shape;244;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45" name="Google Shape;245;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246" name="Google Shape;246;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7" name="Google Shape;247;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48" name="Google Shape;248;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49" name="Google Shape;249;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0" name="Google Shape;250;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1" name="Google Shape;251;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2" name="Google Shape;252;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3" name="Google Shape;253;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4"/>
        <p:cNvGrpSpPr/>
        <p:nvPr/>
      </p:nvGrpSpPr>
      <p:grpSpPr>
        <a:xfrm>
          <a:off x="0" y="0"/>
          <a:ext cx="0" cy="0"/>
          <a:chOff x="0" y="0"/>
          <a:chExt cx="0" cy="0"/>
        </a:xfrm>
      </p:grpSpPr>
      <p:sp>
        <p:nvSpPr>
          <p:cNvPr id="255" name="Google Shape;255;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6" name="Google Shape;256;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8" name="Google Shape;258;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61" name="Google Shape;261;g2c157a2fb06_0_53"/>
          <p:cNvGrpSpPr/>
          <p:nvPr/>
        </p:nvGrpSpPr>
        <p:grpSpPr>
          <a:xfrm>
            <a:off x="662575" y="6212475"/>
            <a:ext cx="586800" cy="571500"/>
            <a:chOff x="662575" y="6212475"/>
            <a:chExt cx="586800" cy="571500"/>
          </a:xfrm>
        </p:grpSpPr>
        <p:sp>
          <p:nvSpPr>
            <p:cNvPr id="262" name="Google Shape;26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5" name="Google Shape;265;g2c157a2fb06_0_53"/>
          <p:cNvGrpSpPr/>
          <p:nvPr/>
        </p:nvGrpSpPr>
        <p:grpSpPr>
          <a:xfrm>
            <a:off x="7894350" y="6212475"/>
            <a:ext cx="586800" cy="571500"/>
            <a:chOff x="7894350" y="6212475"/>
            <a:chExt cx="586800" cy="571500"/>
          </a:xfrm>
        </p:grpSpPr>
        <p:sp>
          <p:nvSpPr>
            <p:cNvPr id="266" name="Google Shape;26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9" name="Google Shape;269;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270" name="Google Shape;27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71" name="Google Shape;271;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72" name="Google Shape;272;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3" name="Google Shape;273;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4" name="Google Shape;27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5" name="Google Shape;27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276" name="Google Shape;276;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7" name="Google Shape;277;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8" name="Google Shape;278;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9" name="Google Shape;279;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0" name="Google Shape;280;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1" name="Google Shape;281;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2" name="Google Shape;282;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3" name="Google Shape;283;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4" name="Google Shape;284;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85" name="Google Shape;285;g2c157a2fb06_0_53"/>
          <p:cNvGrpSpPr/>
          <p:nvPr/>
        </p:nvGrpSpPr>
        <p:grpSpPr>
          <a:xfrm>
            <a:off x="1403031" y="6958923"/>
            <a:ext cx="6774848" cy="1291477"/>
            <a:chOff x="717231" y="7263723"/>
            <a:chExt cx="6774848" cy="1291477"/>
          </a:xfrm>
        </p:grpSpPr>
        <p:sp>
          <p:nvSpPr>
            <p:cNvPr id="286" name="Google Shape;286;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87" name="Google Shape;287;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88" name="Google Shape;288;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89" name="Google Shape;289;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90" name="Google Shape;290;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91" name="Google Shape;291;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92" name="Google Shape;292;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93" name="Google Shape;293;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94" name="Google Shape;294;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97" name="Google Shape;297;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98" name="Google Shape;298;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9"/>
        <p:cNvGrpSpPr/>
        <p:nvPr/>
      </p:nvGrpSpPr>
      <p:grpSpPr>
        <a:xfrm>
          <a:off x="0" y="0"/>
          <a:ext cx="0" cy="0"/>
          <a:chOff x="0" y="0"/>
          <a:chExt cx="0" cy="0"/>
        </a:xfrm>
      </p:grpSpPr>
      <p:pic>
        <p:nvPicPr>
          <p:cNvPr id="300" name="Google Shape;300;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1" name="Google Shape;301;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6" name="Google Shape;30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07" name="Google Shape;307;g2c157a2fb06_0_158"/>
          <p:cNvGrpSpPr/>
          <p:nvPr/>
        </p:nvGrpSpPr>
        <p:grpSpPr>
          <a:xfrm>
            <a:off x="662575" y="6212475"/>
            <a:ext cx="586800" cy="571500"/>
            <a:chOff x="662575" y="6212475"/>
            <a:chExt cx="586800" cy="571500"/>
          </a:xfrm>
        </p:grpSpPr>
        <p:sp>
          <p:nvSpPr>
            <p:cNvPr id="308" name="Google Shape;30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9" name="Google Shape;309;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0" name="Google Shape;310;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1" name="Google Shape;311;g2c157a2fb06_0_158"/>
          <p:cNvGrpSpPr/>
          <p:nvPr/>
        </p:nvGrpSpPr>
        <p:grpSpPr>
          <a:xfrm>
            <a:off x="7894350" y="6212475"/>
            <a:ext cx="586800" cy="571500"/>
            <a:chOff x="7894350" y="6212475"/>
            <a:chExt cx="586800" cy="571500"/>
          </a:xfrm>
        </p:grpSpPr>
        <p:sp>
          <p:nvSpPr>
            <p:cNvPr id="312" name="Google Shape;31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5" name="Google Shape;315;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316" name="Google Shape;31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17" name="Google Shape;317;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318" name="Google Shape;318;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9" name="Google Shape;319;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0" name="Google Shape;320;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21" name="Google Shape;321;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322" name="Google Shape;322;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3" name="Google Shape;323;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4" name="Google Shape;324;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5" name="Google Shape;325;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6" name="Google Shape;326;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27" name="Google Shape;327;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8"/>
        <p:cNvGrpSpPr/>
        <p:nvPr/>
      </p:nvGrpSpPr>
      <p:grpSpPr>
        <a:xfrm>
          <a:off x="0" y="0"/>
          <a:ext cx="0" cy="0"/>
          <a:chOff x="0" y="0"/>
          <a:chExt cx="0" cy="0"/>
        </a:xfrm>
      </p:grpSpPr>
      <p:sp>
        <p:nvSpPr>
          <p:cNvPr id="329" name="Google Shape;329;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4" name="Google Shape;33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35" name="Google Shape;335;g2c157a2fb06_0_263"/>
          <p:cNvGrpSpPr/>
          <p:nvPr/>
        </p:nvGrpSpPr>
        <p:grpSpPr>
          <a:xfrm>
            <a:off x="662575" y="6212475"/>
            <a:ext cx="586800" cy="571500"/>
            <a:chOff x="662575" y="6212475"/>
            <a:chExt cx="586800" cy="571500"/>
          </a:xfrm>
        </p:grpSpPr>
        <p:sp>
          <p:nvSpPr>
            <p:cNvPr id="336" name="Google Shape;336;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7" name="Google Shape;337;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8" name="Google Shape;338;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9" name="Google Shape;339;g2c157a2fb06_0_263"/>
          <p:cNvGrpSpPr/>
          <p:nvPr/>
        </p:nvGrpSpPr>
        <p:grpSpPr>
          <a:xfrm>
            <a:off x="7894350" y="6212475"/>
            <a:ext cx="586800" cy="571500"/>
            <a:chOff x="7894350" y="6212475"/>
            <a:chExt cx="586800" cy="571500"/>
          </a:xfrm>
        </p:grpSpPr>
        <p:sp>
          <p:nvSpPr>
            <p:cNvPr id="340" name="Google Shape;340;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43" name="Google Shape;343;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344" name="Google Shape;34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5" name="Google Shape;345;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346" name="Google Shape;346;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7" name="Google Shape;347;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8" name="Google Shape;348;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49" name="Google Shape;349;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350" name="Google Shape;350;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1" name="Google Shape;351;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2" name="Google Shape;352;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3" name="Google Shape;353;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4" name="Google Shape;354;g2c157a2fb06_0_263"/>
          <p:cNvSpPr>
            <a:spLocks noGrp="1"/>
          </p:cNvSpPr>
          <p:nvPr>
            <p:ph type="pic" idx="8"/>
          </p:nvPr>
        </p:nvSpPr>
        <p:spPr>
          <a:xfrm>
            <a:off x="5086375" y="4412425"/>
            <a:ext cx="2668800" cy="1291500"/>
          </a:xfrm>
          <a:prstGeom prst="rect">
            <a:avLst/>
          </a:prstGeom>
          <a:noFill/>
          <a:ln>
            <a:noFill/>
          </a:ln>
        </p:spPr>
      </p:sp>
      <p:sp>
        <p:nvSpPr>
          <p:cNvPr id="355" name="Google Shape;355;g2c157a2fb06_0_263"/>
          <p:cNvSpPr>
            <a:spLocks noGrp="1"/>
          </p:cNvSpPr>
          <p:nvPr>
            <p:ph type="pic" idx="9"/>
          </p:nvPr>
        </p:nvSpPr>
        <p:spPr>
          <a:xfrm>
            <a:off x="5086375" y="797675"/>
            <a:ext cx="2668800" cy="1291500"/>
          </a:xfrm>
          <a:prstGeom prst="rect">
            <a:avLst/>
          </a:prstGeom>
          <a:noFill/>
          <a:ln>
            <a:noFill/>
          </a:ln>
        </p:spPr>
      </p:sp>
      <p:sp>
        <p:nvSpPr>
          <p:cNvPr id="356" name="Google Shape;356;g2c157a2fb06_0_263"/>
          <p:cNvSpPr>
            <a:spLocks noGrp="1"/>
          </p:cNvSpPr>
          <p:nvPr>
            <p:ph type="pic" idx="13"/>
          </p:nvPr>
        </p:nvSpPr>
        <p:spPr>
          <a:xfrm>
            <a:off x="5086375" y="2002592"/>
            <a:ext cx="2668800" cy="1291500"/>
          </a:xfrm>
          <a:prstGeom prst="rect">
            <a:avLst/>
          </a:prstGeom>
          <a:noFill/>
          <a:ln>
            <a:noFill/>
          </a:ln>
        </p:spPr>
      </p:sp>
      <p:sp>
        <p:nvSpPr>
          <p:cNvPr id="357" name="Google Shape;357;g2c157a2fb06_0_263"/>
          <p:cNvSpPr>
            <a:spLocks noGrp="1"/>
          </p:cNvSpPr>
          <p:nvPr>
            <p:ph type="pic" idx="14"/>
          </p:nvPr>
        </p:nvSpPr>
        <p:spPr>
          <a:xfrm>
            <a:off x="5086375" y="3207508"/>
            <a:ext cx="2668800" cy="1291500"/>
          </a:xfrm>
          <a:prstGeom prst="rect">
            <a:avLst/>
          </a:prstGeom>
          <a:noFill/>
          <a:ln>
            <a:noFill/>
          </a:ln>
        </p:spPr>
      </p:sp>
      <p:sp>
        <p:nvSpPr>
          <p:cNvPr id="358" name="Google Shape;358;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9" name="Google Shape;359;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60"/>
        <p:cNvGrpSpPr/>
        <p:nvPr/>
      </p:nvGrpSpPr>
      <p:grpSpPr>
        <a:xfrm>
          <a:off x="0" y="0"/>
          <a:ext cx="0" cy="0"/>
          <a:chOff x="0" y="0"/>
          <a:chExt cx="0" cy="0"/>
        </a:xfrm>
      </p:grpSpPr>
      <p:cxnSp>
        <p:nvCxnSpPr>
          <p:cNvPr id="361" name="Google Shape;361;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3" name="Google Shape;363;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4" name="Google Shape;364;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5" name="Google Shape;365;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7" name="Google Shape;367;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8" name="Google Shape;368;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70" name="Google Shape;370;g2c157a2fb06_0_467"/>
          <p:cNvGrpSpPr/>
          <p:nvPr/>
        </p:nvGrpSpPr>
        <p:grpSpPr>
          <a:xfrm>
            <a:off x="662575" y="6212475"/>
            <a:ext cx="586800" cy="571500"/>
            <a:chOff x="662575" y="6212475"/>
            <a:chExt cx="586800" cy="571500"/>
          </a:xfrm>
        </p:grpSpPr>
        <p:sp>
          <p:nvSpPr>
            <p:cNvPr id="371" name="Google Shape;371;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4" name="Google Shape;374;g2c157a2fb06_0_467"/>
          <p:cNvGrpSpPr/>
          <p:nvPr/>
        </p:nvGrpSpPr>
        <p:grpSpPr>
          <a:xfrm>
            <a:off x="7894350" y="6212475"/>
            <a:ext cx="586800" cy="571500"/>
            <a:chOff x="7894350" y="6212475"/>
            <a:chExt cx="586800" cy="571500"/>
          </a:xfrm>
        </p:grpSpPr>
        <p:sp>
          <p:nvSpPr>
            <p:cNvPr id="375" name="Google Shape;375;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8" name="Google Shape;378;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379" name="Google Shape;37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0" name="Google Shape;380;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381" name="Google Shape;38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2" name="Google Shape;38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3" name="Google Shape;38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84" name="Google Shape;38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385" name="Google Shape;38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6" name="Google Shape;38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7"/>
        <p:cNvGrpSpPr/>
        <p:nvPr/>
      </p:nvGrpSpPr>
      <p:grpSpPr>
        <a:xfrm>
          <a:off x="0" y="0"/>
          <a:ext cx="0" cy="0"/>
          <a:chOff x="0" y="0"/>
          <a:chExt cx="0" cy="0"/>
        </a:xfrm>
      </p:grpSpPr>
      <p:cxnSp>
        <p:nvCxnSpPr>
          <p:cNvPr id="388" name="Google Shape;388;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0" name="Google Shape;390;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3" name="Google Shape;393;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4" name="Google Shape;394;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6" name="Google Shape;396;g2c157a2fb06_0_629"/>
          <p:cNvGrpSpPr/>
          <p:nvPr/>
        </p:nvGrpSpPr>
        <p:grpSpPr>
          <a:xfrm>
            <a:off x="662575" y="6212475"/>
            <a:ext cx="586800" cy="571500"/>
            <a:chOff x="662575" y="6212475"/>
            <a:chExt cx="586800" cy="571500"/>
          </a:xfrm>
        </p:grpSpPr>
        <p:sp>
          <p:nvSpPr>
            <p:cNvPr id="397" name="Google Shape;397;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0" name="Google Shape;400;g2c157a2fb06_0_629"/>
          <p:cNvGrpSpPr/>
          <p:nvPr/>
        </p:nvGrpSpPr>
        <p:grpSpPr>
          <a:xfrm>
            <a:off x="7894350" y="6212475"/>
            <a:ext cx="586800" cy="571500"/>
            <a:chOff x="7894350" y="6212475"/>
            <a:chExt cx="586800" cy="571500"/>
          </a:xfrm>
        </p:grpSpPr>
        <p:sp>
          <p:nvSpPr>
            <p:cNvPr id="401" name="Google Shape;401;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4" name="Google Shape;404;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405" name="Google Shape;40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6" name="Google Shape;406;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407" name="Google Shape;40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8" name="Google Shape;40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9" name="Google Shape;40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0" name="Google Shape;41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411" name="Google Shape;41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3" name="Google Shape;41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4"/>
        <p:cNvGrpSpPr/>
        <p:nvPr/>
      </p:nvGrpSpPr>
      <p:grpSpPr>
        <a:xfrm>
          <a:off x="0" y="0"/>
          <a:ext cx="0" cy="0"/>
          <a:chOff x="0" y="0"/>
          <a:chExt cx="0" cy="0"/>
        </a:xfrm>
      </p:grpSpPr>
      <p:cxnSp>
        <p:nvCxnSpPr>
          <p:cNvPr id="415" name="Google Shape;415;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6" name="Google Shape;416;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7" name="Google Shape;417;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0" name="Google Shape;420;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1" name="Google Shape;421;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2" name="Google Shape;422;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5" name="Google Shape;425;g2c157a2fb06_0_798"/>
          <p:cNvGrpSpPr/>
          <p:nvPr/>
        </p:nvGrpSpPr>
        <p:grpSpPr>
          <a:xfrm>
            <a:off x="662575" y="6212475"/>
            <a:ext cx="586800" cy="571500"/>
            <a:chOff x="662575" y="6212475"/>
            <a:chExt cx="586800" cy="571500"/>
          </a:xfrm>
        </p:grpSpPr>
        <p:sp>
          <p:nvSpPr>
            <p:cNvPr id="426" name="Google Shape;42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9" name="Google Shape;429;g2c157a2fb06_0_798"/>
          <p:cNvGrpSpPr/>
          <p:nvPr/>
        </p:nvGrpSpPr>
        <p:grpSpPr>
          <a:xfrm>
            <a:off x="7894350" y="6212475"/>
            <a:ext cx="586800" cy="571500"/>
            <a:chOff x="7894350" y="6212475"/>
            <a:chExt cx="586800" cy="571500"/>
          </a:xfrm>
        </p:grpSpPr>
        <p:sp>
          <p:nvSpPr>
            <p:cNvPr id="430" name="Google Shape;43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3" name="Google Shape;433;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434" name="Google Shape;43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5" name="Google Shape;435;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7" name="Google Shape;437;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8" name="Google Shape;438;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39" name="Google Shape;439;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440" name="Google Shape;440;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1" name="Google Shape;441;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2"/>
        <p:cNvGrpSpPr/>
        <p:nvPr/>
      </p:nvGrpSpPr>
      <p:grpSpPr>
        <a:xfrm>
          <a:off x="0" y="0"/>
          <a:ext cx="0" cy="0"/>
          <a:chOff x="0" y="0"/>
          <a:chExt cx="0" cy="0"/>
        </a:xfrm>
      </p:grpSpPr>
      <p:cxnSp>
        <p:nvCxnSpPr>
          <p:cNvPr id="443" name="Google Shape;443;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4" name="Google Shape;444;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5" name="Google Shape;445;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6" name="Google Shape;446;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7" name="Google Shape;447;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8" name="Google Shape;448;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0" name="Google Shape;450;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53" name="Google Shape;453;g2c157a2fb06_0_825"/>
          <p:cNvGrpSpPr/>
          <p:nvPr/>
        </p:nvGrpSpPr>
        <p:grpSpPr>
          <a:xfrm>
            <a:off x="662575" y="6212475"/>
            <a:ext cx="586800" cy="571500"/>
            <a:chOff x="662575" y="6212475"/>
            <a:chExt cx="586800" cy="571500"/>
          </a:xfrm>
        </p:grpSpPr>
        <p:sp>
          <p:nvSpPr>
            <p:cNvPr id="454" name="Google Shape;454;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7" name="Google Shape;457;g2c157a2fb06_0_825"/>
          <p:cNvGrpSpPr/>
          <p:nvPr/>
        </p:nvGrpSpPr>
        <p:grpSpPr>
          <a:xfrm>
            <a:off x="7894350" y="6212475"/>
            <a:ext cx="586800" cy="571500"/>
            <a:chOff x="7894350" y="6212475"/>
            <a:chExt cx="586800" cy="571500"/>
          </a:xfrm>
        </p:grpSpPr>
        <p:sp>
          <p:nvSpPr>
            <p:cNvPr id="458" name="Google Shape;458;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1" name="Google Shape;461;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462" name="Google Shape;46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3" name="Google Shape;463;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5" name="Google Shape;465;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6" name="Google Shape;466;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67" name="Google Shape;467;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468" name="Google Shape;468;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9" name="Google Shape;469;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70"/>
        <p:cNvGrpSpPr/>
        <p:nvPr/>
      </p:nvGrpSpPr>
      <p:grpSpPr>
        <a:xfrm>
          <a:off x="0" y="0"/>
          <a:ext cx="0" cy="0"/>
          <a:chOff x="0" y="0"/>
          <a:chExt cx="0" cy="0"/>
        </a:xfrm>
      </p:grpSpPr>
      <p:sp>
        <p:nvSpPr>
          <p:cNvPr id="471" name="Google Shape;47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7" name="Google Shape;477;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80" name="Google Shape;480;g2c157a2fb06_0_700"/>
          <p:cNvGrpSpPr/>
          <p:nvPr/>
        </p:nvGrpSpPr>
        <p:grpSpPr>
          <a:xfrm>
            <a:off x="662575" y="6212475"/>
            <a:ext cx="586800" cy="571500"/>
            <a:chOff x="662575" y="6212475"/>
            <a:chExt cx="586800" cy="571500"/>
          </a:xfrm>
        </p:grpSpPr>
        <p:sp>
          <p:nvSpPr>
            <p:cNvPr id="481" name="Google Shape;481;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4" name="Google Shape;484;g2c157a2fb06_0_700"/>
          <p:cNvGrpSpPr/>
          <p:nvPr/>
        </p:nvGrpSpPr>
        <p:grpSpPr>
          <a:xfrm>
            <a:off x="7894350" y="6212475"/>
            <a:ext cx="586800" cy="571500"/>
            <a:chOff x="7894350" y="6212475"/>
            <a:chExt cx="586800" cy="571500"/>
          </a:xfrm>
        </p:grpSpPr>
        <p:sp>
          <p:nvSpPr>
            <p:cNvPr id="485" name="Google Shape;485;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6" name="Google Shape;486;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8" name="Google Shape;488;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489" name="Google Shape;48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0" name="Google Shape;490;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491" name="Google Shape;491;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2" name="Google Shape;492;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3" name="Google Shape;493;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494" name="Google Shape;494;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5" name="Google Shape;495;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6" name="Google Shape;496;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8" name="Google Shape;498;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0" name="Google Shape;500;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2" name="Google Shape;502;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4" name="Google Shape;504;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6" name="Google Shape;506;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8" name="Google Shape;508;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09" name="Google Shape;509;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10"/>
        <p:cNvGrpSpPr/>
        <p:nvPr/>
      </p:nvGrpSpPr>
      <p:grpSpPr>
        <a:xfrm>
          <a:off x="0" y="0"/>
          <a:ext cx="0" cy="0"/>
          <a:chOff x="0" y="0"/>
          <a:chExt cx="0" cy="0"/>
        </a:xfrm>
      </p:grpSpPr>
      <p:sp>
        <p:nvSpPr>
          <p:cNvPr id="511" name="Google Shape;511;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17" name="Google Shape;517;g2c157a2fb06_0_932"/>
          <p:cNvGrpSpPr/>
          <p:nvPr/>
        </p:nvGrpSpPr>
        <p:grpSpPr>
          <a:xfrm>
            <a:off x="662575" y="6212475"/>
            <a:ext cx="586800" cy="571500"/>
            <a:chOff x="662575" y="6212475"/>
            <a:chExt cx="586800" cy="571500"/>
          </a:xfrm>
        </p:grpSpPr>
        <p:sp>
          <p:nvSpPr>
            <p:cNvPr id="518" name="Google Shape;51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9" name="Google Shape;519;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1" name="Google Shape;521;g2c157a2fb06_0_932"/>
          <p:cNvGrpSpPr/>
          <p:nvPr/>
        </p:nvGrpSpPr>
        <p:grpSpPr>
          <a:xfrm>
            <a:off x="7894350" y="6212475"/>
            <a:ext cx="586800" cy="571500"/>
            <a:chOff x="7894350" y="6212475"/>
            <a:chExt cx="586800" cy="571500"/>
          </a:xfrm>
        </p:grpSpPr>
        <p:sp>
          <p:nvSpPr>
            <p:cNvPr id="522" name="Google Shape;52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3" name="Google Shape;523;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5" name="Google Shape;525;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526" name="Google Shape;52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528" name="Google Shape;528;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9" name="Google Shape;529;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0" name="Google Shape;53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531" name="Google Shape;53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2" name="Google Shape;53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3" name="Google Shape;53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4" name="Google Shape;53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5" name="Google Shape;53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6" name="Google Shape;53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7" name="Google Shape;53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8" name="Google Shape;53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39" name="Google Shape;53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40" name="Google Shape;54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41" name="Google Shape;541;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2" name="Google Shape;542;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3" name="Google Shape;543;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4" name="Google Shape;544;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5" name="Google Shape;545;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8" name="Google Shape;548;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9" name="Google Shape;549;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50"/>
        <p:cNvGrpSpPr/>
        <p:nvPr/>
      </p:nvGrpSpPr>
      <p:grpSpPr>
        <a:xfrm>
          <a:off x="0" y="0"/>
          <a:ext cx="0" cy="0"/>
          <a:chOff x="0" y="0"/>
          <a:chExt cx="0" cy="0"/>
        </a:xfrm>
      </p:grpSpPr>
      <p:cxnSp>
        <p:nvCxnSpPr>
          <p:cNvPr id="551" name="Google Shape;551;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2" name="Google Shape;552;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3" name="Google Shape;553;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5" name="Google Shape;565;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6" name="Google Shape;566;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68" name="Google Shape;568;g2c157a2fb06_0_1045"/>
          <p:cNvGrpSpPr/>
          <p:nvPr/>
        </p:nvGrpSpPr>
        <p:grpSpPr>
          <a:xfrm>
            <a:off x="662575" y="6212475"/>
            <a:ext cx="586800" cy="571500"/>
            <a:chOff x="662575" y="6212475"/>
            <a:chExt cx="586800" cy="571500"/>
          </a:xfrm>
        </p:grpSpPr>
        <p:sp>
          <p:nvSpPr>
            <p:cNvPr id="569" name="Google Shape;569;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2" name="Google Shape;572;g2c157a2fb06_0_1045"/>
          <p:cNvGrpSpPr/>
          <p:nvPr/>
        </p:nvGrpSpPr>
        <p:grpSpPr>
          <a:xfrm>
            <a:off x="7894350" y="6212475"/>
            <a:ext cx="586800" cy="571500"/>
            <a:chOff x="7894350" y="6212475"/>
            <a:chExt cx="586800" cy="571500"/>
          </a:xfrm>
        </p:grpSpPr>
        <p:sp>
          <p:nvSpPr>
            <p:cNvPr id="573" name="Google Shape;573;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6" name="Google Shape;576;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577" name="Google Shape;57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579" name="Google Shape;579;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2" name="Google Shape;582;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583" name="Google Shape;583;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4" name="Google Shape;584;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5" name="Google Shape;585;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6" name="Google Shape;586;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7"/>
        <p:cNvGrpSpPr/>
        <p:nvPr/>
      </p:nvGrpSpPr>
      <p:grpSpPr>
        <a:xfrm>
          <a:off x="0" y="0"/>
          <a:ext cx="0" cy="0"/>
          <a:chOff x="0" y="0"/>
          <a:chExt cx="0" cy="0"/>
        </a:xfrm>
      </p:grpSpPr>
      <p:sp>
        <p:nvSpPr>
          <p:cNvPr id="588" name="Google Shape;588;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1" name="Google Shape;591;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4" name="Google Shape;594;g2c157a2fb06_0_1110"/>
          <p:cNvGrpSpPr/>
          <p:nvPr/>
        </p:nvGrpSpPr>
        <p:grpSpPr>
          <a:xfrm>
            <a:off x="662575" y="6212475"/>
            <a:ext cx="586800" cy="571500"/>
            <a:chOff x="662575" y="6212475"/>
            <a:chExt cx="586800" cy="571500"/>
          </a:xfrm>
        </p:grpSpPr>
        <p:sp>
          <p:nvSpPr>
            <p:cNvPr id="595" name="Google Shape;59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8" name="Google Shape;598;g2c157a2fb06_0_1110"/>
          <p:cNvGrpSpPr/>
          <p:nvPr/>
        </p:nvGrpSpPr>
        <p:grpSpPr>
          <a:xfrm>
            <a:off x="7894350" y="6212475"/>
            <a:ext cx="586800" cy="571500"/>
            <a:chOff x="7894350" y="6212475"/>
            <a:chExt cx="586800" cy="571500"/>
          </a:xfrm>
        </p:grpSpPr>
        <p:sp>
          <p:nvSpPr>
            <p:cNvPr id="599" name="Google Shape;59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2" name="Google Shape;602;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603" name="Google Shape;60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4" name="Google Shape;604;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605" name="Google Shape;605;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6" name="Google Shape;606;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7" name="Google Shape;607;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8" name="Google Shape;608;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609" name="Google Shape;609;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0" name="Google Shape;610;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1" name="Google Shape;611;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2" name="Google Shape;612;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3" name="Google Shape;613;g2c157a2fb06_0_1110"/>
          <p:cNvGrpSpPr/>
          <p:nvPr/>
        </p:nvGrpSpPr>
        <p:grpSpPr>
          <a:xfrm>
            <a:off x="5806200" y="1807463"/>
            <a:ext cx="756300" cy="146700"/>
            <a:chOff x="5806200" y="1807463"/>
            <a:chExt cx="756300" cy="146700"/>
          </a:xfrm>
        </p:grpSpPr>
        <p:sp>
          <p:nvSpPr>
            <p:cNvPr id="614" name="Google Shape;614;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7" name="Google Shape;617;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8" name="Google Shape;618;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19" name="Google Shape;619;g2c157a2fb06_0_1110"/>
          <p:cNvGrpSpPr/>
          <p:nvPr/>
        </p:nvGrpSpPr>
        <p:grpSpPr>
          <a:xfrm>
            <a:off x="5806200" y="2842438"/>
            <a:ext cx="756300" cy="146700"/>
            <a:chOff x="5806200" y="1807463"/>
            <a:chExt cx="756300" cy="146700"/>
          </a:xfrm>
        </p:grpSpPr>
        <p:sp>
          <p:nvSpPr>
            <p:cNvPr id="620" name="Google Shape;620;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1" name="Google Shape;621;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3" name="Google Shape;623;g2c157a2fb06_0_1110"/>
          <p:cNvGrpSpPr/>
          <p:nvPr/>
        </p:nvGrpSpPr>
        <p:grpSpPr>
          <a:xfrm>
            <a:off x="5806200" y="3877413"/>
            <a:ext cx="756300" cy="146700"/>
            <a:chOff x="5806200" y="1807463"/>
            <a:chExt cx="756300" cy="146700"/>
          </a:xfrm>
        </p:grpSpPr>
        <p:sp>
          <p:nvSpPr>
            <p:cNvPr id="624" name="Google Shape;624;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6" name="Google Shape;626;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7"/>
        <p:cNvGrpSpPr/>
        <p:nvPr/>
      </p:nvGrpSpPr>
      <p:grpSpPr>
        <a:xfrm>
          <a:off x="0" y="0"/>
          <a:ext cx="0" cy="0"/>
          <a:chOff x="0" y="0"/>
          <a:chExt cx="0" cy="0"/>
        </a:xfrm>
      </p:grpSpPr>
      <p:sp>
        <p:nvSpPr>
          <p:cNvPr id="628" name="Google Shape;62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32" name="Google Shape;63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8" name="Google Shape;63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9" name="Google Shape;63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40" name="Google Shape;64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41" name="Google Shape;641;p30"/>
          <p:cNvGrpSpPr/>
          <p:nvPr/>
        </p:nvGrpSpPr>
        <p:grpSpPr>
          <a:xfrm>
            <a:off x="6022940" y="5341706"/>
            <a:ext cx="594501" cy="305904"/>
            <a:chOff x="5672081" y="1914352"/>
            <a:chExt cx="792668" cy="305904"/>
          </a:xfrm>
        </p:grpSpPr>
        <p:sp>
          <p:nvSpPr>
            <p:cNvPr id="642" name="Google Shape;64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4" name="Google Shape;64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5" name="Google Shape;64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3" name="Google Shape;65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4" name="Google Shape;65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5" name="Google Shape;66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6" name="Google Shape;66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8" name="Google Shape;66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9" name="Google Shape;66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0" name="Google Shape;67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71" name="Google Shape;67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72" name="Google Shape;67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3"/>
        <p:cNvGrpSpPr/>
        <p:nvPr/>
      </p:nvGrpSpPr>
      <p:grpSpPr>
        <a:xfrm>
          <a:off x="0" y="0"/>
          <a:ext cx="0" cy="0"/>
          <a:chOff x="0" y="0"/>
          <a:chExt cx="0" cy="0"/>
        </a:xfrm>
      </p:grpSpPr>
      <p:sp>
        <p:nvSpPr>
          <p:cNvPr id="674" name="Google Shape;67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5" name="Google Shape;67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6" name="Google Shape;67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7"/>
        <p:cNvGrpSpPr/>
        <p:nvPr/>
      </p:nvGrpSpPr>
      <p:grpSpPr>
        <a:xfrm>
          <a:off x="0" y="0"/>
          <a:ext cx="0" cy="0"/>
          <a:chOff x="0" y="0"/>
          <a:chExt cx="0" cy="0"/>
        </a:xfrm>
      </p:grpSpPr>
      <p:sp>
        <p:nvSpPr>
          <p:cNvPr id="678" name="Google Shape;67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9" name="Google Shape;67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80" name="Google Shape;68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slide" Target="slide18.xml"/><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slide" Target="slide1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slide" Target="slide15.xml"/><Relationship Id="rId5" Type="http://schemas.openxmlformats.org/officeDocument/2006/relationships/image" Target="../media/image5.png"/><Relationship Id="rId10" Type="http://schemas.openxmlformats.org/officeDocument/2006/relationships/slide" Target="slide7.xml"/><Relationship Id="rId4" Type="http://schemas.openxmlformats.org/officeDocument/2006/relationships/image" Target="../media/image9.png"/><Relationship Id="rId9" Type="http://schemas.openxmlformats.org/officeDocument/2006/relationships/slide" Target="slide5.xml"/><Relationship Id="rId14" Type="http://schemas.openxmlformats.org/officeDocument/2006/relationships/slide" Target="slide22.xml"/></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3.xml"/><Relationship Id="rId16" Type="http://schemas.openxmlformats.org/officeDocument/2006/relationships/image" Target="../media/image24.png"/><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Letter Sound 'u'</a:t>
            </a:r>
            <a:endParaRPr/>
          </a:p>
        </p:txBody>
      </p:sp>
      <p:sp>
        <p:nvSpPr>
          <p:cNvPr id="686" name="Google Shape;686;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18</a:t>
            </a:r>
            <a:endParaRPr/>
          </a:p>
        </p:txBody>
      </p:sp>
      <p:pic>
        <p:nvPicPr>
          <p:cNvPr id="689" name="Google Shape;689;p1"/>
          <p:cNvPicPr preferRelativeResize="0"/>
          <p:nvPr/>
        </p:nvPicPr>
        <p:blipFill rotWithShape="1">
          <a:blip r:embed="rId3">
            <a:alphaModFix/>
          </a:blip>
          <a:srcRect/>
          <a:stretch/>
        </p:blipFill>
        <p:spPr>
          <a:xfrm rot="-149497">
            <a:off x="3185766" y="4326235"/>
            <a:ext cx="2493520" cy="997851"/>
          </a:xfrm>
          <a:prstGeom prst="rect">
            <a:avLst/>
          </a:prstGeom>
          <a:noFill/>
          <a:ln>
            <a:noFill/>
          </a:ln>
          <a:effectLst>
            <a:outerShdw blurRad="71438" dist="38100" dir="5220000" algn="bl" rotWithShape="0">
              <a:srgbClr val="000000">
                <a:alpha val="21176"/>
              </a:srgbClr>
            </a:outerShdw>
          </a:effectLst>
        </p:spPr>
      </p:pic>
      <p:pic>
        <p:nvPicPr>
          <p:cNvPr id="690" name="Google Shape;690;p1"/>
          <p:cNvPicPr preferRelativeResize="0"/>
          <p:nvPr/>
        </p:nvPicPr>
        <p:blipFill rotWithShape="1">
          <a:blip r:embed="rId4">
            <a:alphaModFix/>
          </a:blip>
          <a:srcRect l="139" r="149"/>
          <a:stretch/>
        </p:blipFill>
        <p:spPr>
          <a:xfrm rot="342607">
            <a:off x="4903837" y="4228652"/>
            <a:ext cx="1800026" cy="1288522"/>
          </a:xfrm>
          <a:prstGeom prst="rect">
            <a:avLst/>
          </a:prstGeom>
          <a:noFill/>
          <a:ln>
            <a:noFill/>
          </a:ln>
          <a:effectLst>
            <a:outerShdw blurRad="57150" dist="38100" dir="5400000" algn="bl" rotWithShape="0">
              <a:srgbClr val="000000">
                <a:alpha val="20000"/>
              </a:srgbClr>
            </a:outerShdw>
          </a:effectLst>
        </p:spPr>
      </p:pic>
      <p:pic>
        <p:nvPicPr>
          <p:cNvPr id="691" name="Google Shape;691;p1"/>
          <p:cNvPicPr preferRelativeResize="0"/>
          <p:nvPr/>
        </p:nvPicPr>
        <p:blipFill rotWithShape="1">
          <a:blip r:embed="rId5">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8039"/>
              </a:srgbClr>
            </a:outerShdw>
          </a:effectLst>
        </p:spPr>
      </p:pic>
      <p:pic>
        <p:nvPicPr>
          <p:cNvPr id="692" name="Google Shape;692;p1"/>
          <p:cNvPicPr preferRelativeResize="0"/>
          <p:nvPr/>
        </p:nvPicPr>
        <p:blipFill rotWithShape="1">
          <a:blip r:embed="rId6">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graphicFrame>
        <p:nvGraphicFramePr>
          <p:cNvPr id="693" name="Google Shape;693;p1"/>
          <p:cNvGraphicFramePr/>
          <p:nvPr/>
        </p:nvGraphicFramePr>
        <p:xfrm>
          <a:off x="4844200" y="1891197"/>
          <a:ext cx="3785000" cy="1678950"/>
        </p:xfrm>
        <a:graphic>
          <a:graphicData uri="http://schemas.openxmlformats.org/drawingml/2006/table">
            <a:tbl>
              <a:tblPr firstRow="1" bandRow="1">
                <a:noFill/>
                <a:tableStyleId>{5B4C9F86-E8A4-47F0-A678-27EDDD8D4C8F}</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solidFill>
                            <a:schemeClr val="dk1"/>
                          </a:solidFill>
                          <a:latin typeface="Poppins"/>
                          <a:ea typeface="Poppins"/>
                          <a:cs typeface="Poppins"/>
                          <a:sym typeface="Poppins"/>
                        </a:rPr>
                        <a:t>a</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p</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m</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d</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g</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k</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ck</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u</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b</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ss</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letter / sound </a:t>
            </a:r>
            <a:r>
              <a:rPr lang="en-US">
                <a:solidFill>
                  <a:srgbClr val="8DC63F"/>
                </a:solidFill>
              </a:rPr>
              <a:t>u</a:t>
            </a:r>
            <a:r>
              <a:rPr lang="en-US"/>
              <a:t>.</a:t>
            </a:r>
            <a:endParaRPr/>
          </a:p>
        </p:txBody>
      </p:sp>
      <p:sp>
        <p:nvSpPr>
          <p:cNvPr id="700" name="Google Shape;700;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t>
            </a:r>
            <a:r>
              <a:rPr lang="en-US">
                <a:solidFill>
                  <a:srgbClr val="8DC63F"/>
                </a:solidFill>
              </a:rPr>
              <a:t>s a t p i n m d g o c k ck e</a:t>
            </a:r>
            <a:r>
              <a:rPr lang="en-US"/>
              <a:t> using flashcards.</a:t>
            </a:r>
            <a:endParaRPr/>
          </a:p>
        </p:txBody>
      </p:sp>
      <p:sp>
        <p:nvSpPr>
          <p:cNvPr id="701" name="Google Shape;701;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2" name="Google Shape;702;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3" name="Google Shape;703;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4" name="Google Shape;704;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705" name="Google Shape;705;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6" name="Google Shape;706;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7" name="Google Shape;707;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08" name="Google Shape;708;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9" name="Google Shape;709;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10" name="Google Shape;710;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11" name="Google Shape;711;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12" name="Google Shape;712;g2bee4f4af4b_0_204"/>
          <p:cNvSpPr txBox="1"/>
          <p:nvPr/>
        </p:nvSpPr>
        <p:spPr>
          <a:xfrm>
            <a:off x="5830112" y="5256525"/>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13" name="Google Shape;713;g2bee4f4af4b_0_204"/>
          <p:cNvPicPr preferRelativeResize="0"/>
          <p:nvPr/>
        </p:nvPicPr>
        <p:blipFill rotWithShape="1">
          <a:blip r:embed="rId6">
            <a:alphaModFix/>
          </a:blip>
          <a:srcRect/>
          <a:stretch/>
        </p:blipFill>
        <p:spPr>
          <a:xfrm>
            <a:off x="6102429" y="4326104"/>
            <a:ext cx="931974" cy="665200"/>
          </a:xfrm>
          <a:prstGeom prst="rect">
            <a:avLst/>
          </a:prstGeom>
          <a:noFill/>
          <a:ln>
            <a:noFill/>
          </a:ln>
          <a:effectLst>
            <a:outerShdw blurRad="71438" dist="19050" dir="5220000" algn="bl" rotWithShape="0">
              <a:srgbClr val="D8D8D8"/>
            </a:outerShdw>
          </a:effectLst>
        </p:spPr>
      </p:pic>
      <p:sp>
        <p:nvSpPr>
          <p:cNvPr id="714" name="Google Shape;714;g2bee4f4af4b_0_204"/>
          <p:cNvSpPr txBox="1"/>
          <p:nvPr/>
        </p:nvSpPr>
        <p:spPr>
          <a:xfrm>
            <a:off x="74418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15" name="Google Shape;715;g2bee4f4af4b_0_204"/>
          <p:cNvSpPr txBox="1"/>
          <p:nvPr/>
        </p:nvSpPr>
        <p:spPr>
          <a:xfrm>
            <a:off x="72345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16" name="Google Shape;716;g2bee4f4af4b_0_204"/>
          <p:cNvPicPr preferRelativeResize="0"/>
          <p:nvPr/>
        </p:nvPicPr>
        <p:blipFill rotWithShape="1">
          <a:blip r:embed="rId7">
            <a:alphaModFix/>
          </a:blip>
          <a:srcRect/>
          <a:stretch/>
        </p:blipFill>
        <p:spPr>
          <a:xfrm>
            <a:off x="7455246" y="4363493"/>
            <a:ext cx="786850" cy="590422"/>
          </a:xfrm>
          <a:prstGeom prst="rect">
            <a:avLst/>
          </a:prstGeom>
          <a:noFill/>
          <a:ln>
            <a:noFill/>
          </a:ln>
          <a:effectLst>
            <a:outerShdw blurRad="71438" dist="19050" dir="5220000" algn="bl" rotWithShape="0">
              <a:srgbClr val="D8D8D8"/>
            </a:outerShdw>
          </a:effectLst>
        </p:spPr>
      </p:pic>
      <p:sp>
        <p:nvSpPr>
          <p:cNvPr id="717" name="Google Shape;717;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8" name="Google Shape;718;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9" name="Google Shape;719;g2bee4f4af4b_0_204"/>
          <p:cNvPicPr preferRelativeResize="0"/>
          <p:nvPr/>
        </p:nvPicPr>
        <p:blipFill rotWithShape="1">
          <a:blip r:embed="rId8">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20" name="Google Shape;720;g2bee4f4af4b_0_204">
            <a:hlinkClick r:id="rId9" action="ppaction://hlinksldjump"/>
          </p:cNvPr>
          <p:cNvSpPr/>
          <p:nvPr/>
        </p:nvSpPr>
        <p:spPr>
          <a:xfrm>
            <a:off x="914438" y="387511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1" name="Google Shape;721;g2bee4f4af4b_0_204">
            <a:hlinkClick r:id="rId10" action="ppaction://hlinksldjump"/>
          </p:cNvPr>
          <p:cNvSpPr/>
          <p:nvPr/>
        </p:nvSpPr>
        <p:spPr>
          <a:xfrm>
            <a:off x="2458688" y="374895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2" name="Google Shape;722;g2bee4f4af4b_0_204">
            <a:hlinkClick r:id="rId11" action="ppaction://hlinksldjump"/>
          </p:cNvPr>
          <p:cNvSpPr/>
          <p:nvPr/>
        </p:nvSpPr>
        <p:spPr>
          <a:xfrm>
            <a:off x="3588089" y="375989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3" name="Google Shape;723;g2bee4f4af4b_0_204">
            <a:hlinkClick r:id="rId12" action="ppaction://hlinksldjump"/>
          </p:cNvPr>
          <p:cNvSpPr/>
          <p:nvPr/>
        </p:nvSpPr>
        <p:spPr>
          <a:xfrm>
            <a:off x="4815648" y="3624993"/>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4" name="Google Shape;724;g2bee4f4af4b_0_204">
            <a:hlinkClick r:id="rId13" action="ppaction://hlinksldjump"/>
          </p:cNvPr>
          <p:cNvSpPr/>
          <p:nvPr/>
        </p:nvSpPr>
        <p:spPr>
          <a:xfrm>
            <a:off x="5968480" y="381742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5" name="Google Shape;725;g2bee4f4af4b_0_204">
            <a:hlinkClick r:id="rId14" action="ppaction://hlinksldjump"/>
          </p:cNvPr>
          <p:cNvSpPr/>
          <p:nvPr/>
        </p:nvSpPr>
        <p:spPr>
          <a:xfrm>
            <a:off x="7333235" y="374895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32" name="Google Shape;732;g26b641b03cd_0_165"/>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t>
            </a:r>
            <a:r>
              <a:rPr lang="en-US">
                <a:solidFill>
                  <a:srgbClr val="8DC63F"/>
                </a:solidFill>
              </a:rPr>
              <a:t>s a t p i n m d g o c k ck e</a:t>
            </a:r>
            <a:r>
              <a:rPr lang="en-US"/>
              <a:t> using flashcards.</a:t>
            </a:r>
            <a:endParaRPr/>
          </a:p>
        </p:txBody>
      </p:sp>
      <p:pic>
        <p:nvPicPr>
          <p:cNvPr id="733" name="Google Shape;733;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686"/>
              </a:srgbClr>
            </a:outerShdw>
          </a:effectLst>
        </p:spPr>
      </p:pic>
      <p:pic>
        <p:nvPicPr>
          <p:cNvPr id="734" name="Google Shape;734;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686"/>
              </a:srgbClr>
            </a:outerShdw>
          </a:effectLst>
        </p:spPr>
      </p:pic>
      <p:pic>
        <p:nvPicPr>
          <p:cNvPr id="735" name="Google Shape;735;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686"/>
              </a:srgbClr>
            </a:outerShdw>
          </a:effectLst>
        </p:spPr>
      </p:pic>
      <p:pic>
        <p:nvPicPr>
          <p:cNvPr id="736" name="Google Shape;736;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686"/>
              </a:srgbClr>
            </a:outerShdw>
          </a:effectLst>
        </p:spPr>
      </p:pic>
      <p:pic>
        <p:nvPicPr>
          <p:cNvPr id="737" name="Google Shape;737;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686"/>
              </a:srgbClr>
            </a:outerShdw>
          </a:effectLst>
        </p:spPr>
      </p:pic>
      <p:pic>
        <p:nvPicPr>
          <p:cNvPr id="738" name="Google Shape;738;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686"/>
              </a:srgbClr>
            </a:outerShdw>
          </a:effectLst>
        </p:spPr>
      </p:pic>
      <p:pic>
        <p:nvPicPr>
          <p:cNvPr id="739" name="Google Shape;739;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686"/>
              </a:srgbClr>
            </a:outerShdw>
          </a:effectLst>
        </p:spPr>
      </p:pic>
      <p:pic>
        <p:nvPicPr>
          <p:cNvPr id="740" name="Google Shape;740;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686"/>
              </a:srgbClr>
            </a:outerShdw>
          </a:effectLst>
        </p:spPr>
      </p:pic>
      <p:pic>
        <p:nvPicPr>
          <p:cNvPr id="741" name="Google Shape;741;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686"/>
              </a:srgbClr>
            </a:outerShdw>
          </a:effectLst>
        </p:spPr>
      </p:pic>
      <p:pic>
        <p:nvPicPr>
          <p:cNvPr id="742" name="Google Shape;742;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686"/>
              </a:srgbClr>
            </a:outerShdw>
          </a:effectLst>
        </p:spPr>
      </p:pic>
      <p:pic>
        <p:nvPicPr>
          <p:cNvPr id="743" name="Google Shape;743;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686"/>
              </a:srgbClr>
            </a:outerShdw>
          </a:effectLst>
        </p:spPr>
      </p:pic>
      <p:pic>
        <p:nvPicPr>
          <p:cNvPr id="744" name="Google Shape;744;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686"/>
              </a:srgbClr>
            </a:outerShdw>
          </a:effectLst>
        </p:spPr>
      </p:pic>
      <p:pic>
        <p:nvPicPr>
          <p:cNvPr id="745" name="Google Shape;745;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686"/>
              </a:srgbClr>
            </a:outerShdw>
          </a:effectLst>
        </p:spPr>
      </p:pic>
      <p:pic>
        <p:nvPicPr>
          <p:cNvPr id="746" name="Google Shape;746;g26b641b03cd_0_165"/>
          <p:cNvPicPr preferRelativeResize="0"/>
          <p:nvPr/>
        </p:nvPicPr>
        <p:blipFill rotWithShape="1">
          <a:blip r:embed="rId16">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g2d9ce7ef391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53" name="Google Shape;753;g2d9ce7ef391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754" name="Google Shape;754;g2d9ce7ef391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755" name="Google Shape;755;g2d9ce7ef391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1" name="Google Shape;761;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62" name="Google Shape;762;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63" name="Google Shape;763;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64" name="Google Shape;764;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770" name="Google Shape;770;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71" name="Google Shape;771;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72" name="Google Shape;772;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73" name="Google Shape;773;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sp>
        <p:nvSpPr>
          <p:cNvPr id="779" name="Google Shape;779;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80" name="Google Shape;780;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781" name="Google Shape;781;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627"/>
              </a:srgbClr>
            </a:outerShdw>
          </a:effectLst>
        </p:spPr>
      </p:pic>
      <p:sp>
        <p:nvSpPr>
          <p:cNvPr id="782" name="Google Shape;782;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8" name="Google Shape;788;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89" name="Google Shape;789;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790" name="Google Shape;790;g26b641b03cd_0_192"/>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627"/>
              </a:srgbClr>
            </a:outerShdw>
          </a:effectLst>
        </p:spPr>
      </p:pic>
      <p:sp>
        <p:nvSpPr>
          <p:cNvPr id="791" name="Google Shape;791;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7" name="Google Shape;797;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798" name="Google Shape;798;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799" name="Google Shape;799;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g2c2ffdd0de5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06" name="Google Shape;806;g2c2ffdd0de5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07" name="Google Shape;807;g2c2ffdd0de5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08" name="Google Shape;808;g2c2ffdd0de5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09" name="Google Shape;809;g2c2ffdd0de5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10" name="Google Shape;810;g2c2ffdd0de5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11" name="Google Shape;811;g2c2ffdd0de5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12" name="Google Shape;812;g2c2ffdd0de5_0_0"/>
          <p:cNvGrpSpPr/>
          <p:nvPr/>
        </p:nvGrpSpPr>
        <p:grpSpPr>
          <a:xfrm>
            <a:off x="304250" y="6984600"/>
            <a:ext cx="8330829" cy="808600"/>
            <a:chOff x="-152950" y="7365600"/>
            <a:chExt cx="8330829" cy="808600"/>
          </a:xfrm>
        </p:grpSpPr>
        <p:sp>
          <p:nvSpPr>
            <p:cNvPr id="813" name="Google Shape;813;g2c2ffdd0de5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14" name="Google Shape;814;g2c2ffdd0de5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15" name="Google Shape;815;g2c2ffdd0de5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16" name="Google Shape;816;g2c2ffdd0de5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17" name="Google Shape;817;g2c2ffdd0de5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18" name="Google Shape;818;g2c2ffdd0de5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19" name="Google Shape;819;g2c2ffdd0de5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20" name="Google Shape;820;g2c2ffdd0de5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21" name="Google Shape;821;g2c2ffdd0de5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2" name="Google Shape;822;g2c2ffdd0de5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3" name="Google Shape;823;g2c2ffdd0de5_0_0"/>
          <p:cNvSpPr/>
          <p:nvPr/>
        </p:nvSpPr>
        <p:spPr>
          <a:xfrm>
            <a:off x="31730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4" name="Google Shape;824;g2c2ffdd0de5_0_0"/>
          <p:cNvSpPr/>
          <p:nvPr/>
        </p:nvSpPr>
        <p:spPr>
          <a:xfrm>
            <a:off x="43388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5" name="Google Shape;825;g2c2ffdd0de5_0_0"/>
          <p:cNvSpPr/>
          <p:nvPr/>
        </p:nvSpPr>
        <p:spPr>
          <a:xfrm>
            <a:off x="55808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26" name="Google Shape;826;g2c2ffdd0de5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27" name="Google Shape;827;g2c2ffdd0de5_0_0"/>
          <p:cNvSpPr txBox="1">
            <a:spLocks noGrp="1"/>
          </p:cNvSpPr>
          <p:nvPr>
            <p:ph type="subTitle" idx="4294967295"/>
          </p:nvPr>
        </p:nvSpPr>
        <p:spPr>
          <a:xfrm>
            <a:off x="50112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828" name="Google Shape;828;g2c2ffdd0de5_0_0"/>
          <p:cNvSpPr txBox="1">
            <a:spLocks noGrp="1"/>
          </p:cNvSpPr>
          <p:nvPr>
            <p:ph type="subTitle" idx="4294967295"/>
          </p:nvPr>
        </p:nvSpPr>
        <p:spPr>
          <a:xfrm>
            <a:off x="26033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829" name="Google Shape;829;g2c2ffdd0de5_0_0"/>
          <p:cNvSpPr txBox="1">
            <a:spLocks noGrp="1"/>
          </p:cNvSpPr>
          <p:nvPr>
            <p:ph type="subTitle" idx="4294967295"/>
          </p:nvPr>
        </p:nvSpPr>
        <p:spPr>
          <a:xfrm>
            <a:off x="37692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g2c42b1ab8e2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36" name="Google Shape;836;g2c42b1ab8e2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37" name="Google Shape;837;g2c42b1ab8e2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8" name="Google Shape;838;g2c42b1ab8e2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9" name="Google Shape;839;g2c42b1ab8e2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40" name="Google Shape;840;g2c42b1ab8e2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41" name="Google Shape;841;g2c42b1ab8e2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42" name="Google Shape;842;g2c42b1ab8e2_0_0"/>
          <p:cNvGrpSpPr/>
          <p:nvPr/>
        </p:nvGrpSpPr>
        <p:grpSpPr>
          <a:xfrm>
            <a:off x="304250" y="6984600"/>
            <a:ext cx="8330829" cy="808600"/>
            <a:chOff x="-152950" y="7365600"/>
            <a:chExt cx="8330829" cy="808600"/>
          </a:xfrm>
        </p:grpSpPr>
        <p:sp>
          <p:nvSpPr>
            <p:cNvPr id="843" name="Google Shape;843;g2c42b1ab8e2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44" name="Google Shape;844;g2c42b1ab8e2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45" name="Google Shape;845;g2c42b1ab8e2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46" name="Google Shape;846;g2c42b1ab8e2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47" name="Google Shape;847;g2c42b1ab8e2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48" name="Google Shape;848;g2c42b1ab8e2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49" name="Google Shape;849;g2c42b1ab8e2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50" name="Google Shape;850;g2c42b1ab8e2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51" name="Google Shape;851;g2c42b1ab8e2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2" name="Google Shape;852;g2c42b1ab8e2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3" name="Google Shape;853;g2c42b1ab8e2_0_0"/>
          <p:cNvSpPr/>
          <p:nvPr/>
        </p:nvSpPr>
        <p:spPr>
          <a:xfrm>
            <a:off x="31730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4" name="Google Shape;854;g2c42b1ab8e2_0_0"/>
          <p:cNvSpPr/>
          <p:nvPr/>
        </p:nvSpPr>
        <p:spPr>
          <a:xfrm>
            <a:off x="44768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5" name="Google Shape;855;g2c42b1ab8e2_0_0"/>
          <p:cNvSpPr/>
          <p:nvPr/>
        </p:nvSpPr>
        <p:spPr>
          <a:xfrm>
            <a:off x="56570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56" name="Google Shape;856;g2c42b1ab8e2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57" name="Google Shape;857;g2c42b1ab8e2_0_0"/>
          <p:cNvSpPr txBox="1">
            <a:spLocks noGrp="1"/>
          </p:cNvSpPr>
          <p:nvPr>
            <p:ph type="subTitle" idx="4294967295"/>
          </p:nvPr>
        </p:nvSpPr>
        <p:spPr>
          <a:xfrm>
            <a:off x="50874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858" name="Google Shape;858;g2c42b1ab8e2_0_0"/>
          <p:cNvSpPr txBox="1">
            <a:spLocks noGrp="1"/>
          </p:cNvSpPr>
          <p:nvPr>
            <p:ph type="subTitle" idx="4294967295"/>
          </p:nvPr>
        </p:nvSpPr>
        <p:spPr>
          <a:xfrm>
            <a:off x="25271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859" name="Google Shape;859;g2c42b1ab8e2_0_0"/>
          <p:cNvSpPr txBox="1">
            <a:spLocks noGrp="1"/>
          </p:cNvSpPr>
          <p:nvPr>
            <p:ph type="subTitle" idx="4294967295"/>
          </p:nvPr>
        </p:nvSpPr>
        <p:spPr>
          <a:xfrm>
            <a:off x="39072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g2c42b1ab8e2_0_2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66" name="Google Shape;866;g2c42b1ab8e2_0_2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67" name="Google Shape;867;g2c42b1ab8e2_0_29"/>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8" name="Google Shape;868;g2c42b1ab8e2_0_29"/>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9" name="Google Shape;869;g2c42b1ab8e2_0_29"/>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0" name="Google Shape;870;g2c42b1ab8e2_0_2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1" name="Google Shape;871;g2c42b1ab8e2_0_2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72" name="Google Shape;872;g2c42b1ab8e2_0_29"/>
          <p:cNvGrpSpPr/>
          <p:nvPr/>
        </p:nvGrpSpPr>
        <p:grpSpPr>
          <a:xfrm>
            <a:off x="304250" y="6984600"/>
            <a:ext cx="8330829" cy="808600"/>
            <a:chOff x="-152950" y="7365600"/>
            <a:chExt cx="8330829" cy="808600"/>
          </a:xfrm>
        </p:grpSpPr>
        <p:sp>
          <p:nvSpPr>
            <p:cNvPr id="873" name="Google Shape;873;g2c42b1ab8e2_0_29"/>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74" name="Google Shape;874;g2c42b1ab8e2_0_29"/>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75" name="Google Shape;875;g2c42b1ab8e2_0_29"/>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76" name="Google Shape;876;g2c42b1ab8e2_0_29"/>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77" name="Google Shape;877;g2c42b1ab8e2_0_29"/>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78" name="Google Shape;878;g2c42b1ab8e2_0_29"/>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79" name="Google Shape;879;g2c42b1ab8e2_0_29"/>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80" name="Google Shape;880;g2c42b1ab8e2_0_29"/>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81" name="Google Shape;881;g2c42b1ab8e2_0_29"/>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2" name="Google Shape;882;g2c42b1ab8e2_0_29"/>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3" name="Google Shape;883;g2c42b1ab8e2_0_29"/>
          <p:cNvSpPr/>
          <p:nvPr/>
        </p:nvSpPr>
        <p:spPr>
          <a:xfrm>
            <a:off x="33254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4" name="Google Shape;884;g2c42b1ab8e2_0_29"/>
          <p:cNvSpPr/>
          <p:nvPr/>
        </p:nvSpPr>
        <p:spPr>
          <a:xfrm>
            <a:off x="44150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5" name="Google Shape;885;g2c42b1ab8e2_0_29"/>
          <p:cNvSpPr/>
          <p:nvPr/>
        </p:nvSpPr>
        <p:spPr>
          <a:xfrm>
            <a:off x="54284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86" name="Google Shape;886;g2c42b1ab8e2_0_2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87" name="Google Shape;887;g2c42b1ab8e2_0_29"/>
          <p:cNvSpPr txBox="1">
            <a:spLocks noGrp="1"/>
          </p:cNvSpPr>
          <p:nvPr>
            <p:ph type="subTitle" idx="4294967295"/>
          </p:nvPr>
        </p:nvSpPr>
        <p:spPr>
          <a:xfrm>
            <a:off x="48588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888" name="Google Shape;888;g2c42b1ab8e2_0_29"/>
          <p:cNvSpPr txBox="1">
            <a:spLocks noGrp="1"/>
          </p:cNvSpPr>
          <p:nvPr>
            <p:ph type="subTitle" idx="4294967295"/>
          </p:nvPr>
        </p:nvSpPr>
        <p:spPr>
          <a:xfrm>
            <a:off x="27557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889" name="Google Shape;889;g2c42b1ab8e2_0_29"/>
          <p:cNvSpPr txBox="1">
            <a:spLocks noGrp="1"/>
          </p:cNvSpPr>
          <p:nvPr>
            <p:ph type="subTitle" idx="4294967295"/>
          </p:nvPr>
        </p:nvSpPr>
        <p:spPr>
          <a:xfrm>
            <a:off x="38454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96" name="Google Shape;896;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897" name="Google Shape;897;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04" name="Google Shape;904;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05" name="Google Shape;905;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06" name="Google Shape;906;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sp>
        <p:nvSpPr>
          <p:cNvPr id="912" name="Google Shape;912;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13" name="Google Shape;913;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14" name="Google Shape;914;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15" name="Google Shape;915;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20"/>
        <p:cNvGrpSpPr/>
        <p:nvPr/>
      </p:nvGrpSpPr>
      <p:grpSpPr>
        <a:xfrm>
          <a:off x="0" y="0"/>
          <a:ext cx="0" cy="0"/>
          <a:chOff x="0" y="0"/>
          <a:chExt cx="0" cy="0"/>
        </a:xfrm>
      </p:grpSpPr>
      <p:sp>
        <p:nvSpPr>
          <p:cNvPr id="921" name="Google Shape;921;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22" name="Google Shape;922;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23" name="Google Shape;923;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24" name="Google Shape;924;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31" name="Google Shape;931;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32" name="Google Shape;932;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33" name="Google Shape;933;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g26b641b03cd_0_301"/>
          <p:cNvSpPr txBox="1">
            <a:spLocks noGrp="1"/>
          </p:cNvSpPr>
          <p:nvPr>
            <p:ph type="title"/>
          </p:nvPr>
        </p:nvSpPr>
        <p:spPr>
          <a:xfrm>
            <a:off x="951900" y="5568500"/>
            <a:ext cx="72402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40" name="Google Shape;940;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41" name="Google Shape;941;g26b641b03cd_0_301"/>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42" name="Google Shape;942;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8" name="Google Shape;948;g26b641b03cd_0_308"/>
          <p:cNvSpPr txBox="1">
            <a:spLocks noGrp="1"/>
          </p:cNvSpPr>
          <p:nvPr>
            <p:ph type="title"/>
          </p:nvPr>
        </p:nvSpPr>
        <p:spPr>
          <a:xfrm>
            <a:off x="958175" y="5568500"/>
            <a:ext cx="7227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49" name="Google Shape;949;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50" name="Google Shape;950;g26b641b03cd_0_308"/>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51" name="Google Shape;951;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sp>
        <p:nvSpPr>
          <p:cNvPr id="957" name="Google Shape;957;g319da0ddc87_0_1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58" name="Google Shape;958;g319da0ddc87_0_1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59" name="Google Shape;959;g319da0ddc87_0_10"/>
          <p:cNvPicPr preferRelativeResize="0"/>
          <p:nvPr/>
        </p:nvPicPr>
        <p:blipFill rotWithShape="1">
          <a:blip r:embed="rId3">
            <a:alphaModFix/>
          </a:blip>
          <a:srcRect/>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60" name="Google Shape;960;g319da0ddc87_0_1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67" name="Google Shape;967;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68" name="Google Shape;968;g26b641b03cd_1_0"/>
          <p:cNvPicPr preferRelativeResize="0"/>
          <p:nvPr/>
        </p:nvPicPr>
        <p:blipFill rotWithShape="1">
          <a:blip r:embed="rId3">
            <a:alphaModFix/>
          </a:blip>
          <a:srcRect l="69" r="6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69" name="Google Shape;969;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74"/>
        <p:cNvGrpSpPr/>
        <p:nvPr/>
      </p:nvGrpSpPr>
      <p:grpSpPr>
        <a:xfrm>
          <a:off x="0" y="0"/>
          <a:ext cx="0" cy="0"/>
          <a:chOff x="0" y="0"/>
          <a:chExt cx="0" cy="0"/>
        </a:xfrm>
      </p:grpSpPr>
      <p:sp>
        <p:nvSpPr>
          <p:cNvPr id="975" name="Google Shape;975;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76" name="Google Shape;976;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77" name="Google Shape;977;g26b641b03cd_0_315"/>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78" name="Google Shape;978;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83"/>
        <p:cNvGrpSpPr/>
        <p:nvPr/>
      </p:nvGrpSpPr>
      <p:grpSpPr>
        <a:xfrm>
          <a:off x="0" y="0"/>
          <a:ext cx="0" cy="0"/>
          <a:chOff x="0" y="0"/>
          <a:chExt cx="0" cy="0"/>
        </a:xfrm>
      </p:grpSpPr>
      <p:sp>
        <p:nvSpPr>
          <p:cNvPr id="984" name="Google Shape;984;g319da0ddc87_0_1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85" name="Google Shape;985;g319da0ddc87_0_1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86" name="Google Shape;986;g319da0ddc87_0_18"/>
          <p:cNvPicPr preferRelativeResize="0"/>
          <p:nvPr/>
        </p:nvPicPr>
        <p:blipFill rotWithShape="1">
          <a:blip r:embed="rId3">
            <a:alphaModFix/>
          </a:blip>
          <a:srcRect t="19" b="2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87" name="Google Shape;987;g319da0ddc87_0_1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92"/>
        <p:cNvGrpSpPr/>
        <p:nvPr/>
      </p:nvGrpSpPr>
      <p:grpSpPr>
        <a:xfrm>
          <a:off x="0" y="0"/>
          <a:ext cx="0" cy="0"/>
          <a:chOff x="0" y="0"/>
          <a:chExt cx="0" cy="0"/>
        </a:xfrm>
      </p:grpSpPr>
      <p:sp>
        <p:nvSpPr>
          <p:cNvPr id="993" name="Google Shape;993;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94" name="Google Shape;994;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995" name="Google Shape;995;g1f3daf8a844_0_64"/>
          <p:cNvGrpSpPr/>
          <p:nvPr/>
        </p:nvGrpSpPr>
        <p:grpSpPr>
          <a:xfrm>
            <a:off x="3024000" y="209875"/>
            <a:ext cx="3096000" cy="454800"/>
            <a:chOff x="3024000" y="209875"/>
            <a:chExt cx="3096000" cy="454800"/>
          </a:xfrm>
        </p:grpSpPr>
        <p:sp>
          <p:nvSpPr>
            <p:cNvPr id="996" name="Google Shape;996;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7" name="Google Shape;997;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98" name="Google Shape;998;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99" name="Google Shape;999;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00" name="Google Shape;1000;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01" name="Google Shape;1001;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02" name="Google Shape;1002;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03" name="Google Shape;1003;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04" name="Google Shape;1004;g1f3daf8a844_0_64"/>
          <p:cNvSpPr txBox="1"/>
          <p:nvPr/>
        </p:nvSpPr>
        <p:spPr>
          <a:xfrm>
            <a:off x="579250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05" name="Google Shape;1005;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06" name="Google Shape;1006;g1f3daf8a844_0_64"/>
          <p:cNvSpPr txBox="1"/>
          <p:nvPr/>
        </p:nvSpPr>
        <p:spPr>
          <a:xfrm>
            <a:off x="3486802"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ED1C24"/>
              </a:solidFill>
              <a:latin typeface="Jost"/>
              <a:ea typeface="Jost"/>
              <a:cs typeface="Jost"/>
              <a:sym typeface="Jost"/>
            </a:endParaRPr>
          </a:p>
        </p:txBody>
      </p:sp>
      <p:sp>
        <p:nvSpPr>
          <p:cNvPr id="1007" name="Google Shape;1007;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08" name="Google Shape;1008;g1f3daf8a844_0_64"/>
          <p:cNvSpPr txBox="1"/>
          <p:nvPr/>
        </p:nvSpPr>
        <p:spPr>
          <a:xfrm>
            <a:off x="463965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1009" name="Google Shape;1009;g1f3daf8a844_0_64"/>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10" name="Google Shape;1010;g1f3daf8a844_0_64"/>
          <p:cNvSpPr txBox="1"/>
          <p:nvPr/>
        </p:nvSpPr>
        <p:spPr>
          <a:xfrm>
            <a:off x="579250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011" name="Google Shape;1011;g1f3daf8a844_0_64"/>
          <p:cNvSpPr txBox="1"/>
          <p:nvPr/>
        </p:nvSpPr>
        <p:spPr>
          <a:xfrm>
            <a:off x="463965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ED1C24"/>
              </a:solidFill>
              <a:latin typeface="Jost"/>
              <a:ea typeface="Jost"/>
              <a:cs typeface="Jost"/>
              <a:sym typeface="Jost"/>
            </a:endParaRPr>
          </a:p>
        </p:txBody>
      </p:sp>
      <p:sp>
        <p:nvSpPr>
          <p:cNvPr id="1012" name="Google Shape;1012;g1f3daf8a844_0_64"/>
          <p:cNvSpPr txBox="1"/>
          <p:nvPr/>
        </p:nvSpPr>
        <p:spPr>
          <a:xfrm>
            <a:off x="3486802"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cxnSp>
        <p:nvCxnSpPr>
          <p:cNvPr id="1013" name="Google Shape;1013;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18"/>
        <p:cNvGrpSpPr/>
        <p:nvPr/>
      </p:nvGrpSpPr>
      <p:grpSpPr>
        <a:xfrm>
          <a:off x="0" y="0"/>
          <a:ext cx="0" cy="0"/>
          <a:chOff x="0" y="0"/>
          <a:chExt cx="0" cy="0"/>
        </a:xfrm>
      </p:grpSpPr>
      <p:sp>
        <p:nvSpPr>
          <p:cNvPr id="1019" name="Google Shape;1019;g26c2d9f55de_0_7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20" name="Google Shape;1020;g26c2d9f55de_0_7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1021" name="Google Shape;1021;g26c2d9f55de_0_742"/>
          <p:cNvGrpSpPr/>
          <p:nvPr/>
        </p:nvGrpSpPr>
        <p:grpSpPr>
          <a:xfrm>
            <a:off x="3024000" y="209875"/>
            <a:ext cx="3096000" cy="454800"/>
            <a:chOff x="3024000" y="209875"/>
            <a:chExt cx="3096000" cy="454800"/>
          </a:xfrm>
        </p:grpSpPr>
        <p:sp>
          <p:nvSpPr>
            <p:cNvPr id="1022" name="Google Shape;1022;g26c2d9f55de_0_74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3" name="Google Shape;1023;g26c2d9f55de_0_74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24" name="Google Shape;1024;g26c2d9f55de_0_74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25" name="Google Shape;1025;g26c2d9f55de_0_742"/>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26" name="Google Shape;1026;g26c2d9f55de_0_742"/>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27" name="Google Shape;1027;g26c2d9f55de_0_742"/>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28" name="Google Shape;1028;g26c2d9f55de_0_74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29" name="Google Shape;1029;g26c2d9f55de_0_742"/>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30" name="Google Shape;1030;g26c2d9f55de_0_742"/>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sun dug duck mud cup tug mug up</a:t>
            </a:r>
            <a:endParaRPr sz="1800" b="0" i="0" u="none" strike="noStrike" cap="none">
              <a:solidFill>
                <a:srgbClr val="B7B7B7"/>
              </a:solidFill>
              <a:latin typeface="Jost"/>
              <a:ea typeface="Jost"/>
              <a:cs typeface="Jost"/>
              <a:sym typeface="Jost"/>
            </a:endParaRPr>
          </a:p>
        </p:txBody>
      </p:sp>
      <p:sp>
        <p:nvSpPr>
          <p:cNvPr id="1031" name="Google Shape;1031;g26c2d9f55de_0_742"/>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32" name="Google Shape;1032;g26c2d9f55de_0_742"/>
          <p:cNvSpPr txBox="1"/>
          <p:nvPr/>
        </p:nvSpPr>
        <p:spPr>
          <a:xfrm>
            <a:off x="579250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33" name="Google Shape;1033;g26c2d9f55de_0_742"/>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34" name="Google Shape;1034;g26c2d9f55de_0_742"/>
          <p:cNvSpPr txBox="1"/>
          <p:nvPr/>
        </p:nvSpPr>
        <p:spPr>
          <a:xfrm>
            <a:off x="3486802"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ED1C24"/>
              </a:solidFill>
              <a:latin typeface="Jost"/>
              <a:ea typeface="Jost"/>
              <a:cs typeface="Jost"/>
              <a:sym typeface="Jost"/>
            </a:endParaRPr>
          </a:p>
        </p:txBody>
      </p:sp>
      <p:cxnSp>
        <p:nvCxnSpPr>
          <p:cNvPr id="1035" name="Google Shape;1035;g26c2d9f55de_0_742"/>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36" name="Google Shape;1036;g26c2d9f55de_0_742"/>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37" name="Google Shape;1037;g26c2d9f55de_0_742"/>
          <p:cNvSpPr txBox="1"/>
          <p:nvPr/>
        </p:nvSpPr>
        <p:spPr>
          <a:xfrm>
            <a:off x="463965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1038" name="Google Shape;1038;g26c2d9f55de_0_742"/>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39" name="Google Shape;1039;g26c2d9f55de_0_742"/>
          <p:cNvSpPr txBox="1"/>
          <p:nvPr/>
        </p:nvSpPr>
        <p:spPr>
          <a:xfrm>
            <a:off x="579250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040" name="Google Shape;1040;g26c2d9f55de_0_742"/>
          <p:cNvSpPr txBox="1"/>
          <p:nvPr/>
        </p:nvSpPr>
        <p:spPr>
          <a:xfrm>
            <a:off x="463965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ED1C24"/>
              </a:solidFill>
              <a:latin typeface="Jost"/>
              <a:ea typeface="Jost"/>
              <a:cs typeface="Jost"/>
              <a:sym typeface="Jost"/>
            </a:endParaRPr>
          </a:p>
        </p:txBody>
      </p:sp>
      <p:sp>
        <p:nvSpPr>
          <p:cNvPr id="1041" name="Google Shape;1041;g26c2d9f55de_0_742"/>
          <p:cNvSpPr txBox="1"/>
          <p:nvPr/>
        </p:nvSpPr>
        <p:spPr>
          <a:xfrm>
            <a:off x="3486802"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46"/>
        <p:cNvGrpSpPr/>
        <p:nvPr/>
      </p:nvGrpSpPr>
      <p:grpSpPr>
        <a:xfrm>
          <a:off x="0" y="0"/>
          <a:ext cx="0" cy="0"/>
          <a:chOff x="0" y="0"/>
          <a:chExt cx="0" cy="0"/>
        </a:xfrm>
      </p:grpSpPr>
      <p:sp>
        <p:nvSpPr>
          <p:cNvPr id="1047" name="Google Shape;1047;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Sing ’Under the Sea'.</a:t>
            </a:r>
            <a:endParaRPr/>
          </a:p>
          <a:p>
            <a:pPr marL="457200" lvl="0" indent="-330200" algn="l" rtl="0">
              <a:lnSpc>
                <a:spcPct val="115000"/>
              </a:lnSpc>
              <a:spcBef>
                <a:spcPts val="0"/>
              </a:spcBef>
              <a:spcAft>
                <a:spcPts val="0"/>
              </a:spcAft>
              <a:buSzPts val="1600"/>
              <a:buChar char="•"/>
            </a:pPr>
            <a:r>
              <a:rPr lang="en-US"/>
              <a:t>Draw ‘</a:t>
            </a:r>
            <a:r>
              <a:rPr lang="en-US">
                <a:solidFill>
                  <a:srgbClr val="8DC63F"/>
                </a:solidFill>
              </a:rPr>
              <a:t>u</a:t>
            </a:r>
            <a:r>
              <a:rPr lang="en-US"/>
              <a:t>’ in a variety of sizes and media, for example using chalk to draw on the ground.</a:t>
            </a:r>
            <a:endParaRPr/>
          </a:p>
          <a:p>
            <a:pPr marL="457200" lvl="0" indent="-330200" algn="l" rtl="0">
              <a:lnSpc>
                <a:spcPct val="115000"/>
              </a:lnSpc>
              <a:spcBef>
                <a:spcPts val="0"/>
              </a:spcBef>
              <a:spcAft>
                <a:spcPts val="0"/>
              </a:spcAft>
              <a:buSzPts val="1600"/>
              <a:buChar char="•"/>
            </a:pPr>
            <a:r>
              <a:rPr lang="en-US"/>
              <a:t>Make grapheme with playdough.</a:t>
            </a:r>
            <a:endParaRPr/>
          </a:p>
          <a:p>
            <a:pPr marL="457200" lvl="0" indent="-330200" algn="l" rtl="0">
              <a:lnSpc>
                <a:spcPct val="115000"/>
              </a:lnSpc>
              <a:spcBef>
                <a:spcPts val="0"/>
              </a:spcBef>
              <a:spcAft>
                <a:spcPts val="0"/>
              </a:spcAft>
              <a:buSzPts val="1600"/>
              <a:buChar char="•"/>
            </a:pPr>
            <a:r>
              <a:rPr lang="en-US"/>
              <a:t>Use letters for building words and encoding.</a:t>
            </a:r>
            <a:endParaRPr/>
          </a:p>
          <a:p>
            <a:pPr marL="457200" lvl="0" indent="-330200" algn="l" rtl="0">
              <a:lnSpc>
                <a:spcPct val="115000"/>
              </a:lnSpc>
              <a:spcBef>
                <a:spcPts val="0"/>
              </a:spcBef>
              <a:spcAft>
                <a:spcPts val="0"/>
              </a:spcAft>
              <a:buSzPts val="1600"/>
              <a:buChar char="•"/>
            </a:pPr>
            <a:r>
              <a:rPr lang="en-US"/>
              <a:t>Using pipe cleaners make a ‘</a:t>
            </a:r>
            <a:r>
              <a:rPr lang="en-US">
                <a:solidFill>
                  <a:srgbClr val="8DC63F"/>
                </a:solidFill>
              </a:rPr>
              <a:t>u</a:t>
            </a:r>
            <a:r>
              <a:rPr lang="en-US"/>
              <a:t>’ shape.</a:t>
            </a:r>
            <a:endParaRPr/>
          </a:p>
          <a:p>
            <a:pPr marL="457200" lvl="0" indent="-330200" algn="l" rtl="0">
              <a:lnSpc>
                <a:spcPct val="115000"/>
              </a:lnSpc>
              <a:spcBef>
                <a:spcPts val="0"/>
              </a:spcBef>
              <a:spcAft>
                <a:spcPts val="0"/>
              </a:spcAft>
              <a:buSzPts val="1600"/>
              <a:buChar char="•"/>
            </a:pPr>
            <a:r>
              <a:rPr lang="en-US"/>
              <a:t>Make a paper umbrella.</a:t>
            </a:r>
            <a:endParaRPr/>
          </a:p>
        </p:txBody>
      </p:sp>
      <p:sp>
        <p:nvSpPr>
          <p:cNvPr id="1048" name="Google Shape;1048;g2c186218c5a_0_118"/>
          <p:cNvSpPr txBox="1"/>
          <p:nvPr/>
        </p:nvSpPr>
        <p:spPr>
          <a:xfrm rot="362194">
            <a:off x="2323802" y="2085836"/>
            <a:ext cx="293829" cy="71348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0"/>
              <a:buFont typeface="Arial"/>
              <a:buNone/>
            </a:pPr>
            <a:r>
              <a:rPr lang="en-US" sz="10000" b="0" i="0" u="none" strike="noStrike" cap="none">
                <a:solidFill>
                  <a:srgbClr val="ED1C24"/>
                </a:solidFill>
                <a:latin typeface="Finger Paint"/>
                <a:ea typeface="Finger Paint"/>
                <a:cs typeface="Finger Paint"/>
                <a:sym typeface="Finger Paint"/>
              </a:rPr>
              <a:t>u</a:t>
            </a:r>
            <a:endParaRPr sz="10000" b="0" i="0" u="none" strike="noStrike" cap="none">
              <a:solidFill>
                <a:srgbClr val="ED1C24"/>
              </a:solidFill>
              <a:latin typeface="Finger Paint"/>
              <a:ea typeface="Finger Paint"/>
              <a:cs typeface="Finger Paint"/>
              <a:sym typeface="Finger Paint"/>
            </a:endParaRPr>
          </a:p>
        </p:txBody>
      </p:sp>
      <p:pic>
        <p:nvPicPr>
          <p:cNvPr id="1049" name="Google Shape;1049;g2c186218c5a_0_118"/>
          <p:cNvPicPr preferRelativeResize="0"/>
          <p:nvPr/>
        </p:nvPicPr>
        <p:blipFill rotWithShape="1">
          <a:blip r:embed="rId3">
            <a:alphaModFix/>
          </a:blip>
          <a:srcRect/>
          <a:stretch/>
        </p:blipFill>
        <p:spPr>
          <a:xfrm rot="-843105">
            <a:off x="1084225" y="2933641"/>
            <a:ext cx="1144125" cy="1204983"/>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486</Words>
  <Application>Microsoft Office PowerPoint</Application>
  <PresentationFormat>On-screen Show (4:3)</PresentationFormat>
  <Paragraphs>188</Paragraphs>
  <Slides>26</Slides>
  <Notes>26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Poppins</vt:lpstr>
      <vt:lpstr>Poppins Medium</vt:lpstr>
      <vt:lpstr>Jost</vt:lpstr>
      <vt:lpstr>Calibri</vt:lpstr>
      <vt:lpstr>Nunito Black</vt:lpstr>
      <vt:lpstr>Finger Paint</vt:lpstr>
      <vt:lpstr>Poppins SemiBold</vt:lpstr>
      <vt:lpstr>Arial</vt:lpstr>
      <vt:lpstr>Mulish</vt:lpstr>
      <vt:lpstr>Office Theme</vt:lpstr>
      <vt:lpstr>PowerPoint Presentation</vt:lpstr>
      <vt:lpstr>PowerPoint Presentation</vt:lpstr>
      <vt:lpstr>PowerPoint Presentation</vt:lpstr>
      <vt:lpstr>PowerPoint Presentation</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High Frequency Words</vt:lpstr>
      <vt:lpstr>Practise High Frequency Words</vt:lpstr>
      <vt:lpstr>Practise High Frequency Words</vt:lpstr>
      <vt:lpstr>Practise High Frequency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2026-04-24T05:28:32Z</dcterms:modified>
</cp:coreProperties>
</file>