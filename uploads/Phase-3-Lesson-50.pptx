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6858000" type="screen4x3"/>
  <p:notesSz cx="6858000" cy="9144000"/>
  <p:embeddedFontLst>
    <p:embeddedFont>
      <p:font typeface="Jost" panose="020B0604020202020204" charset="0"/>
      <p:regular r:id="rId13"/>
      <p:bold r:id="rId14"/>
      <p:italic r:id="rId15"/>
      <p:boldItalic r:id="rId16"/>
    </p:embeddedFont>
    <p:embeddedFont>
      <p:font typeface="Mulish" panose="020B0604020202020204" charset="0"/>
      <p:regular r:id="rId17"/>
      <p:bold r:id="rId18"/>
      <p:italic r:id="rId19"/>
      <p:boldItalic r:id="rId20"/>
    </p:embeddedFont>
    <p:embeddedFont>
      <p:font typeface="Nunito Black" pitchFamily="2" charset="0"/>
      <p:bold r:id="rId21"/>
      <p:boldItalic r:id="rId22"/>
    </p:embeddedFont>
    <p:embeddedFont>
      <p:font typeface="Poppins" panose="00000500000000000000" pitchFamily="2" charset="0"/>
      <p:regular r:id="rId23"/>
      <p:bold r:id="rId24"/>
      <p:italic r:id="rId25"/>
      <p:boldItalic r:id="rId26"/>
    </p:embeddedFont>
    <p:embeddedFont>
      <p:font typeface="Poppins Medium" panose="00000600000000000000" pitchFamily="2" charset="0"/>
      <p:regular r:id="rId27"/>
      <p:bold r:id="rId28"/>
      <p:italic r:id="rId29"/>
      <p:boldItalic r:id="rId30"/>
    </p:embeddedFont>
    <p:embeddedFont>
      <p:font typeface="Poppins SemiBold" panose="00000700000000000000" pitchFamily="2" charset="0"/>
      <p:regular r:id="rId31"/>
      <p:bold r:id="rId32"/>
      <p:italic r:id="rId33"/>
      <p:bold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2" roundtripDataSignature="AMtx7mgON5cj6hnsqSIRiVF/6B1NT4lKw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041D9C7-0145-4086-B469-0FB3C95FD211}">
  <a:tblStyle styleId="{D041D9C7-0145-4086-B469-0FB3C95FD211}"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font" Target="fonts/font14.fntdata"/><Relationship Id="rId21" Type="http://schemas.openxmlformats.org/officeDocument/2006/relationships/font" Target="fonts/font9.fntdata"/><Relationship Id="rId34" Type="http://schemas.openxmlformats.org/officeDocument/2006/relationships/font" Target="fonts/font22.fntdata"/><Relationship Id="rId42" Type="http://customschemas.google.com/relationships/presentationmetadata" Target="meta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font" Target="fonts/font13.fntdata"/><Relationship Id="rId33" Type="http://schemas.openxmlformats.org/officeDocument/2006/relationships/font" Target="fonts/font21.fntdata"/><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29" Type="http://schemas.openxmlformats.org/officeDocument/2006/relationships/font" Target="fonts/font1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2.fntdata"/><Relationship Id="rId32" Type="http://schemas.openxmlformats.org/officeDocument/2006/relationships/font" Target="fonts/font20.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font" Target="fonts/font11.fntdata"/><Relationship Id="rId28" Type="http://schemas.openxmlformats.org/officeDocument/2006/relationships/font" Target="fonts/font16.fntdata"/><Relationship Id="rId10" Type="http://schemas.openxmlformats.org/officeDocument/2006/relationships/slide" Target="slides/slide9.xml"/><Relationship Id="rId19" Type="http://schemas.openxmlformats.org/officeDocument/2006/relationships/font" Target="fonts/font7.fntdata"/><Relationship Id="rId31" Type="http://schemas.openxmlformats.org/officeDocument/2006/relationships/font" Target="fonts/font19.fntdata"/><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 Id="rId27" Type="http://schemas.openxmlformats.org/officeDocument/2006/relationships/font" Target="fonts/font15.fntdata"/><Relationship Id="rId30" Type="http://schemas.openxmlformats.org/officeDocument/2006/relationships/font" Target="fonts/font18.fntdata"/><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p:cNvGrpSpPr/>
        <p:nvPr/>
      </p:nvGrpSpPr>
      <p:grpSpPr>
        <a:xfrm>
          <a:off x="0" y="0"/>
          <a:ext cx="0" cy="0"/>
          <a:chOff x="0" y="0"/>
          <a:chExt cx="0" cy="0"/>
        </a:xfrm>
      </p:grpSpPr>
      <p:sp>
        <p:nvSpPr>
          <p:cNvPr id="734" name="Google Shape;734;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5" name="Google Shape;735;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8"/>
        <p:cNvGrpSpPr/>
        <p:nvPr/>
      </p:nvGrpSpPr>
      <p:grpSpPr>
        <a:xfrm>
          <a:off x="0" y="0"/>
          <a:ext cx="0" cy="0"/>
          <a:chOff x="0" y="0"/>
          <a:chExt cx="0" cy="0"/>
        </a:xfrm>
      </p:grpSpPr>
      <p:sp>
        <p:nvSpPr>
          <p:cNvPr id="749" name="Google Shape;749;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0" name="Google Shape;750;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1" name="Google Shape;751;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7"/>
        <p:cNvGrpSpPr/>
        <p:nvPr/>
      </p:nvGrpSpPr>
      <p:grpSpPr>
        <a:xfrm>
          <a:off x="0" y="0"/>
          <a:ext cx="0" cy="0"/>
          <a:chOff x="0" y="0"/>
          <a:chExt cx="0" cy="0"/>
        </a:xfrm>
      </p:grpSpPr>
      <p:sp>
        <p:nvSpPr>
          <p:cNvPr id="768" name="Google Shape;768;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9" name="Google Shape;769;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0" name="Google Shape;770;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7"/>
        <p:cNvGrpSpPr/>
        <p:nvPr/>
      </p:nvGrpSpPr>
      <p:grpSpPr>
        <a:xfrm>
          <a:off x="0" y="0"/>
          <a:ext cx="0" cy="0"/>
          <a:chOff x="0" y="0"/>
          <a:chExt cx="0" cy="0"/>
        </a:xfrm>
      </p:grpSpPr>
      <p:sp>
        <p:nvSpPr>
          <p:cNvPr id="798" name="Google Shape;798;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9" name="Google Shape;799;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0" name="Google Shape;800;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7"/>
        <p:cNvGrpSpPr/>
        <p:nvPr/>
      </p:nvGrpSpPr>
      <p:grpSpPr>
        <a:xfrm>
          <a:off x="0" y="0"/>
          <a:ext cx="0" cy="0"/>
          <a:chOff x="0" y="0"/>
          <a:chExt cx="0" cy="0"/>
        </a:xfrm>
      </p:grpSpPr>
      <p:sp>
        <p:nvSpPr>
          <p:cNvPr id="828" name="Google Shape;828;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9" name="Google Shape;829;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0" name="Google Shape;830;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8"/>
        <p:cNvGrpSpPr/>
        <p:nvPr/>
      </p:nvGrpSpPr>
      <p:grpSpPr>
        <a:xfrm>
          <a:off x="0" y="0"/>
          <a:ext cx="0" cy="0"/>
          <a:chOff x="0" y="0"/>
          <a:chExt cx="0" cy="0"/>
        </a:xfrm>
      </p:grpSpPr>
      <p:sp>
        <p:nvSpPr>
          <p:cNvPr id="849" name="Google Shape;849;g1f819e611e3_0_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0" name="Google Shape;850;g1f819e611e3_0_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1" name="Google Shape;851;g1f819e611e3_0_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8"/>
        <p:cNvGrpSpPr/>
        <p:nvPr/>
      </p:nvGrpSpPr>
      <p:grpSpPr>
        <a:xfrm>
          <a:off x="0" y="0"/>
          <a:ext cx="0" cy="0"/>
          <a:chOff x="0" y="0"/>
          <a:chExt cx="0" cy="0"/>
        </a:xfrm>
      </p:grpSpPr>
      <p:sp>
        <p:nvSpPr>
          <p:cNvPr id="879" name="Google Shape;879;g2d067c62542_0_2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0" name="Google Shape;880;g2d067c62542_0_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1" name="Google Shape;881;g2d067c62542_0_2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9"/>
        <p:cNvGrpSpPr/>
        <p:nvPr/>
      </p:nvGrpSpPr>
      <p:grpSpPr>
        <a:xfrm>
          <a:off x="0" y="0"/>
          <a:ext cx="0" cy="0"/>
          <a:chOff x="0" y="0"/>
          <a:chExt cx="0" cy="0"/>
        </a:xfrm>
      </p:grpSpPr>
      <p:sp>
        <p:nvSpPr>
          <p:cNvPr id="900" name="Google Shape;900;g2d067c62542_0_92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1" name="Google Shape;901;g2d067c62542_0_9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2" name="Google Shape;902;g2d067c62542_0_92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0"/>
        <p:cNvGrpSpPr/>
        <p:nvPr/>
      </p:nvGrpSpPr>
      <p:grpSpPr>
        <a:xfrm>
          <a:off x="0" y="0"/>
          <a:ext cx="0" cy="0"/>
          <a:chOff x="0" y="0"/>
          <a:chExt cx="0" cy="0"/>
        </a:xfrm>
      </p:grpSpPr>
      <p:sp>
        <p:nvSpPr>
          <p:cNvPr id="921" name="Google Shape;921;g2d067c62542_0_9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2" name="Google Shape;922;g2d067c62542_0_9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3" name="Google Shape;923;g2d067c62542_0_9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9"/>
        <p:cNvGrpSpPr/>
        <p:nvPr/>
      </p:nvGrpSpPr>
      <p:grpSpPr>
        <a:xfrm>
          <a:off x="0" y="0"/>
          <a:ext cx="0" cy="0"/>
          <a:chOff x="0" y="0"/>
          <a:chExt cx="0" cy="0"/>
        </a:xfrm>
      </p:grpSpPr>
      <p:sp>
        <p:nvSpPr>
          <p:cNvPr id="940" name="Google Shape;940;g2d067c62542_0_99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1" name="Google Shape;941;g2d067c62542_0_99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2" name="Google Shape;942;g2d067c62542_0_99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693569"/>
            <a:ext cx="3882600" cy="845400"/>
          </a:xfrm>
          <a:prstGeom prst="rect">
            <a:avLst/>
          </a:prstGeom>
          <a:noFill/>
          <a:ln>
            <a:noFill/>
          </a:ln>
        </p:spPr>
        <p:txBody>
          <a:bodyPr spcFirstLastPara="1" wrap="square" lIns="0" tIns="0" rIns="0" bIns="0" anchor="t" anchorCtr="0">
            <a:normAutofit/>
          </a:bodyPr>
          <a:lstStyle>
            <a:lvl1pPr lvl="0" algn="l">
              <a:lnSpc>
                <a:spcPct val="10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100000"/>
              </a:lnSpc>
              <a:spcBef>
                <a:spcPts val="500"/>
              </a:spcBef>
              <a:spcAft>
                <a:spcPts val="0"/>
              </a:spcAft>
              <a:buClr>
                <a:schemeClr val="dk1"/>
              </a:buClr>
              <a:buSzPts val="3000"/>
              <a:buNone/>
              <a:defRPr sz="3000"/>
            </a:lvl2pPr>
            <a:lvl3pPr lvl="2" algn="ctr">
              <a:lnSpc>
                <a:spcPct val="100000"/>
              </a:lnSpc>
              <a:spcBef>
                <a:spcPts val="500"/>
              </a:spcBef>
              <a:spcAft>
                <a:spcPts val="0"/>
              </a:spcAft>
              <a:buClr>
                <a:schemeClr val="dk1"/>
              </a:buClr>
              <a:buSzPts val="3000"/>
              <a:buNone/>
              <a:defRPr sz="3000"/>
            </a:lvl3pPr>
            <a:lvl4pPr lvl="3" algn="ctr">
              <a:lnSpc>
                <a:spcPct val="100000"/>
              </a:lnSpc>
              <a:spcBef>
                <a:spcPts val="500"/>
              </a:spcBef>
              <a:spcAft>
                <a:spcPts val="0"/>
              </a:spcAft>
              <a:buClr>
                <a:schemeClr val="dk1"/>
              </a:buClr>
              <a:buSzPts val="3000"/>
              <a:buNone/>
              <a:defRPr sz="3000"/>
            </a:lvl4pPr>
            <a:lvl5pPr lvl="4" algn="ctr">
              <a:lnSpc>
                <a:spcPct val="100000"/>
              </a:lnSpc>
              <a:spcBef>
                <a:spcPts val="500"/>
              </a:spcBef>
              <a:spcAft>
                <a:spcPts val="0"/>
              </a:spcAft>
              <a:buClr>
                <a:schemeClr val="dk1"/>
              </a:buClr>
              <a:buSzPts val="3000"/>
              <a:buNone/>
              <a:defRPr sz="3000"/>
            </a:lvl5pPr>
            <a:lvl6pPr lvl="5" algn="ctr">
              <a:lnSpc>
                <a:spcPct val="100000"/>
              </a:lnSpc>
              <a:spcBef>
                <a:spcPts val="500"/>
              </a:spcBef>
              <a:spcAft>
                <a:spcPts val="0"/>
              </a:spcAft>
              <a:buClr>
                <a:schemeClr val="dk1"/>
              </a:buClr>
              <a:buSzPts val="3000"/>
              <a:buNone/>
              <a:defRPr sz="3000"/>
            </a:lvl6pPr>
            <a:lvl7pPr lvl="6" algn="ctr">
              <a:lnSpc>
                <a:spcPct val="100000"/>
              </a:lnSpc>
              <a:spcBef>
                <a:spcPts val="500"/>
              </a:spcBef>
              <a:spcAft>
                <a:spcPts val="0"/>
              </a:spcAft>
              <a:buClr>
                <a:schemeClr val="dk1"/>
              </a:buClr>
              <a:buSzPts val="3000"/>
              <a:buNone/>
              <a:defRPr sz="3000"/>
            </a:lvl7pPr>
            <a:lvl8pPr lvl="7" algn="ctr">
              <a:lnSpc>
                <a:spcPct val="100000"/>
              </a:lnSpc>
              <a:spcBef>
                <a:spcPts val="500"/>
              </a:spcBef>
              <a:spcAft>
                <a:spcPts val="0"/>
              </a:spcAft>
              <a:buClr>
                <a:schemeClr val="dk1"/>
              </a:buClr>
              <a:buSzPts val="3000"/>
              <a:buNone/>
              <a:defRPr sz="3000"/>
            </a:lvl8pPr>
            <a:lvl9pPr lvl="8" algn="ctr">
              <a:lnSpc>
                <a:spcPct val="10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2F286F"/>
                </a:solidFill>
                <a:latin typeface="Poppins SemiBold"/>
                <a:ea typeface="Poppins SemiBold"/>
                <a:cs typeface="Poppins SemiBold"/>
                <a:sym typeface="Poppins SemiBold"/>
              </a:rPr>
              <a:t>Phase 3</a:t>
            </a:r>
            <a:endParaRPr sz="6000" b="0" i="0" u="none" strike="noStrike" cap="none">
              <a:solidFill>
                <a:srgbClr val="2F286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190068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30" name="Google Shape;30;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2" name="Google Shape;32;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 name="Google Shape;33;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1709251"/>
            <a:ext cx="4850100" cy="16740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4902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9901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Objective</a:t>
            </a:r>
            <a:endParaRPr sz="3200" b="0" i="0" u="none" strike="noStrike" cap="none">
              <a:solidFill>
                <a:srgbClr val="2F286F"/>
              </a:solidFill>
              <a:latin typeface="Poppins Medium"/>
              <a:ea typeface="Poppins Medium"/>
              <a:cs typeface="Poppins Medium"/>
              <a:sym typeface="Poppins Medium"/>
            </a:endParaRPr>
          </a:p>
        </p:txBody>
      </p:sp>
      <p:sp>
        <p:nvSpPr>
          <p:cNvPr id="47" name="Google Shape;47;p15"/>
          <p:cNvSpPr txBox="1"/>
          <p:nvPr/>
        </p:nvSpPr>
        <p:spPr>
          <a:xfrm>
            <a:off x="856314" y="2185764"/>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Review</a:t>
            </a:r>
            <a:endParaRPr sz="3200" b="0" i="0" u="none" strike="noStrike" cap="none">
              <a:solidFill>
                <a:srgbClr val="2F286F"/>
              </a:solidFill>
              <a:latin typeface="Poppins Medium"/>
              <a:ea typeface="Poppins Medium"/>
              <a:cs typeface="Poppins Medium"/>
              <a:sym typeface="Poppins Medium"/>
            </a:endParaRPr>
          </a:p>
        </p:txBody>
      </p:sp>
      <p:cxnSp>
        <p:nvCxnSpPr>
          <p:cNvPr id="48" name="Google Shape;48;p15"/>
          <p:cNvCxnSpPr/>
          <p:nvPr/>
        </p:nvCxnSpPr>
        <p:spPr>
          <a:xfrm>
            <a:off x="865586" y="33831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0" name="Google Shape;50;p15"/>
          <p:cNvGrpSpPr/>
          <p:nvPr/>
        </p:nvGrpSpPr>
        <p:grpSpPr>
          <a:xfrm>
            <a:off x="357775" y="5983875"/>
            <a:ext cx="586800" cy="571500"/>
            <a:chOff x="662575" y="6212475"/>
            <a:chExt cx="586800" cy="571500"/>
          </a:xfrm>
        </p:grpSpPr>
        <p:sp>
          <p:nvSpPr>
            <p:cNvPr id="51" name="Google Shape;51;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 name="Google Shape;54;p15"/>
          <p:cNvGrpSpPr/>
          <p:nvPr/>
        </p:nvGrpSpPr>
        <p:grpSpPr>
          <a:xfrm>
            <a:off x="8199150" y="5983875"/>
            <a:ext cx="586800" cy="571500"/>
            <a:chOff x="7894350" y="6212475"/>
            <a:chExt cx="586800" cy="571500"/>
          </a:xfrm>
        </p:grpSpPr>
        <p:sp>
          <p:nvSpPr>
            <p:cNvPr id="55" name="Google Shape;55;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 name="Google Shape;56;p1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cxnSp>
        <p:nvCxnSpPr>
          <p:cNvPr id="58" name="Google Shape;58;p15"/>
          <p:cNvCxnSpPr/>
          <p:nvPr/>
        </p:nvCxnSpPr>
        <p:spPr>
          <a:xfrm>
            <a:off x="865586" y="17092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750"/>
            <a:chOff x="-36800" y="-52000"/>
            <a:chExt cx="9236100" cy="54375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1900680" y="8825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64" name="Google Shape;64;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66" name="Google Shape;66;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 name="Google Shape;67;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750"/>
            <a:chOff x="-36800" y="-52000"/>
            <a:chExt cx="9236100" cy="54375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1900680" y="8825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92" name="Google Shape;92;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94" name="Google Shape;94;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 name="Google Shape;95;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2" name="Google Shape;102;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Review Content 1">
  <p:cSld name="Alien Word of the Day_2_1_1_2">
    <p:spTree>
      <p:nvGrpSpPr>
        <p:cNvPr id="1" name="Shape 103"/>
        <p:cNvGrpSpPr/>
        <p:nvPr/>
      </p:nvGrpSpPr>
      <p:grpSpPr>
        <a:xfrm>
          <a:off x="0" y="0"/>
          <a:ext cx="0" cy="0"/>
          <a:chOff x="0" y="0"/>
          <a:chExt cx="0" cy="0"/>
        </a:xfrm>
      </p:grpSpPr>
      <p:sp>
        <p:nvSpPr>
          <p:cNvPr id="104" name="Google Shape;104;g1f819e611e3_0_748"/>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5" name="Google Shape;105;g1f819e611e3_0_748"/>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106" name="Google Shape;106;g1f819e611e3_0_748"/>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107" name="Google Shape;107;g1f819e611e3_0_748"/>
          <p:cNvGrpSpPr/>
          <p:nvPr/>
        </p:nvGrpSpPr>
        <p:grpSpPr>
          <a:xfrm>
            <a:off x="357775" y="5983875"/>
            <a:ext cx="586800" cy="571500"/>
            <a:chOff x="662575" y="6212475"/>
            <a:chExt cx="586800" cy="571500"/>
          </a:xfrm>
        </p:grpSpPr>
        <p:sp>
          <p:nvSpPr>
            <p:cNvPr id="108" name="Google Shape;108;g1f819e611e3_0_74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1f819e611e3_0_74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 name="Google Shape;110;g1f819e611e3_0_74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11" name="Google Shape;111;g1f819e611e3_0_748"/>
          <p:cNvGrpSpPr/>
          <p:nvPr/>
        </p:nvGrpSpPr>
        <p:grpSpPr>
          <a:xfrm>
            <a:off x="8199150" y="5983875"/>
            <a:ext cx="586800" cy="571500"/>
            <a:chOff x="7894350" y="6212475"/>
            <a:chExt cx="586800" cy="571500"/>
          </a:xfrm>
        </p:grpSpPr>
        <p:sp>
          <p:nvSpPr>
            <p:cNvPr id="112" name="Google Shape;112;g1f819e611e3_0_74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3" name="Google Shape;113;g1f819e611e3_0_74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4" name="Google Shape;114;g1f819e611e3_0_74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15" name="Google Shape;115;g1f819e611e3_0_748"/>
          <p:cNvGrpSpPr/>
          <p:nvPr/>
        </p:nvGrpSpPr>
        <p:grpSpPr>
          <a:xfrm>
            <a:off x="-36800" y="-52000"/>
            <a:ext cx="9236100" cy="543750"/>
            <a:chOff x="-36800" y="-52000"/>
            <a:chExt cx="9236100" cy="543750"/>
          </a:xfrm>
        </p:grpSpPr>
        <p:sp>
          <p:nvSpPr>
            <p:cNvPr id="116" name="Google Shape;116;g1f819e611e3_0_748"/>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17" name="Google Shape;117;g1f819e611e3_0_748"/>
            <p:cNvGrpSpPr/>
            <p:nvPr/>
          </p:nvGrpSpPr>
          <p:grpSpPr>
            <a:xfrm>
              <a:off x="1900680" y="88250"/>
              <a:ext cx="1337400" cy="403500"/>
              <a:chOff x="565600" y="88250"/>
              <a:chExt cx="1337400" cy="403500"/>
            </a:xfrm>
          </p:grpSpPr>
          <p:sp>
            <p:nvSpPr>
              <p:cNvPr id="118" name="Google Shape;118;g1f819e611e3_0_748"/>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119" name="Google Shape;119;g1f819e611e3_0_748"/>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120" name="Google Shape;120;g1f819e611e3_0_748"/>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121" name="Google Shape;121;g1f819e611e3_0_748"/>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22" name="Google Shape;122;g1f819e611e3_0_748"/>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3" name="Google Shape;123;g1f819e611e3_0_748"/>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24" name="Google Shape;124;g1f819e611e3_0_748"/>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1f819e611e3_0_748"/>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26" name="Google Shape;126;g1f819e611e3_0_748"/>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7" name="Google Shape;127;g1f819e611e3_0_748"/>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28" name="Google Shape;128;g1f819e611e3_0_748"/>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9" name="Google Shape;129;g1f819e611e3_0_748"/>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30" name="Google Shape;130;g1f819e611e3_0_748"/>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31"/>
        <p:cNvGrpSpPr/>
        <p:nvPr/>
      </p:nvGrpSpPr>
      <p:grpSpPr>
        <a:xfrm>
          <a:off x="0" y="0"/>
          <a:ext cx="0" cy="0"/>
          <a:chOff x="0" y="0"/>
          <a:chExt cx="0" cy="0"/>
        </a:xfrm>
      </p:grpSpPr>
      <p:sp>
        <p:nvSpPr>
          <p:cNvPr id="132" name="Google Shape;132;g26b641b03cd_0_3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3" name="Google Shape;133;g26b641b03cd_0_3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4" name="Google Shape;134;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35" name="Google Shape;135;g26b641b03cd_0_3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6" name="Google Shape;136;g26b641b03cd_0_3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7" name="Google Shape;137;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38" name="Google Shape;138;g26b641b03cd_0_33"/>
          <p:cNvSpPr txBox="1"/>
          <p:nvPr/>
        </p:nvSpPr>
        <p:spPr>
          <a:xfrm rot="-5400000">
            <a:off x="-917750" y="1253825"/>
            <a:ext cx="24189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a:solidFill>
                  <a:srgbClr val="FFFFFF"/>
                </a:solidFill>
                <a:latin typeface="Poppins SemiBold"/>
                <a:ea typeface="Poppins SemiBold"/>
                <a:cs typeface="Poppins SemiBold"/>
                <a:sym typeface="Poppins SemiBold"/>
              </a:rPr>
              <a:t>Review</a:t>
            </a:r>
            <a:endParaRPr sz="1800" b="0" i="0" u="none" strike="noStrike" cap="none">
              <a:solidFill>
                <a:srgbClr val="FFFFFF"/>
              </a:solidFill>
              <a:latin typeface="Poppins SemiBold"/>
              <a:ea typeface="Poppins SemiBold"/>
              <a:cs typeface="Poppins SemiBold"/>
              <a:sym typeface="Poppins SemiBold"/>
            </a:endParaRPr>
          </a:p>
        </p:txBody>
      </p:sp>
      <p:sp>
        <p:nvSpPr>
          <p:cNvPr id="139" name="Google Shape;139;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Week 10 - Friday</a:t>
            </a:r>
            <a:endParaRPr sz="1800" b="0" i="0" u="none" strike="noStrike" cap="none">
              <a:solidFill>
                <a:srgbClr val="2F286F"/>
              </a:solidFill>
              <a:latin typeface="Poppins Medium"/>
              <a:ea typeface="Poppins Medium"/>
              <a:cs typeface="Poppins Medium"/>
              <a:sym typeface="Poppins Medium"/>
            </a:endParaRPr>
          </a:p>
        </p:txBody>
      </p:sp>
      <p:sp>
        <p:nvSpPr>
          <p:cNvPr id="140" name="Google Shape;140;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Lesson 50</a:t>
            </a:r>
            <a:endParaRPr sz="1800" b="0" i="0" u="none" strike="noStrike" cap="none">
              <a:solidFill>
                <a:srgbClr val="2F286F"/>
              </a:solidFill>
              <a:latin typeface="Poppins Medium"/>
              <a:ea typeface="Poppins Medium"/>
              <a:cs typeface="Poppins Medium"/>
              <a:sym typeface="Poppins Medium"/>
            </a:endParaRPr>
          </a:p>
        </p:txBody>
      </p:sp>
      <p:sp>
        <p:nvSpPr>
          <p:cNvPr id="141" name="Google Shape;141;g26b641b03cd_0_33"/>
          <p:cNvSpPr txBox="1"/>
          <p:nvPr/>
        </p:nvSpPr>
        <p:spPr>
          <a:xfrm rot="5400000">
            <a:off x="7494225" y="1402050"/>
            <a:ext cx="27156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142" name="Google Shape;142;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43" name="Google Shape;143;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44" name="Google Shape;144;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2F286F"/>
              </a:buClr>
              <a:buSzPts val="3200"/>
              <a:buFont typeface="Poppins Medium"/>
              <a:buNone/>
              <a:defRPr sz="3200">
                <a:solidFill>
                  <a:srgbClr val="2F286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45" name="Google Shape;145;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46" name="Google Shape;146;g26b641b03cd_0_33"/>
          <p:cNvGrpSpPr/>
          <p:nvPr/>
        </p:nvGrpSpPr>
        <p:grpSpPr>
          <a:xfrm>
            <a:off x="662575" y="6212475"/>
            <a:ext cx="586800" cy="571500"/>
            <a:chOff x="662575" y="6212475"/>
            <a:chExt cx="586800" cy="571500"/>
          </a:xfrm>
        </p:grpSpPr>
        <p:sp>
          <p:nvSpPr>
            <p:cNvPr id="147" name="Google Shape;147;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8" name="Google Shape;148;g26b641b03cd_0_3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9" name="Google Shape;149;g26b641b03cd_0_3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50" name="Google Shape;150;g26b641b03cd_0_33"/>
          <p:cNvGrpSpPr/>
          <p:nvPr/>
        </p:nvGrpSpPr>
        <p:grpSpPr>
          <a:xfrm>
            <a:off x="7894350" y="6212475"/>
            <a:ext cx="586800" cy="571500"/>
            <a:chOff x="7894350" y="6212475"/>
            <a:chExt cx="586800" cy="571500"/>
          </a:xfrm>
        </p:grpSpPr>
        <p:sp>
          <p:nvSpPr>
            <p:cNvPr id="151" name="Google Shape;151;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2" name="Google Shape;152;g26b641b03cd_0_3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3" name="Google Shape;153;g26b641b03cd_0_3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215"/>
        <p:cNvGrpSpPr/>
        <p:nvPr/>
      </p:nvGrpSpPr>
      <p:grpSpPr>
        <a:xfrm>
          <a:off x="0" y="0"/>
          <a:ext cx="0" cy="0"/>
          <a:chOff x="0" y="0"/>
          <a:chExt cx="0" cy="0"/>
        </a:xfrm>
      </p:grpSpPr>
      <p:sp>
        <p:nvSpPr>
          <p:cNvPr id="216" name="Google Shape;216;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217" name="Google Shape;217;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End of Session</a:t>
            </a:r>
            <a:endParaRPr sz="3200" b="0" i="0" u="none" strike="noStrike" cap="none">
              <a:solidFill>
                <a:srgbClr val="2F286F"/>
              </a:solidFill>
              <a:latin typeface="Poppins Medium"/>
              <a:ea typeface="Poppins Medium"/>
              <a:cs typeface="Poppins Medium"/>
              <a:sym typeface="Poppins Medium"/>
            </a:endParaRPr>
          </a:p>
        </p:txBody>
      </p:sp>
      <p:cxnSp>
        <p:nvCxnSpPr>
          <p:cNvPr id="218" name="Google Shape;218;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219" name="Google Shape;219;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0" name="Google Shape;220;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221" name="Google Shape;221;g26b641b03cd_0_260"/>
          <p:cNvGrpSpPr/>
          <p:nvPr/>
        </p:nvGrpSpPr>
        <p:grpSpPr>
          <a:xfrm>
            <a:off x="8199150" y="5983875"/>
            <a:ext cx="586800" cy="571500"/>
            <a:chOff x="7894350" y="6212475"/>
            <a:chExt cx="586800" cy="571500"/>
          </a:xfrm>
        </p:grpSpPr>
        <p:sp>
          <p:nvSpPr>
            <p:cNvPr id="222" name="Google Shape;222;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3" name="Google Shape;223;g26b641b03cd_0_26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4" name="Google Shape;224;g26b641b03cd_0_26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26" name="Google Shape;226;g26b641b03cd_0_260"/>
          <p:cNvGrpSpPr/>
          <p:nvPr/>
        </p:nvGrpSpPr>
        <p:grpSpPr>
          <a:xfrm>
            <a:off x="-36800" y="-52000"/>
            <a:ext cx="9236100" cy="543750"/>
            <a:chOff x="-36800" y="-52000"/>
            <a:chExt cx="9236100" cy="543750"/>
          </a:xfrm>
        </p:grpSpPr>
        <p:sp>
          <p:nvSpPr>
            <p:cNvPr id="227" name="Google Shape;227;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28" name="Google Shape;228;g26b641b03cd_0_260"/>
            <p:cNvGrpSpPr/>
            <p:nvPr/>
          </p:nvGrpSpPr>
          <p:grpSpPr>
            <a:xfrm>
              <a:off x="1900680" y="88250"/>
              <a:ext cx="1337400" cy="403500"/>
              <a:chOff x="565600" y="88250"/>
              <a:chExt cx="1337400" cy="403500"/>
            </a:xfrm>
          </p:grpSpPr>
          <p:sp>
            <p:nvSpPr>
              <p:cNvPr id="229" name="Google Shape;229;g26b641b03cd_0_260"/>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230" name="Google Shape;230;g26b641b03cd_0_260"/>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231" name="Google Shape;231;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232" name="Google Shape;232;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233" name="Google Shape;233;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4" name="Google Shape;234;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235" name="Google Shape;235;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6" name="Google Shape;236;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237" name="Google Shape;237;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8" name="Google Shape;238;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239" name="Google Shape;239;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0" name="Google Shape;240;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241" name="Google Shape;241;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242"/>
        <p:cNvGrpSpPr/>
        <p:nvPr/>
      </p:nvGrpSpPr>
      <p:grpSpPr>
        <a:xfrm>
          <a:off x="0" y="0"/>
          <a:ext cx="0" cy="0"/>
          <a:chOff x="0" y="0"/>
          <a:chExt cx="0" cy="0"/>
        </a:xfrm>
      </p:grpSpPr>
      <p:sp>
        <p:nvSpPr>
          <p:cNvPr id="243" name="Google Shape;243;g2c235dd0dad_1_8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4" name="Google Shape;244;g2c235dd0dad_1_8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46" name="Google Shape;246;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47" name="Google Shape;247;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48" name="Google Shape;248;g2c235dd0dad_1_8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2c235dd0dad_1_8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0" name="Google Shape;250;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1" name="Google Shape;251;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2" name="Google Shape;252;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53" name="Google Shape;253;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4" name="Google Shape;254;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5" name="Google Shape;255;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56" name="Google Shape;256;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Practice Building Words</a:t>
            </a:r>
            <a:endParaRPr sz="3000" b="0" i="0" u="none" strike="noStrike" cap="none">
              <a:solidFill>
                <a:srgbClr val="2F286F"/>
              </a:solidFill>
              <a:latin typeface="Poppins Medium"/>
              <a:ea typeface="Poppins Medium"/>
              <a:cs typeface="Poppins Medium"/>
              <a:sym typeface="Poppins Medium"/>
            </a:endParaRPr>
          </a:p>
        </p:txBody>
      </p:sp>
      <p:sp>
        <p:nvSpPr>
          <p:cNvPr id="257" name="Google Shape;257;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58" name="Google Shape;258;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59" name="Google Shape;259;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PRACTICE – 10MINS</a:t>
            </a:r>
            <a:endParaRPr sz="1400" b="0" i="0" u="none" strike="noStrike" cap="none">
              <a:solidFill>
                <a:srgbClr val="000000"/>
              </a:solidFill>
              <a:latin typeface="Arial"/>
              <a:ea typeface="Arial"/>
              <a:cs typeface="Arial"/>
              <a:sym typeface="Arial"/>
            </a:endParaRPr>
          </a:p>
        </p:txBody>
      </p:sp>
      <p:pic>
        <p:nvPicPr>
          <p:cNvPr id="260" name="Google Shape;260;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61" name="Google Shape;261;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62" name="Google Shape;262;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63" name="Google Shape;263;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64" name="Google Shape;264;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65" name="Google Shape;265;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66" name="Google Shape;266;g2c235dd0dad_1_87"/>
          <p:cNvGrpSpPr/>
          <p:nvPr/>
        </p:nvGrpSpPr>
        <p:grpSpPr>
          <a:xfrm>
            <a:off x="662575" y="6212475"/>
            <a:ext cx="586800" cy="571500"/>
            <a:chOff x="662575" y="6212475"/>
            <a:chExt cx="586800" cy="571500"/>
          </a:xfrm>
        </p:grpSpPr>
        <p:sp>
          <p:nvSpPr>
            <p:cNvPr id="267" name="Google Shape;267;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8" name="Google Shape;268;g2c235dd0dad_1_8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2c235dd0dad_1_8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0" name="Google Shape;270;g2c235dd0dad_1_87"/>
          <p:cNvGrpSpPr/>
          <p:nvPr/>
        </p:nvGrpSpPr>
        <p:grpSpPr>
          <a:xfrm>
            <a:off x="7894350" y="6212475"/>
            <a:ext cx="586800" cy="571500"/>
            <a:chOff x="7894350" y="6212475"/>
            <a:chExt cx="586800" cy="571500"/>
          </a:xfrm>
        </p:grpSpPr>
        <p:sp>
          <p:nvSpPr>
            <p:cNvPr id="271" name="Google Shape;271;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2" name="Google Shape;272;g2c235dd0dad_1_8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2c235dd0dad_1_8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74"/>
        <p:cNvGrpSpPr/>
        <p:nvPr/>
      </p:nvGrpSpPr>
      <p:grpSpPr>
        <a:xfrm>
          <a:off x="0" y="0"/>
          <a:ext cx="0" cy="0"/>
          <a:chOff x="0" y="0"/>
          <a:chExt cx="0" cy="0"/>
        </a:xfrm>
      </p:grpSpPr>
      <p:sp>
        <p:nvSpPr>
          <p:cNvPr id="275" name="Google Shape;275;g1f3daf8a844_0_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6" name="Google Shape;276;g1f3daf8a844_0_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7" name="Google Shape;277;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78" name="Google Shape;278;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79" name="Google Shape;279;g1f3daf8a844_0_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0" name="Google Shape;280;g1f3daf8a844_0_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1" name="Google Shape;281;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2" name="Google Shape;282;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83" name="Google Shape;283;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4" name="Google Shape;284;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85" name="Google Shape;285;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86" name="Google Shape;286;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87" name="Google Shape;287;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88" name="Google Shape;288;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89" name="Google Shape;289;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Practice Building Words</a:t>
            </a:r>
            <a:endParaRPr sz="3000" b="0" i="0" u="none" strike="noStrike" cap="none">
              <a:solidFill>
                <a:srgbClr val="2F286F"/>
              </a:solidFill>
              <a:latin typeface="Poppins Medium"/>
              <a:ea typeface="Poppins Medium"/>
              <a:cs typeface="Poppins Medium"/>
              <a:sym typeface="Poppins Medium"/>
            </a:endParaRPr>
          </a:p>
        </p:txBody>
      </p:sp>
      <p:cxnSp>
        <p:nvCxnSpPr>
          <p:cNvPr id="290" name="Google Shape;290;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91" name="Google Shape;291;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PRACTICE – 10MINS</a:t>
            </a:r>
            <a:endParaRPr sz="1400" b="0" i="0" u="none" strike="noStrike" cap="none">
              <a:solidFill>
                <a:srgbClr val="000000"/>
              </a:solidFill>
              <a:latin typeface="Arial"/>
              <a:ea typeface="Arial"/>
              <a:cs typeface="Arial"/>
              <a:sym typeface="Arial"/>
            </a:endParaRPr>
          </a:p>
        </p:txBody>
      </p:sp>
      <p:pic>
        <p:nvPicPr>
          <p:cNvPr id="292" name="Google Shape;292;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93" name="Google Shape;293;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94" name="Google Shape;294;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95" name="Google Shape;295;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96" name="Google Shape;296;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97" name="Google Shape;297;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98" name="Google Shape;298;g1f3daf8a844_0_32"/>
          <p:cNvGrpSpPr/>
          <p:nvPr/>
        </p:nvGrpSpPr>
        <p:grpSpPr>
          <a:xfrm>
            <a:off x="662575" y="6212475"/>
            <a:ext cx="586800" cy="571500"/>
            <a:chOff x="662575" y="6212475"/>
            <a:chExt cx="586800" cy="571500"/>
          </a:xfrm>
        </p:grpSpPr>
        <p:sp>
          <p:nvSpPr>
            <p:cNvPr id="299" name="Google Shape;299;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0" name="Google Shape;300;g1f3daf8a844_0_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1f3daf8a844_0_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02" name="Google Shape;302;g1f3daf8a844_0_32"/>
          <p:cNvGrpSpPr/>
          <p:nvPr/>
        </p:nvGrpSpPr>
        <p:grpSpPr>
          <a:xfrm>
            <a:off x="7894350" y="6212475"/>
            <a:ext cx="586800" cy="571500"/>
            <a:chOff x="7894350" y="6212475"/>
            <a:chExt cx="586800" cy="571500"/>
          </a:xfrm>
        </p:grpSpPr>
        <p:sp>
          <p:nvSpPr>
            <p:cNvPr id="303" name="Google Shape;303;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4" name="Google Shape;304;g1f3daf8a844_0_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5" name="Google Shape;305;g1f3daf8a844_0_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306"/>
        <p:cNvGrpSpPr/>
        <p:nvPr/>
      </p:nvGrpSpPr>
      <p:grpSpPr>
        <a:xfrm>
          <a:off x="0" y="0"/>
          <a:ext cx="0" cy="0"/>
          <a:chOff x="0" y="0"/>
          <a:chExt cx="0" cy="0"/>
        </a:xfrm>
      </p:grpSpPr>
      <p:sp>
        <p:nvSpPr>
          <p:cNvPr id="307" name="Google Shape;307;g2c157a2fb06_0_5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8" name="Google Shape;308;g2c157a2fb06_0_5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9" name="Google Shape;309;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0" name="Google Shape;310;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11" name="Google Shape;311;g2c157a2fb06_0_5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2" name="Google Shape;312;g2c157a2fb06_0_5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4" name="Google Shape;314;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5" name="Google Shape;315;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16" name="Google Shape;316;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17" name="Google Shape;317;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18" name="Google Shape;318;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19" name="Google Shape;319;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Quickwrite</a:t>
            </a:r>
            <a:endParaRPr sz="3000" b="0" i="0" u="none" strike="noStrike" cap="none">
              <a:solidFill>
                <a:srgbClr val="2F286F"/>
              </a:solidFill>
              <a:latin typeface="Poppins Medium"/>
              <a:ea typeface="Poppins Medium"/>
              <a:cs typeface="Poppins Medium"/>
              <a:sym typeface="Poppins Medium"/>
            </a:endParaRPr>
          </a:p>
        </p:txBody>
      </p:sp>
      <p:sp>
        <p:nvSpPr>
          <p:cNvPr id="320" name="Google Shape;320;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21" name="Google Shape;321;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22" name="Google Shape;322;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23" name="Google Shape;323;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24" name="Google Shape;324;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25" name="Google Shape;325;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26" name="Google Shape;326;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27" name="Google Shape;327;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28" name="Google Shape;328;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329" name="Google Shape;329;g2c157a2fb06_0_53"/>
          <p:cNvGrpSpPr/>
          <p:nvPr/>
        </p:nvGrpSpPr>
        <p:grpSpPr>
          <a:xfrm>
            <a:off x="1403031" y="6958923"/>
            <a:ext cx="6774848" cy="1291477"/>
            <a:chOff x="717231" y="7263723"/>
            <a:chExt cx="6774848" cy="1291477"/>
          </a:xfrm>
        </p:grpSpPr>
        <p:sp>
          <p:nvSpPr>
            <p:cNvPr id="330" name="Google Shape;330;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331" name="Google Shape;331;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332" name="Google Shape;332;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333" name="Google Shape;333;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334" name="Google Shape;334;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335" name="Google Shape;335;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336" name="Google Shape;336;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337" name="Google Shape;337;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338" name="Google Shape;338;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9" name="Google Shape;339;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0" name="Google Shape;340;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1" name="Google Shape;341;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342" name="Google Shape;342;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343" name="Google Shape;343;g2c157a2fb06_0_53"/>
          <p:cNvGrpSpPr/>
          <p:nvPr/>
        </p:nvGrpSpPr>
        <p:grpSpPr>
          <a:xfrm>
            <a:off x="662575" y="6212475"/>
            <a:ext cx="586800" cy="571500"/>
            <a:chOff x="662575" y="6212475"/>
            <a:chExt cx="586800" cy="571500"/>
          </a:xfrm>
        </p:grpSpPr>
        <p:sp>
          <p:nvSpPr>
            <p:cNvPr id="344" name="Google Shape;344;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5" name="Google Shape;345;g2c157a2fb06_0_5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6" name="Google Shape;346;g2c157a2fb06_0_5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7" name="Google Shape;347;g2c157a2fb06_0_53"/>
          <p:cNvGrpSpPr/>
          <p:nvPr/>
        </p:nvGrpSpPr>
        <p:grpSpPr>
          <a:xfrm>
            <a:off x="7894350" y="6212475"/>
            <a:ext cx="586800" cy="571500"/>
            <a:chOff x="7894350" y="6212475"/>
            <a:chExt cx="586800" cy="571500"/>
          </a:xfrm>
        </p:grpSpPr>
        <p:sp>
          <p:nvSpPr>
            <p:cNvPr id="348" name="Google Shape;348;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9" name="Google Shape;349;g2c157a2fb06_0_5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0" name="Google Shape;350;g2c157a2fb06_0_5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351"/>
        <p:cNvGrpSpPr/>
        <p:nvPr/>
      </p:nvGrpSpPr>
      <p:grpSpPr>
        <a:xfrm>
          <a:off x="0" y="0"/>
          <a:ext cx="0" cy="0"/>
          <a:chOff x="0" y="0"/>
          <a:chExt cx="0" cy="0"/>
        </a:xfrm>
      </p:grpSpPr>
      <p:sp>
        <p:nvSpPr>
          <p:cNvPr id="352" name="Google Shape;352;g2c157a2fb06_0_15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3" name="Google Shape;353;g2c157a2fb06_0_15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5" name="Google Shape;355;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56" name="Google Shape;356;g2c157a2fb06_0_15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7" name="Google Shape;357;g2c157a2fb06_0_15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8" name="Google Shape;358;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9" name="Google Shape;359;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360" name="Google Shape;360;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61" name="Google Shape;361;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62" name="Google Shape;362;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3" name="Google Shape;363;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4" name="Google Shape;364;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65" name="Google Shape;365;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Full Circle</a:t>
            </a:r>
            <a:endParaRPr sz="3000" b="0" i="0" u="none" strike="noStrike" cap="none">
              <a:solidFill>
                <a:srgbClr val="2F286F"/>
              </a:solidFill>
              <a:latin typeface="Poppins Medium"/>
              <a:ea typeface="Poppins Medium"/>
              <a:cs typeface="Poppins Medium"/>
              <a:sym typeface="Poppins Medium"/>
            </a:endParaRPr>
          </a:p>
        </p:txBody>
      </p:sp>
      <p:sp>
        <p:nvSpPr>
          <p:cNvPr id="366" name="Google Shape;366;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7" name="Google Shape;367;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8" name="Google Shape;368;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9" name="Google Shape;369;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70" name="Google Shape;370;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71" name="Google Shape;371;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72" name="Google Shape;372;g2c157a2fb06_0_158"/>
          <p:cNvGrpSpPr/>
          <p:nvPr/>
        </p:nvGrpSpPr>
        <p:grpSpPr>
          <a:xfrm>
            <a:off x="662575" y="6212475"/>
            <a:ext cx="586800" cy="571500"/>
            <a:chOff x="662575" y="6212475"/>
            <a:chExt cx="586800" cy="571500"/>
          </a:xfrm>
        </p:grpSpPr>
        <p:sp>
          <p:nvSpPr>
            <p:cNvPr id="373" name="Google Shape;373;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15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5" name="Google Shape;375;g2c157a2fb06_0_15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6" name="Google Shape;376;g2c157a2fb06_0_158"/>
          <p:cNvGrpSpPr/>
          <p:nvPr/>
        </p:nvGrpSpPr>
        <p:grpSpPr>
          <a:xfrm>
            <a:off x="7894350" y="6212475"/>
            <a:ext cx="586800" cy="571500"/>
            <a:chOff x="7894350" y="6212475"/>
            <a:chExt cx="586800" cy="571500"/>
          </a:xfrm>
        </p:grpSpPr>
        <p:sp>
          <p:nvSpPr>
            <p:cNvPr id="377" name="Google Shape;377;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8" name="Google Shape;378;g2c157a2fb06_0_15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9" name="Google Shape;379;g2c157a2fb06_0_15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80"/>
        <p:cNvGrpSpPr/>
        <p:nvPr/>
      </p:nvGrpSpPr>
      <p:grpSpPr>
        <a:xfrm>
          <a:off x="0" y="0"/>
          <a:ext cx="0" cy="0"/>
          <a:chOff x="0" y="0"/>
          <a:chExt cx="0" cy="0"/>
        </a:xfrm>
      </p:grpSpPr>
      <p:sp>
        <p:nvSpPr>
          <p:cNvPr id="381" name="Google Shape;381;g2c157a2fb06_0_26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26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3" name="Google Shape;383;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4" name="Google Shape;384;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85" name="Google Shape;385;g2c157a2fb06_0_26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6" name="Google Shape;386;g2c157a2fb06_0_26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7" name="Google Shape;387;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8" name="Google Shape;388;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9" name="Google Shape;389;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90" name="Google Shape;390;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1" name="Google Shape;391;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2" name="Google Shape;392;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93" name="Google Shape;393;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Picture Match</a:t>
            </a:r>
            <a:endParaRPr sz="3000" b="0" i="0" u="none" strike="noStrike" cap="none">
              <a:solidFill>
                <a:srgbClr val="2F286F"/>
              </a:solidFill>
              <a:latin typeface="Poppins Medium"/>
              <a:ea typeface="Poppins Medium"/>
              <a:cs typeface="Poppins Medium"/>
              <a:sym typeface="Poppins Medium"/>
            </a:endParaRPr>
          </a:p>
        </p:txBody>
      </p:sp>
      <p:sp>
        <p:nvSpPr>
          <p:cNvPr id="394" name="Google Shape;394;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95" name="Google Shape;395;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96" name="Google Shape;396;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97" name="Google Shape;397;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98" name="Google Shape;398;g2c157a2fb06_0_263"/>
          <p:cNvSpPr>
            <a:spLocks noGrp="1"/>
          </p:cNvSpPr>
          <p:nvPr>
            <p:ph type="pic" idx="8"/>
          </p:nvPr>
        </p:nvSpPr>
        <p:spPr>
          <a:xfrm>
            <a:off x="5086375" y="4412425"/>
            <a:ext cx="2668800" cy="1291500"/>
          </a:xfrm>
          <a:prstGeom prst="rect">
            <a:avLst/>
          </a:prstGeom>
          <a:noFill/>
          <a:ln>
            <a:noFill/>
          </a:ln>
        </p:spPr>
      </p:sp>
      <p:sp>
        <p:nvSpPr>
          <p:cNvPr id="399" name="Google Shape;399;g2c157a2fb06_0_263"/>
          <p:cNvSpPr>
            <a:spLocks noGrp="1"/>
          </p:cNvSpPr>
          <p:nvPr>
            <p:ph type="pic" idx="9"/>
          </p:nvPr>
        </p:nvSpPr>
        <p:spPr>
          <a:xfrm>
            <a:off x="5086375" y="797675"/>
            <a:ext cx="2668800" cy="1291500"/>
          </a:xfrm>
          <a:prstGeom prst="rect">
            <a:avLst/>
          </a:prstGeom>
          <a:noFill/>
          <a:ln>
            <a:noFill/>
          </a:ln>
        </p:spPr>
      </p:sp>
      <p:sp>
        <p:nvSpPr>
          <p:cNvPr id="400" name="Google Shape;400;g2c157a2fb06_0_263"/>
          <p:cNvSpPr>
            <a:spLocks noGrp="1"/>
          </p:cNvSpPr>
          <p:nvPr>
            <p:ph type="pic" idx="13"/>
          </p:nvPr>
        </p:nvSpPr>
        <p:spPr>
          <a:xfrm>
            <a:off x="5086375" y="2002592"/>
            <a:ext cx="2668800" cy="1291500"/>
          </a:xfrm>
          <a:prstGeom prst="rect">
            <a:avLst/>
          </a:prstGeom>
          <a:noFill/>
          <a:ln>
            <a:noFill/>
          </a:ln>
        </p:spPr>
      </p:sp>
      <p:sp>
        <p:nvSpPr>
          <p:cNvPr id="401" name="Google Shape;401;g2c157a2fb06_0_263"/>
          <p:cNvSpPr>
            <a:spLocks noGrp="1"/>
          </p:cNvSpPr>
          <p:nvPr>
            <p:ph type="pic" idx="14"/>
          </p:nvPr>
        </p:nvSpPr>
        <p:spPr>
          <a:xfrm>
            <a:off x="5086375" y="3207508"/>
            <a:ext cx="2668800" cy="1291500"/>
          </a:xfrm>
          <a:prstGeom prst="rect">
            <a:avLst/>
          </a:prstGeom>
          <a:noFill/>
          <a:ln>
            <a:noFill/>
          </a:ln>
        </p:spPr>
      </p:sp>
      <p:sp>
        <p:nvSpPr>
          <p:cNvPr id="402" name="Google Shape;402;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03" name="Google Shape;403;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04" name="Google Shape;404;g2c157a2fb06_0_263"/>
          <p:cNvGrpSpPr/>
          <p:nvPr/>
        </p:nvGrpSpPr>
        <p:grpSpPr>
          <a:xfrm>
            <a:off x="662575" y="6212475"/>
            <a:ext cx="586800" cy="571500"/>
            <a:chOff x="662575" y="6212475"/>
            <a:chExt cx="586800" cy="571500"/>
          </a:xfrm>
        </p:grpSpPr>
        <p:sp>
          <p:nvSpPr>
            <p:cNvPr id="405" name="Google Shape;405;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26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26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8" name="Google Shape;408;g2c157a2fb06_0_263"/>
          <p:cNvGrpSpPr/>
          <p:nvPr/>
        </p:nvGrpSpPr>
        <p:grpSpPr>
          <a:xfrm>
            <a:off x="7894350" y="6212475"/>
            <a:ext cx="586800" cy="571500"/>
            <a:chOff x="7894350" y="6212475"/>
            <a:chExt cx="586800" cy="571500"/>
          </a:xfrm>
        </p:grpSpPr>
        <p:sp>
          <p:nvSpPr>
            <p:cNvPr id="409" name="Google Shape;409;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0" name="Google Shape;410;g2c157a2fb06_0_26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1" name="Google Shape;411;g2c157a2fb06_0_26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412"/>
        <p:cNvGrpSpPr/>
        <p:nvPr/>
      </p:nvGrpSpPr>
      <p:grpSpPr>
        <a:xfrm>
          <a:off x="0" y="0"/>
          <a:ext cx="0" cy="0"/>
          <a:chOff x="0" y="0"/>
          <a:chExt cx="0" cy="0"/>
        </a:xfrm>
      </p:grpSpPr>
      <p:sp>
        <p:nvSpPr>
          <p:cNvPr id="413" name="Google Shape;413;g2c157a2fb06_0_46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4" name="Google Shape;414;g2c157a2fb06_0_46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5" name="Google Shape;415;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6" name="Google Shape;416;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17" name="Google Shape;417;g2c157a2fb06_0_46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8" name="Google Shape;418;g2c157a2fb06_0_46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9" name="Google Shape;419;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0" name="Google Shape;420;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21" name="Google Shape;421;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22" name="Google Shape;422;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23" name="Google Shape;423;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424" name="Google Shape;424;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25" name="Google Shape;425;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6" name="Google Shape;426;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7" name="Google Shape;427;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28" name="Google Shape;428;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Caption</a:t>
            </a:r>
            <a:endParaRPr sz="3000" b="0" i="0" u="none" strike="noStrike" cap="none">
              <a:solidFill>
                <a:srgbClr val="2F286F"/>
              </a:solidFill>
              <a:latin typeface="Poppins Medium"/>
              <a:ea typeface="Poppins Medium"/>
              <a:cs typeface="Poppins Medium"/>
              <a:sym typeface="Poppins Medium"/>
            </a:endParaRPr>
          </a:p>
        </p:txBody>
      </p:sp>
      <p:sp>
        <p:nvSpPr>
          <p:cNvPr id="429" name="Google Shape;429;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30" name="Google Shape;430;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31" name="Google Shape;431;g2c157a2fb06_0_467"/>
          <p:cNvGrpSpPr/>
          <p:nvPr/>
        </p:nvGrpSpPr>
        <p:grpSpPr>
          <a:xfrm>
            <a:off x="662575" y="6212475"/>
            <a:ext cx="586800" cy="571500"/>
            <a:chOff x="662575" y="6212475"/>
            <a:chExt cx="586800" cy="571500"/>
          </a:xfrm>
        </p:grpSpPr>
        <p:sp>
          <p:nvSpPr>
            <p:cNvPr id="432" name="Google Shape;432;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46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46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5" name="Google Shape;435;g2c157a2fb06_0_467"/>
          <p:cNvGrpSpPr/>
          <p:nvPr/>
        </p:nvGrpSpPr>
        <p:grpSpPr>
          <a:xfrm>
            <a:off x="7894350" y="6212475"/>
            <a:ext cx="586800" cy="571500"/>
            <a:chOff x="7894350" y="6212475"/>
            <a:chExt cx="586800" cy="571500"/>
          </a:xfrm>
        </p:grpSpPr>
        <p:sp>
          <p:nvSpPr>
            <p:cNvPr id="436" name="Google Shape;436;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7" name="Google Shape;437;g2c157a2fb06_0_46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46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439"/>
        <p:cNvGrpSpPr/>
        <p:nvPr/>
      </p:nvGrpSpPr>
      <p:grpSpPr>
        <a:xfrm>
          <a:off x="0" y="0"/>
          <a:ext cx="0" cy="0"/>
          <a:chOff x="0" y="0"/>
          <a:chExt cx="0" cy="0"/>
        </a:xfrm>
      </p:grpSpPr>
      <p:sp>
        <p:nvSpPr>
          <p:cNvPr id="440" name="Google Shape;440;g2c157a2fb06_0_629"/>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1" name="Google Shape;441;g2c157a2fb06_0_629"/>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3" name="Google Shape;443;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44" name="Google Shape;444;g2c157a2fb06_0_629"/>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5" name="Google Shape;445;g2c157a2fb06_0_629"/>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6" name="Google Shape;446;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7" name="Google Shape;447;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48" name="Google Shape;448;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49" name="Google Shape;449;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450" name="Google Shape;450;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51" name="Google Shape;451;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2" name="Google Shape;452;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3" name="Google Shape;453;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54" name="Google Shape;454;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Caption</a:t>
            </a:r>
            <a:endParaRPr sz="3000" b="0" i="0" u="none" strike="noStrike" cap="none">
              <a:solidFill>
                <a:srgbClr val="2F286F"/>
              </a:solidFill>
              <a:latin typeface="Poppins Medium"/>
              <a:ea typeface="Poppins Medium"/>
              <a:cs typeface="Poppins Medium"/>
              <a:sym typeface="Poppins Medium"/>
            </a:endParaRPr>
          </a:p>
        </p:txBody>
      </p:sp>
      <p:sp>
        <p:nvSpPr>
          <p:cNvPr id="455" name="Google Shape;455;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56" name="Google Shape;456;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57" name="Google Shape;457;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58" name="Google Shape;458;g2c157a2fb06_0_629"/>
          <p:cNvGrpSpPr/>
          <p:nvPr/>
        </p:nvGrpSpPr>
        <p:grpSpPr>
          <a:xfrm>
            <a:off x="662575" y="6212475"/>
            <a:ext cx="586800" cy="571500"/>
            <a:chOff x="662575" y="6212475"/>
            <a:chExt cx="586800" cy="571500"/>
          </a:xfrm>
        </p:grpSpPr>
        <p:sp>
          <p:nvSpPr>
            <p:cNvPr id="459" name="Google Shape;459;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0" name="Google Shape;460;g2c157a2fb06_0_629">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629">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2" name="Google Shape;462;g2c157a2fb06_0_629"/>
          <p:cNvGrpSpPr/>
          <p:nvPr/>
        </p:nvGrpSpPr>
        <p:grpSpPr>
          <a:xfrm>
            <a:off x="7894350" y="6212475"/>
            <a:ext cx="586800" cy="571500"/>
            <a:chOff x="7894350" y="6212475"/>
            <a:chExt cx="586800" cy="571500"/>
          </a:xfrm>
        </p:grpSpPr>
        <p:sp>
          <p:nvSpPr>
            <p:cNvPr id="463" name="Google Shape;463;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4" name="Google Shape;464;g2c157a2fb06_0_629">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629">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66"/>
        <p:cNvGrpSpPr/>
        <p:nvPr/>
      </p:nvGrpSpPr>
      <p:grpSpPr>
        <a:xfrm>
          <a:off x="0" y="0"/>
          <a:ext cx="0" cy="0"/>
          <a:chOff x="0" y="0"/>
          <a:chExt cx="0" cy="0"/>
        </a:xfrm>
      </p:grpSpPr>
      <p:sp>
        <p:nvSpPr>
          <p:cNvPr id="467" name="Google Shape;467;g2c157a2fb06_0_79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8" name="Google Shape;468;g2c157a2fb06_0_79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0" name="Google Shape;470;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71" name="Google Shape;471;g2c157a2fb06_0_79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2" name="Google Shape;472;g2c157a2fb06_0_79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4" name="Google Shape;474;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75" name="Google Shape;475;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76" name="Google Shape;476;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77" name="Google Shape;477;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78" name="Google Shape;478;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79" name="Google Shape;479;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80" name="Google Shape;480;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1" name="Google Shape;481;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2" name="Google Shape;482;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83" name="Google Shape;483;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Sentence</a:t>
            </a:r>
            <a:endParaRPr sz="3000" b="0" i="0" u="none" strike="noStrike" cap="none">
              <a:solidFill>
                <a:srgbClr val="2F286F"/>
              </a:solidFill>
              <a:latin typeface="Poppins Medium"/>
              <a:ea typeface="Poppins Medium"/>
              <a:cs typeface="Poppins Medium"/>
              <a:sym typeface="Poppins Medium"/>
            </a:endParaRPr>
          </a:p>
        </p:txBody>
      </p:sp>
      <p:sp>
        <p:nvSpPr>
          <p:cNvPr id="484" name="Google Shape;484;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5" name="Google Shape;485;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86" name="Google Shape;486;g2c157a2fb06_0_798"/>
          <p:cNvGrpSpPr/>
          <p:nvPr/>
        </p:nvGrpSpPr>
        <p:grpSpPr>
          <a:xfrm>
            <a:off x="662575" y="6212475"/>
            <a:ext cx="586800" cy="571500"/>
            <a:chOff x="662575" y="6212475"/>
            <a:chExt cx="586800" cy="571500"/>
          </a:xfrm>
        </p:grpSpPr>
        <p:sp>
          <p:nvSpPr>
            <p:cNvPr id="487" name="Google Shape;487;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8" name="Google Shape;488;g2c157a2fb06_0_79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79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0" name="Google Shape;490;g2c157a2fb06_0_798"/>
          <p:cNvGrpSpPr/>
          <p:nvPr/>
        </p:nvGrpSpPr>
        <p:grpSpPr>
          <a:xfrm>
            <a:off x="7894350" y="6212475"/>
            <a:ext cx="586800" cy="571500"/>
            <a:chOff x="7894350" y="6212475"/>
            <a:chExt cx="586800" cy="571500"/>
          </a:xfrm>
        </p:grpSpPr>
        <p:sp>
          <p:nvSpPr>
            <p:cNvPr id="491" name="Google Shape;491;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2" name="Google Shape;492;g2c157a2fb06_0_79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79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94"/>
        <p:cNvGrpSpPr/>
        <p:nvPr/>
      </p:nvGrpSpPr>
      <p:grpSpPr>
        <a:xfrm>
          <a:off x="0" y="0"/>
          <a:ext cx="0" cy="0"/>
          <a:chOff x="0" y="0"/>
          <a:chExt cx="0" cy="0"/>
        </a:xfrm>
      </p:grpSpPr>
      <p:sp>
        <p:nvSpPr>
          <p:cNvPr id="495" name="Google Shape;495;g2c157a2fb06_0_82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6" name="Google Shape;496;g2c157a2fb06_0_82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7" name="Google Shape;497;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8" name="Google Shape;498;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99" name="Google Shape;499;g2c157a2fb06_0_82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0" name="Google Shape;500;g2c157a2fb06_0_82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2" name="Google Shape;502;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503" name="Google Shape;503;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4" name="Google Shape;504;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505" name="Google Shape;505;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06" name="Google Shape;506;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507" name="Google Shape;507;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08" name="Google Shape;508;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509" name="Google Shape;509;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0" name="Google Shape;510;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11" name="Google Shape;511;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Sentence</a:t>
            </a:r>
            <a:endParaRPr sz="3000" b="0" i="0" u="none" strike="noStrike" cap="none">
              <a:solidFill>
                <a:srgbClr val="2F286F"/>
              </a:solidFill>
              <a:latin typeface="Poppins Medium"/>
              <a:ea typeface="Poppins Medium"/>
              <a:cs typeface="Poppins Medium"/>
              <a:sym typeface="Poppins Medium"/>
            </a:endParaRPr>
          </a:p>
        </p:txBody>
      </p:sp>
      <p:sp>
        <p:nvSpPr>
          <p:cNvPr id="512" name="Google Shape;512;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13" name="Google Shape;513;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14" name="Google Shape;514;g2c157a2fb06_0_825"/>
          <p:cNvGrpSpPr/>
          <p:nvPr/>
        </p:nvGrpSpPr>
        <p:grpSpPr>
          <a:xfrm>
            <a:off x="662575" y="6212475"/>
            <a:ext cx="586800" cy="571500"/>
            <a:chOff x="662575" y="6212475"/>
            <a:chExt cx="586800" cy="571500"/>
          </a:xfrm>
        </p:grpSpPr>
        <p:sp>
          <p:nvSpPr>
            <p:cNvPr id="515" name="Google Shape;515;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82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7" name="Google Shape;517;g2c157a2fb06_0_82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8" name="Google Shape;518;g2c157a2fb06_0_825"/>
          <p:cNvGrpSpPr/>
          <p:nvPr/>
        </p:nvGrpSpPr>
        <p:grpSpPr>
          <a:xfrm>
            <a:off x="7894350" y="6212475"/>
            <a:ext cx="586800" cy="571500"/>
            <a:chOff x="7894350" y="6212475"/>
            <a:chExt cx="586800" cy="571500"/>
          </a:xfrm>
        </p:grpSpPr>
        <p:sp>
          <p:nvSpPr>
            <p:cNvPr id="519" name="Google Shape;519;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0" name="Google Shape;520;g2c157a2fb06_0_82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1" name="Google Shape;521;g2c157a2fb06_0_82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522"/>
        <p:cNvGrpSpPr/>
        <p:nvPr/>
      </p:nvGrpSpPr>
      <p:grpSpPr>
        <a:xfrm>
          <a:off x="0" y="0"/>
          <a:ext cx="0" cy="0"/>
          <a:chOff x="0" y="0"/>
          <a:chExt cx="0" cy="0"/>
        </a:xfrm>
      </p:grpSpPr>
      <p:sp>
        <p:nvSpPr>
          <p:cNvPr id="523" name="Google Shape;523;g2c157a2fb06_0_70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4" name="Google Shape;524;g2c157a2fb06_0_70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5" name="Google Shape;525;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26" name="Google Shape;526;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27" name="Google Shape;527;g2c157a2fb06_0_70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70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9" name="Google Shape;529;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0" name="Google Shape;530;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1" name="Google Shape;531;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2" name="Google Shape;532;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3" name="Google Shape;533;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4" name="Google Shape;534;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5" name="Google Shape;535;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36" name="Google Shape;536;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37" name="Google Shape;537;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Hands Up, Pair Up</a:t>
            </a:r>
            <a:endParaRPr sz="3000" b="0" i="0" u="none" strike="noStrike" cap="none">
              <a:solidFill>
                <a:srgbClr val="2F286F"/>
              </a:solidFill>
              <a:latin typeface="Poppins Medium"/>
              <a:ea typeface="Poppins Medium"/>
              <a:cs typeface="Poppins Medium"/>
              <a:sym typeface="Poppins Medium"/>
            </a:endParaRPr>
          </a:p>
        </p:txBody>
      </p:sp>
      <p:sp>
        <p:nvSpPr>
          <p:cNvPr id="538" name="Google Shape;538;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39" name="Google Shape;539;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40" name="Google Shape;540;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41" name="Google Shape;541;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42" name="Google Shape;542;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3" name="Google Shape;543;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44" name="Google Shape;544;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5" name="Google Shape;545;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46" name="Google Shape;546;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7" name="Google Shape;547;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48" name="Google Shape;548;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50" name="Google Shape;550;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1" name="Google Shape;551;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52" name="Google Shape;552;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53" name="Google Shape;553;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54" name="Google Shape;554;g2c157a2fb06_0_700"/>
          <p:cNvGrpSpPr/>
          <p:nvPr/>
        </p:nvGrpSpPr>
        <p:grpSpPr>
          <a:xfrm>
            <a:off x="662575" y="6212475"/>
            <a:ext cx="586800" cy="571500"/>
            <a:chOff x="662575" y="6212475"/>
            <a:chExt cx="586800" cy="571500"/>
          </a:xfrm>
        </p:grpSpPr>
        <p:sp>
          <p:nvSpPr>
            <p:cNvPr id="555" name="Google Shape;555;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6" name="Google Shape;556;g2c157a2fb06_0_70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7" name="Google Shape;557;g2c157a2fb06_0_70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8" name="Google Shape;558;g2c157a2fb06_0_700"/>
          <p:cNvGrpSpPr/>
          <p:nvPr/>
        </p:nvGrpSpPr>
        <p:grpSpPr>
          <a:xfrm>
            <a:off x="7894350" y="6212475"/>
            <a:ext cx="586800" cy="571500"/>
            <a:chOff x="7894350" y="6212475"/>
            <a:chExt cx="586800" cy="571500"/>
          </a:xfrm>
        </p:grpSpPr>
        <p:sp>
          <p:nvSpPr>
            <p:cNvPr id="559" name="Google Shape;559;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0" name="Google Shape;560;g2c157a2fb06_0_70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1" name="Google Shape;561;g2c157a2fb06_0_70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62"/>
        <p:cNvGrpSpPr/>
        <p:nvPr/>
      </p:nvGrpSpPr>
      <p:grpSpPr>
        <a:xfrm>
          <a:off x="0" y="0"/>
          <a:ext cx="0" cy="0"/>
          <a:chOff x="0" y="0"/>
          <a:chExt cx="0" cy="0"/>
        </a:xfrm>
      </p:grpSpPr>
      <p:sp>
        <p:nvSpPr>
          <p:cNvPr id="563" name="Google Shape;563;g2c157a2fb06_0_9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9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5" name="Google Shape;565;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66" name="Google Shape;566;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67" name="Google Shape;567;g2c157a2fb06_0_9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9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0" name="Google Shape;570;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1" name="Google Shape;571;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2" name="Google Shape;572;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73" name="Google Shape;573;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74" name="Google Shape;574;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Bingo</a:t>
            </a:r>
            <a:endParaRPr sz="3000" b="0" i="0" u="none" strike="noStrike" cap="none">
              <a:solidFill>
                <a:srgbClr val="2F286F"/>
              </a:solidFill>
              <a:latin typeface="Poppins Medium"/>
              <a:ea typeface="Poppins Medium"/>
              <a:cs typeface="Poppins Medium"/>
              <a:sym typeface="Poppins Medium"/>
            </a:endParaRPr>
          </a:p>
        </p:txBody>
      </p:sp>
      <p:cxnSp>
        <p:nvCxnSpPr>
          <p:cNvPr id="575" name="Google Shape;575;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76" name="Google Shape;576;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77" name="Google Shape;577;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78" name="Google Shape;578;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79" name="Google Shape;579;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80" name="Google Shape;580;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81" name="Google Shape;581;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82" name="Google Shape;582;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83" name="Google Shape;583;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84" name="Google Shape;584;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85" name="Google Shape;585;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86" name="Google Shape;586;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87" name="Google Shape;587;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88" name="Google Shape;588;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89" name="Google Shape;589;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90" name="Google Shape;590;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91" name="Google Shape;591;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92" name="Google Shape;592;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93" name="Google Shape;593;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94" name="Google Shape;594;g2c157a2fb06_0_932"/>
          <p:cNvGrpSpPr/>
          <p:nvPr/>
        </p:nvGrpSpPr>
        <p:grpSpPr>
          <a:xfrm>
            <a:off x="662575" y="6212475"/>
            <a:ext cx="586800" cy="571500"/>
            <a:chOff x="662575" y="6212475"/>
            <a:chExt cx="586800" cy="571500"/>
          </a:xfrm>
        </p:grpSpPr>
        <p:sp>
          <p:nvSpPr>
            <p:cNvPr id="595" name="Google Shape;595;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9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7" name="Google Shape;597;g2c157a2fb06_0_9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8" name="Google Shape;598;g2c157a2fb06_0_932"/>
          <p:cNvGrpSpPr/>
          <p:nvPr/>
        </p:nvGrpSpPr>
        <p:grpSpPr>
          <a:xfrm>
            <a:off x="7894350" y="6212475"/>
            <a:ext cx="586800" cy="571500"/>
            <a:chOff x="7894350" y="6212475"/>
            <a:chExt cx="586800" cy="571500"/>
          </a:xfrm>
        </p:grpSpPr>
        <p:sp>
          <p:nvSpPr>
            <p:cNvPr id="599" name="Google Shape;599;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0" name="Google Shape;600;g2c157a2fb06_0_9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1" name="Google Shape;601;g2c157a2fb06_0_9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602"/>
        <p:cNvGrpSpPr/>
        <p:nvPr/>
      </p:nvGrpSpPr>
      <p:grpSpPr>
        <a:xfrm>
          <a:off x="0" y="0"/>
          <a:ext cx="0" cy="0"/>
          <a:chOff x="0" y="0"/>
          <a:chExt cx="0" cy="0"/>
        </a:xfrm>
      </p:grpSpPr>
      <p:sp>
        <p:nvSpPr>
          <p:cNvPr id="603" name="Google Shape;603;g2c157a2fb06_0_104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04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5" name="Google Shape;605;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06" name="Google Shape;606;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607" name="Google Shape;607;g2c157a2fb06_0_104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8" name="Google Shape;608;g2c157a2fb06_0_104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9" name="Google Shape;609;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0" name="Google Shape;610;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611" name="Google Shape;611;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612" name="Google Shape;612;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613" name="Google Shape;613;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14" name="Google Shape;614;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15" name="Google Shape;615;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16" name="Google Shape;616;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17" name="Google Shape;617;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18" name="Google Shape;618;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19" name="Google Shape;619;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20" name="Google Shape;620;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21" name="Google Shape;621;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22" name="Google Shape;622;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23" name="Google Shape;623;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24" name="Google Shape;624;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25" name="Google Shape;625;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626" name="Google Shape;626;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Lucky Dip</a:t>
            </a:r>
            <a:endParaRPr sz="3000" b="0" i="0" u="none" strike="noStrike" cap="none">
              <a:solidFill>
                <a:srgbClr val="2F286F"/>
              </a:solidFill>
              <a:latin typeface="Poppins Medium"/>
              <a:ea typeface="Poppins Medium"/>
              <a:cs typeface="Poppins Medium"/>
              <a:sym typeface="Poppins Medium"/>
            </a:endParaRPr>
          </a:p>
        </p:txBody>
      </p:sp>
      <p:sp>
        <p:nvSpPr>
          <p:cNvPr id="627" name="Google Shape;627;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28" name="Google Shape;628;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629" name="Google Shape;629;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30" name="Google Shape;630;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631" name="Google Shape;631;g2c157a2fb06_0_1045"/>
          <p:cNvGrpSpPr/>
          <p:nvPr/>
        </p:nvGrpSpPr>
        <p:grpSpPr>
          <a:xfrm>
            <a:off x="662575" y="6212475"/>
            <a:ext cx="586800" cy="571500"/>
            <a:chOff x="662575" y="6212475"/>
            <a:chExt cx="586800" cy="571500"/>
          </a:xfrm>
        </p:grpSpPr>
        <p:sp>
          <p:nvSpPr>
            <p:cNvPr id="632" name="Google Shape;632;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3" name="Google Shape;633;g2c157a2fb06_0_104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4" name="Google Shape;634;g2c157a2fb06_0_104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35" name="Google Shape;635;g2c157a2fb06_0_1045"/>
          <p:cNvGrpSpPr/>
          <p:nvPr/>
        </p:nvGrpSpPr>
        <p:grpSpPr>
          <a:xfrm>
            <a:off x="7894350" y="6212475"/>
            <a:ext cx="586800" cy="571500"/>
            <a:chOff x="7894350" y="6212475"/>
            <a:chExt cx="586800" cy="571500"/>
          </a:xfrm>
        </p:grpSpPr>
        <p:sp>
          <p:nvSpPr>
            <p:cNvPr id="636" name="Google Shape;636;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7" name="Google Shape;637;g2c157a2fb06_0_104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8" name="Google Shape;638;g2c157a2fb06_0_104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639"/>
        <p:cNvGrpSpPr/>
        <p:nvPr/>
      </p:nvGrpSpPr>
      <p:grpSpPr>
        <a:xfrm>
          <a:off x="0" y="0"/>
          <a:ext cx="0" cy="0"/>
          <a:chOff x="0" y="0"/>
          <a:chExt cx="0" cy="0"/>
        </a:xfrm>
      </p:grpSpPr>
      <p:sp>
        <p:nvSpPr>
          <p:cNvPr id="640" name="Google Shape;640;g2c157a2fb06_0_111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1" name="Google Shape;641;g2c157a2fb06_0_111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2" name="Google Shape;642;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43" name="Google Shape;643;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644" name="Google Shape;644;g2c157a2fb06_0_111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5" name="Google Shape;645;g2c157a2fb06_0_111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6" name="Google Shape;646;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47" name="Google Shape;647;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48" name="Google Shape;648;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49" name="Google Shape;649;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50" name="Google Shape;650;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51" name="Google Shape;651;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652" name="Google Shape;652;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Countdown</a:t>
            </a:r>
            <a:endParaRPr sz="3000" b="0" i="0" u="none" strike="noStrike" cap="none">
              <a:solidFill>
                <a:srgbClr val="2F286F"/>
              </a:solidFill>
              <a:latin typeface="Poppins Medium"/>
              <a:ea typeface="Poppins Medium"/>
              <a:cs typeface="Poppins Medium"/>
              <a:sym typeface="Poppins Medium"/>
            </a:endParaRPr>
          </a:p>
        </p:txBody>
      </p:sp>
      <p:sp>
        <p:nvSpPr>
          <p:cNvPr id="653" name="Google Shape;653;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54" name="Google Shape;654;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55" name="Google Shape;655;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56" name="Google Shape;656;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57" name="Google Shape;657;g2c157a2fb06_0_1110"/>
          <p:cNvGrpSpPr/>
          <p:nvPr/>
        </p:nvGrpSpPr>
        <p:grpSpPr>
          <a:xfrm>
            <a:off x="5806200" y="1807463"/>
            <a:ext cx="756300" cy="146700"/>
            <a:chOff x="5806200" y="1807463"/>
            <a:chExt cx="756300" cy="146700"/>
          </a:xfrm>
        </p:grpSpPr>
        <p:sp>
          <p:nvSpPr>
            <p:cNvPr id="658" name="Google Shape;658;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9" name="Google Shape;659;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0" name="Google Shape;660;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61" name="Google Shape;661;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62" name="Google Shape;662;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63" name="Google Shape;663;g2c157a2fb06_0_1110"/>
          <p:cNvGrpSpPr/>
          <p:nvPr/>
        </p:nvGrpSpPr>
        <p:grpSpPr>
          <a:xfrm>
            <a:off x="5806200" y="2842438"/>
            <a:ext cx="756300" cy="146700"/>
            <a:chOff x="5806200" y="1807463"/>
            <a:chExt cx="756300" cy="146700"/>
          </a:xfrm>
        </p:grpSpPr>
        <p:sp>
          <p:nvSpPr>
            <p:cNvPr id="664" name="Google Shape;664;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5" name="Google Shape;665;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6" name="Google Shape;666;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67" name="Google Shape;667;g2c157a2fb06_0_1110"/>
          <p:cNvGrpSpPr/>
          <p:nvPr/>
        </p:nvGrpSpPr>
        <p:grpSpPr>
          <a:xfrm>
            <a:off x="5806200" y="3877413"/>
            <a:ext cx="756300" cy="146700"/>
            <a:chOff x="5806200" y="1807463"/>
            <a:chExt cx="756300" cy="146700"/>
          </a:xfrm>
        </p:grpSpPr>
        <p:sp>
          <p:nvSpPr>
            <p:cNvPr id="668" name="Google Shape;668;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9" name="Google Shape;669;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0" name="Google Shape;670;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71" name="Google Shape;671;g2c157a2fb06_0_1110"/>
          <p:cNvGrpSpPr/>
          <p:nvPr/>
        </p:nvGrpSpPr>
        <p:grpSpPr>
          <a:xfrm>
            <a:off x="662575" y="6212475"/>
            <a:ext cx="586800" cy="571500"/>
            <a:chOff x="662575" y="6212475"/>
            <a:chExt cx="586800" cy="571500"/>
          </a:xfrm>
        </p:grpSpPr>
        <p:sp>
          <p:nvSpPr>
            <p:cNvPr id="672" name="Google Shape;672;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3" name="Google Shape;673;g2c157a2fb06_0_111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4" name="Google Shape;674;g2c157a2fb06_0_111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75" name="Google Shape;675;g2c157a2fb06_0_1110"/>
          <p:cNvGrpSpPr/>
          <p:nvPr/>
        </p:nvGrpSpPr>
        <p:grpSpPr>
          <a:xfrm>
            <a:off x="7894350" y="6212475"/>
            <a:ext cx="586800" cy="571500"/>
            <a:chOff x="7894350" y="6212475"/>
            <a:chExt cx="586800" cy="571500"/>
          </a:xfrm>
        </p:grpSpPr>
        <p:sp>
          <p:nvSpPr>
            <p:cNvPr id="676" name="Google Shape;676;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7" name="Google Shape;677;g2c157a2fb06_0_111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8" name="Google Shape;678;g2c157a2fb06_0_111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79"/>
        <p:cNvGrpSpPr/>
        <p:nvPr/>
      </p:nvGrpSpPr>
      <p:grpSpPr>
        <a:xfrm>
          <a:off x="0" y="0"/>
          <a:ext cx="0" cy="0"/>
          <a:chOff x="0" y="0"/>
          <a:chExt cx="0" cy="0"/>
        </a:xfrm>
      </p:grpSpPr>
      <p:sp>
        <p:nvSpPr>
          <p:cNvPr id="680" name="Google Shape;680;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1" name="Google Shape;681;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2" name="Google Shape;682;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3" name="Google Shape;683;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84" name="Google Shape;684;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5" name="Google Shape;685;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6" name="Google Shape;686;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87" name="Google Shape;687;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88" name="Google Shape;688;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89" name="Google Shape;689;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90" name="Google Shape;690;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91" name="Google Shape;691;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92" name="Google Shape;692;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93" name="Google Shape;693;p30"/>
          <p:cNvGrpSpPr/>
          <p:nvPr/>
        </p:nvGrpSpPr>
        <p:grpSpPr>
          <a:xfrm>
            <a:off x="6022940" y="5341706"/>
            <a:ext cx="594501" cy="305904"/>
            <a:chOff x="5672081" y="1914352"/>
            <a:chExt cx="792668" cy="305904"/>
          </a:xfrm>
        </p:grpSpPr>
        <p:sp>
          <p:nvSpPr>
            <p:cNvPr id="694" name="Google Shape;694;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95" name="Google Shape;695;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96" name="Google Shape;696;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97" name="Google Shape;697;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98" name="Google Shape;698;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99" name="Google Shape;699;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0" name="Google Shape;700;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1" name="Google Shape;701;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2" name="Google Shape;702;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3" name="Google Shape;703;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4" name="Google Shape;704;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705" name="Google Shape;705;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706" name="Google Shape;706;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7" name="Google Shape;707;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8" name="Google Shape;708;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9" name="Google Shape;709;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0" name="Google Shape;710;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1" name="Google Shape;711;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2" name="Google Shape;712;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3" name="Google Shape;713;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714" name="Google Shape;714;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715" name="Google Shape;715;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716" name="Google Shape;716;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717" name="Google Shape;717;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718" name="Google Shape;718;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719" name="Google Shape;719;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720" name="Google Shape;720;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1" name="Google Shape;721;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2" name="Google Shape;722;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723" name="Google Shape;723;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724" name="Google Shape;724;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725"/>
        <p:cNvGrpSpPr/>
        <p:nvPr/>
      </p:nvGrpSpPr>
      <p:grpSpPr>
        <a:xfrm>
          <a:off x="0" y="0"/>
          <a:ext cx="0" cy="0"/>
          <a:chOff x="0" y="0"/>
          <a:chExt cx="0" cy="0"/>
        </a:xfrm>
      </p:grpSpPr>
      <p:sp>
        <p:nvSpPr>
          <p:cNvPr id="726" name="Google Shape;726;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27" name="Google Shape;727;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728" name="Google Shape;728;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729"/>
        <p:cNvGrpSpPr/>
        <p:nvPr/>
      </p:nvGrpSpPr>
      <p:grpSpPr>
        <a:xfrm>
          <a:off x="0" y="0"/>
          <a:ext cx="0" cy="0"/>
          <a:chOff x="0" y="0"/>
          <a:chExt cx="0" cy="0"/>
        </a:xfrm>
      </p:grpSpPr>
      <p:sp>
        <p:nvSpPr>
          <p:cNvPr id="730" name="Google Shape;730;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31" name="Google Shape;731;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732" name="Google Shape;732;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 id="2147483668" r:id="rId17"/>
    <p:sldLayoutId id="2147483669" r:id="rId18"/>
    <p:sldLayoutId id="2147483670" r:id="rId19"/>
    <p:sldLayoutId id="2147483671" r:id="rId20"/>
    <p:sldLayoutId id="2147483672" r:id="rId21"/>
    <p:sldLayoutId id="2147483673"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slide" Target="slide9.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slide" Target="slide5.xml"/><Relationship Id="rId5" Type="http://schemas.openxmlformats.org/officeDocument/2006/relationships/image" Target="../media/image10.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18" Type="http://schemas.openxmlformats.org/officeDocument/2006/relationships/image" Target="../media/image26.png"/><Relationship Id="rId3" Type="http://schemas.openxmlformats.org/officeDocument/2006/relationships/image" Target="../media/image11.png"/><Relationship Id="rId21" Type="http://schemas.openxmlformats.org/officeDocument/2006/relationships/image" Target="../media/image29.png"/><Relationship Id="rId7" Type="http://schemas.openxmlformats.org/officeDocument/2006/relationships/image" Target="../media/image15.png"/><Relationship Id="rId12" Type="http://schemas.openxmlformats.org/officeDocument/2006/relationships/image" Target="../media/image20.png"/><Relationship Id="rId17" Type="http://schemas.openxmlformats.org/officeDocument/2006/relationships/image" Target="../media/image25.png"/><Relationship Id="rId25" Type="http://schemas.openxmlformats.org/officeDocument/2006/relationships/image" Target="../media/image33.png"/><Relationship Id="rId2" Type="http://schemas.openxmlformats.org/officeDocument/2006/relationships/notesSlide" Target="../notesSlides/notesSlide3.xml"/><Relationship Id="rId16" Type="http://schemas.openxmlformats.org/officeDocument/2006/relationships/image" Target="../media/image24.png"/><Relationship Id="rId20" Type="http://schemas.openxmlformats.org/officeDocument/2006/relationships/image" Target="../media/image28.png"/><Relationship Id="rId1" Type="http://schemas.openxmlformats.org/officeDocument/2006/relationships/slideLayout" Target="../slideLayouts/slideLayout3.xml"/><Relationship Id="rId6" Type="http://schemas.openxmlformats.org/officeDocument/2006/relationships/image" Target="../media/image14.png"/><Relationship Id="rId11" Type="http://schemas.openxmlformats.org/officeDocument/2006/relationships/image" Target="../media/image19.png"/><Relationship Id="rId24" Type="http://schemas.openxmlformats.org/officeDocument/2006/relationships/image" Target="../media/image32.png"/><Relationship Id="rId5" Type="http://schemas.openxmlformats.org/officeDocument/2006/relationships/image" Target="../media/image13.png"/><Relationship Id="rId15" Type="http://schemas.openxmlformats.org/officeDocument/2006/relationships/image" Target="../media/image23.png"/><Relationship Id="rId23" Type="http://schemas.openxmlformats.org/officeDocument/2006/relationships/image" Target="../media/image31.png"/><Relationship Id="rId10" Type="http://schemas.openxmlformats.org/officeDocument/2006/relationships/image" Target="../media/image18.png"/><Relationship Id="rId19" Type="http://schemas.openxmlformats.org/officeDocument/2006/relationships/image" Target="../media/image27.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 Id="rId22" Type="http://schemas.openxmlformats.org/officeDocument/2006/relationships/image" Target="../media/image30.png"/></Relationships>
</file>

<file path=ppt/slides/_rels/slide4.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4.png"/><Relationship Id="rId18" Type="http://schemas.openxmlformats.org/officeDocument/2006/relationships/image" Target="../media/image49.png"/><Relationship Id="rId26" Type="http://schemas.openxmlformats.org/officeDocument/2006/relationships/image" Target="../media/image57.png"/><Relationship Id="rId3" Type="http://schemas.openxmlformats.org/officeDocument/2006/relationships/image" Target="../media/image34.png"/><Relationship Id="rId21" Type="http://schemas.openxmlformats.org/officeDocument/2006/relationships/image" Target="../media/image52.png"/><Relationship Id="rId7" Type="http://schemas.openxmlformats.org/officeDocument/2006/relationships/image" Target="../media/image38.png"/><Relationship Id="rId12" Type="http://schemas.openxmlformats.org/officeDocument/2006/relationships/image" Target="../media/image43.png"/><Relationship Id="rId17" Type="http://schemas.openxmlformats.org/officeDocument/2006/relationships/image" Target="../media/image48.png"/><Relationship Id="rId25" Type="http://schemas.openxmlformats.org/officeDocument/2006/relationships/image" Target="../media/image56.png"/><Relationship Id="rId2" Type="http://schemas.openxmlformats.org/officeDocument/2006/relationships/notesSlide" Target="../notesSlides/notesSlide4.xml"/><Relationship Id="rId16" Type="http://schemas.openxmlformats.org/officeDocument/2006/relationships/image" Target="../media/image47.png"/><Relationship Id="rId20" Type="http://schemas.openxmlformats.org/officeDocument/2006/relationships/image" Target="../media/image51.png"/><Relationship Id="rId1" Type="http://schemas.openxmlformats.org/officeDocument/2006/relationships/slideLayout" Target="../slideLayouts/slideLayout3.xml"/><Relationship Id="rId6" Type="http://schemas.openxmlformats.org/officeDocument/2006/relationships/image" Target="../media/image37.png"/><Relationship Id="rId11" Type="http://schemas.openxmlformats.org/officeDocument/2006/relationships/image" Target="../media/image42.png"/><Relationship Id="rId24" Type="http://schemas.openxmlformats.org/officeDocument/2006/relationships/image" Target="../media/image55.png"/><Relationship Id="rId5" Type="http://schemas.openxmlformats.org/officeDocument/2006/relationships/image" Target="../media/image36.png"/><Relationship Id="rId15" Type="http://schemas.openxmlformats.org/officeDocument/2006/relationships/image" Target="../media/image46.png"/><Relationship Id="rId23" Type="http://schemas.openxmlformats.org/officeDocument/2006/relationships/image" Target="../media/image54.png"/><Relationship Id="rId10" Type="http://schemas.openxmlformats.org/officeDocument/2006/relationships/image" Target="../media/image41.png"/><Relationship Id="rId19" Type="http://schemas.openxmlformats.org/officeDocument/2006/relationships/image" Target="../media/image50.png"/><Relationship Id="rId4" Type="http://schemas.openxmlformats.org/officeDocument/2006/relationships/image" Target="../media/image35.png"/><Relationship Id="rId9" Type="http://schemas.openxmlformats.org/officeDocument/2006/relationships/image" Target="../media/image40.png"/><Relationship Id="rId14" Type="http://schemas.openxmlformats.org/officeDocument/2006/relationships/image" Target="../media/image45.png"/><Relationship Id="rId22" Type="http://schemas.openxmlformats.org/officeDocument/2006/relationships/image" Target="../media/image53.png"/></Relationships>
</file>

<file path=ppt/slides/_rels/slide5.xml.rels><?xml version="1.0" encoding="UTF-8" standalone="yes"?>
<Relationships xmlns="http://schemas.openxmlformats.org/package/2006/relationships"><Relationship Id="rId8" Type="http://schemas.openxmlformats.org/officeDocument/2006/relationships/image" Target="../media/image62.png"/><Relationship Id="rId13" Type="http://schemas.openxmlformats.org/officeDocument/2006/relationships/image" Target="../media/image67.png"/><Relationship Id="rId3" Type="http://schemas.openxmlformats.org/officeDocument/2006/relationships/image" Target="../media/image9.png"/><Relationship Id="rId7" Type="http://schemas.openxmlformats.org/officeDocument/2006/relationships/image" Target="../media/image61.png"/><Relationship Id="rId12" Type="http://schemas.openxmlformats.org/officeDocument/2006/relationships/image" Target="../media/image66.png"/><Relationship Id="rId2" Type="http://schemas.openxmlformats.org/officeDocument/2006/relationships/notesSlide" Target="../notesSlides/notesSlide5.xml"/><Relationship Id="rId16" Type="http://schemas.openxmlformats.org/officeDocument/2006/relationships/image" Target="../media/image70.png"/><Relationship Id="rId1" Type="http://schemas.openxmlformats.org/officeDocument/2006/relationships/slideLayout" Target="../slideLayouts/slideLayout3.xml"/><Relationship Id="rId6" Type="http://schemas.openxmlformats.org/officeDocument/2006/relationships/image" Target="../media/image60.png"/><Relationship Id="rId11" Type="http://schemas.openxmlformats.org/officeDocument/2006/relationships/image" Target="../media/image65.png"/><Relationship Id="rId5" Type="http://schemas.openxmlformats.org/officeDocument/2006/relationships/image" Target="../media/image59.png"/><Relationship Id="rId15" Type="http://schemas.openxmlformats.org/officeDocument/2006/relationships/image" Target="../media/image69.png"/><Relationship Id="rId10" Type="http://schemas.openxmlformats.org/officeDocument/2006/relationships/image" Target="../media/image64.png"/><Relationship Id="rId4" Type="http://schemas.openxmlformats.org/officeDocument/2006/relationships/image" Target="../media/image58.png"/><Relationship Id="rId9" Type="http://schemas.openxmlformats.org/officeDocument/2006/relationships/image" Target="../media/image63.png"/><Relationship Id="rId14" Type="http://schemas.openxmlformats.org/officeDocument/2006/relationships/image" Target="../media/image68.png"/></Relationships>
</file>

<file path=ppt/slides/_rels/slide6.xml.rels><?xml version="1.0" encoding="UTF-8" standalone="yes"?>
<Relationships xmlns="http://schemas.openxmlformats.org/package/2006/relationships"><Relationship Id="rId8" Type="http://schemas.openxmlformats.org/officeDocument/2006/relationships/image" Target="../media/image76.png"/><Relationship Id="rId13" Type="http://schemas.openxmlformats.org/officeDocument/2006/relationships/image" Target="../media/image81.png"/><Relationship Id="rId18" Type="http://schemas.openxmlformats.org/officeDocument/2006/relationships/image" Target="../media/image6.png"/><Relationship Id="rId26" Type="http://schemas.openxmlformats.org/officeDocument/2006/relationships/image" Target="../media/image90.png"/><Relationship Id="rId3" Type="http://schemas.openxmlformats.org/officeDocument/2006/relationships/image" Target="../media/image71.png"/><Relationship Id="rId21" Type="http://schemas.openxmlformats.org/officeDocument/2006/relationships/image" Target="../media/image85.png"/><Relationship Id="rId7" Type="http://schemas.openxmlformats.org/officeDocument/2006/relationships/image" Target="../media/image75.png"/><Relationship Id="rId12" Type="http://schemas.openxmlformats.org/officeDocument/2006/relationships/image" Target="../media/image80.png"/><Relationship Id="rId17" Type="http://schemas.openxmlformats.org/officeDocument/2006/relationships/image" Target="../media/image7.png"/><Relationship Id="rId25" Type="http://schemas.openxmlformats.org/officeDocument/2006/relationships/image" Target="../media/image89.png"/><Relationship Id="rId2" Type="http://schemas.openxmlformats.org/officeDocument/2006/relationships/notesSlide" Target="../notesSlides/notesSlide6.xml"/><Relationship Id="rId16" Type="http://schemas.openxmlformats.org/officeDocument/2006/relationships/image" Target="../media/image8.png"/><Relationship Id="rId20" Type="http://schemas.openxmlformats.org/officeDocument/2006/relationships/image" Target="../media/image84.png"/><Relationship Id="rId1" Type="http://schemas.openxmlformats.org/officeDocument/2006/relationships/slideLayout" Target="../slideLayouts/slideLayout4.xml"/><Relationship Id="rId6" Type="http://schemas.openxmlformats.org/officeDocument/2006/relationships/image" Target="../media/image74.png"/><Relationship Id="rId11" Type="http://schemas.openxmlformats.org/officeDocument/2006/relationships/image" Target="../media/image79.png"/><Relationship Id="rId24" Type="http://schemas.openxmlformats.org/officeDocument/2006/relationships/image" Target="../media/image88.png"/><Relationship Id="rId5" Type="http://schemas.openxmlformats.org/officeDocument/2006/relationships/image" Target="../media/image73.png"/><Relationship Id="rId15" Type="http://schemas.openxmlformats.org/officeDocument/2006/relationships/image" Target="../media/image83.png"/><Relationship Id="rId23" Type="http://schemas.openxmlformats.org/officeDocument/2006/relationships/image" Target="../media/image87.png"/><Relationship Id="rId10" Type="http://schemas.openxmlformats.org/officeDocument/2006/relationships/image" Target="../media/image78.png"/><Relationship Id="rId19" Type="http://schemas.openxmlformats.org/officeDocument/2006/relationships/image" Target="../media/image5.png"/><Relationship Id="rId4" Type="http://schemas.openxmlformats.org/officeDocument/2006/relationships/image" Target="../media/image72.png"/><Relationship Id="rId9" Type="http://schemas.openxmlformats.org/officeDocument/2006/relationships/image" Target="../media/image77.png"/><Relationship Id="rId14" Type="http://schemas.openxmlformats.org/officeDocument/2006/relationships/image" Target="../media/image82.png"/><Relationship Id="rId22" Type="http://schemas.openxmlformats.org/officeDocument/2006/relationships/image" Target="../media/image86.png"/></Relationships>
</file>

<file path=ppt/slides/_rels/slide7.xml.rels><?xml version="1.0" encoding="UTF-8" standalone="yes"?>
<Relationships xmlns="http://schemas.openxmlformats.org/package/2006/relationships"><Relationship Id="rId8" Type="http://schemas.openxmlformats.org/officeDocument/2006/relationships/image" Target="../media/image85.png"/><Relationship Id="rId13" Type="http://schemas.openxmlformats.org/officeDocument/2006/relationships/image" Target="../media/image90.png"/><Relationship Id="rId3" Type="http://schemas.openxmlformats.org/officeDocument/2006/relationships/image" Target="../media/image8.png"/><Relationship Id="rId7" Type="http://schemas.openxmlformats.org/officeDocument/2006/relationships/image" Target="../media/image84.png"/><Relationship Id="rId12" Type="http://schemas.openxmlformats.org/officeDocument/2006/relationships/image" Target="../media/image89.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5.png"/><Relationship Id="rId11" Type="http://schemas.openxmlformats.org/officeDocument/2006/relationships/image" Target="../media/image88.png"/><Relationship Id="rId5" Type="http://schemas.openxmlformats.org/officeDocument/2006/relationships/image" Target="../media/image6.png"/><Relationship Id="rId15" Type="http://schemas.openxmlformats.org/officeDocument/2006/relationships/image" Target="../media/image71.png"/><Relationship Id="rId10" Type="http://schemas.openxmlformats.org/officeDocument/2006/relationships/image" Target="../media/image87.png"/><Relationship Id="rId4" Type="http://schemas.openxmlformats.org/officeDocument/2006/relationships/image" Target="../media/image7.png"/><Relationship Id="rId9" Type="http://schemas.openxmlformats.org/officeDocument/2006/relationships/image" Target="../media/image86.png"/><Relationship Id="rId14" Type="http://schemas.openxmlformats.org/officeDocument/2006/relationships/image" Target="../media/image72.png"/></Relationships>
</file>

<file path=ppt/slides/_rels/slide8.xml.rels><?xml version="1.0" encoding="UTF-8" standalone="yes"?>
<Relationships xmlns="http://schemas.openxmlformats.org/package/2006/relationships"><Relationship Id="rId8" Type="http://schemas.openxmlformats.org/officeDocument/2006/relationships/image" Target="../media/image95.png"/><Relationship Id="rId13" Type="http://schemas.openxmlformats.org/officeDocument/2006/relationships/image" Target="../media/image100.png"/><Relationship Id="rId3" Type="http://schemas.openxmlformats.org/officeDocument/2006/relationships/image" Target="../media/image91.png"/><Relationship Id="rId7" Type="http://schemas.openxmlformats.org/officeDocument/2006/relationships/image" Target="../media/image94.png"/><Relationship Id="rId12" Type="http://schemas.openxmlformats.org/officeDocument/2006/relationships/image" Target="../media/image99.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93.png"/><Relationship Id="rId11" Type="http://schemas.openxmlformats.org/officeDocument/2006/relationships/image" Target="../media/image98.png"/><Relationship Id="rId5" Type="http://schemas.openxmlformats.org/officeDocument/2006/relationships/image" Target="../media/image92.png"/><Relationship Id="rId15" Type="http://schemas.openxmlformats.org/officeDocument/2006/relationships/image" Target="../media/image102.png"/><Relationship Id="rId10" Type="http://schemas.openxmlformats.org/officeDocument/2006/relationships/image" Target="../media/image97.png"/><Relationship Id="rId4" Type="http://schemas.openxmlformats.org/officeDocument/2006/relationships/image" Target="../media/image7.png"/><Relationship Id="rId9" Type="http://schemas.openxmlformats.org/officeDocument/2006/relationships/image" Target="../media/image96.png"/><Relationship Id="rId14" Type="http://schemas.openxmlformats.org/officeDocument/2006/relationships/image" Target="../media/image101.png"/></Relationships>
</file>

<file path=ppt/slides/_rels/slide9.xml.rels><?xml version="1.0" encoding="UTF-8" standalone="yes"?>
<Relationships xmlns="http://schemas.openxmlformats.org/package/2006/relationships"><Relationship Id="rId8" Type="http://schemas.openxmlformats.org/officeDocument/2006/relationships/image" Target="../media/image107.png"/><Relationship Id="rId13" Type="http://schemas.openxmlformats.org/officeDocument/2006/relationships/image" Target="../media/image112.png"/><Relationship Id="rId3" Type="http://schemas.openxmlformats.org/officeDocument/2006/relationships/image" Target="../media/image10.png"/><Relationship Id="rId7" Type="http://schemas.openxmlformats.org/officeDocument/2006/relationships/image" Target="../media/image106.png"/><Relationship Id="rId12" Type="http://schemas.openxmlformats.org/officeDocument/2006/relationships/image" Target="../media/image11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105.png"/><Relationship Id="rId11" Type="http://schemas.openxmlformats.org/officeDocument/2006/relationships/image" Target="../media/image110.png"/><Relationship Id="rId5" Type="http://schemas.openxmlformats.org/officeDocument/2006/relationships/image" Target="../media/image104.png"/><Relationship Id="rId10" Type="http://schemas.openxmlformats.org/officeDocument/2006/relationships/image" Target="../media/image109.png"/><Relationship Id="rId4" Type="http://schemas.openxmlformats.org/officeDocument/2006/relationships/image" Target="../media/image103.png"/><Relationship Id="rId9" Type="http://schemas.openxmlformats.org/officeDocument/2006/relationships/image" Target="../media/image108.png"/></Relationships>
</file>

<file path=ppt/slides/_rels/slide10.xml.rels><?xml version="1.0" encoding="UTF-8" standalone="yes"?>
<Relationships xmlns="http://schemas.openxmlformats.org/package/2006/relationships"><Relationship Id="rId8" Type="http://schemas.openxmlformats.org/officeDocument/2006/relationships/image" Target="../media/image118.png"/><Relationship Id="rId13" Type="http://schemas.openxmlformats.org/officeDocument/2006/relationships/image" Target="../media/image123.png"/><Relationship Id="rId3" Type="http://schemas.openxmlformats.org/officeDocument/2006/relationships/image" Target="../media/image113.png"/><Relationship Id="rId7" Type="http://schemas.openxmlformats.org/officeDocument/2006/relationships/image" Target="../media/image117.png"/><Relationship Id="rId12" Type="http://schemas.openxmlformats.org/officeDocument/2006/relationships/image" Target="../media/image122.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116.png"/><Relationship Id="rId11" Type="http://schemas.openxmlformats.org/officeDocument/2006/relationships/image" Target="../media/image121.png"/><Relationship Id="rId5" Type="http://schemas.openxmlformats.org/officeDocument/2006/relationships/image" Target="../media/image115.png"/><Relationship Id="rId10" Type="http://schemas.openxmlformats.org/officeDocument/2006/relationships/image" Target="../media/image120.png"/><Relationship Id="rId4" Type="http://schemas.openxmlformats.org/officeDocument/2006/relationships/image" Target="../media/image114.png"/><Relationship Id="rId9" Type="http://schemas.openxmlformats.org/officeDocument/2006/relationships/image" Target="../media/image1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36"/>
        <p:cNvGrpSpPr/>
        <p:nvPr/>
      </p:nvGrpSpPr>
      <p:grpSpPr>
        <a:xfrm>
          <a:off x="0" y="0"/>
          <a:ext cx="0" cy="0"/>
          <a:chOff x="0" y="0"/>
          <a:chExt cx="0" cy="0"/>
        </a:xfrm>
      </p:grpSpPr>
      <p:sp>
        <p:nvSpPr>
          <p:cNvPr id="737" name="Google Shape;737;p1"/>
          <p:cNvSpPr txBox="1">
            <a:spLocks noGrp="1"/>
          </p:cNvSpPr>
          <p:nvPr>
            <p:ph type="subTitle" idx="1"/>
          </p:nvPr>
        </p:nvSpPr>
        <p:spPr>
          <a:xfrm>
            <a:off x="884100" y="2693575"/>
            <a:ext cx="39447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rgbClr val="262626"/>
              </a:buClr>
              <a:buSzPts val="3600"/>
              <a:buNone/>
            </a:pPr>
            <a:r>
              <a:rPr lang="en-US" sz="2500"/>
              <a:t>Review Common Exception Words and High Frequency Words</a:t>
            </a:r>
            <a:endParaRPr sz="2500"/>
          </a:p>
        </p:txBody>
      </p:sp>
      <p:sp>
        <p:nvSpPr>
          <p:cNvPr id="738" name="Google Shape;738;p1"/>
          <p:cNvSpPr txBox="1">
            <a:spLocks noGrp="1"/>
          </p:cNvSpPr>
          <p:nvPr>
            <p:ph type="subTitle" idx="2"/>
          </p:nvPr>
        </p:nvSpPr>
        <p:spPr>
          <a:xfrm>
            <a:off x="884092" y="38303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50</a:t>
            </a:r>
            <a:endParaRPr/>
          </a:p>
        </p:txBody>
      </p:sp>
      <p:graphicFrame>
        <p:nvGraphicFramePr>
          <p:cNvPr id="739" name="Google Shape;739;p1"/>
          <p:cNvGraphicFramePr/>
          <p:nvPr/>
        </p:nvGraphicFramePr>
        <p:xfrm>
          <a:off x="4844200" y="1891197"/>
          <a:ext cx="3784950" cy="1678950"/>
        </p:xfrm>
        <a:graphic>
          <a:graphicData uri="http://schemas.openxmlformats.org/drawingml/2006/table">
            <a:tbl>
              <a:tblPr firstRow="1" bandRow="1">
                <a:noFill/>
                <a:tableStyleId>{D041D9C7-0145-4086-B469-0FB3C95FD211}</a:tableStyleId>
              </a:tblPr>
              <a:tblGrid>
                <a:gridCol w="420550">
                  <a:extLst>
                    <a:ext uri="{9D8B030D-6E8A-4147-A177-3AD203B41FA5}">
                      <a16:colId xmlns:a16="http://schemas.microsoft.com/office/drawing/2014/main" val="20000"/>
                    </a:ext>
                  </a:extLst>
                </a:gridCol>
                <a:gridCol w="420550">
                  <a:extLst>
                    <a:ext uri="{9D8B030D-6E8A-4147-A177-3AD203B41FA5}">
                      <a16:colId xmlns:a16="http://schemas.microsoft.com/office/drawing/2014/main" val="20001"/>
                    </a:ext>
                  </a:extLst>
                </a:gridCol>
                <a:gridCol w="420550">
                  <a:extLst>
                    <a:ext uri="{9D8B030D-6E8A-4147-A177-3AD203B41FA5}">
                      <a16:colId xmlns:a16="http://schemas.microsoft.com/office/drawing/2014/main" val="20002"/>
                    </a:ext>
                  </a:extLst>
                </a:gridCol>
                <a:gridCol w="420550">
                  <a:extLst>
                    <a:ext uri="{9D8B030D-6E8A-4147-A177-3AD203B41FA5}">
                      <a16:colId xmlns:a16="http://schemas.microsoft.com/office/drawing/2014/main" val="20003"/>
                    </a:ext>
                  </a:extLst>
                </a:gridCol>
                <a:gridCol w="420550">
                  <a:extLst>
                    <a:ext uri="{9D8B030D-6E8A-4147-A177-3AD203B41FA5}">
                      <a16:colId xmlns:a16="http://schemas.microsoft.com/office/drawing/2014/main" val="20004"/>
                    </a:ext>
                  </a:extLst>
                </a:gridCol>
                <a:gridCol w="420550">
                  <a:extLst>
                    <a:ext uri="{9D8B030D-6E8A-4147-A177-3AD203B41FA5}">
                      <a16:colId xmlns:a16="http://schemas.microsoft.com/office/drawing/2014/main" val="20005"/>
                    </a:ext>
                  </a:extLst>
                </a:gridCol>
                <a:gridCol w="420550">
                  <a:extLst>
                    <a:ext uri="{9D8B030D-6E8A-4147-A177-3AD203B41FA5}">
                      <a16:colId xmlns:a16="http://schemas.microsoft.com/office/drawing/2014/main" val="20006"/>
                    </a:ext>
                  </a:extLst>
                </a:gridCol>
                <a:gridCol w="420550">
                  <a:extLst>
                    <a:ext uri="{9D8B030D-6E8A-4147-A177-3AD203B41FA5}">
                      <a16:colId xmlns:a16="http://schemas.microsoft.com/office/drawing/2014/main" val="20007"/>
                    </a:ext>
                  </a:extLst>
                </a:gridCol>
                <a:gridCol w="420550">
                  <a:extLst>
                    <a:ext uri="{9D8B030D-6E8A-4147-A177-3AD203B41FA5}">
                      <a16:colId xmlns:a16="http://schemas.microsoft.com/office/drawing/2014/main" val="20008"/>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j</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Mulish"/>
                          <a:ea typeface="Mulish"/>
                          <a:cs typeface="Mulish"/>
                          <a:sym typeface="Mulish"/>
                        </a:rPr>
                        <a:t>v</a:t>
                      </a:r>
                      <a:endParaRPr sz="1800" u="none" strike="noStrike" cap="none">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w</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x</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y</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qu</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ch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sh</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th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ng</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latin typeface="Poppins"/>
                          <a:ea typeface="Poppins"/>
                          <a:cs typeface="Poppins"/>
                          <a:sym typeface="Poppins"/>
                        </a:rPr>
                        <a:t>a</a:t>
                      </a:r>
                      <a:r>
                        <a:rPr lang="en-US" sz="1800" u="none" strike="noStrike" cap="none">
                          <a:latin typeface="Jost"/>
                          <a:ea typeface="Jost"/>
                          <a:cs typeface="Jost"/>
                          <a:sym typeface="Jost"/>
                        </a:rPr>
                        <a:t>i</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ee</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igh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a:t>
                      </a:r>
                      <a:r>
                        <a:rPr lang="en-US" sz="1500" u="none" strike="noStrike" cap="none">
                          <a:latin typeface="Poppins"/>
                          <a:ea typeface="Poppins"/>
                          <a:cs typeface="Poppins"/>
                          <a:sym typeface="Poppins"/>
                        </a:rPr>
                        <a:t>a</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oi</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oo</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ow</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latin typeface="Poppins"/>
                          <a:ea typeface="Poppins"/>
                          <a:cs typeface="Poppins"/>
                          <a:sym typeface="Poppins"/>
                        </a:rPr>
                        <a:t>a</a:t>
                      </a:r>
                      <a:r>
                        <a:rPr lang="en-US" sz="1800" u="none" strike="noStrike" cap="none">
                          <a:latin typeface="Jost"/>
                          <a:ea typeface="Jost"/>
                          <a:cs typeface="Jost"/>
                          <a:sym typeface="Jost"/>
                        </a:rPr>
                        <a:t>r</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latin typeface="Poppins"/>
                          <a:ea typeface="Poppins"/>
                          <a:cs typeface="Poppins"/>
                          <a:sym typeface="Poppins"/>
                        </a:rPr>
                        <a:t>a</a:t>
                      </a:r>
                      <a:r>
                        <a:rPr lang="en-US" sz="1800" u="none" strike="noStrike" cap="none">
                          <a:latin typeface="Jost"/>
                          <a:ea typeface="Jost"/>
                          <a:cs typeface="Jost"/>
                          <a:sym typeface="Jost"/>
                        </a:rPr>
                        <a:t>ir</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a:t>
                      </a: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740" name="Google Shape;740;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741" name="Google Shape;741;p1"/>
          <p:cNvCxnSpPr/>
          <p:nvPr/>
        </p:nvCxnSpPr>
        <p:spPr>
          <a:xfrm rot="10800000" flipH="1">
            <a:off x="7974450" y="2287200"/>
            <a:ext cx="35400" cy="24000"/>
          </a:xfrm>
          <a:prstGeom prst="straightConnector1">
            <a:avLst/>
          </a:prstGeom>
          <a:noFill/>
          <a:ln w="19050" cap="flat" cmpd="sng">
            <a:solidFill>
              <a:srgbClr val="000000"/>
            </a:solidFill>
            <a:prstDash val="solid"/>
            <a:round/>
            <a:headEnd type="none" w="sm" len="sm"/>
            <a:tailEnd type="none" w="sm" len="sm"/>
          </a:ln>
        </p:spPr>
      </p:cxnSp>
      <p:sp>
        <p:nvSpPr>
          <p:cNvPr id="742" name="Google Shape;742;p1"/>
          <p:cNvSpPr/>
          <p:nvPr/>
        </p:nvSpPr>
        <p:spPr>
          <a:xfrm>
            <a:off x="4828899" y="5049197"/>
            <a:ext cx="183600" cy="1065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743" name="Google Shape;743;p1"/>
          <p:cNvSpPr/>
          <p:nvPr/>
        </p:nvSpPr>
        <p:spPr>
          <a:xfrm>
            <a:off x="5255759" y="5049197"/>
            <a:ext cx="183600" cy="1065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744" name="Google Shape;744;p1"/>
          <p:cNvPicPr preferRelativeResize="0"/>
          <p:nvPr/>
        </p:nvPicPr>
        <p:blipFill rotWithShape="1">
          <a:blip r:embed="rId3">
            <a:alphaModFix/>
          </a:blip>
          <a:srcRect t="19" b="29"/>
          <a:stretch/>
        </p:blipFill>
        <p:spPr>
          <a:xfrm rot="648185">
            <a:off x="7367470" y="4487461"/>
            <a:ext cx="1333890" cy="953241"/>
          </a:xfrm>
          <a:prstGeom prst="rect">
            <a:avLst/>
          </a:prstGeom>
          <a:noFill/>
          <a:ln>
            <a:noFill/>
          </a:ln>
          <a:effectLst>
            <a:outerShdw blurRad="71438" dist="19050" dir="5400000" algn="bl" rotWithShape="0">
              <a:srgbClr val="000000">
                <a:alpha val="17647"/>
              </a:srgbClr>
            </a:outerShdw>
          </a:effectLst>
        </p:spPr>
      </p:pic>
      <p:pic>
        <p:nvPicPr>
          <p:cNvPr id="745" name="Google Shape;745;p1"/>
          <p:cNvPicPr preferRelativeResize="0"/>
          <p:nvPr/>
        </p:nvPicPr>
        <p:blipFill rotWithShape="1">
          <a:blip r:embed="rId4">
            <a:alphaModFix/>
          </a:blip>
          <a:srcRect l="159" r="159"/>
          <a:stretch/>
        </p:blipFill>
        <p:spPr>
          <a:xfrm rot="133661">
            <a:off x="6292709" y="4219695"/>
            <a:ext cx="1334478" cy="955591"/>
          </a:xfrm>
          <a:prstGeom prst="rect">
            <a:avLst/>
          </a:prstGeom>
          <a:noFill/>
          <a:ln>
            <a:noFill/>
          </a:ln>
          <a:effectLst>
            <a:outerShdw blurRad="71438" dist="19050" dir="5400000" algn="bl" rotWithShape="0">
              <a:srgbClr val="000000">
                <a:alpha val="17647"/>
              </a:srgbClr>
            </a:outerShdw>
          </a:effectLst>
        </p:spPr>
      </p:pic>
      <p:pic>
        <p:nvPicPr>
          <p:cNvPr id="746" name="Google Shape;746;p1"/>
          <p:cNvPicPr preferRelativeResize="0"/>
          <p:nvPr/>
        </p:nvPicPr>
        <p:blipFill rotWithShape="1">
          <a:blip r:embed="rId5">
            <a:alphaModFix/>
          </a:blip>
          <a:srcRect l="19" r="9"/>
          <a:stretch/>
        </p:blipFill>
        <p:spPr>
          <a:xfrm rot="-305105">
            <a:off x="5255740" y="4206861"/>
            <a:ext cx="1336093" cy="955590"/>
          </a:xfrm>
          <a:prstGeom prst="rect">
            <a:avLst/>
          </a:prstGeom>
          <a:noFill/>
          <a:ln>
            <a:noFill/>
          </a:ln>
          <a:effectLst>
            <a:outerShdw blurRad="71438" dist="19050" dir="5400000" algn="bl" rotWithShape="0">
              <a:srgbClr val="000000">
                <a:alpha val="17647"/>
              </a:srgbClr>
            </a:outerShdw>
          </a:effectLst>
        </p:spPr>
      </p:pic>
      <p:pic>
        <p:nvPicPr>
          <p:cNvPr id="747" name="Google Shape;747;p1"/>
          <p:cNvPicPr preferRelativeResize="0"/>
          <p:nvPr/>
        </p:nvPicPr>
        <p:blipFill rotWithShape="1">
          <a:blip r:embed="rId6">
            <a:alphaModFix/>
          </a:blip>
          <a:srcRect t="19" b="29"/>
          <a:stretch/>
        </p:blipFill>
        <p:spPr>
          <a:xfrm rot="-511407">
            <a:off x="4253749" y="4487467"/>
            <a:ext cx="1333892" cy="953242"/>
          </a:xfrm>
          <a:prstGeom prst="rect">
            <a:avLst/>
          </a:prstGeom>
          <a:noFill/>
          <a:ln>
            <a:noFill/>
          </a:ln>
          <a:effectLst>
            <a:outerShdw blurRad="71438" dist="19050" dir="5400000" algn="bl" rotWithShape="0">
              <a:srgbClr val="000000">
                <a:alpha val="17647"/>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52"/>
        <p:cNvGrpSpPr/>
        <p:nvPr/>
      </p:nvGrpSpPr>
      <p:grpSpPr>
        <a:xfrm>
          <a:off x="0" y="0"/>
          <a:ext cx="0" cy="0"/>
          <a:chOff x="0" y="0"/>
          <a:chExt cx="0" cy="0"/>
        </a:xfrm>
      </p:grpSpPr>
      <p:sp>
        <p:nvSpPr>
          <p:cNvPr id="753" name="Google Shape;753;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Common Exception Words and High Frequency Words.</a:t>
            </a:r>
            <a:endParaRPr/>
          </a:p>
        </p:txBody>
      </p:sp>
      <p:sp>
        <p:nvSpPr>
          <p:cNvPr id="754" name="Google Shape;754;g2bee4f4af4b_0_204"/>
          <p:cNvSpPr txBox="1">
            <a:spLocks noGrp="1"/>
          </p:cNvSpPr>
          <p:nvPr>
            <p:ph type="body" idx="2"/>
          </p:nvPr>
        </p:nvSpPr>
        <p:spPr>
          <a:xfrm>
            <a:off x="3298550" y="1709251"/>
            <a:ext cx="4850100" cy="16740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Recall all GPCs learned so far using flashcards.</a:t>
            </a:r>
            <a:endParaRPr/>
          </a:p>
          <a:p>
            <a:pPr marL="457200" lvl="0" indent="-330200" algn="l" rtl="0">
              <a:lnSpc>
                <a:spcPct val="100000"/>
              </a:lnSpc>
              <a:spcBef>
                <a:spcPts val="1000"/>
              </a:spcBef>
              <a:spcAft>
                <a:spcPts val="0"/>
              </a:spcAft>
              <a:buSzPts val="1600"/>
              <a:buChar char="•"/>
            </a:pPr>
            <a:r>
              <a:rPr lang="en-US"/>
              <a:t>Review all Phase 3 Common Exception Words learned so far </a:t>
            </a:r>
            <a:r>
              <a:rPr lang="en-US">
                <a:solidFill>
                  <a:srgbClr val="2356AF"/>
                </a:solidFill>
              </a:rPr>
              <a:t>push they me we be he she my by looked you are there</a:t>
            </a:r>
            <a:r>
              <a:rPr lang="en-US"/>
              <a:t>.</a:t>
            </a:r>
            <a:endParaRPr/>
          </a:p>
        </p:txBody>
      </p:sp>
      <p:sp>
        <p:nvSpPr>
          <p:cNvPr id="755" name="Google Shape;755;g2bee4f4af4b_0_204"/>
          <p:cNvSpPr txBox="1"/>
          <p:nvPr/>
        </p:nvSpPr>
        <p:spPr>
          <a:xfrm>
            <a:off x="11286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JNL687</a:t>
            </a:r>
            <a:endParaRPr sz="1000" b="0" i="0" u="none" strike="noStrike" cap="none" dirty="0">
              <a:solidFill>
                <a:srgbClr val="000000"/>
              </a:solidFill>
              <a:latin typeface="Poppins"/>
              <a:ea typeface="Poppins"/>
              <a:cs typeface="Poppins"/>
              <a:sym typeface="Poppins"/>
            </a:endParaRPr>
          </a:p>
        </p:txBody>
      </p:sp>
      <p:sp>
        <p:nvSpPr>
          <p:cNvPr id="756" name="Google Shape;756;g2bee4f4af4b_0_204"/>
          <p:cNvSpPr txBox="1"/>
          <p:nvPr/>
        </p:nvSpPr>
        <p:spPr>
          <a:xfrm>
            <a:off x="809874" y="5117929"/>
            <a:ext cx="1451100" cy="507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br>
              <a:rPr lang="en-US" sz="900" b="0" i="0" u="none" strike="noStrike" cap="none">
                <a:solidFill>
                  <a:srgbClr val="757070"/>
                </a:solidFill>
                <a:latin typeface="Poppins Medium"/>
                <a:ea typeface="Poppins Medium"/>
                <a:cs typeface="Poppins Medium"/>
                <a:sym typeface="Poppins Medium"/>
              </a:rPr>
            </a:br>
            <a:r>
              <a:rPr lang="en-US" sz="900" b="0" i="1" u="none" strike="noStrike" cap="none">
                <a:solidFill>
                  <a:srgbClr val="757070"/>
                </a:solidFill>
                <a:latin typeface="Poppins Medium"/>
                <a:ea typeface="Poppins Medium"/>
                <a:cs typeface="Poppins Medium"/>
                <a:sym typeface="Poppins Medium"/>
              </a:rPr>
              <a:t>Phase 2</a:t>
            </a:r>
            <a:endParaRPr sz="1400" b="0" i="0" u="none" strike="noStrike" cap="none">
              <a:solidFill>
                <a:srgbClr val="000000"/>
              </a:solidFill>
              <a:latin typeface="Poppins Medium"/>
              <a:ea typeface="Poppins Medium"/>
              <a:cs typeface="Poppins Medium"/>
              <a:sym typeface="Poppins Medium"/>
            </a:endParaRPr>
          </a:p>
        </p:txBody>
      </p:sp>
      <p:pic>
        <p:nvPicPr>
          <p:cNvPr id="757" name="Google Shape;757;g2bee4f4af4b_0_204"/>
          <p:cNvPicPr preferRelativeResize="0"/>
          <p:nvPr/>
        </p:nvPicPr>
        <p:blipFill rotWithShape="1">
          <a:blip r:embed="rId3">
            <a:alphaModFix/>
          </a:blip>
          <a:srcRect t="59" b="59"/>
          <a:stretch/>
        </p:blipFill>
        <p:spPr>
          <a:xfrm>
            <a:off x="1069429" y="4326104"/>
            <a:ext cx="931973" cy="665200"/>
          </a:xfrm>
          <a:prstGeom prst="rect">
            <a:avLst/>
          </a:prstGeom>
          <a:noFill/>
          <a:ln>
            <a:noFill/>
          </a:ln>
          <a:effectLst>
            <a:outerShdw blurRad="71438" dist="19050" dir="5220000" algn="bl" rotWithShape="0">
              <a:srgbClr val="D8D8D8"/>
            </a:outerShdw>
          </a:effectLst>
        </p:spPr>
      </p:pic>
      <p:sp>
        <p:nvSpPr>
          <p:cNvPr id="758" name="Google Shape;758;g2bee4f4af4b_0_204"/>
          <p:cNvSpPr txBox="1"/>
          <p:nvPr/>
        </p:nvSpPr>
        <p:spPr>
          <a:xfrm>
            <a:off x="252806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JNL687</a:t>
            </a:r>
            <a:endParaRPr sz="1000" b="0" i="0" u="none" strike="noStrike" cap="none" dirty="0">
              <a:solidFill>
                <a:srgbClr val="000000"/>
              </a:solidFill>
              <a:latin typeface="Poppins"/>
              <a:ea typeface="Poppins"/>
              <a:cs typeface="Poppins"/>
              <a:sym typeface="Poppins"/>
            </a:endParaRPr>
          </a:p>
        </p:txBody>
      </p:sp>
      <p:sp>
        <p:nvSpPr>
          <p:cNvPr id="759" name="Google Shape;759;g2bee4f4af4b_0_204"/>
          <p:cNvSpPr txBox="1"/>
          <p:nvPr/>
        </p:nvSpPr>
        <p:spPr>
          <a:xfrm>
            <a:off x="2230051" y="5117929"/>
            <a:ext cx="1409700" cy="507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dirty="0">
                <a:solidFill>
                  <a:srgbClr val="757070"/>
                </a:solidFill>
                <a:latin typeface="Poppins Medium"/>
                <a:ea typeface="Poppins Medium"/>
                <a:cs typeface="Poppins Medium"/>
                <a:sym typeface="Poppins Medium"/>
              </a:rPr>
              <a:t>Common Exception Word Cards</a:t>
            </a:r>
            <a:br>
              <a:rPr lang="en-US" sz="900" b="0" i="0" u="none" strike="noStrike" cap="none" dirty="0">
                <a:solidFill>
                  <a:srgbClr val="757070"/>
                </a:solidFill>
                <a:latin typeface="Poppins Medium"/>
                <a:ea typeface="Poppins Medium"/>
                <a:cs typeface="Poppins Medium"/>
                <a:sym typeface="Poppins Medium"/>
              </a:rPr>
            </a:br>
            <a:r>
              <a:rPr lang="en-US" sz="900" b="0" i="1" u="none" strike="noStrike" cap="none" dirty="0">
                <a:solidFill>
                  <a:srgbClr val="757070"/>
                </a:solidFill>
                <a:latin typeface="Poppins Medium"/>
                <a:ea typeface="Poppins Medium"/>
                <a:cs typeface="Poppins Medium"/>
                <a:sym typeface="Poppins Medium"/>
              </a:rPr>
              <a:t>Phase 3</a:t>
            </a:r>
            <a:endParaRPr sz="1400" b="0" i="0" u="none" strike="noStrike" cap="none" dirty="0">
              <a:solidFill>
                <a:srgbClr val="000000"/>
              </a:solidFill>
              <a:latin typeface="Poppins Medium"/>
              <a:ea typeface="Poppins Medium"/>
              <a:cs typeface="Poppins Medium"/>
              <a:sym typeface="Poppins Medium"/>
            </a:endParaRPr>
          </a:p>
        </p:txBody>
      </p:sp>
      <p:pic>
        <p:nvPicPr>
          <p:cNvPr id="760" name="Google Shape;760;g2bee4f4af4b_0_204"/>
          <p:cNvPicPr preferRelativeResize="0"/>
          <p:nvPr/>
        </p:nvPicPr>
        <p:blipFill rotWithShape="1">
          <a:blip r:embed="rId4">
            <a:alphaModFix/>
          </a:blip>
          <a:srcRect t="89" b="79"/>
          <a:stretch/>
        </p:blipFill>
        <p:spPr>
          <a:xfrm>
            <a:off x="2468879" y="4326104"/>
            <a:ext cx="931974" cy="665199"/>
          </a:xfrm>
          <a:prstGeom prst="rect">
            <a:avLst/>
          </a:prstGeom>
          <a:noFill/>
          <a:ln>
            <a:noFill/>
          </a:ln>
          <a:effectLst>
            <a:outerShdw blurRad="71438" dist="19050" dir="5220000" algn="bl" rotWithShape="0">
              <a:srgbClr val="D8D8D8"/>
            </a:outerShdw>
          </a:effectLst>
        </p:spPr>
      </p:pic>
      <p:sp>
        <p:nvSpPr>
          <p:cNvPr id="761" name="Google Shape;761;g2bee4f4af4b_0_204"/>
          <p:cNvSpPr txBox="1"/>
          <p:nvPr/>
        </p:nvSpPr>
        <p:spPr>
          <a:xfrm>
            <a:off x="384699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JNL688</a:t>
            </a:r>
            <a:endParaRPr sz="1000" b="0" i="0" u="none" strike="noStrike" cap="none" dirty="0">
              <a:solidFill>
                <a:srgbClr val="000000"/>
              </a:solidFill>
              <a:latin typeface="Poppins"/>
              <a:ea typeface="Poppins"/>
              <a:cs typeface="Poppins"/>
              <a:sym typeface="Poppins"/>
            </a:endParaRPr>
          </a:p>
        </p:txBody>
      </p:sp>
      <p:sp>
        <p:nvSpPr>
          <p:cNvPr id="762" name="Google Shape;762;g2bee4f4af4b_0_204"/>
          <p:cNvSpPr txBox="1"/>
          <p:nvPr/>
        </p:nvSpPr>
        <p:spPr>
          <a:xfrm>
            <a:off x="363969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High Frequency Word Cards</a:t>
            </a:r>
            <a:endParaRPr sz="1400" b="0" i="0" u="none" strike="noStrike" cap="none">
              <a:solidFill>
                <a:srgbClr val="000000"/>
              </a:solidFill>
              <a:latin typeface="Poppins Medium"/>
              <a:ea typeface="Poppins Medium"/>
              <a:cs typeface="Poppins Medium"/>
              <a:sym typeface="Poppins Medium"/>
            </a:endParaRPr>
          </a:p>
        </p:txBody>
      </p:sp>
      <p:pic>
        <p:nvPicPr>
          <p:cNvPr id="763" name="Google Shape;763;g2bee4f4af4b_0_204"/>
          <p:cNvPicPr preferRelativeResize="0"/>
          <p:nvPr/>
        </p:nvPicPr>
        <p:blipFill rotWithShape="1">
          <a:blip r:embed="rId5">
            <a:alphaModFix/>
          </a:blip>
          <a:srcRect t="89" b="98"/>
          <a:stretch/>
        </p:blipFill>
        <p:spPr>
          <a:xfrm>
            <a:off x="3860371" y="4363493"/>
            <a:ext cx="786850" cy="590421"/>
          </a:xfrm>
          <a:prstGeom prst="rect">
            <a:avLst/>
          </a:prstGeom>
          <a:noFill/>
          <a:ln>
            <a:noFill/>
          </a:ln>
          <a:effectLst>
            <a:outerShdw blurRad="71438" dist="19050" dir="5220000" algn="bl" rotWithShape="0">
              <a:srgbClr val="D8D8D8"/>
            </a:outerShdw>
          </a:effectLst>
        </p:spPr>
      </p:pic>
      <p:sp>
        <p:nvSpPr>
          <p:cNvPr id="764" name="Google Shape;764;g2bee4f4af4b_0_204">
            <a:hlinkClick r:id="rId6" action="ppaction://hlinksldjump"/>
          </p:cNvPr>
          <p:cNvSpPr/>
          <p:nvPr/>
        </p:nvSpPr>
        <p:spPr>
          <a:xfrm>
            <a:off x="996188" y="3718640"/>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65" name="Google Shape;765;g2bee4f4af4b_0_204"/>
          <p:cNvSpPr/>
          <p:nvPr/>
        </p:nvSpPr>
        <p:spPr>
          <a:xfrm>
            <a:off x="2320750" y="4127750"/>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66" name="Google Shape;766;g2bee4f4af4b_0_204">
            <a:hlinkClick r:id="rId7" action="ppaction://hlinksldjump"/>
          </p:cNvPr>
          <p:cNvSpPr/>
          <p:nvPr/>
        </p:nvSpPr>
        <p:spPr>
          <a:xfrm>
            <a:off x="3794085" y="3757603"/>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71"/>
        <p:cNvGrpSpPr/>
        <p:nvPr/>
      </p:nvGrpSpPr>
      <p:grpSpPr>
        <a:xfrm>
          <a:off x="0" y="0"/>
          <a:ext cx="0" cy="0"/>
          <a:chOff x="0" y="0"/>
          <a:chExt cx="0" cy="0"/>
        </a:xfrm>
      </p:grpSpPr>
      <p:sp>
        <p:nvSpPr>
          <p:cNvPr id="772" name="Google Shape;772;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73" name="Google Shape;773;g26b641b03cd_0_165"/>
          <p:cNvGrpSpPr/>
          <p:nvPr/>
        </p:nvGrpSpPr>
        <p:grpSpPr>
          <a:xfrm>
            <a:off x="930400" y="2129444"/>
            <a:ext cx="7283200" cy="3724851"/>
            <a:chOff x="930400" y="2129444"/>
            <a:chExt cx="7283200" cy="3724851"/>
          </a:xfrm>
        </p:grpSpPr>
        <p:pic>
          <p:nvPicPr>
            <p:cNvPr id="774" name="Google Shape;774;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75" name="Google Shape;775;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76" name="Google Shape;776;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77" name="Google Shape;777;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78" name="Google Shape;778;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79" name="Google Shape;779;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80" name="Google Shape;780;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81" name="Google Shape;781;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82" name="Google Shape;782;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83" name="Google Shape;783;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84" name="Google Shape;784;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85" name="Google Shape;785;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86" name="Google Shape;786;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87" name="Google Shape;787;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88" name="Google Shape;788;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89" name="Google Shape;789;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90" name="Google Shape;790;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91" name="Google Shape;791;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92" name="Google Shape;792;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93" name="Google Shape;793;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94" name="Google Shape;794;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95" name="Google Shape;795;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96" name="Google Shape;796;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01"/>
        <p:cNvGrpSpPr/>
        <p:nvPr/>
      </p:nvGrpSpPr>
      <p:grpSpPr>
        <a:xfrm>
          <a:off x="0" y="0"/>
          <a:ext cx="0" cy="0"/>
          <a:chOff x="0" y="0"/>
          <a:chExt cx="0" cy="0"/>
        </a:xfrm>
      </p:grpSpPr>
      <p:sp>
        <p:nvSpPr>
          <p:cNvPr id="802" name="Google Shape;802;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803" name="Google Shape;803;g26b7edf6e71_0_26"/>
          <p:cNvPicPr preferRelativeResize="0"/>
          <p:nvPr/>
        </p:nvPicPr>
        <p:blipFill rotWithShape="1">
          <a:blip r:embed="rId3">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804" name="Google Shape;804;g26b7edf6e71_0_26"/>
          <p:cNvPicPr preferRelativeResize="0"/>
          <p:nvPr/>
        </p:nvPicPr>
        <p:blipFill rotWithShape="1">
          <a:blip r:embed="rId4">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805" name="Google Shape;805;g26b7edf6e71_0_26"/>
          <p:cNvPicPr preferRelativeResize="0"/>
          <p:nvPr/>
        </p:nvPicPr>
        <p:blipFill rotWithShape="1">
          <a:blip r:embed="rId5">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806" name="Google Shape;806;g26b7edf6e71_0_26"/>
          <p:cNvPicPr preferRelativeResize="0"/>
          <p:nvPr/>
        </p:nvPicPr>
        <p:blipFill rotWithShape="1">
          <a:blip r:embed="rId6">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807" name="Google Shape;807;g26b7edf6e71_0_26"/>
          <p:cNvPicPr preferRelativeResize="0"/>
          <p:nvPr/>
        </p:nvPicPr>
        <p:blipFill rotWithShape="1">
          <a:blip r:embed="rId7">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808" name="Google Shape;808;g26b7edf6e71_0_26"/>
          <p:cNvPicPr preferRelativeResize="0"/>
          <p:nvPr/>
        </p:nvPicPr>
        <p:blipFill rotWithShape="1">
          <a:blip r:embed="rId8">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809" name="Google Shape;809;g26b7edf6e71_0_26"/>
          <p:cNvPicPr preferRelativeResize="0"/>
          <p:nvPr/>
        </p:nvPicPr>
        <p:blipFill rotWithShape="1">
          <a:blip r:embed="rId9">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810" name="Google Shape;810;g26b7edf6e71_0_26"/>
          <p:cNvPicPr preferRelativeResize="0"/>
          <p:nvPr/>
        </p:nvPicPr>
        <p:blipFill rotWithShape="1">
          <a:blip r:embed="rId10">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811" name="Google Shape;811;g26b7edf6e71_0_26"/>
          <p:cNvPicPr preferRelativeResize="0"/>
          <p:nvPr/>
        </p:nvPicPr>
        <p:blipFill rotWithShape="1">
          <a:blip r:embed="rId11">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812" name="Google Shape;812;g26b7edf6e71_0_26"/>
          <p:cNvPicPr preferRelativeResize="0"/>
          <p:nvPr/>
        </p:nvPicPr>
        <p:blipFill rotWithShape="1">
          <a:blip r:embed="rId12">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813" name="Google Shape;813;g26b7edf6e71_0_26"/>
          <p:cNvPicPr preferRelativeResize="0"/>
          <p:nvPr/>
        </p:nvPicPr>
        <p:blipFill rotWithShape="1">
          <a:blip r:embed="rId13">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814" name="Google Shape;814;g26b7edf6e71_0_26"/>
          <p:cNvPicPr preferRelativeResize="0"/>
          <p:nvPr/>
        </p:nvPicPr>
        <p:blipFill rotWithShape="1">
          <a:blip r:embed="rId14">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815" name="Google Shape;815;g26b7edf6e71_0_26"/>
          <p:cNvPicPr preferRelativeResize="0"/>
          <p:nvPr/>
        </p:nvPicPr>
        <p:blipFill rotWithShape="1">
          <a:blip r:embed="rId15">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816" name="Google Shape;816;g26b7edf6e71_0_26"/>
          <p:cNvPicPr preferRelativeResize="0"/>
          <p:nvPr/>
        </p:nvPicPr>
        <p:blipFill rotWithShape="1">
          <a:blip r:embed="rId16">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817" name="Google Shape;817;g26b7edf6e71_0_26"/>
          <p:cNvPicPr preferRelativeResize="0"/>
          <p:nvPr/>
        </p:nvPicPr>
        <p:blipFill rotWithShape="1">
          <a:blip r:embed="rId17">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818" name="Google Shape;818;g26b7edf6e71_0_26"/>
          <p:cNvPicPr preferRelativeResize="0"/>
          <p:nvPr/>
        </p:nvPicPr>
        <p:blipFill rotWithShape="1">
          <a:blip r:embed="rId18">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819" name="Google Shape;819;g26b7edf6e71_0_26"/>
          <p:cNvPicPr preferRelativeResize="0"/>
          <p:nvPr/>
        </p:nvPicPr>
        <p:blipFill rotWithShape="1">
          <a:blip r:embed="rId19">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820" name="Google Shape;820;g26b7edf6e71_0_26"/>
          <p:cNvPicPr preferRelativeResize="0"/>
          <p:nvPr/>
        </p:nvPicPr>
        <p:blipFill rotWithShape="1">
          <a:blip r:embed="rId20">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821" name="Google Shape;821;g26b7edf6e71_0_26"/>
          <p:cNvPicPr preferRelativeResize="0"/>
          <p:nvPr/>
        </p:nvPicPr>
        <p:blipFill rotWithShape="1">
          <a:blip r:embed="rId21">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822" name="Google Shape;822;g26b7edf6e71_0_26"/>
          <p:cNvPicPr preferRelativeResize="0"/>
          <p:nvPr/>
        </p:nvPicPr>
        <p:blipFill rotWithShape="1">
          <a:blip r:embed="rId22">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823" name="Google Shape;823;g26b7edf6e71_0_26"/>
          <p:cNvPicPr preferRelativeResize="0"/>
          <p:nvPr/>
        </p:nvPicPr>
        <p:blipFill rotWithShape="1">
          <a:blip r:embed="rId23">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824" name="Google Shape;824;g26b7edf6e71_0_26"/>
          <p:cNvPicPr preferRelativeResize="0"/>
          <p:nvPr/>
        </p:nvPicPr>
        <p:blipFill rotWithShape="1">
          <a:blip r:embed="rId24">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825" name="Google Shape;825;g26b7edf6e71_0_26"/>
          <p:cNvPicPr preferRelativeResize="0"/>
          <p:nvPr/>
        </p:nvPicPr>
        <p:blipFill rotWithShape="1">
          <a:blip r:embed="rId25">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826" name="Google Shape;826;g26b7edf6e71_0_26"/>
          <p:cNvPicPr preferRelativeResize="0"/>
          <p:nvPr/>
        </p:nvPicPr>
        <p:blipFill rotWithShape="1">
          <a:blip r:embed="rId26">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31"/>
        <p:cNvGrpSpPr/>
        <p:nvPr/>
      </p:nvGrpSpPr>
      <p:grpSpPr>
        <a:xfrm>
          <a:off x="0" y="0"/>
          <a:ext cx="0" cy="0"/>
          <a:chOff x="0" y="0"/>
          <a:chExt cx="0" cy="0"/>
        </a:xfrm>
      </p:grpSpPr>
      <p:sp>
        <p:nvSpPr>
          <p:cNvPr id="832" name="Google Shape;832;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33" name="Google Shape;833;g26b7edf6e71_0_109"/>
          <p:cNvGrpSpPr/>
          <p:nvPr/>
        </p:nvGrpSpPr>
        <p:grpSpPr>
          <a:xfrm>
            <a:off x="867357" y="2129450"/>
            <a:ext cx="7282807" cy="2686611"/>
            <a:chOff x="867357" y="2129450"/>
            <a:chExt cx="7282807" cy="2686611"/>
          </a:xfrm>
        </p:grpSpPr>
        <p:pic>
          <p:nvPicPr>
            <p:cNvPr id="834" name="Google Shape;834;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35" name="Google Shape;835;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36" name="Google Shape;836;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37" name="Google Shape;837;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38" name="Google Shape;838;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39" name="Google Shape;839;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40" name="Google Shape;840;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41" name="Google Shape;841;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42" name="Google Shape;842;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43" name="Google Shape;843;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44" name="Google Shape;844;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45" name="Google Shape;845;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46" name="Google Shape;846;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47" name="Google Shape;847;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52"/>
        <p:cNvGrpSpPr/>
        <p:nvPr/>
      </p:nvGrpSpPr>
      <p:grpSpPr>
        <a:xfrm>
          <a:off x="0" y="0"/>
          <a:ext cx="0" cy="0"/>
          <a:chOff x="0" y="0"/>
          <a:chExt cx="0" cy="0"/>
        </a:xfrm>
      </p:grpSpPr>
      <p:sp>
        <p:nvSpPr>
          <p:cNvPr id="853" name="Google Shape;853;g1f819e611e3_0_8"/>
          <p:cNvSpPr txBox="1">
            <a:spLocks noGrp="1"/>
          </p:cNvSpPr>
          <p:nvPr>
            <p:ph type="title"/>
          </p:nvPr>
        </p:nvSpPr>
        <p:spPr>
          <a:xfrm>
            <a:off x="551200" y="582900"/>
            <a:ext cx="80418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990"/>
              <a:buNone/>
            </a:pPr>
            <a:r>
              <a:rPr lang="en-US"/>
              <a:t>Review Phase 3 Common Exception Words </a:t>
            </a:r>
            <a:r>
              <a:rPr lang="en-US">
                <a:solidFill>
                  <a:srgbClr val="2356AF"/>
                </a:solidFill>
              </a:rPr>
              <a:t>push they me we be he she my by looked you are there</a:t>
            </a:r>
            <a:r>
              <a:rPr lang="en-US"/>
              <a:t>.</a:t>
            </a:r>
            <a:endParaRPr/>
          </a:p>
        </p:txBody>
      </p:sp>
      <p:pic>
        <p:nvPicPr>
          <p:cNvPr id="854" name="Google Shape;854;g1f819e611e3_0_8"/>
          <p:cNvPicPr preferRelativeResize="0"/>
          <p:nvPr/>
        </p:nvPicPr>
        <p:blipFill rotWithShape="1">
          <a:blip r:embed="rId3">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3"/>
              </a:srgbClr>
            </a:outerShdw>
          </a:effectLst>
        </p:spPr>
      </p:pic>
      <p:pic>
        <p:nvPicPr>
          <p:cNvPr id="855" name="Google Shape;855;g1f819e611e3_0_8"/>
          <p:cNvPicPr preferRelativeResize="0"/>
          <p:nvPr/>
        </p:nvPicPr>
        <p:blipFill rotWithShape="1">
          <a:blip r:embed="rId4">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56" name="Google Shape;856;g1f819e611e3_0_8"/>
          <p:cNvPicPr preferRelativeResize="0"/>
          <p:nvPr/>
        </p:nvPicPr>
        <p:blipFill rotWithShape="1">
          <a:blip r:embed="rId5">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57" name="Google Shape;857;g1f819e611e3_0_8"/>
          <p:cNvPicPr preferRelativeResize="0"/>
          <p:nvPr/>
        </p:nvPicPr>
        <p:blipFill rotWithShape="1">
          <a:blip r:embed="rId6">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58" name="Google Shape;858;g1f819e611e3_0_8"/>
          <p:cNvPicPr preferRelativeResize="0"/>
          <p:nvPr/>
        </p:nvPicPr>
        <p:blipFill rotWithShape="1">
          <a:blip r:embed="rId7">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59" name="Google Shape;859;g1f819e611e3_0_8"/>
          <p:cNvPicPr preferRelativeResize="0"/>
          <p:nvPr/>
        </p:nvPicPr>
        <p:blipFill rotWithShape="1">
          <a:blip r:embed="rId8">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60" name="Google Shape;860;g1f819e611e3_0_8"/>
          <p:cNvPicPr preferRelativeResize="0"/>
          <p:nvPr/>
        </p:nvPicPr>
        <p:blipFill rotWithShape="1">
          <a:blip r:embed="rId9">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61" name="Google Shape;861;g1f819e611e3_0_8"/>
          <p:cNvPicPr preferRelativeResize="0"/>
          <p:nvPr/>
        </p:nvPicPr>
        <p:blipFill rotWithShape="1">
          <a:blip r:embed="rId10">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62" name="Google Shape;862;g1f819e611e3_0_8"/>
          <p:cNvPicPr preferRelativeResize="0"/>
          <p:nvPr/>
        </p:nvPicPr>
        <p:blipFill rotWithShape="1">
          <a:blip r:embed="rId11">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63" name="Google Shape;863;g1f819e611e3_0_8"/>
          <p:cNvPicPr preferRelativeResize="0"/>
          <p:nvPr/>
        </p:nvPicPr>
        <p:blipFill rotWithShape="1">
          <a:blip r:embed="rId12">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64" name="Google Shape;864;g1f819e611e3_0_8"/>
          <p:cNvPicPr preferRelativeResize="0"/>
          <p:nvPr/>
        </p:nvPicPr>
        <p:blipFill rotWithShape="1">
          <a:blip r:embed="rId13">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65" name="Google Shape;865;g1f819e611e3_0_8"/>
          <p:cNvPicPr preferRelativeResize="0"/>
          <p:nvPr/>
        </p:nvPicPr>
        <p:blipFill rotWithShape="1">
          <a:blip r:embed="rId14">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66" name="Google Shape;866;g1f819e611e3_0_8"/>
          <p:cNvPicPr preferRelativeResize="0"/>
          <p:nvPr/>
        </p:nvPicPr>
        <p:blipFill rotWithShape="1">
          <a:blip r:embed="rId15">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67" name="Google Shape;867;g1f819e611e3_0_8"/>
          <p:cNvPicPr preferRelativeResize="0"/>
          <p:nvPr/>
        </p:nvPicPr>
        <p:blipFill rotWithShape="1">
          <a:blip r:embed="rId16">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68" name="Google Shape;868;g1f819e611e3_0_8"/>
          <p:cNvPicPr preferRelativeResize="0"/>
          <p:nvPr/>
        </p:nvPicPr>
        <p:blipFill rotWithShape="1">
          <a:blip r:embed="rId17">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69" name="Google Shape;869;g1f819e611e3_0_8"/>
          <p:cNvPicPr preferRelativeResize="0"/>
          <p:nvPr/>
        </p:nvPicPr>
        <p:blipFill rotWithShape="1">
          <a:blip r:embed="rId18">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70" name="Google Shape;870;g1f819e611e3_0_8"/>
          <p:cNvPicPr preferRelativeResize="0"/>
          <p:nvPr/>
        </p:nvPicPr>
        <p:blipFill rotWithShape="1">
          <a:blip r:embed="rId19">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71" name="Google Shape;871;g1f819e611e3_0_8"/>
          <p:cNvPicPr preferRelativeResize="0"/>
          <p:nvPr/>
        </p:nvPicPr>
        <p:blipFill rotWithShape="1">
          <a:blip r:embed="rId20">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72" name="Google Shape;872;g1f819e611e3_0_8"/>
          <p:cNvPicPr preferRelativeResize="0"/>
          <p:nvPr/>
        </p:nvPicPr>
        <p:blipFill rotWithShape="1">
          <a:blip r:embed="rId21">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73" name="Google Shape;873;g1f819e611e3_0_8"/>
          <p:cNvPicPr preferRelativeResize="0"/>
          <p:nvPr/>
        </p:nvPicPr>
        <p:blipFill rotWithShape="1">
          <a:blip r:embed="rId22">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74" name="Google Shape;874;g1f819e611e3_0_8"/>
          <p:cNvPicPr preferRelativeResize="0"/>
          <p:nvPr/>
        </p:nvPicPr>
        <p:blipFill rotWithShape="1">
          <a:blip r:embed="rId23">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75" name="Google Shape;875;g1f819e611e3_0_8"/>
          <p:cNvPicPr preferRelativeResize="0"/>
          <p:nvPr/>
        </p:nvPicPr>
        <p:blipFill rotWithShape="1">
          <a:blip r:embed="rId24">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76" name="Google Shape;876;g1f819e611e3_0_8"/>
          <p:cNvPicPr preferRelativeResize="0"/>
          <p:nvPr/>
        </p:nvPicPr>
        <p:blipFill rotWithShape="1">
          <a:blip r:embed="rId25">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77" name="Google Shape;877;g1f819e611e3_0_8"/>
          <p:cNvPicPr preferRelativeResize="0"/>
          <p:nvPr/>
        </p:nvPicPr>
        <p:blipFill rotWithShape="1">
          <a:blip r:embed="rId26">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82"/>
        <p:cNvGrpSpPr/>
        <p:nvPr/>
      </p:nvGrpSpPr>
      <p:grpSpPr>
        <a:xfrm>
          <a:off x="0" y="0"/>
          <a:ext cx="0" cy="0"/>
          <a:chOff x="0" y="0"/>
          <a:chExt cx="0" cy="0"/>
        </a:xfrm>
      </p:grpSpPr>
      <p:sp>
        <p:nvSpPr>
          <p:cNvPr id="883" name="Google Shape;883;g2d067c62542_0_22"/>
          <p:cNvSpPr txBox="1">
            <a:spLocks noGrp="1"/>
          </p:cNvSpPr>
          <p:nvPr>
            <p:ph type="title"/>
          </p:nvPr>
        </p:nvSpPr>
        <p:spPr>
          <a:xfrm>
            <a:off x="1117201" y="5568500"/>
            <a:ext cx="69096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884" name="Google Shape;884;g2d067c62542_0_2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sp>
        <p:nvSpPr>
          <p:cNvPr id="885" name="Google Shape;885;g2d067c62542_0_2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886" name="Google Shape;886;g2d067c62542_0_22"/>
          <p:cNvPicPr preferRelativeResize="0"/>
          <p:nvPr/>
        </p:nvPicPr>
        <p:blipFill rotWithShape="1">
          <a:blip r:embed="rId3">
            <a:alphaModFix/>
          </a:blip>
          <a:srcRect t="19" b="29"/>
          <a:stretch/>
        </p:blipFill>
        <p:spPr>
          <a:xfrm>
            <a:off x="1117250" y="1683800"/>
            <a:ext cx="1308927" cy="935400"/>
          </a:xfrm>
          <a:prstGeom prst="rect">
            <a:avLst/>
          </a:prstGeom>
          <a:noFill/>
          <a:ln>
            <a:noFill/>
          </a:ln>
          <a:effectLst>
            <a:outerShdw blurRad="71438" dist="19050" dir="5400000" algn="bl" rotWithShape="0">
              <a:srgbClr val="000000">
                <a:alpha val="17647"/>
              </a:srgbClr>
            </a:outerShdw>
          </a:effectLst>
        </p:spPr>
      </p:pic>
      <p:pic>
        <p:nvPicPr>
          <p:cNvPr id="887" name="Google Shape;887;g2d067c62542_0_22"/>
          <p:cNvPicPr preferRelativeResize="0"/>
          <p:nvPr/>
        </p:nvPicPr>
        <p:blipFill rotWithShape="1">
          <a:blip r:embed="rId4">
            <a:alphaModFix/>
          </a:blip>
          <a:srcRect l="159" r="159"/>
          <a:stretch/>
        </p:blipFill>
        <p:spPr>
          <a:xfrm>
            <a:off x="2516815" y="1683800"/>
            <a:ext cx="1309505" cy="939289"/>
          </a:xfrm>
          <a:prstGeom prst="rect">
            <a:avLst/>
          </a:prstGeom>
          <a:noFill/>
          <a:ln>
            <a:noFill/>
          </a:ln>
          <a:effectLst>
            <a:outerShdw blurRad="71438" dist="19050" dir="5400000" algn="bl" rotWithShape="0">
              <a:srgbClr val="000000">
                <a:alpha val="17647"/>
              </a:srgbClr>
            </a:outerShdw>
          </a:effectLst>
        </p:spPr>
      </p:pic>
      <p:pic>
        <p:nvPicPr>
          <p:cNvPr id="888" name="Google Shape;888;g2d067c62542_0_22"/>
          <p:cNvPicPr preferRelativeResize="0"/>
          <p:nvPr/>
        </p:nvPicPr>
        <p:blipFill rotWithShape="1">
          <a:blip r:embed="rId5">
            <a:alphaModFix/>
          </a:blip>
          <a:srcRect l="159" r="159"/>
          <a:stretch/>
        </p:blipFill>
        <p:spPr>
          <a:xfrm>
            <a:off x="3916959" y="1683800"/>
            <a:ext cx="1309505" cy="937703"/>
          </a:xfrm>
          <a:prstGeom prst="rect">
            <a:avLst/>
          </a:prstGeom>
          <a:noFill/>
          <a:ln>
            <a:noFill/>
          </a:ln>
          <a:effectLst>
            <a:outerShdw blurRad="71438" dist="19050" dir="5400000" algn="bl" rotWithShape="0">
              <a:srgbClr val="000000">
                <a:alpha val="17647"/>
              </a:srgbClr>
            </a:outerShdw>
          </a:effectLst>
        </p:spPr>
      </p:pic>
      <p:pic>
        <p:nvPicPr>
          <p:cNvPr id="889" name="Google Shape;889;g2d067c62542_0_22"/>
          <p:cNvPicPr preferRelativeResize="0"/>
          <p:nvPr/>
        </p:nvPicPr>
        <p:blipFill rotWithShape="1">
          <a:blip r:embed="rId6">
            <a:alphaModFix/>
          </a:blip>
          <a:srcRect l="79" r="69"/>
          <a:stretch/>
        </p:blipFill>
        <p:spPr>
          <a:xfrm>
            <a:off x="5317101" y="1683800"/>
            <a:ext cx="1309505" cy="937704"/>
          </a:xfrm>
          <a:prstGeom prst="rect">
            <a:avLst/>
          </a:prstGeom>
          <a:noFill/>
          <a:ln>
            <a:noFill/>
          </a:ln>
          <a:effectLst>
            <a:outerShdw blurRad="71438" dist="19050" dir="5400000" algn="bl" rotWithShape="0">
              <a:srgbClr val="000000">
                <a:alpha val="17647"/>
              </a:srgbClr>
            </a:outerShdw>
          </a:effectLst>
        </p:spPr>
      </p:pic>
      <p:pic>
        <p:nvPicPr>
          <p:cNvPr id="890" name="Google Shape;890;g2d067c62542_0_22"/>
          <p:cNvPicPr preferRelativeResize="0"/>
          <p:nvPr/>
        </p:nvPicPr>
        <p:blipFill rotWithShape="1">
          <a:blip r:embed="rId7">
            <a:alphaModFix/>
          </a:blip>
          <a:srcRect l="79" r="69"/>
          <a:stretch/>
        </p:blipFill>
        <p:spPr>
          <a:xfrm>
            <a:off x="6717245" y="1683800"/>
            <a:ext cx="1309505" cy="937704"/>
          </a:xfrm>
          <a:prstGeom prst="rect">
            <a:avLst/>
          </a:prstGeom>
          <a:noFill/>
          <a:ln>
            <a:noFill/>
          </a:ln>
          <a:effectLst>
            <a:outerShdw blurRad="71438" dist="19050" dir="5400000" algn="bl" rotWithShape="0">
              <a:srgbClr val="000000">
                <a:alpha val="17647"/>
              </a:srgbClr>
            </a:outerShdw>
          </a:effectLst>
        </p:spPr>
      </p:pic>
      <p:pic>
        <p:nvPicPr>
          <p:cNvPr id="891" name="Google Shape;891;g2d067c62542_0_22"/>
          <p:cNvPicPr preferRelativeResize="0"/>
          <p:nvPr/>
        </p:nvPicPr>
        <p:blipFill rotWithShape="1">
          <a:blip r:embed="rId8">
            <a:alphaModFix/>
          </a:blip>
          <a:srcRect l="159" r="159"/>
          <a:stretch/>
        </p:blipFill>
        <p:spPr>
          <a:xfrm>
            <a:off x="1117250" y="2747789"/>
            <a:ext cx="1309505" cy="937703"/>
          </a:xfrm>
          <a:prstGeom prst="rect">
            <a:avLst/>
          </a:prstGeom>
          <a:noFill/>
          <a:ln>
            <a:noFill/>
          </a:ln>
          <a:effectLst>
            <a:outerShdw blurRad="71438" dist="19050" dir="5400000" algn="bl" rotWithShape="0">
              <a:srgbClr val="000000">
                <a:alpha val="17647"/>
              </a:srgbClr>
            </a:outerShdw>
          </a:effectLst>
        </p:spPr>
      </p:pic>
      <p:pic>
        <p:nvPicPr>
          <p:cNvPr id="892" name="Google Shape;892;g2d067c62542_0_22"/>
          <p:cNvPicPr preferRelativeResize="0"/>
          <p:nvPr/>
        </p:nvPicPr>
        <p:blipFill rotWithShape="1">
          <a:blip r:embed="rId9">
            <a:alphaModFix/>
          </a:blip>
          <a:srcRect l="159" r="159"/>
          <a:stretch/>
        </p:blipFill>
        <p:spPr>
          <a:xfrm>
            <a:off x="2516815" y="2746202"/>
            <a:ext cx="1309505" cy="939289"/>
          </a:xfrm>
          <a:prstGeom prst="rect">
            <a:avLst/>
          </a:prstGeom>
          <a:noFill/>
          <a:ln>
            <a:noFill/>
          </a:ln>
          <a:effectLst>
            <a:outerShdw blurRad="71438" dist="19050" dir="5400000" algn="bl" rotWithShape="0">
              <a:srgbClr val="000000">
                <a:alpha val="17647"/>
              </a:srgbClr>
            </a:outerShdw>
          </a:effectLst>
        </p:spPr>
      </p:pic>
      <p:pic>
        <p:nvPicPr>
          <p:cNvPr id="893" name="Google Shape;893;g2d067c62542_0_22"/>
          <p:cNvPicPr preferRelativeResize="0"/>
          <p:nvPr/>
        </p:nvPicPr>
        <p:blipFill rotWithShape="1">
          <a:blip r:embed="rId10">
            <a:alphaModFix/>
          </a:blip>
          <a:srcRect l="19" r="9"/>
          <a:stretch/>
        </p:blipFill>
        <p:spPr>
          <a:xfrm>
            <a:off x="3915376" y="2746202"/>
            <a:ext cx="1311088" cy="937704"/>
          </a:xfrm>
          <a:prstGeom prst="rect">
            <a:avLst/>
          </a:prstGeom>
          <a:noFill/>
          <a:ln>
            <a:noFill/>
          </a:ln>
          <a:effectLst>
            <a:outerShdw blurRad="71438" dist="19050" dir="5400000" algn="bl" rotWithShape="0">
              <a:srgbClr val="000000">
                <a:alpha val="17647"/>
              </a:srgbClr>
            </a:outerShdw>
          </a:effectLst>
        </p:spPr>
      </p:pic>
      <p:pic>
        <p:nvPicPr>
          <p:cNvPr id="894" name="Google Shape;894;g2d067c62542_0_22"/>
          <p:cNvPicPr preferRelativeResize="0"/>
          <p:nvPr/>
        </p:nvPicPr>
        <p:blipFill rotWithShape="1">
          <a:blip r:embed="rId11">
            <a:alphaModFix/>
          </a:blip>
          <a:srcRect l="189" r="179"/>
          <a:stretch/>
        </p:blipFill>
        <p:spPr>
          <a:xfrm>
            <a:off x="5315518" y="2746202"/>
            <a:ext cx="1311088" cy="939290"/>
          </a:xfrm>
          <a:prstGeom prst="rect">
            <a:avLst/>
          </a:prstGeom>
          <a:noFill/>
          <a:ln>
            <a:noFill/>
          </a:ln>
          <a:effectLst>
            <a:outerShdw blurRad="71438" dist="19050" dir="5400000" algn="bl" rotWithShape="0">
              <a:srgbClr val="000000">
                <a:alpha val="17647"/>
              </a:srgbClr>
            </a:outerShdw>
          </a:effectLst>
        </p:spPr>
      </p:pic>
      <p:pic>
        <p:nvPicPr>
          <p:cNvPr id="895" name="Google Shape;895;g2d067c62542_0_22"/>
          <p:cNvPicPr preferRelativeResize="0"/>
          <p:nvPr/>
        </p:nvPicPr>
        <p:blipFill rotWithShape="1">
          <a:blip r:embed="rId12">
            <a:alphaModFix/>
          </a:blip>
          <a:srcRect l="99" r="99"/>
          <a:stretch/>
        </p:blipFill>
        <p:spPr>
          <a:xfrm>
            <a:off x="6715662" y="2746202"/>
            <a:ext cx="1311088" cy="939289"/>
          </a:xfrm>
          <a:prstGeom prst="rect">
            <a:avLst/>
          </a:prstGeom>
          <a:noFill/>
          <a:ln>
            <a:noFill/>
          </a:ln>
          <a:effectLst>
            <a:outerShdw blurRad="71438" dist="19050" dir="5400000" algn="bl" rotWithShape="0">
              <a:srgbClr val="000000">
                <a:alpha val="17647"/>
              </a:srgbClr>
            </a:outerShdw>
          </a:effectLst>
        </p:spPr>
      </p:pic>
      <p:pic>
        <p:nvPicPr>
          <p:cNvPr id="896" name="Google Shape;896;g2d067c62542_0_22"/>
          <p:cNvPicPr preferRelativeResize="0"/>
          <p:nvPr/>
        </p:nvPicPr>
        <p:blipFill rotWithShape="1">
          <a:blip r:embed="rId13">
            <a:alphaModFix/>
          </a:blip>
          <a:srcRect l="99" r="99"/>
          <a:stretch/>
        </p:blipFill>
        <p:spPr>
          <a:xfrm>
            <a:off x="2516815" y="3808610"/>
            <a:ext cx="1311088" cy="939289"/>
          </a:xfrm>
          <a:prstGeom prst="rect">
            <a:avLst/>
          </a:prstGeom>
          <a:noFill/>
          <a:ln>
            <a:noFill/>
          </a:ln>
          <a:effectLst>
            <a:outerShdw blurRad="71438" dist="19050" dir="5400000" algn="bl" rotWithShape="0">
              <a:srgbClr val="000000">
                <a:alpha val="17647"/>
              </a:srgbClr>
            </a:outerShdw>
          </a:effectLst>
        </p:spPr>
      </p:pic>
      <p:pic>
        <p:nvPicPr>
          <p:cNvPr id="897" name="Google Shape;897;g2d067c62542_0_22"/>
          <p:cNvPicPr preferRelativeResize="0"/>
          <p:nvPr/>
        </p:nvPicPr>
        <p:blipFill rotWithShape="1">
          <a:blip r:embed="rId14">
            <a:alphaModFix/>
          </a:blip>
          <a:srcRect l="189" r="179"/>
          <a:stretch/>
        </p:blipFill>
        <p:spPr>
          <a:xfrm>
            <a:off x="3915376" y="3808610"/>
            <a:ext cx="1311088" cy="939290"/>
          </a:xfrm>
          <a:prstGeom prst="rect">
            <a:avLst/>
          </a:prstGeom>
          <a:noFill/>
          <a:ln>
            <a:noFill/>
          </a:ln>
          <a:effectLst>
            <a:outerShdw blurRad="71438" dist="19050" dir="5400000" algn="bl" rotWithShape="0">
              <a:srgbClr val="000000">
                <a:alpha val="18039"/>
              </a:srgbClr>
            </a:outerShdw>
          </a:effectLst>
        </p:spPr>
      </p:pic>
      <p:pic>
        <p:nvPicPr>
          <p:cNvPr id="898" name="Google Shape;898;g2d067c62542_0_22"/>
          <p:cNvPicPr preferRelativeResize="0"/>
          <p:nvPr/>
        </p:nvPicPr>
        <p:blipFill rotWithShape="1">
          <a:blip r:embed="rId15">
            <a:alphaModFix/>
          </a:blip>
          <a:srcRect l="99" r="99"/>
          <a:stretch/>
        </p:blipFill>
        <p:spPr>
          <a:xfrm>
            <a:off x="5315518" y="3808610"/>
            <a:ext cx="1311088" cy="939289"/>
          </a:xfrm>
          <a:prstGeom prst="rect">
            <a:avLst/>
          </a:prstGeom>
          <a:noFill/>
          <a:ln>
            <a:noFill/>
          </a:ln>
          <a:effectLst>
            <a:outerShdw blurRad="71438" dist="19050" dir="5400000" algn="bl" rotWithShape="0">
              <a:srgbClr val="000000">
                <a:alpha val="18039"/>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03"/>
        <p:cNvGrpSpPr/>
        <p:nvPr/>
      </p:nvGrpSpPr>
      <p:grpSpPr>
        <a:xfrm>
          <a:off x="0" y="0"/>
          <a:ext cx="0" cy="0"/>
          <a:chOff x="0" y="0"/>
          <a:chExt cx="0" cy="0"/>
        </a:xfrm>
      </p:grpSpPr>
      <p:sp>
        <p:nvSpPr>
          <p:cNvPr id="904" name="Google Shape;904;g2d067c62542_0_922"/>
          <p:cNvSpPr txBox="1">
            <a:spLocks noGrp="1"/>
          </p:cNvSpPr>
          <p:nvPr>
            <p:ph type="title"/>
          </p:nvPr>
        </p:nvSpPr>
        <p:spPr>
          <a:xfrm>
            <a:off x="1117201" y="5568500"/>
            <a:ext cx="69096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905" name="Google Shape;905;g2d067c62542_0_92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sp>
        <p:nvSpPr>
          <p:cNvPr id="906" name="Google Shape;906;g2d067c62542_0_92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907" name="Google Shape;907;g2d067c62542_0_922"/>
          <p:cNvPicPr preferRelativeResize="0"/>
          <p:nvPr/>
        </p:nvPicPr>
        <p:blipFill rotWithShape="1">
          <a:blip r:embed="rId3">
            <a:alphaModFix/>
          </a:blip>
          <a:srcRect t="19" b="29"/>
          <a:stretch/>
        </p:blipFill>
        <p:spPr>
          <a:xfrm>
            <a:off x="1117250" y="1683800"/>
            <a:ext cx="1308927" cy="935400"/>
          </a:xfrm>
          <a:prstGeom prst="rect">
            <a:avLst/>
          </a:prstGeom>
          <a:noFill/>
          <a:ln>
            <a:noFill/>
          </a:ln>
          <a:effectLst>
            <a:outerShdw blurRad="71438" dist="19050" dir="5400000" algn="bl" rotWithShape="0">
              <a:srgbClr val="000000">
                <a:alpha val="17647"/>
              </a:srgbClr>
            </a:outerShdw>
          </a:effectLst>
        </p:spPr>
      </p:pic>
      <p:pic>
        <p:nvPicPr>
          <p:cNvPr id="908" name="Google Shape;908;g2d067c62542_0_922"/>
          <p:cNvPicPr preferRelativeResize="0"/>
          <p:nvPr/>
        </p:nvPicPr>
        <p:blipFill rotWithShape="1">
          <a:blip r:embed="rId4">
            <a:alphaModFix/>
          </a:blip>
          <a:srcRect l="159" r="159"/>
          <a:stretch/>
        </p:blipFill>
        <p:spPr>
          <a:xfrm>
            <a:off x="2516815" y="1683800"/>
            <a:ext cx="1309505" cy="939289"/>
          </a:xfrm>
          <a:prstGeom prst="rect">
            <a:avLst/>
          </a:prstGeom>
          <a:noFill/>
          <a:ln>
            <a:noFill/>
          </a:ln>
          <a:effectLst>
            <a:outerShdw blurRad="71438" dist="19050" dir="5400000" algn="bl" rotWithShape="0">
              <a:srgbClr val="000000">
                <a:alpha val="17647"/>
              </a:srgbClr>
            </a:outerShdw>
          </a:effectLst>
        </p:spPr>
      </p:pic>
      <p:pic>
        <p:nvPicPr>
          <p:cNvPr id="909" name="Google Shape;909;g2d067c62542_0_922"/>
          <p:cNvPicPr preferRelativeResize="0"/>
          <p:nvPr/>
        </p:nvPicPr>
        <p:blipFill rotWithShape="1">
          <a:blip r:embed="rId5">
            <a:alphaModFix/>
          </a:blip>
          <a:srcRect l="159" r="159"/>
          <a:stretch/>
        </p:blipFill>
        <p:spPr>
          <a:xfrm>
            <a:off x="3916959" y="1683800"/>
            <a:ext cx="1309505" cy="937703"/>
          </a:xfrm>
          <a:prstGeom prst="rect">
            <a:avLst/>
          </a:prstGeom>
          <a:noFill/>
          <a:ln>
            <a:noFill/>
          </a:ln>
          <a:effectLst>
            <a:outerShdw blurRad="71438" dist="19050" dir="5400000" algn="bl" rotWithShape="0">
              <a:srgbClr val="000000">
                <a:alpha val="17647"/>
              </a:srgbClr>
            </a:outerShdw>
          </a:effectLst>
        </p:spPr>
      </p:pic>
      <p:pic>
        <p:nvPicPr>
          <p:cNvPr id="910" name="Google Shape;910;g2d067c62542_0_922"/>
          <p:cNvPicPr preferRelativeResize="0"/>
          <p:nvPr/>
        </p:nvPicPr>
        <p:blipFill rotWithShape="1">
          <a:blip r:embed="rId6">
            <a:alphaModFix/>
          </a:blip>
          <a:srcRect l="79" r="69"/>
          <a:stretch/>
        </p:blipFill>
        <p:spPr>
          <a:xfrm>
            <a:off x="5317101" y="1683800"/>
            <a:ext cx="1309505" cy="937704"/>
          </a:xfrm>
          <a:prstGeom prst="rect">
            <a:avLst/>
          </a:prstGeom>
          <a:noFill/>
          <a:ln>
            <a:noFill/>
          </a:ln>
          <a:effectLst>
            <a:outerShdw blurRad="71438" dist="19050" dir="5400000" algn="bl" rotWithShape="0">
              <a:srgbClr val="000000">
                <a:alpha val="17647"/>
              </a:srgbClr>
            </a:outerShdw>
          </a:effectLst>
        </p:spPr>
      </p:pic>
      <p:pic>
        <p:nvPicPr>
          <p:cNvPr id="911" name="Google Shape;911;g2d067c62542_0_922"/>
          <p:cNvPicPr preferRelativeResize="0"/>
          <p:nvPr/>
        </p:nvPicPr>
        <p:blipFill rotWithShape="1">
          <a:blip r:embed="rId7">
            <a:alphaModFix/>
          </a:blip>
          <a:srcRect l="79" r="69"/>
          <a:stretch/>
        </p:blipFill>
        <p:spPr>
          <a:xfrm>
            <a:off x="6717245" y="1683800"/>
            <a:ext cx="1309505" cy="937704"/>
          </a:xfrm>
          <a:prstGeom prst="rect">
            <a:avLst/>
          </a:prstGeom>
          <a:noFill/>
          <a:ln>
            <a:noFill/>
          </a:ln>
          <a:effectLst>
            <a:outerShdw blurRad="71438" dist="19050" dir="5400000" algn="bl" rotWithShape="0">
              <a:srgbClr val="000000">
                <a:alpha val="17647"/>
              </a:srgbClr>
            </a:outerShdw>
          </a:effectLst>
        </p:spPr>
      </p:pic>
      <p:pic>
        <p:nvPicPr>
          <p:cNvPr id="912" name="Google Shape;912;g2d067c62542_0_922"/>
          <p:cNvPicPr preferRelativeResize="0"/>
          <p:nvPr/>
        </p:nvPicPr>
        <p:blipFill rotWithShape="1">
          <a:blip r:embed="rId8">
            <a:alphaModFix/>
          </a:blip>
          <a:srcRect l="159" r="159"/>
          <a:stretch/>
        </p:blipFill>
        <p:spPr>
          <a:xfrm>
            <a:off x="1117250" y="2747789"/>
            <a:ext cx="1309505" cy="937703"/>
          </a:xfrm>
          <a:prstGeom prst="rect">
            <a:avLst/>
          </a:prstGeom>
          <a:noFill/>
          <a:ln>
            <a:noFill/>
          </a:ln>
          <a:effectLst>
            <a:outerShdw blurRad="71438" dist="19050" dir="5400000" algn="bl" rotWithShape="0">
              <a:srgbClr val="000000">
                <a:alpha val="17647"/>
              </a:srgbClr>
            </a:outerShdw>
          </a:effectLst>
        </p:spPr>
      </p:pic>
      <p:pic>
        <p:nvPicPr>
          <p:cNvPr id="913" name="Google Shape;913;g2d067c62542_0_922"/>
          <p:cNvPicPr preferRelativeResize="0"/>
          <p:nvPr/>
        </p:nvPicPr>
        <p:blipFill rotWithShape="1">
          <a:blip r:embed="rId9">
            <a:alphaModFix/>
          </a:blip>
          <a:srcRect l="159" r="159"/>
          <a:stretch/>
        </p:blipFill>
        <p:spPr>
          <a:xfrm>
            <a:off x="2516815" y="2746202"/>
            <a:ext cx="1309505" cy="939289"/>
          </a:xfrm>
          <a:prstGeom prst="rect">
            <a:avLst/>
          </a:prstGeom>
          <a:noFill/>
          <a:ln>
            <a:noFill/>
          </a:ln>
          <a:effectLst>
            <a:outerShdw blurRad="71438" dist="19050" dir="5400000" algn="bl" rotWithShape="0">
              <a:srgbClr val="000000">
                <a:alpha val="17647"/>
              </a:srgbClr>
            </a:outerShdw>
          </a:effectLst>
        </p:spPr>
      </p:pic>
      <p:pic>
        <p:nvPicPr>
          <p:cNvPr id="914" name="Google Shape;914;g2d067c62542_0_922"/>
          <p:cNvPicPr preferRelativeResize="0"/>
          <p:nvPr/>
        </p:nvPicPr>
        <p:blipFill rotWithShape="1">
          <a:blip r:embed="rId10">
            <a:alphaModFix/>
          </a:blip>
          <a:srcRect l="19" r="9"/>
          <a:stretch/>
        </p:blipFill>
        <p:spPr>
          <a:xfrm>
            <a:off x="3915376" y="2746202"/>
            <a:ext cx="1311088" cy="937704"/>
          </a:xfrm>
          <a:prstGeom prst="rect">
            <a:avLst/>
          </a:prstGeom>
          <a:noFill/>
          <a:ln>
            <a:noFill/>
          </a:ln>
          <a:effectLst>
            <a:outerShdw blurRad="71438" dist="19050" dir="5400000" algn="bl" rotWithShape="0">
              <a:srgbClr val="000000">
                <a:alpha val="17647"/>
              </a:srgbClr>
            </a:outerShdw>
          </a:effectLst>
        </p:spPr>
      </p:pic>
      <p:pic>
        <p:nvPicPr>
          <p:cNvPr id="915" name="Google Shape;915;g2d067c62542_0_922"/>
          <p:cNvPicPr preferRelativeResize="0"/>
          <p:nvPr/>
        </p:nvPicPr>
        <p:blipFill rotWithShape="1">
          <a:blip r:embed="rId11">
            <a:alphaModFix/>
          </a:blip>
          <a:srcRect l="189" r="179"/>
          <a:stretch/>
        </p:blipFill>
        <p:spPr>
          <a:xfrm>
            <a:off x="5315518" y="2746202"/>
            <a:ext cx="1311088" cy="939290"/>
          </a:xfrm>
          <a:prstGeom prst="rect">
            <a:avLst/>
          </a:prstGeom>
          <a:noFill/>
          <a:ln>
            <a:noFill/>
          </a:ln>
          <a:effectLst>
            <a:outerShdw blurRad="71438" dist="19050" dir="5400000" algn="bl" rotWithShape="0">
              <a:srgbClr val="000000">
                <a:alpha val="17647"/>
              </a:srgbClr>
            </a:outerShdw>
          </a:effectLst>
        </p:spPr>
      </p:pic>
      <p:pic>
        <p:nvPicPr>
          <p:cNvPr id="916" name="Google Shape;916;g2d067c62542_0_922"/>
          <p:cNvPicPr preferRelativeResize="0"/>
          <p:nvPr/>
        </p:nvPicPr>
        <p:blipFill rotWithShape="1">
          <a:blip r:embed="rId12">
            <a:alphaModFix/>
          </a:blip>
          <a:srcRect l="99" r="99"/>
          <a:stretch/>
        </p:blipFill>
        <p:spPr>
          <a:xfrm>
            <a:off x="6715662" y="2746202"/>
            <a:ext cx="1311088" cy="939289"/>
          </a:xfrm>
          <a:prstGeom prst="rect">
            <a:avLst/>
          </a:prstGeom>
          <a:noFill/>
          <a:ln>
            <a:noFill/>
          </a:ln>
          <a:effectLst>
            <a:outerShdw blurRad="71438" dist="19050" dir="5400000" algn="bl" rotWithShape="0">
              <a:srgbClr val="000000">
                <a:alpha val="17647"/>
              </a:srgbClr>
            </a:outerShdw>
          </a:effectLst>
        </p:spPr>
      </p:pic>
      <p:pic>
        <p:nvPicPr>
          <p:cNvPr id="917" name="Google Shape;917;g2d067c62542_0_922"/>
          <p:cNvPicPr preferRelativeResize="0"/>
          <p:nvPr/>
        </p:nvPicPr>
        <p:blipFill rotWithShape="1">
          <a:blip r:embed="rId13">
            <a:alphaModFix/>
          </a:blip>
          <a:srcRect l="99" r="99"/>
          <a:stretch/>
        </p:blipFill>
        <p:spPr>
          <a:xfrm>
            <a:off x="2516815" y="3808610"/>
            <a:ext cx="1311088" cy="939289"/>
          </a:xfrm>
          <a:prstGeom prst="rect">
            <a:avLst/>
          </a:prstGeom>
          <a:noFill/>
          <a:ln>
            <a:noFill/>
          </a:ln>
          <a:effectLst>
            <a:outerShdw blurRad="71438" dist="19050" dir="5400000" algn="bl" rotWithShape="0">
              <a:srgbClr val="000000">
                <a:alpha val="17647"/>
              </a:srgbClr>
            </a:outerShdw>
          </a:effectLst>
        </p:spPr>
      </p:pic>
      <p:pic>
        <p:nvPicPr>
          <p:cNvPr id="918" name="Google Shape;918;g2d067c62542_0_922"/>
          <p:cNvPicPr preferRelativeResize="0"/>
          <p:nvPr/>
        </p:nvPicPr>
        <p:blipFill rotWithShape="1">
          <a:blip r:embed="rId14">
            <a:alphaModFix/>
          </a:blip>
          <a:srcRect l="189" r="179"/>
          <a:stretch/>
        </p:blipFill>
        <p:spPr>
          <a:xfrm>
            <a:off x="3915376" y="3808610"/>
            <a:ext cx="1311088" cy="939290"/>
          </a:xfrm>
          <a:prstGeom prst="rect">
            <a:avLst/>
          </a:prstGeom>
          <a:noFill/>
          <a:ln>
            <a:noFill/>
          </a:ln>
          <a:effectLst>
            <a:outerShdw blurRad="71438" dist="19050" dir="5400000" algn="bl" rotWithShape="0">
              <a:srgbClr val="000000">
                <a:alpha val="18039"/>
              </a:srgbClr>
            </a:outerShdw>
          </a:effectLst>
        </p:spPr>
      </p:pic>
      <p:pic>
        <p:nvPicPr>
          <p:cNvPr id="919" name="Google Shape;919;g2d067c62542_0_922"/>
          <p:cNvPicPr preferRelativeResize="0"/>
          <p:nvPr/>
        </p:nvPicPr>
        <p:blipFill rotWithShape="1">
          <a:blip r:embed="rId15">
            <a:alphaModFix/>
          </a:blip>
          <a:srcRect l="99" r="99"/>
          <a:stretch/>
        </p:blipFill>
        <p:spPr>
          <a:xfrm>
            <a:off x="5315518" y="3808610"/>
            <a:ext cx="1311088" cy="939289"/>
          </a:xfrm>
          <a:prstGeom prst="rect">
            <a:avLst/>
          </a:prstGeom>
          <a:noFill/>
          <a:ln>
            <a:noFill/>
          </a:ln>
          <a:effectLst>
            <a:outerShdw blurRad="71438" dist="19050" dir="5400000" algn="bl" rotWithShape="0">
              <a:srgbClr val="000000">
                <a:alpha val="18039"/>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24"/>
        <p:cNvGrpSpPr/>
        <p:nvPr/>
      </p:nvGrpSpPr>
      <p:grpSpPr>
        <a:xfrm>
          <a:off x="0" y="0"/>
          <a:ext cx="0" cy="0"/>
          <a:chOff x="0" y="0"/>
          <a:chExt cx="0" cy="0"/>
        </a:xfrm>
      </p:grpSpPr>
      <p:sp>
        <p:nvSpPr>
          <p:cNvPr id="925" name="Google Shape;925;g2d067c62542_0_9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926" name="Google Shape;926;g2d067c62542_0_9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sp>
        <p:nvSpPr>
          <p:cNvPr id="927" name="Google Shape;927;g2d067c62542_0_94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928" name="Google Shape;928;g2d067c62542_0_940"/>
          <p:cNvPicPr preferRelativeResize="0"/>
          <p:nvPr/>
        </p:nvPicPr>
        <p:blipFill rotWithShape="1">
          <a:blip r:embed="rId3">
            <a:alphaModFix/>
          </a:blip>
          <a:srcRect t="99" b="89"/>
          <a:stretch/>
        </p:blipFill>
        <p:spPr>
          <a:xfrm>
            <a:off x="1157194" y="1683795"/>
            <a:ext cx="1229025" cy="922177"/>
          </a:xfrm>
          <a:prstGeom prst="rect">
            <a:avLst/>
          </a:prstGeom>
          <a:noFill/>
          <a:ln>
            <a:noFill/>
          </a:ln>
          <a:effectLst>
            <a:outerShdw blurRad="57150" dist="19050" dir="5400000" algn="bl" rotWithShape="0">
              <a:srgbClr val="000000">
                <a:alpha val="20000"/>
              </a:srgbClr>
            </a:outerShdw>
          </a:effectLst>
        </p:spPr>
      </p:pic>
      <p:pic>
        <p:nvPicPr>
          <p:cNvPr id="929" name="Google Shape;929;g2d067c62542_0_940"/>
          <p:cNvPicPr preferRelativeResize="0"/>
          <p:nvPr/>
        </p:nvPicPr>
        <p:blipFill rotWithShape="1">
          <a:blip r:embed="rId4">
            <a:alphaModFix/>
          </a:blip>
          <a:srcRect/>
          <a:stretch/>
        </p:blipFill>
        <p:spPr>
          <a:xfrm>
            <a:off x="1157194" y="2755558"/>
            <a:ext cx="1229025" cy="922177"/>
          </a:xfrm>
          <a:prstGeom prst="rect">
            <a:avLst/>
          </a:prstGeom>
          <a:noFill/>
          <a:ln>
            <a:noFill/>
          </a:ln>
          <a:effectLst>
            <a:outerShdw blurRad="57150" dist="19050" dir="5400000" algn="bl" rotWithShape="0">
              <a:srgbClr val="000000">
                <a:alpha val="20000"/>
              </a:srgbClr>
            </a:outerShdw>
          </a:effectLst>
        </p:spPr>
      </p:pic>
      <p:pic>
        <p:nvPicPr>
          <p:cNvPr id="930" name="Google Shape;930;g2d067c62542_0_940"/>
          <p:cNvPicPr preferRelativeResize="0"/>
          <p:nvPr/>
        </p:nvPicPr>
        <p:blipFill rotWithShape="1">
          <a:blip r:embed="rId5">
            <a:alphaModFix/>
          </a:blip>
          <a:srcRect t="99" b="89"/>
          <a:stretch/>
        </p:blipFill>
        <p:spPr>
          <a:xfrm>
            <a:off x="2557063" y="2755558"/>
            <a:ext cx="1229025" cy="922177"/>
          </a:xfrm>
          <a:prstGeom prst="rect">
            <a:avLst/>
          </a:prstGeom>
          <a:noFill/>
          <a:ln>
            <a:noFill/>
          </a:ln>
          <a:effectLst>
            <a:outerShdw blurRad="57150" dist="19050" dir="5400000" algn="bl" rotWithShape="0">
              <a:srgbClr val="000000">
                <a:alpha val="20000"/>
              </a:srgbClr>
            </a:outerShdw>
          </a:effectLst>
        </p:spPr>
      </p:pic>
      <p:pic>
        <p:nvPicPr>
          <p:cNvPr id="931" name="Google Shape;931;g2d067c62542_0_940"/>
          <p:cNvPicPr preferRelativeResize="0"/>
          <p:nvPr/>
        </p:nvPicPr>
        <p:blipFill rotWithShape="1">
          <a:blip r:embed="rId6">
            <a:alphaModFix/>
          </a:blip>
          <a:srcRect t="99" b="89"/>
          <a:stretch/>
        </p:blipFill>
        <p:spPr>
          <a:xfrm>
            <a:off x="3956913" y="2755558"/>
            <a:ext cx="1229025" cy="922177"/>
          </a:xfrm>
          <a:prstGeom prst="rect">
            <a:avLst/>
          </a:prstGeom>
          <a:noFill/>
          <a:ln>
            <a:noFill/>
          </a:ln>
          <a:effectLst>
            <a:outerShdw blurRad="57150" dist="19050" dir="5400000" algn="bl" rotWithShape="0">
              <a:srgbClr val="000000">
                <a:alpha val="20000"/>
              </a:srgbClr>
            </a:outerShdw>
          </a:effectLst>
        </p:spPr>
      </p:pic>
      <p:pic>
        <p:nvPicPr>
          <p:cNvPr id="932" name="Google Shape;932;g2d067c62542_0_940"/>
          <p:cNvPicPr preferRelativeResize="0"/>
          <p:nvPr/>
        </p:nvPicPr>
        <p:blipFill rotWithShape="1">
          <a:blip r:embed="rId7">
            <a:alphaModFix/>
          </a:blip>
          <a:srcRect/>
          <a:stretch/>
        </p:blipFill>
        <p:spPr>
          <a:xfrm>
            <a:off x="5356763" y="2755558"/>
            <a:ext cx="1229025" cy="922177"/>
          </a:xfrm>
          <a:prstGeom prst="rect">
            <a:avLst/>
          </a:prstGeom>
          <a:noFill/>
          <a:ln>
            <a:noFill/>
          </a:ln>
          <a:effectLst>
            <a:outerShdw blurRad="57150" dist="19050" dir="5400000" algn="bl" rotWithShape="0">
              <a:srgbClr val="000000">
                <a:alpha val="20000"/>
              </a:srgbClr>
            </a:outerShdw>
          </a:effectLst>
        </p:spPr>
      </p:pic>
      <p:pic>
        <p:nvPicPr>
          <p:cNvPr id="933" name="Google Shape;933;g2d067c62542_0_940"/>
          <p:cNvPicPr preferRelativeResize="0"/>
          <p:nvPr/>
        </p:nvPicPr>
        <p:blipFill rotWithShape="1">
          <a:blip r:embed="rId8">
            <a:alphaModFix/>
          </a:blip>
          <a:srcRect/>
          <a:stretch/>
        </p:blipFill>
        <p:spPr>
          <a:xfrm>
            <a:off x="6756613" y="2755558"/>
            <a:ext cx="1229025" cy="922177"/>
          </a:xfrm>
          <a:prstGeom prst="rect">
            <a:avLst/>
          </a:prstGeom>
          <a:noFill/>
          <a:ln>
            <a:noFill/>
          </a:ln>
          <a:effectLst>
            <a:outerShdw blurRad="57150" dist="19050" dir="5400000" algn="bl" rotWithShape="0">
              <a:srgbClr val="000000">
                <a:alpha val="20000"/>
              </a:srgbClr>
            </a:outerShdw>
          </a:effectLst>
        </p:spPr>
      </p:pic>
      <p:pic>
        <p:nvPicPr>
          <p:cNvPr id="934" name="Google Shape;934;g2d067c62542_0_940"/>
          <p:cNvPicPr preferRelativeResize="0"/>
          <p:nvPr/>
        </p:nvPicPr>
        <p:blipFill rotWithShape="1">
          <a:blip r:embed="rId9">
            <a:alphaModFix/>
          </a:blip>
          <a:srcRect t="99" b="89"/>
          <a:stretch/>
        </p:blipFill>
        <p:spPr>
          <a:xfrm>
            <a:off x="3956913" y="3825558"/>
            <a:ext cx="1229025" cy="922177"/>
          </a:xfrm>
          <a:prstGeom prst="rect">
            <a:avLst/>
          </a:prstGeom>
          <a:noFill/>
          <a:ln>
            <a:noFill/>
          </a:ln>
          <a:effectLst>
            <a:outerShdw blurRad="57150" dist="19050" dir="5400000" algn="bl" rotWithShape="0">
              <a:srgbClr val="000000">
                <a:alpha val="20000"/>
              </a:srgbClr>
            </a:outerShdw>
          </a:effectLst>
        </p:spPr>
      </p:pic>
      <p:pic>
        <p:nvPicPr>
          <p:cNvPr id="935" name="Google Shape;935;g2d067c62542_0_940"/>
          <p:cNvPicPr preferRelativeResize="0"/>
          <p:nvPr/>
        </p:nvPicPr>
        <p:blipFill rotWithShape="1">
          <a:blip r:embed="rId10">
            <a:alphaModFix/>
          </a:blip>
          <a:srcRect t="99" b="89"/>
          <a:stretch/>
        </p:blipFill>
        <p:spPr>
          <a:xfrm>
            <a:off x="2557063" y="1683795"/>
            <a:ext cx="1229025" cy="922177"/>
          </a:xfrm>
          <a:prstGeom prst="rect">
            <a:avLst/>
          </a:prstGeom>
          <a:noFill/>
          <a:ln>
            <a:noFill/>
          </a:ln>
          <a:effectLst>
            <a:outerShdw blurRad="57150" dist="19050" dir="5400000" algn="bl" rotWithShape="0">
              <a:srgbClr val="000000">
                <a:alpha val="20000"/>
              </a:srgbClr>
            </a:outerShdw>
          </a:effectLst>
        </p:spPr>
      </p:pic>
      <p:pic>
        <p:nvPicPr>
          <p:cNvPr id="936" name="Google Shape;936;g2d067c62542_0_940"/>
          <p:cNvPicPr preferRelativeResize="0"/>
          <p:nvPr/>
        </p:nvPicPr>
        <p:blipFill rotWithShape="1">
          <a:blip r:embed="rId11">
            <a:alphaModFix/>
          </a:blip>
          <a:srcRect/>
          <a:stretch/>
        </p:blipFill>
        <p:spPr>
          <a:xfrm>
            <a:off x="3956913" y="1683795"/>
            <a:ext cx="1229025" cy="922177"/>
          </a:xfrm>
          <a:prstGeom prst="rect">
            <a:avLst/>
          </a:prstGeom>
          <a:noFill/>
          <a:ln>
            <a:noFill/>
          </a:ln>
          <a:effectLst>
            <a:outerShdw blurRad="57150" dist="19050" dir="5400000" algn="bl" rotWithShape="0">
              <a:srgbClr val="000000">
                <a:alpha val="20000"/>
              </a:srgbClr>
            </a:outerShdw>
          </a:effectLst>
        </p:spPr>
      </p:pic>
      <p:pic>
        <p:nvPicPr>
          <p:cNvPr id="937" name="Google Shape;937;g2d067c62542_0_940"/>
          <p:cNvPicPr preferRelativeResize="0"/>
          <p:nvPr/>
        </p:nvPicPr>
        <p:blipFill rotWithShape="1">
          <a:blip r:embed="rId12">
            <a:alphaModFix/>
          </a:blip>
          <a:srcRect/>
          <a:stretch/>
        </p:blipFill>
        <p:spPr>
          <a:xfrm>
            <a:off x="5356763" y="1683795"/>
            <a:ext cx="1229025" cy="922177"/>
          </a:xfrm>
          <a:prstGeom prst="rect">
            <a:avLst/>
          </a:prstGeom>
          <a:noFill/>
          <a:ln>
            <a:noFill/>
          </a:ln>
          <a:effectLst>
            <a:outerShdw blurRad="57150" dist="19050" dir="5400000" algn="bl" rotWithShape="0">
              <a:srgbClr val="000000">
                <a:alpha val="20000"/>
              </a:srgbClr>
            </a:outerShdw>
          </a:effectLst>
        </p:spPr>
      </p:pic>
      <p:pic>
        <p:nvPicPr>
          <p:cNvPr id="938" name="Google Shape;938;g2d067c62542_0_940"/>
          <p:cNvPicPr preferRelativeResize="0"/>
          <p:nvPr/>
        </p:nvPicPr>
        <p:blipFill rotWithShape="1">
          <a:blip r:embed="rId13">
            <a:alphaModFix/>
          </a:blip>
          <a:srcRect t="99" b="89"/>
          <a:stretch/>
        </p:blipFill>
        <p:spPr>
          <a:xfrm>
            <a:off x="6756613" y="1683795"/>
            <a:ext cx="1229025" cy="922177"/>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43"/>
        <p:cNvGrpSpPr/>
        <p:nvPr/>
      </p:nvGrpSpPr>
      <p:grpSpPr>
        <a:xfrm>
          <a:off x="0" y="0"/>
          <a:ext cx="0" cy="0"/>
          <a:chOff x="0" y="0"/>
          <a:chExt cx="0" cy="0"/>
        </a:xfrm>
      </p:grpSpPr>
      <p:sp>
        <p:nvSpPr>
          <p:cNvPr id="944" name="Google Shape;944;g2d067c62542_0_99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945" name="Google Shape;945;g2d067c62542_0_99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sp>
        <p:nvSpPr>
          <p:cNvPr id="946" name="Google Shape;946;g2d067c62542_0_99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947" name="Google Shape;947;g2d067c62542_0_993"/>
          <p:cNvPicPr preferRelativeResize="0"/>
          <p:nvPr/>
        </p:nvPicPr>
        <p:blipFill rotWithShape="1">
          <a:blip r:embed="rId3">
            <a:alphaModFix/>
          </a:blip>
          <a:srcRect t="19" b="29"/>
          <a:stretch/>
        </p:blipFill>
        <p:spPr>
          <a:xfrm>
            <a:off x="1157194" y="1683795"/>
            <a:ext cx="1229024" cy="922177"/>
          </a:xfrm>
          <a:prstGeom prst="rect">
            <a:avLst/>
          </a:prstGeom>
          <a:noFill/>
          <a:ln>
            <a:noFill/>
          </a:ln>
          <a:effectLst>
            <a:outerShdw blurRad="57150" dist="19050" dir="5400000" algn="bl" rotWithShape="0">
              <a:srgbClr val="000000">
                <a:alpha val="20000"/>
              </a:srgbClr>
            </a:outerShdw>
          </a:effectLst>
        </p:spPr>
      </p:pic>
      <p:pic>
        <p:nvPicPr>
          <p:cNvPr id="948" name="Google Shape;948;g2d067c62542_0_993"/>
          <p:cNvPicPr preferRelativeResize="0"/>
          <p:nvPr/>
        </p:nvPicPr>
        <p:blipFill rotWithShape="1">
          <a:blip r:embed="rId4">
            <a:alphaModFix/>
          </a:blip>
          <a:srcRect l="69" r="67"/>
          <a:stretch/>
        </p:blipFill>
        <p:spPr>
          <a:xfrm>
            <a:off x="1157194" y="2755558"/>
            <a:ext cx="1229024" cy="922177"/>
          </a:xfrm>
          <a:prstGeom prst="rect">
            <a:avLst/>
          </a:prstGeom>
          <a:noFill/>
          <a:ln>
            <a:noFill/>
          </a:ln>
          <a:effectLst>
            <a:outerShdw blurRad="57150" dist="19050" dir="5400000" algn="bl" rotWithShape="0">
              <a:srgbClr val="000000">
                <a:alpha val="20000"/>
              </a:srgbClr>
            </a:outerShdw>
          </a:effectLst>
        </p:spPr>
      </p:pic>
      <p:pic>
        <p:nvPicPr>
          <p:cNvPr id="949" name="Google Shape;949;g2d067c62542_0_993"/>
          <p:cNvPicPr preferRelativeResize="0"/>
          <p:nvPr/>
        </p:nvPicPr>
        <p:blipFill rotWithShape="1">
          <a:blip r:embed="rId5">
            <a:alphaModFix/>
          </a:blip>
          <a:srcRect t="19" b="28"/>
          <a:stretch/>
        </p:blipFill>
        <p:spPr>
          <a:xfrm>
            <a:off x="2557063" y="2755558"/>
            <a:ext cx="1229024" cy="922177"/>
          </a:xfrm>
          <a:prstGeom prst="rect">
            <a:avLst/>
          </a:prstGeom>
          <a:noFill/>
          <a:ln>
            <a:noFill/>
          </a:ln>
          <a:effectLst>
            <a:outerShdw blurRad="57150" dist="19050" dir="5400000" algn="bl" rotWithShape="0">
              <a:srgbClr val="000000">
                <a:alpha val="20000"/>
              </a:srgbClr>
            </a:outerShdw>
          </a:effectLst>
        </p:spPr>
      </p:pic>
      <p:pic>
        <p:nvPicPr>
          <p:cNvPr id="950" name="Google Shape;950;g2d067c62542_0_993"/>
          <p:cNvPicPr preferRelativeResize="0"/>
          <p:nvPr/>
        </p:nvPicPr>
        <p:blipFill rotWithShape="1">
          <a:blip r:embed="rId6">
            <a:alphaModFix/>
          </a:blip>
          <a:srcRect t="19" b="28"/>
          <a:stretch/>
        </p:blipFill>
        <p:spPr>
          <a:xfrm>
            <a:off x="3956913" y="2755558"/>
            <a:ext cx="1229024" cy="922177"/>
          </a:xfrm>
          <a:prstGeom prst="rect">
            <a:avLst/>
          </a:prstGeom>
          <a:noFill/>
          <a:ln>
            <a:noFill/>
          </a:ln>
          <a:effectLst>
            <a:outerShdw blurRad="57150" dist="19050" dir="5400000" algn="bl" rotWithShape="0">
              <a:srgbClr val="000000">
                <a:alpha val="20000"/>
              </a:srgbClr>
            </a:outerShdw>
          </a:effectLst>
        </p:spPr>
      </p:pic>
      <p:pic>
        <p:nvPicPr>
          <p:cNvPr id="951" name="Google Shape;951;g2d067c62542_0_993"/>
          <p:cNvPicPr preferRelativeResize="0"/>
          <p:nvPr/>
        </p:nvPicPr>
        <p:blipFill rotWithShape="1">
          <a:blip r:embed="rId7">
            <a:alphaModFix/>
          </a:blip>
          <a:srcRect l="69" r="67"/>
          <a:stretch/>
        </p:blipFill>
        <p:spPr>
          <a:xfrm>
            <a:off x="6756613" y="2755558"/>
            <a:ext cx="1229024" cy="922177"/>
          </a:xfrm>
          <a:prstGeom prst="rect">
            <a:avLst/>
          </a:prstGeom>
          <a:noFill/>
          <a:ln>
            <a:noFill/>
          </a:ln>
          <a:effectLst>
            <a:outerShdw blurRad="57150" dist="19050" dir="5400000" algn="bl" rotWithShape="0">
              <a:srgbClr val="000000">
                <a:alpha val="20000"/>
              </a:srgbClr>
            </a:outerShdw>
          </a:effectLst>
        </p:spPr>
      </p:pic>
      <p:pic>
        <p:nvPicPr>
          <p:cNvPr id="952" name="Google Shape;952;g2d067c62542_0_993"/>
          <p:cNvPicPr preferRelativeResize="0"/>
          <p:nvPr/>
        </p:nvPicPr>
        <p:blipFill rotWithShape="1">
          <a:blip r:embed="rId8">
            <a:alphaModFix/>
          </a:blip>
          <a:srcRect t="19" b="29"/>
          <a:stretch/>
        </p:blipFill>
        <p:spPr>
          <a:xfrm>
            <a:off x="3956913" y="3825558"/>
            <a:ext cx="1229024" cy="922177"/>
          </a:xfrm>
          <a:prstGeom prst="rect">
            <a:avLst/>
          </a:prstGeom>
          <a:noFill/>
          <a:ln>
            <a:noFill/>
          </a:ln>
          <a:effectLst>
            <a:outerShdw blurRad="57150" dist="19050" dir="5400000" algn="bl" rotWithShape="0">
              <a:srgbClr val="000000">
                <a:alpha val="20000"/>
              </a:srgbClr>
            </a:outerShdw>
          </a:effectLst>
        </p:spPr>
      </p:pic>
      <p:pic>
        <p:nvPicPr>
          <p:cNvPr id="953" name="Google Shape;953;g2d067c62542_0_993"/>
          <p:cNvPicPr preferRelativeResize="0"/>
          <p:nvPr/>
        </p:nvPicPr>
        <p:blipFill rotWithShape="1">
          <a:blip r:embed="rId9">
            <a:alphaModFix/>
          </a:blip>
          <a:srcRect t="19" b="29"/>
          <a:stretch/>
        </p:blipFill>
        <p:spPr>
          <a:xfrm>
            <a:off x="2557063" y="1683795"/>
            <a:ext cx="1229024" cy="922177"/>
          </a:xfrm>
          <a:prstGeom prst="rect">
            <a:avLst/>
          </a:prstGeom>
          <a:noFill/>
          <a:ln>
            <a:noFill/>
          </a:ln>
          <a:effectLst>
            <a:outerShdw blurRad="57150" dist="19050" dir="5400000" algn="bl" rotWithShape="0">
              <a:srgbClr val="000000">
                <a:alpha val="20000"/>
              </a:srgbClr>
            </a:outerShdw>
          </a:effectLst>
        </p:spPr>
      </p:pic>
      <p:pic>
        <p:nvPicPr>
          <p:cNvPr id="954" name="Google Shape;954;g2d067c62542_0_993"/>
          <p:cNvPicPr preferRelativeResize="0"/>
          <p:nvPr/>
        </p:nvPicPr>
        <p:blipFill rotWithShape="1">
          <a:blip r:embed="rId10">
            <a:alphaModFix/>
          </a:blip>
          <a:srcRect l="69" r="69"/>
          <a:stretch/>
        </p:blipFill>
        <p:spPr>
          <a:xfrm>
            <a:off x="3956913" y="1683795"/>
            <a:ext cx="1229024" cy="922177"/>
          </a:xfrm>
          <a:prstGeom prst="rect">
            <a:avLst/>
          </a:prstGeom>
          <a:noFill/>
          <a:ln>
            <a:noFill/>
          </a:ln>
          <a:effectLst>
            <a:outerShdw blurRad="57150" dist="19050" dir="5400000" algn="bl" rotWithShape="0">
              <a:srgbClr val="000000">
                <a:alpha val="20000"/>
              </a:srgbClr>
            </a:outerShdw>
          </a:effectLst>
        </p:spPr>
      </p:pic>
      <p:pic>
        <p:nvPicPr>
          <p:cNvPr id="955" name="Google Shape;955;g2d067c62542_0_993"/>
          <p:cNvPicPr preferRelativeResize="0"/>
          <p:nvPr/>
        </p:nvPicPr>
        <p:blipFill rotWithShape="1">
          <a:blip r:embed="rId11">
            <a:alphaModFix/>
          </a:blip>
          <a:srcRect l="69" r="69"/>
          <a:stretch/>
        </p:blipFill>
        <p:spPr>
          <a:xfrm>
            <a:off x="5356763" y="1683795"/>
            <a:ext cx="1229024" cy="922177"/>
          </a:xfrm>
          <a:prstGeom prst="rect">
            <a:avLst/>
          </a:prstGeom>
          <a:noFill/>
          <a:ln>
            <a:noFill/>
          </a:ln>
          <a:effectLst>
            <a:outerShdw blurRad="57150" dist="19050" dir="5400000" algn="bl" rotWithShape="0">
              <a:srgbClr val="000000">
                <a:alpha val="20000"/>
              </a:srgbClr>
            </a:outerShdw>
          </a:effectLst>
        </p:spPr>
      </p:pic>
      <p:pic>
        <p:nvPicPr>
          <p:cNvPr id="956" name="Google Shape;956;g2d067c62542_0_993"/>
          <p:cNvPicPr preferRelativeResize="0"/>
          <p:nvPr/>
        </p:nvPicPr>
        <p:blipFill rotWithShape="1">
          <a:blip r:embed="rId12">
            <a:alphaModFix/>
          </a:blip>
          <a:srcRect t="19" b="28"/>
          <a:stretch/>
        </p:blipFill>
        <p:spPr>
          <a:xfrm>
            <a:off x="6756613" y="1683795"/>
            <a:ext cx="1229024" cy="922177"/>
          </a:xfrm>
          <a:prstGeom prst="rect">
            <a:avLst/>
          </a:prstGeom>
          <a:noFill/>
          <a:ln>
            <a:noFill/>
          </a:ln>
          <a:effectLst>
            <a:outerShdw blurRad="57150" dist="19050" dir="5400000" algn="bl" rotWithShape="0">
              <a:srgbClr val="000000">
                <a:alpha val="20000"/>
              </a:srgbClr>
            </a:outerShdw>
          </a:effectLst>
        </p:spPr>
      </p:pic>
      <p:pic>
        <p:nvPicPr>
          <p:cNvPr id="957" name="Google Shape;957;g2d067c62542_0_993"/>
          <p:cNvPicPr preferRelativeResize="0"/>
          <p:nvPr/>
        </p:nvPicPr>
        <p:blipFill rotWithShape="1">
          <a:blip r:embed="rId13">
            <a:alphaModFix/>
          </a:blip>
          <a:srcRect l="69" r="67"/>
          <a:stretch/>
        </p:blipFill>
        <p:spPr>
          <a:xfrm>
            <a:off x="5356763" y="2755558"/>
            <a:ext cx="1229024" cy="922177"/>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198</Words>
  <Application>Microsoft Office PowerPoint</Application>
  <PresentationFormat>On-screen Show (4:3)</PresentationFormat>
  <Paragraphs>62</Paragraphs>
  <Slides>10</Slides>
  <Notes>10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vt:i4>
      </vt:variant>
    </vt:vector>
  </HeadingPairs>
  <TitlesOfParts>
    <vt:vector size="19" baseType="lpstr">
      <vt:lpstr>Arial</vt:lpstr>
      <vt:lpstr>Poppins Medium</vt:lpstr>
      <vt:lpstr>Mulish</vt:lpstr>
      <vt:lpstr>Jost</vt:lpstr>
      <vt:lpstr>Nunito Black</vt:lpstr>
      <vt:lpstr>Calibri</vt:lpstr>
      <vt:lpstr>Poppins</vt:lpstr>
      <vt:lpstr>Poppins SemiBold</vt:lpstr>
      <vt:lpstr>Office Theme</vt:lpstr>
      <vt:lpstr>PowerPoint Presentation</vt:lpstr>
      <vt:lpstr>PowerPoint Presentation</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vt:lpstr>
      <vt:lpstr>Practise Common Exception Words</vt:lpstr>
      <vt:lpstr>Practise Common Exception Words</vt:lpstr>
      <vt:lpstr>Practise High Frequency Words</vt:lpstr>
      <vt:lpstr>Practise High Frequency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2026-04-29T05:46:05Z</dcterms:modified>
</cp:coreProperties>
</file>