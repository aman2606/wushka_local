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m2k48d3qmAJ94P+ImOBxCitNt4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1DF48E-B6DF-4351-A6F1-13F20DCE015A}">
  <a:tblStyle styleId="{111DF48E-B6DF-4351-A6F1-13F20DCE015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200" d="100"/>
          <a:sy n="200" d="100"/>
        </p:scale>
        <p:origin x="144" y="-51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739521b62c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739521b62c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739521b62c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739521b62c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2739521b62c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2739521b62c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735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/j/ - dg</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10.1 -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47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6.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image" Target="../media/image6.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2.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10" Type="http://schemas.openxmlformats.org/officeDocument/2006/relationships/image" Target="../media/image108.png"/><Relationship Id="rId19" Type="http://schemas.openxmlformats.org/officeDocument/2006/relationships/image" Target="../media/image117.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s>
</file>

<file path=ppt/slides/_rels/slide7.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33.png"/><Relationship Id="rId3" Type="http://schemas.openxmlformats.org/officeDocument/2006/relationships/image" Target="../media/image123.png"/><Relationship Id="rId7" Type="http://schemas.openxmlformats.org/officeDocument/2006/relationships/image" Target="../media/image127.png"/><Relationship Id="rId12" Type="http://schemas.openxmlformats.org/officeDocument/2006/relationships/image" Target="../media/image132.png"/><Relationship Id="rId2" Type="http://schemas.openxmlformats.org/officeDocument/2006/relationships/notesSlide" Target="../notesSlides/notesSlide7.xml"/><Relationship Id="rId16" Type="http://schemas.openxmlformats.org/officeDocument/2006/relationships/image" Target="../media/image136.png"/><Relationship Id="rId1" Type="http://schemas.openxmlformats.org/officeDocument/2006/relationships/slideLayout" Target="../slideLayouts/slideLayout3.xml"/><Relationship Id="rId6" Type="http://schemas.openxmlformats.org/officeDocument/2006/relationships/image" Target="../media/image126.png"/><Relationship Id="rId11" Type="http://schemas.openxmlformats.org/officeDocument/2006/relationships/image" Target="../media/image131.png"/><Relationship Id="rId5" Type="http://schemas.openxmlformats.org/officeDocument/2006/relationships/image" Target="../media/image125.png"/><Relationship Id="rId15" Type="http://schemas.openxmlformats.org/officeDocument/2006/relationships/image" Target="../media/image135.png"/><Relationship Id="rId10" Type="http://schemas.openxmlformats.org/officeDocument/2006/relationships/image" Target="../media/image130.png"/><Relationship Id="rId4" Type="http://schemas.openxmlformats.org/officeDocument/2006/relationships/image" Target="../media/image124.png"/><Relationship Id="rId9" Type="http://schemas.openxmlformats.org/officeDocument/2006/relationships/image" Target="../media/image129.png"/><Relationship Id="rId14" Type="http://schemas.openxmlformats.org/officeDocument/2006/relationships/image" Target="../media/image134.png"/></Relationships>
</file>

<file path=ppt/slides/_rels/slide8.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18" Type="http://schemas.openxmlformats.org/officeDocument/2006/relationships/image" Target="../media/image152.png"/><Relationship Id="rId26" Type="http://schemas.openxmlformats.org/officeDocument/2006/relationships/image" Target="../media/image160.png"/><Relationship Id="rId3" Type="http://schemas.openxmlformats.org/officeDocument/2006/relationships/image" Target="../media/image137.png"/><Relationship Id="rId21" Type="http://schemas.openxmlformats.org/officeDocument/2006/relationships/image" Target="../media/image155.png"/><Relationship Id="rId7" Type="http://schemas.openxmlformats.org/officeDocument/2006/relationships/image" Target="../media/image141.png"/><Relationship Id="rId12" Type="http://schemas.openxmlformats.org/officeDocument/2006/relationships/image" Target="../media/image146.png"/><Relationship Id="rId17" Type="http://schemas.openxmlformats.org/officeDocument/2006/relationships/image" Target="../media/image151.png"/><Relationship Id="rId25" Type="http://schemas.openxmlformats.org/officeDocument/2006/relationships/image" Target="../media/image159.png"/><Relationship Id="rId2" Type="http://schemas.openxmlformats.org/officeDocument/2006/relationships/notesSlide" Target="../notesSlides/notesSlide8.xml"/><Relationship Id="rId16" Type="http://schemas.openxmlformats.org/officeDocument/2006/relationships/image" Target="../media/image150.png"/><Relationship Id="rId20" Type="http://schemas.openxmlformats.org/officeDocument/2006/relationships/image" Target="../media/image154.png"/><Relationship Id="rId29" Type="http://schemas.openxmlformats.org/officeDocument/2006/relationships/image" Target="../media/image163.png"/><Relationship Id="rId1" Type="http://schemas.openxmlformats.org/officeDocument/2006/relationships/slideLayout" Target="../slideLayouts/slideLayout3.xml"/><Relationship Id="rId6" Type="http://schemas.openxmlformats.org/officeDocument/2006/relationships/image" Target="../media/image140.png"/><Relationship Id="rId11" Type="http://schemas.openxmlformats.org/officeDocument/2006/relationships/image" Target="../media/image145.png"/><Relationship Id="rId24" Type="http://schemas.openxmlformats.org/officeDocument/2006/relationships/image" Target="../media/image158.png"/><Relationship Id="rId5" Type="http://schemas.openxmlformats.org/officeDocument/2006/relationships/image" Target="../media/image139.png"/><Relationship Id="rId15" Type="http://schemas.openxmlformats.org/officeDocument/2006/relationships/image" Target="../media/image149.png"/><Relationship Id="rId23" Type="http://schemas.openxmlformats.org/officeDocument/2006/relationships/image" Target="../media/image157.png"/><Relationship Id="rId28" Type="http://schemas.openxmlformats.org/officeDocument/2006/relationships/image" Target="../media/image162.png"/><Relationship Id="rId10" Type="http://schemas.openxmlformats.org/officeDocument/2006/relationships/image" Target="../media/image144.png"/><Relationship Id="rId19" Type="http://schemas.openxmlformats.org/officeDocument/2006/relationships/image" Target="../media/image153.png"/><Relationship Id="rId4" Type="http://schemas.openxmlformats.org/officeDocument/2006/relationships/image" Target="../media/image138.png"/><Relationship Id="rId9" Type="http://schemas.openxmlformats.org/officeDocument/2006/relationships/image" Target="../media/image143.png"/><Relationship Id="rId14" Type="http://schemas.openxmlformats.org/officeDocument/2006/relationships/image" Target="../media/image148.png"/><Relationship Id="rId22" Type="http://schemas.openxmlformats.org/officeDocument/2006/relationships/image" Target="../media/image156.png"/><Relationship Id="rId27" Type="http://schemas.openxmlformats.org/officeDocument/2006/relationships/image" Target="../media/image161.png"/><Relationship Id="rId30" Type="http://schemas.openxmlformats.org/officeDocument/2006/relationships/image" Target="../media/image164.png"/></Relationships>
</file>

<file path=ppt/slides/_rels/slide9.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0.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2.png"/><Relationship Id="rId2" Type="http://schemas.openxmlformats.org/officeDocument/2006/relationships/notesSlide" Target="../notesSlides/notesSlide10.xml"/><Relationship Id="rId16" Type="http://schemas.openxmlformats.org/officeDocument/2006/relationships/image" Target="../media/image191.png"/><Relationship Id="rId1" Type="http://schemas.openxmlformats.org/officeDocument/2006/relationships/slideLayout" Target="../slideLayouts/slideLayout3.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s>
</file>

<file path=ppt/slides/_rels/slide11.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3.png"/><Relationship Id="rId18" Type="http://schemas.openxmlformats.org/officeDocument/2006/relationships/image" Target="../media/image208.png"/><Relationship Id="rId3" Type="http://schemas.openxmlformats.org/officeDocument/2006/relationships/image" Target="../media/image193.png"/><Relationship Id="rId21" Type="http://schemas.openxmlformats.org/officeDocument/2006/relationships/image" Target="../media/image211.png"/><Relationship Id="rId7" Type="http://schemas.openxmlformats.org/officeDocument/2006/relationships/image" Target="../media/image197.png"/><Relationship Id="rId12" Type="http://schemas.openxmlformats.org/officeDocument/2006/relationships/image" Target="../media/image202.png"/><Relationship Id="rId17" Type="http://schemas.openxmlformats.org/officeDocument/2006/relationships/image" Target="../media/image207.png"/><Relationship Id="rId2" Type="http://schemas.openxmlformats.org/officeDocument/2006/relationships/notesSlide" Target="../notesSlides/notesSlide11.xml"/><Relationship Id="rId16" Type="http://schemas.openxmlformats.org/officeDocument/2006/relationships/image" Target="../media/image206.png"/><Relationship Id="rId20" Type="http://schemas.openxmlformats.org/officeDocument/2006/relationships/image" Target="../media/image210.png"/><Relationship Id="rId1" Type="http://schemas.openxmlformats.org/officeDocument/2006/relationships/slideLayout" Target="../slideLayouts/slideLayout3.xml"/><Relationship Id="rId6" Type="http://schemas.openxmlformats.org/officeDocument/2006/relationships/image" Target="../media/image196.png"/><Relationship Id="rId11" Type="http://schemas.openxmlformats.org/officeDocument/2006/relationships/image" Target="../media/image201.png"/><Relationship Id="rId5" Type="http://schemas.openxmlformats.org/officeDocument/2006/relationships/image" Target="../media/image195.png"/><Relationship Id="rId15" Type="http://schemas.openxmlformats.org/officeDocument/2006/relationships/image" Target="../media/image205.png"/><Relationship Id="rId10" Type="http://schemas.openxmlformats.org/officeDocument/2006/relationships/image" Target="../media/image200.png"/><Relationship Id="rId19" Type="http://schemas.openxmlformats.org/officeDocument/2006/relationships/image" Target="../media/image209.png"/><Relationship Id="rId4" Type="http://schemas.openxmlformats.org/officeDocument/2006/relationships/image" Target="../media/image194.png"/><Relationship Id="rId9" Type="http://schemas.openxmlformats.org/officeDocument/2006/relationships/image" Target="../media/image199.png"/><Relationship Id="rId14" Type="http://schemas.openxmlformats.org/officeDocument/2006/relationships/image" Target="../media/image204.png"/><Relationship Id="rId22" Type="http://schemas.openxmlformats.org/officeDocument/2006/relationships/image" Target="../media/image21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/j/;</a:t>
            </a:r>
            <a:br>
              <a:rPr lang="en-US" sz="3000"/>
            </a:br>
            <a:r>
              <a:rPr lang="en-US" sz="3000"/>
              <a:t>dg</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47</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{111DF48E-B6DF-4351-A6F1-13F20DCE015A}</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/j/</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/j/</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69" r="6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51832"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82715" y="37943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07952" y="379437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1"/>
              </a:srgbClr>
            </a:outerShdw>
          </a:effectLst>
        </p:spPr>
      </p:pic>
      <p:pic>
        <p:nvPicPr>
          <p:cNvPr id="796" name="Google Shape;796;g2cdbdd49f8e_0_0"/>
          <p:cNvPicPr preferRelativeResize="0"/>
          <p:nvPr/>
        </p:nvPicPr>
        <p:blipFill rotWithShape="1">
          <a:blip r:embed="rId4">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5">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6">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7">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8">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9">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8">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9">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20">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21">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22">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23">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4">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3" name="Google Shape;823;g26b7edf6e71_0_109"/>
          <p:cNvGrpSpPr/>
          <p:nvPr/>
        </p:nvGrpSpPr>
        <p:grpSpPr>
          <a:xfrm>
            <a:off x="930596" y="2135925"/>
            <a:ext cx="7282807" cy="2686611"/>
            <a:chOff x="867357" y="2129450"/>
            <a:chExt cx="7282807" cy="2686611"/>
          </a:xfrm>
        </p:grpSpPr>
        <p:pic>
          <p:nvPicPr>
            <p:cNvPr id="824" name="Google Shape;82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4" name="Google Shape;844;g2c298d33e0c_0_6"/>
          <p:cNvGrpSpPr/>
          <p:nvPr/>
        </p:nvGrpSpPr>
        <p:grpSpPr>
          <a:xfrm>
            <a:off x="931093" y="2129296"/>
            <a:ext cx="7281864" cy="2684601"/>
            <a:chOff x="868300" y="2129450"/>
            <a:chExt cx="7281864" cy="2684601"/>
          </a:xfrm>
        </p:grpSpPr>
        <p:pic>
          <p:nvPicPr>
            <p:cNvPr id="845" name="Google Shape;845;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9" name="Google Shape;849;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9" name="Google Shape;879;g2c298da1f27_0_455"/>
          <p:cNvGrpSpPr/>
          <p:nvPr/>
        </p:nvGrpSpPr>
        <p:grpSpPr>
          <a:xfrm>
            <a:off x="931068" y="2129450"/>
            <a:ext cx="7281864" cy="2684601"/>
            <a:chOff x="868300" y="2053250"/>
            <a:chExt cx="7281864" cy="2684601"/>
          </a:xfrm>
        </p:grpSpPr>
        <p:pic>
          <p:nvPicPr>
            <p:cNvPr id="880" name="Google Shape;880;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0" name="Google Shape;890;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1" name="Google Shape;891;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9" name="Google Shape;899;g2c298da1f27_1_0"/>
          <p:cNvGrpSpPr/>
          <p:nvPr/>
        </p:nvGrpSpPr>
        <p:grpSpPr>
          <a:xfrm>
            <a:off x="931068" y="2148475"/>
            <a:ext cx="7281864" cy="2688001"/>
            <a:chOff x="868300" y="2129450"/>
            <a:chExt cx="7281864" cy="2688001"/>
          </a:xfrm>
        </p:grpSpPr>
        <p:pic>
          <p:nvPicPr>
            <p:cNvPr id="900" name="Google Shape;900;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2" name="Google Shape;902;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3" name="Google Shape;903;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04" name="Google Shape;904;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8" name="Google Shape;908;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9" name="Google Shape;909;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0" name="Google Shape;910;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1" name="Google Shape;911;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3" name="Google Shape;913;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dbdd193bb_0_343"/>
          <p:cNvSpPr txBox="1">
            <a:spLocks noGrp="1"/>
          </p:cNvSpPr>
          <p:nvPr>
            <p:ph type="title"/>
          </p:nvPr>
        </p:nvSpPr>
        <p:spPr>
          <a:xfrm>
            <a:off x="752575" y="582900"/>
            <a:ext cx="76389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grpSp>
        <p:nvGrpSpPr>
          <p:cNvPr id="921" name="Google Shape;921;g2cdbdd193bb_0_343"/>
          <p:cNvGrpSpPr/>
          <p:nvPr/>
        </p:nvGrpSpPr>
        <p:grpSpPr>
          <a:xfrm>
            <a:off x="931761" y="2129450"/>
            <a:ext cx="7280477" cy="3622230"/>
            <a:chOff x="868300" y="2129450"/>
            <a:chExt cx="7280477" cy="3622230"/>
          </a:xfrm>
        </p:grpSpPr>
        <p:pic>
          <p:nvPicPr>
            <p:cNvPr id="922" name="Google Shape;922;g2cdbdd193bb_0_343"/>
            <p:cNvPicPr preferRelativeResize="0"/>
            <p:nvPr/>
          </p:nvPicPr>
          <p:blipFill rotWithShape="1">
            <a:blip r:embed="rId3">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7250"/>
                </a:srgbClr>
              </a:outerShdw>
            </a:effectLst>
          </p:spPr>
        </p:pic>
        <p:pic>
          <p:nvPicPr>
            <p:cNvPr id="923" name="Google Shape;923;g2cdbdd193bb_0_343"/>
            <p:cNvPicPr preferRelativeResize="0"/>
            <p:nvPr/>
          </p:nvPicPr>
          <p:blipFill rotWithShape="1">
            <a:blip r:embed="rId4">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7250"/>
                </a:srgbClr>
              </a:outerShdw>
            </a:effectLst>
          </p:spPr>
        </p:pic>
        <p:pic>
          <p:nvPicPr>
            <p:cNvPr id="924" name="Google Shape;924;g2cdbdd193bb_0_343"/>
            <p:cNvPicPr preferRelativeResize="0"/>
            <p:nvPr/>
          </p:nvPicPr>
          <p:blipFill rotWithShape="1">
            <a:blip r:embed="rId5">
              <a:alphaModFix/>
            </a:blip>
            <a:srcRect l="159" r="159"/>
            <a:stretch/>
          </p:blipFill>
          <p:spPr>
            <a:xfrm>
              <a:off x="7001457" y="3994500"/>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6">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7">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8">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9">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0">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1">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2">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13">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33" name="Google Shape;933;g2cdbdd193bb_0_343"/>
            <p:cNvPicPr preferRelativeResize="0"/>
            <p:nvPr/>
          </p:nvPicPr>
          <p:blipFill rotWithShape="1">
            <a:blip r:embed="rId14">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34" name="Google Shape;934;g2cdbdd193bb_0_343"/>
            <p:cNvPicPr preferRelativeResize="0"/>
            <p:nvPr/>
          </p:nvPicPr>
          <p:blipFill rotWithShape="1">
            <a:blip r:embed="rId15">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35" name="Google Shape;935;g2cdbdd193bb_0_343"/>
            <p:cNvPicPr preferRelativeResize="0"/>
            <p:nvPr/>
          </p:nvPicPr>
          <p:blipFill rotWithShape="1">
            <a:blip r:embed="rId16">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36" name="Google Shape;936;g2cdbdd193bb_0_343"/>
            <p:cNvPicPr preferRelativeResize="0"/>
            <p:nvPr/>
          </p:nvPicPr>
          <p:blipFill rotWithShape="1">
            <a:blip r:embed="rId17">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37" name="Google Shape;937;g2cdbdd193bb_0_343"/>
            <p:cNvPicPr preferRelativeResize="0"/>
            <p:nvPr/>
          </p:nvPicPr>
          <p:blipFill rotWithShape="1">
            <a:blip r:embed="rId18">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38" name="Google Shape;938;g2cdbdd193bb_0_343"/>
            <p:cNvPicPr preferRelativeResize="0"/>
            <p:nvPr/>
          </p:nvPicPr>
          <p:blipFill rotWithShape="1">
            <a:blip r:embed="rId19">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39" name="Google Shape;939;g2cdbdd193bb_0_343"/>
            <p:cNvPicPr preferRelativeResize="0"/>
            <p:nvPr/>
          </p:nvPicPr>
          <p:blipFill rotWithShape="1">
            <a:blip r:embed="rId20">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40" name="Google Shape;940;g2cdbdd193bb_0_343"/>
            <p:cNvPicPr preferRelativeResize="0"/>
            <p:nvPr/>
          </p:nvPicPr>
          <p:blipFill rotWithShape="1">
            <a:blip r:embed="rId21">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41" name="Google Shape;941;g2cdbdd193bb_0_343"/>
            <p:cNvPicPr preferRelativeResize="0"/>
            <p:nvPr/>
          </p:nvPicPr>
          <p:blipFill rotWithShape="1">
            <a:blip r:embed="rId22">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8" name="Google Shape;94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9" name="Google Shape;949;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50" name="Google Shape;95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1" name="Google Shape;951;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c</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52" name="Google Shape;952;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em</a:t>
            </a:r>
            <a:endParaRPr sz="5800" b="0" i="0" u="none" strike="noStrike" cap="none">
              <a:solidFill>
                <a:srgbClr val="2356AF"/>
              </a:solidFill>
              <a:latin typeface="Jost"/>
              <a:ea typeface="Jost"/>
              <a:cs typeface="Jost"/>
              <a:sym typeface="Jost"/>
            </a:endParaRPr>
          </a:p>
        </p:txBody>
      </p:sp>
      <p:sp>
        <p:nvSpPr>
          <p:cNvPr id="953" name="Google Shape;953;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el</a:t>
            </a:r>
            <a:endParaRPr sz="5800" b="0" i="0" u="none" strike="noStrike" cap="none">
              <a:solidFill>
                <a:srgbClr val="2356AF"/>
              </a:solidFill>
              <a:latin typeface="Jost"/>
              <a:ea typeface="Jost"/>
              <a:cs typeface="Jost"/>
              <a:sym typeface="Jost"/>
            </a:endParaRPr>
          </a:p>
        </p:txBody>
      </p:sp>
      <p:sp>
        <p:nvSpPr>
          <p:cNvPr id="954" name="Google Shape;954;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1" name="Google Shape;961;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62" name="Google Shape;962;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63" name="Google Shape;963;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64" name="Google Shape;964;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fu</a:t>
            </a:r>
            <a:r>
              <a:rPr lang="en-US" sz="5800" b="0" i="0" u="none" strike="noStrike" cap="none">
                <a:solidFill>
                  <a:srgbClr val="D0CECE"/>
                </a:solidFill>
                <a:latin typeface="Jost"/>
                <a:ea typeface="Jost"/>
                <a:cs typeface="Jost"/>
                <a:sym typeface="Jost"/>
              </a:rPr>
              <a:t>d</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65" name="Google Shape;965;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e</a:t>
            </a:r>
            <a:r>
              <a:rPr lang="en-US" sz="5800" b="0" i="0" u="none" strike="noStrike" cap="none">
                <a:solidFill>
                  <a:srgbClr val="D0CECE"/>
                </a:solidFill>
                <a:latin typeface="Jost"/>
                <a:ea typeface="Jost"/>
                <a:cs typeface="Jost"/>
                <a:sym typeface="Jost"/>
              </a:rPr>
              <a:t>d</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66" name="Google Shape;966;g2e5653a5c66_0_0"/>
          <p:cNvSpPr txBox="1"/>
          <p:nvPr/>
        </p:nvSpPr>
        <p:spPr>
          <a:xfrm>
            <a:off x="4310075" y="2379875"/>
            <a:ext cx="37353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dr</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wbri</a:t>
            </a:r>
            <a:r>
              <a:rPr lang="en-US" sz="5800" b="0" i="0" u="none" strike="noStrike" cap="none">
                <a:solidFill>
                  <a:srgbClr val="D0CECE"/>
                </a:solidFill>
                <a:latin typeface="Jost"/>
                <a:ea typeface="Jost"/>
                <a:cs typeface="Jost"/>
                <a:sym typeface="Jost"/>
              </a:rPr>
              <a:t>d</a:t>
            </a:r>
            <a:r>
              <a:rPr lang="en-US" sz="5800" b="0" i="0" u="none" strike="noStrike" cap="none">
                <a:solidFill>
                  <a:srgbClr val="1E8EE6"/>
                </a:solidFill>
                <a:latin typeface="Jost"/>
                <a:ea typeface="Jost"/>
                <a:cs typeface="Jost"/>
                <a:sym typeface="Jost"/>
              </a:rPr>
              <a:t>g</a:t>
            </a:r>
            <a:r>
              <a:rPr lang="en-US" sz="5800" b="0" i="0" u="none" strike="noStrike" cap="none">
                <a:solidFill>
                  <a:srgbClr val="2356AF"/>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67" name="Google Shape;967;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47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74" name="Google Shape;97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c4fb7f6616_1_0"/>
          <p:cNvSpPr/>
          <p:nvPr/>
        </p:nvSpPr>
        <p:spPr>
          <a:xfrm>
            <a:off x="27465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3" name="Google Shape;98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4" name="Google Shape;984;g2c4fb7f6616_1_0"/>
          <p:cNvSpPr txBox="1">
            <a:spLocks noGrp="1"/>
          </p:cNvSpPr>
          <p:nvPr>
            <p:ph type="subTitle" idx="4294967295"/>
          </p:nvPr>
        </p:nvSpPr>
        <p:spPr>
          <a:xfrm>
            <a:off x="3419713" y="1308025"/>
            <a:ext cx="1223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d</a:t>
            </a:r>
            <a:endParaRPr sz="15000" b="0" i="0" u="none" strike="noStrike" cap="none">
              <a:solidFill>
                <a:srgbClr val="D0CECE"/>
              </a:solidFill>
              <a:latin typeface="Jost"/>
              <a:ea typeface="Jost"/>
              <a:cs typeface="Jost"/>
              <a:sym typeface="Jost"/>
            </a:endParaRPr>
          </a:p>
        </p:txBody>
      </p:sp>
      <p:sp>
        <p:nvSpPr>
          <p:cNvPr id="985" name="Google Shape;985;g2c4fb7f6616_1_0"/>
          <p:cNvSpPr txBox="1">
            <a:spLocks noGrp="1"/>
          </p:cNvSpPr>
          <p:nvPr>
            <p:ph type="subTitle" idx="4294967295"/>
          </p:nvPr>
        </p:nvSpPr>
        <p:spPr>
          <a:xfrm>
            <a:off x="2176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86" name="Google Shape;98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7" name="Google Shape;98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8" name="Google Shape;98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4" name="Google Shape;994;g2c4fb7f6616_1_0"/>
          <p:cNvGrpSpPr/>
          <p:nvPr/>
        </p:nvGrpSpPr>
        <p:grpSpPr>
          <a:xfrm>
            <a:off x="-550" y="6984600"/>
            <a:ext cx="8596479" cy="808600"/>
            <a:chOff x="-550" y="6984600"/>
            <a:chExt cx="8596479" cy="808600"/>
          </a:xfrm>
        </p:grpSpPr>
        <p:sp>
          <p:nvSpPr>
            <p:cNvPr id="995" name="Google Shape;99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6" name="Google Shape;99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7" name="Google Shape;99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8" name="Google Shape;99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9" name="Google Shape;99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0" name="Google Shape;100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1" name="Google Shape;100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2" name="Google Shape;100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3" name="Google Shape;100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4" name="Google Shape;1004;g2c4fb7f6616_1_0"/>
          <p:cNvSpPr txBox="1">
            <a:spLocks noGrp="1"/>
          </p:cNvSpPr>
          <p:nvPr>
            <p:ph type="subTitle" idx="4294967295"/>
          </p:nvPr>
        </p:nvSpPr>
        <p:spPr>
          <a:xfrm>
            <a:off x="4504900" y="1308025"/>
            <a:ext cx="1223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05" name="Google Shape;1005;g2c4fb7f6616_1_0"/>
          <p:cNvSpPr/>
          <p:nvPr/>
        </p:nvSpPr>
        <p:spPr>
          <a:xfrm>
            <a:off x="3619788" y="4011900"/>
            <a:ext cx="30279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356AF"/>
              </a:solidFill>
              <a:latin typeface="Calibri"/>
              <a:ea typeface="Calibri"/>
              <a:cs typeface="Calibri"/>
              <a:sym typeface="Calibri"/>
            </a:endParaRPr>
          </a:p>
        </p:txBody>
      </p:sp>
      <p:sp>
        <p:nvSpPr>
          <p:cNvPr id="1006" name="Google Shape;1006;g2c4fb7f6616_1_0"/>
          <p:cNvSpPr txBox="1">
            <a:spLocks noGrp="1"/>
          </p:cNvSpPr>
          <p:nvPr>
            <p:ph type="subTitle" idx="4294967295"/>
          </p:nvPr>
        </p:nvSpPr>
        <p:spPr>
          <a:xfrm>
            <a:off x="5437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739521b62c_0_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3" name="Google Shape;1013;g2739521b62c_0_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4" name="Google Shape;1014;g2739521b62c_0_16"/>
          <p:cNvSpPr/>
          <p:nvPr/>
        </p:nvSpPr>
        <p:spPr>
          <a:xfrm>
            <a:off x="31349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15" name="Google Shape;1015;g2739521b62c_0_1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6" name="Google Shape;1016;g2739521b62c_0_16"/>
          <p:cNvSpPr txBox="1">
            <a:spLocks noGrp="1"/>
          </p:cNvSpPr>
          <p:nvPr>
            <p:ph type="subTitle" idx="4294967295"/>
          </p:nvPr>
        </p:nvSpPr>
        <p:spPr>
          <a:xfrm>
            <a:off x="3808050" y="1308025"/>
            <a:ext cx="1223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d</a:t>
            </a:r>
            <a:endParaRPr sz="15000" b="0" i="0" u="none" strike="noStrike" cap="none">
              <a:solidFill>
                <a:srgbClr val="D0CECE"/>
              </a:solidFill>
              <a:latin typeface="Jost"/>
              <a:ea typeface="Jost"/>
              <a:cs typeface="Jost"/>
              <a:sym typeface="Jost"/>
            </a:endParaRPr>
          </a:p>
        </p:txBody>
      </p:sp>
      <p:sp>
        <p:nvSpPr>
          <p:cNvPr id="1017" name="Google Shape;1017;g2739521b62c_0_16"/>
          <p:cNvSpPr txBox="1">
            <a:spLocks noGrp="1"/>
          </p:cNvSpPr>
          <p:nvPr>
            <p:ph type="subTitle" idx="4294967295"/>
          </p:nvPr>
        </p:nvSpPr>
        <p:spPr>
          <a:xfrm>
            <a:off x="25652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1018" name="Google Shape;1018;g2739521b62c_0_1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739521b62c_0_1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739521b62c_0_1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739521b62c_0_1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2" name="Google Shape;1022;g2739521b62c_0_1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3" name="Google Shape;1023;g2739521b62c_0_1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739521b62c_0_1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5" name="Google Shape;1025;g2739521b62c_0_1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6" name="Google Shape;1026;g2739521b62c_0_16"/>
          <p:cNvGrpSpPr/>
          <p:nvPr/>
        </p:nvGrpSpPr>
        <p:grpSpPr>
          <a:xfrm>
            <a:off x="-550" y="6984600"/>
            <a:ext cx="8596479" cy="808600"/>
            <a:chOff x="-550" y="6984600"/>
            <a:chExt cx="8596479" cy="808600"/>
          </a:xfrm>
        </p:grpSpPr>
        <p:sp>
          <p:nvSpPr>
            <p:cNvPr id="1027" name="Google Shape;1027;g2739521b62c_0_1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8" name="Google Shape;1028;g2739521b62c_0_1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9" name="Google Shape;1029;g2739521b62c_0_1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0" name="Google Shape;1030;g2739521b62c_0_1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31" name="Google Shape;1031;g2739521b62c_0_1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32" name="Google Shape;1032;g2739521b62c_0_1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33" name="Google Shape;1033;g2739521b62c_0_1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4" name="Google Shape;1034;g2739521b62c_0_1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5" name="Google Shape;1035;g2739521b62c_0_1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6" name="Google Shape;1036;g2739521b62c_0_16"/>
          <p:cNvSpPr txBox="1">
            <a:spLocks noGrp="1"/>
          </p:cNvSpPr>
          <p:nvPr>
            <p:ph type="subTitle" idx="4294967295"/>
          </p:nvPr>
        </p:nvSpPr>
        <p:spPr>
          <a:xfrm>
            <a:off x="4893238" y="1308025"/>
            <a:ext cx="1223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1037" name="Google Shape;1037;g2739521b62c_0_16"/>
          <p:cNvSpPr/>
          <p:nvPr/>
        </p:nvSpPr>
        <p:spPr>
          <a:xfrm>
            <a:off x="4008125" y="4011900"/>
            <a:ext cx="30279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356AF"/>
              </a:solidFill>
              <a:latin typeface="Calibri"/>
              <a:ea typeface="Calibri"/>
              <a:cs typeface="Calibri"/>
              <a:sym typeface="Calibri"/>
            </a:endParaRPr>
          </a:p>
        </p:txBody>
      </p:sp>
      <p:sp>
        <p:nvSpPr>
          <p:cNvPr id="1038" name="Google Shape;1038;g2739521b62c_0_16"/>
          <p:cNvSpPr txBox="1">
            <a:spLocks noGrp="1"/>
          </p:cNvSpPr>
          <p:nvPr>
            <p:ph type="subTitle" idx="4294967295"/>
          </p:nvPr>
        </p:nvSpPr>
        <p:spPr>
          <a:xfrm>
            <a:off x="582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39" name="Google Shape;1039;g2739521b62c_0_16"/>
          <p:cNvSpPr/>
          <p:nvPr/>
        </p:nvSpPr>
        <p:spPr>
          <a:xfrm>
            <a:off x="22617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739521b62c_0_16"/>
          <p:cNvSpPr txBox="1">
            <a:spLocks noGrp="1"/>
          </p:cNvSpPr>
          <p:nvPr>
            <p:ph type="subTitle" idx="4294967295"/>
          </p:nvPr>
        </p:nvSpPr>
        <p:spPr>
          <a:xfrm>
            <a:off x="178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7" name="Google Shape;104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4" name="Google Shape;105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5" name="Google Shape;1055;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6" name="Google Shape;105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3" name="Google Shape;106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4" name="Google Shape;1064;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65" name="Google Shape;106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2" name="Google Shape;107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3" name="Google Shape;1073;g26b641b03cd_0_213"/>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4" name="Google Shape;107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1" name="Google Shape;108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2" name="Google Shape;108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3" name="Google Shape;108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0" name="Google Shape;1090;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1" name="Google Shape;1091;g2d1eea302f1_0_6"/>
          <p:cNvGrpSpPr/>
          <p:nvPr/>
        </p:nvGrpSpPr>
        <p:grpSpPr>
          <a:xfrm>
            <a:off x="3024000" y="209875"/>
            <a:ext cx="3096000" cy="454800"/>
            <a:chOff x="3024000" y="209875"/>
            <a:chExt cx="3096000" cy="454800"/>
          </a:xfrm>
        </p:grpSpPr>
        <p:sp>
          <p:nvSpPr>
            <p:cNvPr id="1092" name="Google Shape;1092;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3" name="Google Shape;1093;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4" name="Google Shape;1094;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5" name="Google Shape;1095;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6" name="Google Shape;1096;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7" name="Google Shape;1097;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8" name="Google Shape;1098;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9" name="Google Shape;1099;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00" name="Google Shape;1100;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01" name="Google Shape;1101;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2" name="Google Shape;1102;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3" name="Google Shape;1103;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4" name="Google Shape;1104;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05" name="Google Shape;1105;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1106" name="Google Shape;1106;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07" name="Google Shape;1107;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08" name="Google Shape;1108;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9" name="Google Shape;1109;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0" name="Google Shape;1110;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11" name="Google Shape;1111;g2d1eea302f1_0_6"/>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12" name="Google Shape;1112;g2d1eea302f1_0_6"/>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3" name="Google Shape;1113;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14" name="Google Shape;1114;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15" name="Google Shape;1115;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6" name="Google Shape;1116;g2d1eea302f1_0_6"/>
          <p:cNvSpPr txBox="1"/>
          <p:nvPr/>
        </p:nvSpPr>
        <p:spPr>
          <a:xfrm>
            <a:off x="5216052" y="27773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17" name="Google Shape;1117;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2739521b62c_0_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24" name="Google Shape;1124;g2739521b62c_0_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25" name="Google Shape;1125;g2739521b62c_0_53"/>
          <p:cNvGrpSpPr/>
          <p:nvPr/>
        </p:nvGrpSpPr>
        <p:grpSpPr>
          <a:xfrm>
            <a:off x="3024000" y="209875"/>
            <a:ext cx="3096000" cy="454800"/>
            <a:chOff x="3024000" y="209875"/>
            <a:chExt cx="3096000" cy="454800"/>
          </a:xfrm>
        </p:grpSpPr>
        <p:sp>
          <p:nvSpPr>
            <p:cNvPr id="1126" name="Google Shape;1126;g2739521b62c_0_5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7" name="Google Shape;1127;g2739521b62c_0_5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28" name="Google Shape;1128;g2739521b62c_0_5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29" name="Google Shape;1129;g2739521b62c_0_53"/>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30" name="Google Shape;1130;g2739521b62c_0_53"/>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1" name="Google Shape;1131;g2739521b62c_0_53"/>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2" name="Google Shape;1132;g2739521b62c_0_53"/>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3" name="Google Shape;1133;g2739521b62c_0_53"/>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34" name="Google Shape;1134;g2739521b62c_0_53"/>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35" name="Google Shape;1135;g2739521b62c_0_53"/>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36" name="Google Shape;1136;g2739521b62c_0_53"/>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7" name="Google Shape;1137;g2739521b62c_0_53"/>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38" name="Google Shape;1138;g2739521b62c_0_53"/>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9" name="Google Shape;1139;g2739521b62c_0_53"/>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0" name="Google Shape;1140;g2739521b62c_0_53"/>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1" name="Google Shape;1141;g2739521b62c_0_53"/>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1142" name="Google Shape;1142;g2739521b62c_0_53"/>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43" name="Google Shape;1143;g2739521b62c_0_53"/>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44" name="Google Shape;1144;g2739521b62c_0_53"/>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5" name="Google Shape;1145;g2739521b62c_0_53"/>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6" name="Google Shape;1146;g2739521b62c_0_53"/>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7" name="Google Shape;1147;g2739521b62c_0_53"/>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48" name="Google Shape;1148;g2739521b62c_0_53"/>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49" name="Google Shape;1149;g2739521b62c_0_53"/>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50" name="Google Shape;1150;g2739521b62c_0_53"/>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fridge hedge wedge sludge ridge dodge lodge b</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dger</a:t>
            </a:r>
            <a:endParaRPr sz="1800" b="0" i="0" u="none" strike="noStrike" cap="none">
              <a:solidFill>
                <a:srgbClr val="B7B7B7"/>
              </a:solidFill>
              <a:latin typeface="Jost"/>
              <a:ea typeface="Jost"/>
              <a:cs typeface="Jost"/>
              <a:sym typeface="Jost"/>
            </a:endParaRPr>
          </a:p>
        </p:txBody>
      </p:sp>
      <p:sp>
        <p:nvSpPr>
          <p:cNvPr id="1151" name="Google Shape;1151;g2739521b62c_0_5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52" name="Google Shape;1152;g2739521b62c_0_53"/>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3" name="Google Shape;1153;g2739521b62c_0_53"/>
          <p:cNvSpPr txBox="1"/>
          <p:nvPr/>
        </p:nvSpPr>
        <p:spPr>
          <a:xfrm>
            <a:off x="5216052" y="27773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479</Words>
  <Application>Microsoft Office PowerPoint</Application>
  <PresentationFormat>On-screen Show (4:3)</PresentationFormat>
  <Paragraphs>168</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Jost</vt:lpstr>
      <vt:lpstr>Calibri</vt:lpstr>
      <vt:lpstr>Poppins</vt:lpstr>
      <vt:lpstr>Arial</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2026-05-27T04:56:33Z</dcterms:modified>
</cp:coreProperties>
</file>