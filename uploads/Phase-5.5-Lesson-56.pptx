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6858000" type="screen4x3"/>
  <p:notesSz cx="6858000" cy="9144000"/>
  <p:embeddedFontLst>
    <p:embeddedFont>
      <p:font typeface="Jost" panose="020B0604020202020204" charset="0"/>
      <p:regular r:id="rId29"/>
      <p:bold r:id="rId30"/>
      <p:italic r:id="rId31"/>
      <p:boldItalic r:id="rId32"/>
    </p:embeddedFont>
    <p:embeddedFont>
      <p:font typeface="Nunito Black" pitchFamily="2" charset="0"/>
      <p:bold r:id="rId33"/>
      <p:boldItalic r:id="rId34"/>
    </p:embeddedFont>
    <p:embeddedFont>
      <p:font typeface="Poppins" panose="00000500000000000000" pitchFamily="2" charset="0"/>
      <p:regular r:id="rId35"/>
      <p:bold r:id="rId36"/>
      <p:italic r:id="rId37"/>
      <p:boldItalic r:id="rId38"/>
    </p:embeddedFont>
    <p:embeddedFont>
      <p:font typeface="Poppins Medium" panose="00000600000000000000" pitchFamily="2" charset="0"/>
      <p:regular r:id="rId39"/>
      <p:bold r:id="rId40"/>
      <p:italic r:id="rId41"/>
      <p:boldItalic r:id="rId42"/>
    </p:embeddedFont>
    <p:embeddedFont>
      <p:font typeface="Poppins SemiBold" panose="00000700000000000000" pitchFamily="2"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3" roundtripDataSignature="AMtx7miirBRKjTIL+soOIhgQflYSkT/gM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9D06B7F-9FC0-49B1-ADDC-D334E958669F}">
  <a:tblStyle styleId="{C9D06B7F-9FC0-49B1-ADDC-D334E958669F}"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1500" y="5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font" Target="fonts/font14.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font" Target="fonts/font17.fntdata"/><Relationship Id="rId53"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56"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font" Target="fonts/font18.fntdata"/><Relationship Id="rId20" Type="http://schemas.openxmlformats.org/officeDocument/2006/relationships/slide" Target="slides/slide19.xml"/><Relationship Id="rId41" Type="http://schemas.openxmlformats.org/officeDocument/2006/relationships/font" Target="fonts/font13.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9" name="Google Shape;659;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1" name="Google Shape;681;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2" name="Google Shape;682;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1" name="Google Shape;711;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2" name="Google Shape;712;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7" name="Google Shape;747;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8" name="Google Shape;748;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5" name="Google Shape;795;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6" name="Google Shape;796;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6"/>
        <p:cNvGrpSpPr/>
        <p:nvPr/>
      </p:nvGrpSpPr>
      <p:grpSpPr>
        <a:xfrm>
          <a:off x="0" y="0"/>
          <a:ext cx="0" cy="0"/>
          <a:chOff x="0" y="0"/>
          <a:chExt cx="0" cy="0"/>
        </a:xfrm>
      </p:grpSpPr>
      <p:sp>
        <p:nvSpPr>
          <p:cNvPr id="827" name="Google Shape;827;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8" name="Google Shape;828;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9" name="Google Shape;829;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7"/>
        <p:cNvGrpSpPr/>
        <p:nvPr/>
      </p:nvGrpSpPr>
      <p:grpSpPr>
        <a:xfrm>
          <a:off x="0" y="0"/>
          <a:ext cx="0" cy="0"/>
          <a:chOff x="0" y="0"/>
          <a:chExt cx="0" cy="0"/>
        </a:xfrm>
      </p:grpSpPr>
      <p:sp>
        <p:nvSpPr>
          <p:cNvPr id="848" name="Google Shape;848;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9" name="Google Shape;849;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0" name="Google Shape;850;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2"/>
        <p:cNvGrpSpPr/>
        <p:nvPr/>
      </p:nvGrpSpPr>
      <p:grpSpPr>
        <a:xfrm>
          <a:off x="0" y="0"/>
          <a:ext cx="0" cy="0"/>
          <a:chOff x="0" y="0"/>
          <a:chExt cx="0" cy="0"/>
        </a:xfrm>
      </p:grpSpPr>
      <p:sp>
        <p:nvSpPr>
          <p:cNvPr id="883" name="Google Shape;883;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4" name="Google Shape;884;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5" name="Google Shape;885;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2"/>
        <p:cNvGrpSpPr/>
        <p:nvPr/>
      </p:nvGrpSpPr>
      <p:grpSpPr>
        <a:xfrm>
          <a:off x="0" y="0"/>
          <a:ext cx="0" cy="0"/>
          <a:chOff x="0" y="0"/>
          <a:chExt cx="0" cy="0"/>
        </a:xfrm>
      </p:grpSpPr>
      <p:sp>
        <p:nvSpPr>
          <p:cNvPr id="903" name="Google Shape;903;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4" name="Google Shape;904;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5" name="Google Shape;905;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4"/>
        <p:cNvGrpSpPr/>
        <p:nvPr/>
      </p:nvGrpSpPr>
      <p:grpSpPr>
        <a:xfrm>
          <a:off x="0" y="0"/>
          <a:ext cx="0" cy="0"/>
          <a:chOff x="0" y="0"/>
          <a:chExt cx="0" cy="0"/>
        </a:xfrm>
      </p:grpSpPr>
      <p:sp>
        <p:nvSpPr>
          <p:cNvPr id="925" name="Google Shape;925;g2cdbdd193bb_0_3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6" name="Google Shape;926;g2cdbdd193bb_0_3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7" name="Google Shape;927;g2cdbdd193bb_0_3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4"/>
        <p:cNvGrpSpPr/>
        <p:nvPr/>
      </p:nvGrpSpPr>
      <p:grpSpPr>
        <a:xfrm>
          <a:off x="0" y="0"/>
          <a:ext cx="0" cy="0"/>
          <a:chOff x="0" y="0"/>
          <a:chExt cx="0" cy="0"/>
        </a:xfrm>
      </p:grpSpPr>
      <p:sp>
        <p:nvSpPr>
          <p:cNvPr id="955" name="Google Shape;955;g2cdbdd193bb_0_37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6" name="Google Shape;956;g2cdbdd193bb_0_3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7" name="Google Shape;957;g2cdbdd193bb_0_37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5"/>
        <p:cNvGrpSpPr/>
        <p:nvPr/>
      </p:nvGrpSpPr>
      <p:grpSpPr>
        <a:xfrm>
          <a:off x="0" y="0"/>
          <a:ext cx="0" cy="0"/>
          <a:chOff x="0" y="0"/>
          <a:chExt cx="0" cy="0"/>
        </a:xfrm>
      </p:grpSpPr>
      <p:sp>
        <p:nvSpPr>
          <p:cNvPr id="966" name="Google Shape;966;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7" name="Google Shape;967;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8" name="Google Shape;968;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8"/>
        <p:cNvGrpSpPr/>
        <p:nvPr/>
      </p:nvGrpSpPr>
      <p:grpSpPr>
        <a:xfrm>
          <a:off x="0" y="0"/>
          <a:ext cx="0" cy="0"/>
          <a:chOff x="0" y="0"/>
          <a:chExt cx="0" cy="0"/>
        </a:xfrm>
      </p:grpSpPr>
      <p:sp>
        <p:nvSpPr>
          <p:cNvPr id="979" name="Google Shape;979;g2e5653a5c66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0" name="Google Shape;980;g2e5653a5c66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1" name="Google Shape;981;g2e5653a5c66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1"/>
        <p:cNvGrpSpPr/>
        <p:nvPr/>
      </p:nvGrpSpPr>
      <p:grpSpPr>
        <a:xfrm>
          <a:off x="0" y="0"/>
          <a:ext cx="0" cy="0"/>
          <a:chOff x="0" y="0"/>
          <a:chExt cx="0" cy="0"/>
        </a:xfrm>
      </p:grpSpPr>
      <p:sp>
        <p:nvSpPr>
          <p:cNvPr id="992" name="Google Shape;992;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3" name="Google Shape;993;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4" name="Google Shape;994;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p:cNvGrpSpPr/>
        <p:nvPr/>
      </p:nvGrpSpPr>
      <p:grpSpPr>
        <a:xfrm>
          <a:off x="0" y="0"/>
          <a:ext cx="0" cy="0"/>
          <a:chOff x="0" y="0"/>
          <a:chExt cx="0" cy="0"/>
        </a:xfrm>
      </p:grpSpPr>
      <p:sp>
        <p:nvSpPr>
          <p:cNvPr id="999" name="Google Shape;999;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0" name="Google Shape;1000;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1" name="Google Shape;1001;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4"/>
        <p:cNvGrpSpPr/>
        <p:nvPr/>
      </p:nvGrpSpPr>
      <p:grpSpPr>
        <a:xfrm>
          <a:off x="0" y="0"/>
          <a:ext cx="0" cy="0"/>
          <a:chOff x="0" y="0"/>
          <a:chExt cx="0" cy="0"/>
        </a:xfrm>
      </p:grpSpPr>
      <p:sp>
        <p:nvSpPr>
          <p:cNvPr id="1035" name="Google Shape;1035;g273c4fb8c53_0_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6" name="Google Shape;1036;g273c4fb8c53_0_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7" name="Google Shape;1037;g273c4fb8c53_0_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3"/>
        <p:cNvGrpSpPr/>
        <p:nvPr/>
      </p:nvGrpSpPr>
      <p:grpSpPr>
        <a:xfrm>
          <a:off x="0" y="0"/>
          <a:ext cx="0" cy="0"/>
          <a:chOff x="0" y="0"/>
          <a:chExt cx="0" cy="0"/>
        </a:xfrm>
      </p:grpSpPr>
      <p:sp>
        <p:nvSpPr>
          <p:cNvPr id="1074" name="Google Shape;1074;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5" name="Google Shape;1075;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6" name="Google Shape;1076;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0"/>
        <p:cNvGrpSpPr/>
        <p:nvPr/>
      </p:nvGrpSpPr>
      <p:grpSpPr>
        <a:xfrm>
          <a:off x="0" y="0"/>
          <a:ext cx="0" cy="0"/>
          <a:chOff x="0" y="0"/>
          <a:chExt cx="0" cy="0"/>
        </a:xfrm>
      </p:grpSpPr>
      <p:sp>
        <p:nvSpPr>
          <p:cNvPr id="1081" name="Google Shape;1081;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2" name="Google Shape;1082;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3" name="Google Shape;1083;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9"/>
        <p:cNvGrpSpPr/>
        <p:nvPr/>
      </p:nvGrpSpPr>
      <p:grpSpPr>
        <a:xfrm>
          <a:off x="0" y="0"/>
          <a:ext cx="0" cy="0"/>
          <a:chOff x="0" y="0"/>
          <a:chExt cx="0" cy="0"/>
        </a:xfrm>
      </p:grpSpPr>
      <p:sp>
        <p:nvSpPr>
          <p:cNvPr id="1090" name="Google Shape;1090;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1" name="Google Shape;1091;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2" name="Google Shape;1092;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8"/>
        <p:cNvGrpSpPr/>
        <p:nvPr/>
      </p:nvGrpSpPr>
      <p:grpSpPr>
        <a:xfrm>
          <a:off x="0" y="0"/>
          <a:ext cx="0" cy="0"/>
          <a:chOff x="0" y="0"/>
          <a:chExt cx="0" cy="0"/>
        </a:xfrm>
      </p:grpSpPr>
      <p:sp>
        <p:nvSpPr>
          <p:cNvPr id="1099" name="Google Shape;1099;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0" name="Google Shape;1100;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1" name="Google Shape;1101;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7"/>
        <p:cNvGrpSpPr/>
        <p:nvPr/>
      </p:nvGrpSpPr>
      <p:grpSpPr>
        <a:xfrm>
          <a:off x="0" y="0"/>
          <a:ext cx="0" cy="0"/>
          <a:chOff x="0" y="0"/>
          <a:chExt cx="0" cy="0"/>
        </a:xfrm>
      </p:grpSpPr>
      <p:sp>
        <p:nvSpPr>
          <p:cNvPr id="1108" name="Google Shape;1108;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9" name="Google Shape;1109;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0" name="Google Shape;1110;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6"/>
        <p:cNvGrpSpPr/>
        <p:nvPr/>
      </p:nvGrpSpPr>
      <p:grpSpPr>
        <a:xfrm>
          <a:off x="0" y="0"/>
          <a:ext cx="0" cy="0"/>
          <a:chOff x="0" y="0"/>
          <a:chExt cx="0" cy="0"/>
        </a:xfrm>
      </p:grpSpPr>
      <p:sp>
        <p:nvSpPr>
          <p:cNvPr id="1117" name="Google Shape;1117;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8" name="Google Shape;1118;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9" name="Google Shape;1119;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5"/>
        <p:cNvGrpSpPr/>
        <p:nvPr/>
      </p:nvGrpSpPr>
      <p:grpSpPr>
        <a:xfrm>
          <a:off x="0" y="0"/>
          <a:ext cx="0" cy="0"/>
          <a:chOff x="0" y="0"/>
          <a:chExt cx="0" cy="0"/>
        </a:xfrm>
      </p:grpSpPr>
      <p:sp>
        <p:nvSpPr>
          <p:cNvPr id="1126" name="Google Shape;1126;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7" name="Google Shape;1127;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8" name="Google Shape;1128;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4"/>
        <p:cNvGrpSpPr/>
        <p:nvPr/>
      </p:nvGrpSpPr>
      <p:grpSpPr>
        <a:xfrm>
          <a:off x="0" y="0"/>
          <a:ext cx="0" cy="0"/>
          <a:chOff x="0" y="0"/>
          <a:chExt cx="0" cy="0"/>
        </a:xfrm>
      </p:grpSpPr>
      <p:sp>
        <p:nvSpPr>
          <p:cNvPr id="1135" name="Google Shape;1135;g2d1eea302f1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6" name="Google Shape;1136;g2d1eea302f1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7" name="Google Shape;1137;g2d1eea302f1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7"/>
        <p:cNvGrpSpPr/>
        <p:nvPr/>
      </p:nvGrpSpPr>
      <p:grpSpPr>
        <a:xfrm>
          <a:off x="0" y="0"/>
          <a:ext cx="0" cy="0"/>
          <a:chOff x="0" y="0"/>
          <a:chExt cx="0" cy="0"/>
        </a:xfrm>
      </p:grpSpPr>
      <p:sp>
        <p:nvSpPr>
          <p:cNvPr id="1168" name="Google Shape;1168;g273c4fb8c53_0_6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9" name="Google Shape;1169;g273c4fb8c53_0_6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0" name="Google Shape;1170;g273c4fb8c53_0_6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46095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625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Sound Family /s/ - c</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12 - Monday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56</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0" name="Google Shape;200;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9" name="Google Shape;229;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20.xml"/><Relationship Id="rId3" Type="http://schemas.openxmlformats.org/officeDocument/2006/relationships/image" Target="../media/image6.png"/><Relationship Id="rId7" Type="http://schemas.openxmlformats.org/officeDocument/2006/relationships/slide" Target="slide13.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slide" Target="slide23.xml"/><Relationship Id="rId4" Type="http://schemas.openxmlformats.org/officeDocument/2006/relationships/image" Target="../media/image7.png"/><Relationship Id="rId9" Type="http://schemas.openxmlformats.org/officeDocument/2006/relationships/slide" Target="slide22.xm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6.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2.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notesSlide" Target="../notesSlides/notesSlide4.xml"/><Relationship Id="rId16" Type="http://schemas.openxmlformats.org/officeDocument/2006/relationships/image" Target="../media/image45.png"/><Relationship Id="rId20" Type="http://schemas.openxmlformats.org/officeDocument/2006/relationships/image" Target="../media/image49.pn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3.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39.png"/><Relationship Id="rId19" Type="http://schemas.openxmlformats.org/officeDocument/2006/relationships/image" Target="../media/image48.png"/><Relationship Id="rId31" Type="http://schemas.openxmlformats.org/officeDocument/2006/relationships/image" Target="../media/image60.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9.png"/></Relationships>
</file>

<file path=ppt/slides/_rels/slide5.xml.rels><?xml version="1.0" encoding="UTF-8" standalone="yes"?>
<Relationships xmlns="http://schemas.openxmlformats.org/package/2006/relationships"><Relationship Id="rId13" Type="http://schemas.openxmlformats.org/officeDocument/2006/relationships/image" Target="../media/image70.png"/><Relationship Id="rId18" Type="http://schemas.openxmlformats.org/officeDocument/2006/relationships/image" Target="../media/image75.png"/><Relationship Id="rId26" Type="http://schemas.openxmlformats.org/officeDocument/2006/relationships/image" Target="../media/image83.png"/><Relationship Id="rId39" Type="http://schemas.openxmlformats.org/officeDocument/2006/relationships/image" Target="../media/image96.png"/><Relationship Id="rId21" Type="http://schemas.openxmlformats.org/officeDocument/2006/relationships/image" Target="../media/image78.png"/><Relationship Id="rId34" Type="http://schemas.openxmlformats.org/officeDocument/2006/relationships/image" Target="../media/image91.png"/><Relationship Id="rId42" Type="http://schemas.openxmlformats.org/officeDocument/2006/relationships/image" Target="../media/image99.png"/><Relationship Id="rId7" Type="http://schemas.openxmlformats.org/officeDocument/2006/relationships/image" Target="../media/image64.png"/><Relationship Id="rId2" Type="http://schemas.openxmlformats.org/officeDocument/2006/relationships/notesSlide" Target="../notesSlides/notesSlide5.xml"/><Relationship Id="rId16" Type="http://schemas.openxmlformats.org/officeDocument/2006/relationships/image" Target="../media/image73.png"/><Relationship Id="rId20" Type="http://schemas.openxmlformats.org/officeDocument/2006/relationships/image" Target="../media/image77.png"/><Relationship Id="rId29" Type="http://schemas.openxmlformats.org/officeDocument/2006/relationships/image" Target="../media/image86.png"/><Relationship Id="rId41" Type="http://schemas.openxmlformats.org/officeDocument/2006/relationships/image" Target="../media/image98.png"/><Relationship Id="rId1" Type="http://schemas.openxmlformats.org/officeDocument/2006/relationships/slideLayout" Target="../slideLayouts/slideLayout3.xml"/><Relationship Id="rId6" Type="http://schemas.openxmlformats.org/officeDocument/2006/relationships/image" Target="../media/image63.png"/><Relationship Id="rId11" Type="http://schemas.openxmlformats.org/officeDocument/2006/relationships/image" Target="../media/image68.png"/><Relationship Id="rId24" Type="http://schemas.openxmlformats.org/officeDocument/2006/relationships/image" Target="../media/image81.png"/><Relationship Id="rId32" Type="http://schemas.openxmlformats.org/officeDocument/2006/relationships/image" Target="../media/image89.png"/><Relationship Id="rId37" Type="http://schemas.openxmlformats.org/officeDocument/2006/relationships/image" Target="../media/image94.png"/><Relationship Id="rId40" Type="http://schemas.openxmlformats.org/officeDocument/2006/relationships/image" Target="../media/image97.png"/><Relationship Id="rId5" Type="http://schemas.openxmlformats.org/officeDocument/2006/relationships/image" Target="../media/image62.png"/><Relationship Id="rId15" Type="http://schemas.openxmlformats.org/officeDocument/2006/relationships/image" Target="../media/image72.png"/><Relationship Id="rId23" Type="http://schemas.openxmlformats.org/officeDocument/2006/relationships/image" Target="../media/image80.png"/><Relationship Id="rId28" Type="http://schemas.openxmlformats.org/officeDocument/2006/relationships/image" Target="../media/image85.png"/><Relationship Id="rId36" Type="http://schemas.openxmlformats.org/officeDocument/2006/relationships/image" Target="../media/image93.png"/><Relationship Id="rId10" Type="http://schemas.openxmlformats.org/officeDocument/2006/relationships/image" Target="../media/image67.png"/><Relationship Id="rId19" Type="http://schemas.openxmlformats.org/officeDocument/2006/relationships/image" Target="../media/image76.png"/><Relationship Id="rId31" Type="http://schemas.openxmlformats.org/officeDocument/2006/relationships/image" Target="../media/image88.png"/><Relationship Id="rId4" Type="http://schemas.openxmlformats.org/officeDocument/2006/relationships/image" Target="../media/image61.png"/><Relationship Id="rId9" Type="http://schemas.openxmlformats.org/officeDocument/2006/relationships/image" Target="../media/image66.png"/><Relationship Id="rId14" Type="http://schemas.openxmlformats.org/officeDocument/2006/relationships/image" Target="../media/image71.png"/><Relationship Id="rId22" Type="http://schemas.openxmlformats.org/officeDocument/2006/relationships/image" Target="../media/image79.png"/><Relationship Id="rId27" Type="http://schemas.openxmlformats.org/officeDocument/2006/relationships/image" Target="../media/image84.png"/><Relationship Id="rId30" Type="http://schemas.openxmlformats.org/officeDocument/2006/relationships/image" Target="../media/image87.png"/><Relationship Id="rId35" Type="http://schemas.openxmlformats.org/officeDocument/2006/relationships/image" Target="../media/image92.png"/><Relationship Id="rId43" Type="http://schemas.openxmlformats.org/officeDocument/2006/relationships/image" Target="../media/image100.png"/><Relationship Id="rId8" Type="http://schemas.openxmlformats.org/officeDocument/2006/relationships/image" Target="../media/image65.png"/><Relationship Id="rId3" Type="http://schemas.openxmlformats.org/officeDocument/2006/relationships/image" Target="../media/image5.png"/><Relationship Id="rId12" Type="http://schemas.openxmlformats.org/officeDocument/2006/relationships/image" Target="../media/image69.png"/><Relationship Id="rId17" Type="http://schemas.openxmlformats.org/officeDocument/2006/relationships/image" Target="../media/image74.png"/><Relationship Id="rId25" Type="http://schemas.openxmlformats.org/officeDocument/2006/relationships/image" Target="../media/image82.png"/><Relationship Id="rId33" Type="http://schemas.openxmlformats.org/officeDocument/2006/relationships/image" Target="../media/image90.png"/><Relationship Id="rId38" Type="http://schemas.openxmlformats.org/officeDocument/2006/relationships/image" Target="../media/image95.png"/></Relationships>
</file>

<file path=ppt/slides/_rels/slide6.xml.rels><?xml version="1.0" encoding="UTF-8" standalone="yes"?>
<Relationships xmlns="http://schemas.openxmlformats.org/package/2006/relationships"><Relationship Id="rId8" Type="http://schemas.openxmlformats.org/officeDocument/2006/relationships/image" Target="../media/image106.png"/><Relationship Id="rId13" Type="http://schemas.openxmlformats.org/officeDocument/2006/relationships/image" Target="../media/image111.png"/><Relationship Id="rId18" Type="http://schemas.openxmlformats.org/officeDocument/2006/relationships/image" Target="../media/image116.png"/><Relationship Id="rId26" Type="http://schemas.openxmlformats.org/officeDocument/2006/relationships/image" Target="../media/image124.png"/><Relationship Id="rId3" Type="http://schemas.openxmlformats.org/officeDocument/2006/relationships/image" Target="../media/image101.png"/><Relationship Id="rId21" Type="http://schemas.openxmlformats.org/officeDocument/2006/relationships/image" Target="../media/image119.png"/><Relationship Id="rId7" Type="http://schemas.openxmlformats.org/officeDocument/2006/relationships/image" Target="../media/image105.png"/><Relationship Id="rId12" Type="http://schemas.openxmlformats.org/officeDocument/2006/relationships/image" Target="../media/image110.png"/><Relationship Id="rId17" Type="http://schemas.openxmlformats.org/officeDocument/2006/relationships/image" Target="../media/image115.png"/><Relationship Id="rId25" Type="http://schemas.openxmlformats.org/officeDocument/2006/relationships/image" Target="../media/image123.png"/><Relationship Id="rId2" Type="http://schemas.openxmlformats.org/officeDocument/2006/relationships/notesSlide" Target="../notesSlides/notesSlide6.xml"/><Relationship Id="rId16" Type="http://schemas.openxmlformats.org/officeDocument/2006/relationships/image" Target="../media/image114.png"/><Relationship Id="rId20" Type="http://schemas.openxmlformats.org/officeDocument/2006/relationships/image" Target="../media/image118.png"/><Relationship Id="rId29" Type="http://schemas.openxmlformats.org/officeDocument/2006/relationships/image" Target="../media/image127.png"/><Relationship Id="rId1" Type="http://schemas.openxmlformats.org/officeDocument/2006/relationships/slideLayout" Target="../slideLayouts/slideLayout3.xml"/><Relationship Id="rId6" Type="http://schemas.openxmlformats.org/officeDocument/2006/relationships/image" Target="../media/image104.png"/><Relationship Id="rId11" Type="http://schemas.openxmlformats.org/officeDocument/2006/relationships/image" Target="../media/image109.png"/><Relationship Id="rId24" Type="http://schemas.openxmlformats.org/officeDocument/2006/relationships/image" Target="../media/image122.png"/><Relationship Id="rId5" Type="http://schemas.openxmlformats.org/officeDocument/2006/relationships/image" Target="../media/image103.png"/><Relationship Id="rId15" Type="http://schemas.openxmlformats.org/officeDocument/2006/relationships/image" Target="../media/image113.png"/><Relationship Id="rId23" Type="http://schemas.openxmlformats.org/officeDocument/2006/relationships/image" Target="../media/image121.png"/><Relationship Id="rId28" Type="http://schemas.openxmlformats.org/officeDocument/2006/relationships/image" Target="../media/image126.png"/><Relationship Id="rId10" Type="http://schemas.openxmlformats.org/officeDocument/2006/relationships/image" Target="../media/image108.png"/><Relationship Id="rId19" Type="http://schemas.openxmlformats.org/officeDocument/2006/relationships/image" Target="../media/image117.png"/><Relationship Id="rId4" Type="http://schemas.openxmlformats.org/officeDocument/2006/relationships/image" Target="../media/image102.png"/><Relationship Id="rId9" Type="http://schemas.openxmlformats.org/officeDocument/2006/relationships/image" Target="../media/image107.png"/><Relationship Id="rId14" Type="http://schemas.openxmlformats.org/officeDocument/2006/relationships/image" Target="../media/image112.png"/><Relationship Id="rId22" Type="http://schemas.openxmlformats.org/officeDocument/2006/relationships/image" Target="../media/image120.png"/><Relationship Id="rId27" Type="http://schemas.openxmlformats.org/officeDocument/2006/relationships/image" Target="../media/image125.png"/></Relationships>
</file>

<file path=ppt/slides/_rels/slide7.xml.rels><?xml version="1.0" encoding="UTF-8" standalone="yes"?>
<Relationships xmlns="http://schemas.openxmlformats.org/package/2006/relationships"><Relationship Id="rId8" Type="http://schemas.openxmlformats.org/officeDocument/2006/relationships/image" Target="../media/image133.png"/><Relationship Id="rId13" Type="http://schemas.openxmlformats.org/officeDocument/2006/relationships/image" Target="../media/image138.png"/><Relationship Id="rId3" Type="http://schemas.openxmlformats.org/officeDocument/2006/relationships/image" Target="../media/image128.png"/><Relationship Id="rId7" Type="http://schemas.openxmlformats.org/officeDocument/2006/relationships/image" Target="../media/image132.png"/><Relationship Id="rId12" Type="http://schemas.openxmlformats.org/officeDocument/2006/relationships/image" Target="../media/image137.png"/><Relationship Id="rId2" Type="http://schemas.openxmlformats.org/officeDocument/2006/relationships/notesSlide" Target="../notesSlides/notesSlide7.xml"/><Relationship Id="rId16" Type="http://schemas.openxmlformats.org/officeDocument/2006/relationships/image" Target="../media/image141.png"/><Relationship Id="rId1" Type="http://schemas.openxmlformats.org/officeDocument/2006/relationships/slideLayout" Target="../slideLayouts/slideLayout3.xml"/><Relationship Id="rId6" Type="http://schemas.openxmlformats.org/officeDocument/2006/relationships/image" Target="../media/image131.png"/><Relationship Id="rId11" Type="http://schemas.openxmlformats.org/officeDocument/2006/relationships/image" Target="../media/image136.png"/><Relationship Id="rId5" Type="http://schemas.openxmlformats.org/officeDocument/2006/relationships/image" Target="../media/image130.png"/><Relationship Id="rId15" Type="http://schemas.openxmlformats.org/officeDocument/2006/relationships/image" Target="../media/image140.png"/><Relationship Id="rId10" Type="http://schemas.openxmlformats.org/officeDocument/2006/relationships/image" Target="../media/image135.png"/><Relationship Id="rId4" Type="http://schemas.openxmlformats.org/officeDocument/2006/relationships/image" Target="../media/image129.png"/><Relationship Id="rId9" Type="http://schemas.openxmlformats.org/officeDocument/2006/relationships/image" Target="../media/image134.png"/><Relationship Id="rId14" Type="http://schemas.openxmlformats.org/officeDocument/2006/relationships/image" Target="../media/image139.png"/></Relationships>
</file>

<file path=ppt/slides/_rels/slide8.xml.rels><?xml version="1.0" encoding="UTF-8" standalone="yes"?>
<Relationships xmlns="http://schemas.openxmlformats.org/package/2006/relationships"><Relationship Id="rId8" Type="http://schemas.openxmlformats.org/officeDocument/2006/relationships/image" Target="../media/image147.png"/><Relationship Id="rId13" Type="http://schemas.openxmlformats.org/officeDocument/2006/relationships/image" Target="../media/image152.png"/><Relationship Id="rId18" Type="http://schemas.openxmlformats.org/officeDocument/2006/relationships/image" Target="../media/image157.png"/><Relationship Id="rId26" Type="http://schemas.openxmlformats.org/officeDocument/2006/relationships/image" Target="../media/image165.png"/><Relationship Id="rId3" Type="http://schemas.openxmlformats.org/officeDocument/2006/relationships/image" Target="../media/image142.png"/><Relationship Id="rId21" Type="http://schemas.openxmlformats.org/officeDocument/2006/relationships/image" Target="../media/image160.png"/><Relationship Id="rId7" Type="http://schemas.openxmlformats.org/officeDocument/2006/relationships/image" Target="../media/image146.png"/><Relationship Id="rId12" Type="http://schemas.openxmlformats.org/officeDocument/2006/relationships/image" Target="../media/image151.png"/><Relationship Id="rId17" Type="http://schemas.openxmlformats.org/officeDocument/2006/relationships/image" Target="../media/image156.png"/><Relationship Id="rId25" Type="http://schemas.openxmlformats.org/officeDocument/2006/relationships/image" Target="../media/image164.png"/><Relationship Id="rId2" Type="http://schemas.openxmlformats.org/officeDocument/2006/relationships/notesSlide" Target="../notesSlides/notesSlide8.xml"/><Relationship Id="rId16" Type="http://schemas.openxmlformats.org/officeDocument/2006/relationships/image" Target="../media/image155.png"/><Relationship Id="rId20" Type="http://schemas.openxmlformats.org/officeDocument/2006/relationships/image" Target="../media/image159.png"/><Relationship Id="rId29" Type="http://schemas.openxmlformats.org/officeDocument/2006/relationships/image" Target="../media/image168.png"/><Relationship Id="rId1" Type="http://schemas.openxmlformats.org/officeDocument/2006/relationships/slideLayout" Target="../slideLayouts/slideLayout3.xml"/><Relationship Id="rId6" Type="http://schemas.openxmlformats.org/officeDocument/2006/relationships/image" Target="../media/image145.png"/><Relationship Id="rId11" Type="http://schemas.openxmlformats.org/officeDocument/2006/relationships/image" Target="../media/image150.png"/><Relationship Id="rId24" Type="http://schemas.openxmlformats.org/officeDocument/2006/relationships/image" Target="../media/image163.png"/><Relationship Id="rId5" Type="http://schemas.openxmlformats.org/officeDocument/2006/relationships/image" Target="../media/image144.png"/><Relationship Id="rId15" Type="http://schemas.openxmlformats.org/officeDocument/2006/relationships/image" Target="../media/image154.png"/><Relationship Id="rId23" Type="http://schemas.openxmlformats.org/officeDocument/2006/relationships/image" Target="../media/image162.png"/><Relationship Id="rId28" Type="http://schemas.openxmlformats.org/officeDocument/2006/relationships/image" Target="../media/image167.png"/><Relationship Id="rId10" Type="http://schemas.openxmlformats.org/officeDocument/2006/relationships/image" Target="../media/image149.png"/><Relationship Id="rId19" Type="http://schemas.openxmlformats.org/officeDocument/2006/relationships/image" Target="../media/image158.png"/><Relationship Id="rId4" Type="http://schemas.openxmlformats.org/officeDocument/2006/relationships/image" Target="../media/image143.png"/><Relationship Id="rId9" Type="http://schemas.openxmlformats.org/officeDocument/2006/relationships/image" Target="../media/image148.png"/><Relationship Id="rId14" Type="http://schemas.openxmlformats.org/officeDocument/2006/relationships/image" Target="../media/image153.png"/><Relationship Id="rId22" Type="http://schemas.openxmlformats.org/officeDocument/2006/relationships/image" Target="../media/image161.png"/><Relationship Id="rId27" Type="http://schemas.openxmlformats.org/officeDocument/2006/relationships/image" Target="../media/image166.png"/><Relationship Id="rId30" Type="http://schemas.openxmlformats.org/officeDocument/2006/relationships/image" Target="../media/image169.png"/></Relationships>
</file>

<file path=ppt/slides/_rels/slide9.xml.rels><?xml version="1.0" encoding="UTF-8" standalone="yes"?>
<Relationships xmlns="http://schemas.openxmlformats.org/package/2006/relationships"><Relationship Id="rId8" Type="http://schemas.openxmlformats.org/officeDocument/2006/relationships/image" Target="../media/image175.png"/><Relationship Id="rId13" Type="http://schemas.openxmlformats.org/officeDocument/2006/relationships/image" Target="../media/image180.png"/><Relationship Id="rId3" Type="http://schemas.openxmlformats.org/officeDocument/2006/relationships/image" Target="../media/image170.png"/><Relationship Id="rId7" Type="http://schemas.openxmlformats.org/officeDocument/2006/relationships/image" Target="../media/image174.png"/><Relationship Id="rId12" Type="http://schemas.openxmlformats.org/officeDocument/2006/relationships/image" Target="../media/image179.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73.png"/><Relationship Id="rId11" Type="http://schemas.openxmlformats.org/officeDocument/2006/relationships/image" Target="../media/image178.png"/><Relationship Id="rId5" Type="http://schemas.openxmlformats.org/officeDocument/2006/relationships/image" Target="../media/image172.png"/><Relationship Id="rId15" Type="http://schemas.openxmlformats.org/officeDocument/2006/relationships/image" Target="../media/image182.png"/><Relationship Id="rId10" Type="http://schemas.openxmlformats.org/officeDocument/2006/relationships/image" Target="../media/image177.png"/><Relationship Id="rId4" Type="http://schemas.openxmlformats.org/officeDocument/2006/relationships/image" Target="../media/image171.png"/><Relationship Id="rId9" Type="http://schemas.openxmlformats.org/officeDocument/2006/relationships/image" Target="../media/image176.png"/><Relationship Id="rId14" Type="http://schemas.openxmlformats.org/officeDocument/2006/relationships/image" Target="../media/image181.png"/></Relationships>
</file>

<file path=ppt/slides/_rels/slide10.xml.rels><?xml version="1.0" encoding="UTF-8" standalone="yes"?>
<Relationships xmlns="http://schemas.openxmlformats.org/package/2006/relationships"><Relationship Id="rId8" Type="http://schemas.openxmlformats.org/officeDocument/2006/relationships/image" Target="../media/image188.png"/><Relationship Id="rId13" Type="http://schemas.openxmlformats.org/officeDocument/2006/relationships/image" Target="../media/image193.png"/><Relationship Id="rId3" Type="http://schemas.openxmlformats.org/officeDocument/2006/relationships/image" Target="../media/image183.png"/><Relationship Id="rId7" Type="http://schemas.openxmlformats.org/officeDocument/2006/relationships/image" Target="../media/image187.png"/><Relationship Id="rId12" Type="http://schemas.openxmlformats.org/officeDocument/2006/relationships/image" Target="../media/image192.png"/><Relationship Id="rId17" Type="http://schemas.openxmlformats.org/officeDocument/2006/relationships/image" Target="../media/image197.png"/><Relationship Id="rId2" Type="http://schemas.openxmlformats.org/officeDocument/2006/relationships/notesSlide" Target="../notesSlides/notesSlide10.xml"/><Relationship Id="rId16" Type="http://schemas.openxmlformats.org/officeDocument/2006/relationships/image" Target="../media/image196.png"/><Relationship Id="rId1" Type="http://schemas.openxmlformats.org/officeDocument/2006/relationships/slideLayout" Target="../slideLayouts/slideLayout3.xml"/><Relationship Id="rId6" Type="http://schemas.openxmlformats.org/officeDocument/2006/relationships/image" Target="../media/image186.png"/><Relationship Id="rId11" Type="http://schemas.openxmlformats.org/officeDocument/2006/relationships/image" Target="../media/image191.png"/><Relationship Id="rId5" Type="http://schemas.openxmlformats.org/officeDocument/2006/relationships/image" Target="../media/image185.png"/><Relationship Id="rId15" Type="http://schemas.openxmlformats.org/officeDocument/2006/relationships/image" Target="../media/image195.png"/><Relationship Id="rId10" Type="http://schemas.openxmlformats.org/officeDocument/2006/relationships/image" Target="../media/image190.png"/><Relationship Id="rId4" Type="http://schemas.openxmlformats.org/officeDocument/2006/relationships/image" Target="../media/image184.png"/><Relationship Id="rId9" Type="http://schemas.openxmlformats.org/officeDocument/2006/relationships/image" Target="../media/image189.png"/><Relationship Id="rId14" Type="http://schemas.openxmlformats.org/officeDocument/2006/relationships/image" Target="../media/image194.png"/></Relationships>
</file>

<file path=ppt/slides/_rels/slide11.xml.rels><?xml version="1.0" encoding="UTF-8" standalone="yes"?>
<Relationships xmlns="http://schemas.openxmlformats.org/package/2006/relationships"><Relationship Id="rId8" Type="http://schemas.openxmlformats.org/officeDocument/2006/relationships/image" Target="../media/image203.png"/><Relationship Id="rId13" Type="http://schemas.openxmlformats.org/officeDocument/2006/relationships/image" Target="../media/image208.png"/><Relationship Id="rId18" Type="http://schemas.openxmlformats.org/officeDocument/2006/relationships/image" Target="../media/image213.png"/><Relationship Id="rId26" Type="http://schemas.openxmlformats.org/officeDocument/2006/relationships/image" Target="../media/image221.png"/><Relationship Id="rId3" Type="http://schemas.openxmlformats.org/officeDocument/2006/relationships/image" Target="../media/image198.png"/><Relationship Id="rId21" Type="http://schemas.openxmlformats.org/officeDocument/2006/relationships/image" Target="../media/image216.png"/><Relationship Id="rId7" Type="http://schemas.openxmlformats.org/officeDocument/2006/relationships/image" Target="../media/image202.png"/><Relationship Id="rId12" Type="http://schemas.openxmlformats.org/officeDocument/2006/relationships/image" Target="../media/image207.png"/><Relationship Id="rId17" Type="http://schemas.openxmlformats.org/officeDocument/2006/relationships/image" Target="../media/image212.png"/><Relationship Id="rId25" Type="http://schemas.openxmlformats.org/officeDocument/2006/relationships/image" Target="../media/image220.png"/><Relationship Id="rId2" Type="http://schemas.openxmlformats.org/officeDocument/2006/relationships/notesSlide" Target="../notesSlides/notesSlide11.xml"/><Relationship Id="rId16" Type="http://schemas.openxmlformats.org/officeDocument/2006/relationships/image" Target="../media/image211.png"/><Relationship Id="rId20" Type="http://schemas.openxmlformats.org/officeDocument/2006/relationships/image" Target="../media/image215.png"/><Relationship Id="rId1" Type="http://schemas.openxmlformats.org/officeDocument/2006/relationships/slideLayout" Target="../slideLayouts/slideLayout3.xml"/><Relationship Id="rId6" Type="http://schemas.openxmlformats.org/officeDocument/2006/relationships/image" Target="../media/image201.png"/><Relationship Id="rId11" Type="http://schemas.openxmlformats.org/officeDocument/2006/relationships/image" Target="../media/image206.png"/><Relationship Id="rId24" Type="http://schemas.openxmlformats.org/officeDocument/2006/relationships/image" Target="../media/image219.png"/><Relationship Id="rId5" Type="http://schemas.openxmlformats.org/officeDocument/2006/relationships/image" Target="../media/image200.png"/><Relationship Id="rId15" Type="http://schemas.openxmlformats.org/officeDocument/2006/relationships/image" Target="../media/image210.png"/><Relationship Id="rId23" Type="http://schemas.openxmlformats.org/officeDocument/2006/relationships/image" Target="../media/image218.png"/><Relationship Id="rId10" Type="http://schemas.openxmlformats.org/officeDocument/2006/relationships/image" Target="../media/image205.png"/><Relationship Id="rId19" Type="http://schemas.openxmlformats.org/officeDocument/2006/relationships/image" Target="../media/image214.png"/><Relationship Id="rId4" Type="http://schemas.openxmlformats.org/officeDocument/2006/relationships/image" Target="../media/image199.png"/><Relationship Id="rId9" Type="http://schemas.openxmlformats.org/officeDocument/2006/relationships/image" Target="../media/image204.png"/><Relationship Id="rId14" Type="http://schemas.openxmlformats.org/officeDocument/2006/relationships/image" Target="../media/image209.png"/><Relationship Id="rId22" Type="http://schemas.openxmlformats.org/officeDocument/2006/relationships/image" Target="../media/image217.png"/></Relationships>
</file>

<file path=ppt/slides/_rels/slide12.xml.rels><?xml version="1.0" encoding="UTF-8" standalone="yes"?>
<Relationships xmlns="http://schemas.openxmlformats.org/package/2006/relationships"><Relationship Id="rId3" Type="http://schemas.openxmlformats.org/officeDocument/2006/relationships/image" Target="../media/image222.png"/><Relationship Id="rId7" Type="http://schemas.openxmlformats.org/officeDocument/2006/relationships/image" Target="../media/image226.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225.png"/><Relationship Id="rId5" Type="http://schemas.openxmlformats.org/officeDocument/2006/relationships/image" Target="../media/image224.png"/><Relationship Id="rId4" Type="http://schemas.openxmlformats.org/officeDocument/2006/relationships/image" Target="../media/image223.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2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28.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29.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3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sz="3000"/>
              <a:t>Sound Family /s/; </a:t>
            </a:r>
            <a:br>
              <a:rPr lang="en-US" sz="3000"/>
            </a:br>
            <a:r>
              <a:rPr lang="en-US" sz="3000"/>
              <a:t>c</a:t>
            </a:r>
            <a:endParaRPr sz="3000"/>
          </a:p>
        </p:txBody>
      </p:sp>
      <p:sp>
        <p:nvSpPr>
          <p:cNvPr id="652" name="Google Shape;652;p1"/>
          <p:cNvSpPr txBox="1">
            <a:spLocks noGrp="1"/>
          </p:cNvSpPr>
          <p:nvPr>
            <p:ph type="subTitle" idx="2"/>
          </p:nvPr>
        </p:nvSpPr>
        <p:spPr>
          <a:xfrm>
            <a:off x="884092" y="36931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56</a:t>
            </a:r>
            <a:endParaRPr/>
          </a:p>
        </p:txBody>
      </p:sp>
      <p:pic>
        <p:nvPicPr>
          <p:cNvPr id="653" name="Google Shape;653;p1"/>
          <p:cNvPicPr preferRelativeResize="0"/>
          <p:nvPr/>
        </p:nvPicPr>
        <p:blipFill rotWithShape="1">
          <a:blip r:embed="rId3">
            <a:alphaModFix/>
          </a:blip>
          <a:srcRect l="79" r="69"/>
          <a:stretch/>
        </p:blipFill>
        <p:spPr>
          <a:xfrm rot="540305">
            <a:off x="6695728" y="3950203"/>
            <a:ext cx="1208040" cy="1709827"/>
          </a:xfrm>
          <a:prstGeom prst="rect">
            <a:avLst/>
          </a:prstGeom>
          <a:noFill/>
          <a:ln>
            <a:noFill/>
          </a:ln>
          <a:effectLst>
            <a:outerShdw blurRad="71438" dist="38100" dir="5220000" algn="bl" rotWithShape="0">
              <a:srgbClr val="000000">
                <a:alpha val="20000"/>
              </a:srgbClr>
            </a:outerShdw>
          </a:effectLst>
        </p:spPr>
      </p:pic>
      <p:pic>
        <p:nvPicPr>
          <p:cNvPr id="654" name="Google Shape;654;p1"/>
          <p:cNvPicPr preferRelativeResize="0"/>
          <p:nvPr/>
        </p:nvPicPr>
        <p:blipFill rotWithShape="1">
          <a:blip r:embed="rId4">
            <a:alphaModFix/>
          </a:blip>
          <a:srcRect l="79" r="79"/>
          <a:stretch/>
        </p:blipFill>
        <p:spPr>
          <a:xfrm rot="-278018">
            <a:off x="5552278" y="3960008"/>
            <a:ext cx="1208038" cy="1709829"/>
          </a:xfrm>
          <a:prstGeom prst="rect">
            <a:avLst/>
          </a:prstGeom>
          <a:noFill/>
          <a:ln>
            <a:noFill/>
          </a:ln>
          <a:effectLst>
            <a:outerShdw blurRad="71438" dist="38100" dir="5220000" algn="bl" rotWithShape="0">
              <a:srgbClr val="000000">
                <a:alpha val="20000"/>
              </a:srgbClr>
            </a:outerShdw>
          </a:effectLst>
        </p:spPr>
      </p:pic>
      <p:graphicFrame>
        <p:nvGraphicFramePr>
          <p:cNvPr id="655" name="Google Shape;655;p1"/>
          <p:cNvGraphicFramePr/>
          <p:nvPr/>
        </p:nvGraphicFramePr>
        <p:xfrm>
          <a:off x="4844200" y="1646527"/>
          <a:ext cx="3784875" cy="2032200"/>
        </p:xfrm>
        <a:graphic>
          <a:graphicData uri="http://schemas.openxmlformats.org/drawingml/2006/table">
            <a:tbl>
              <a:tblPr firstRow="1" bandRow="1">
                <a:noFill/>
                <a:tableStyleId>{C9D06B7F-9FC0-49B1-ADDC-D334E958669F}</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/o</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latin typeface="Jost"/>
                          <a:ea typeface="Jost"/>
                          <a:cs typeface="Jost"/>
                          <a:sym typeface="Jost"/>
                        </a:rPr>
                        <a:t>/oo/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/y-oo/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/r/</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/n/</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/m/</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/ch/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/k/</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/sh/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/j/</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/v/</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/u/ </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FFFFFF"/>
                          </a:solidFill>
                          <a:latin typeface="Jost"/>
                          <a:ea typeface="Jost"/>
                          <a:cs typeface="Jost"/>
                          <a:sym typeface="Jost"/>
                        </a:rPr>
                        <a:t>/s/</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Learn and practise </a:t>
            </a:r>
            <a:r>
              <a:rPr lang="en-US">
                <a:solidFill>
                  <a:srgbClr val="8DC63F"/>
                </a:solidFill>
              </a:rPr>
              <a:t>/s/</a:t>
            </a:r>
            <a:r>
              <a:rPr lang="en-US"/>
              <a:t> sound family spelling patterns.</a:t>
            </a:r>
            <a:endParaRPr/>
          </a:p>
        </p:txBody>
      </p:sp>
      <p:sp>
        <p:nvSpPr>
          <p:cNvPr id="662" name="Google Shape;662;g2bee4f4af4b_0_204"/>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p:txBody>
      </p:sp>
      <p:sp>
        <p:nvSpPr>
          <p:cNvPr id="663" name="Google Shape;663;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64" name="Google Shape;664;g2bee4f4af4b_0_204"/>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65" name="Google Shape;665;g2bee4f4af4b_0_204"/>
          <p:cNvPicPr preferRelativeResize="0"/>
          <p:nvPr/>
        </p:nvPicPr>
        <p:blipFill rotWithShape="1">
          <a:blip r:embed="rId3">
            <a:alphaModFix/>
          </a:blip>
          <a:srcRect l="79" r="79"/>
          <a:stretch/>
        </p:blipFill>
        <p:spPr>
          <a:xfrm>
            <a:off x="995626" y="4101860"/>
            <a:ext cx="786850" cy="1113689"/>
          </a:xfrm>
          <a:prstGeom prst="rect">
            <a:avLst/>
          </a:prstGeom>
          <a:noFill/>
          <a:ln>
            <a:noFill/>
          </a:ln>
          <a:effectLst>
            <a:outerShdw blurRad="71438" dist="19050" dir="5220000" algn="bl" rotWithShape="0">
              <a:srgbClr val="D8D8D8"/>
            </a:outerShdw>
          </a:effectLst>
        </p:spPr>
      </p:pic>
      <p:sp>
        <p:nvSpPr>
          <p:cNvPr id="666" name="Google Shape;666;g2bee4f4af4b_0_204"/>
          <p:cNvSpPr txBox="1"/>
          <p:nvPr/>
        </p:nvSpPr>
        <p:spPr>
          <a:xfrm>
            <a:off x="2262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67" name="Google Shape;667;g2bee4f4af4b_0_204"/>
          <p:cNvSpPr txBox="1"/>
          <p:nvPr/>
        </p:nvSpPr>
        <p:spPr>
          <a:xfrm>
            <a:off x="2055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68" name="Google Shape;668;g2bee4f4af4b_0_204"/>
          <p:cNvPicPr preferRelativeResize="0"/>
          <p:nvPr/>
        </p:nvPicPr>
        <p:blipFill rotWithShape="1">
          <a:blip r:embed="rId4">
            <a:alphaModFix/>
          </a:blip>
          <a:srcRect l="89" r="79"/>
          <a:stretch/>
        </p:blipFill>
        <p:spPr>
          <a:xfrm>
            <a:off x="2262506" y="4169988"/>
            <a:ext cx="813600" cy="977432"/>
          </a:xfrm>
          <a:prstGeom prst="rect">
            <a:avLst/>
          </a:prstGeom>
          <a:noFill/>
          <a:ln>
            <a:noFill/>
          </a:ln>
          <a:effectLst>
            <a:outerShdw blurRad="71438" dist="19050" dir="5220000" algn="bl" rotWithShape="0">
              <a:srgbClr val="D8D8D8"/>
            </a:outerShdw>
          </a:effectLst>
        </p:spPr>
      </p:pic>
      <p:sp>
        <p:nvSpPr>
          <p:cNvPr id="669" name="Google Shape;669;g2bee4f4af4b_0_204"/>
          <p:cNvSpPr txBox="1"/>
          <p:nvPr/>
        </p:nvSpPr>
        <p:spPr>
          <a:xfrm>
            <a:off x="4637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670" name="Google Shape;670;g2bee4f4af4b_0_204"/>
          <p:cNvSpPr txBox="1"/>
          <p:nvPr/>
        </p:nvSpPr>
        <p:spPr>
          <a:xfrm>
            <a:off x="443031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a:t>
            </a:r>
            <a:r>
              <a:rPr lang="en-US" sz="900" b="0" i="0" u="none" strike="noStrike" cap="none">
                <a:solidFill>
                  <a:srgbClr val="757070"/>
                </a:solidFill>
                <a:latin typeface="Poppins Medium"/>
                <a:ea typeface="Poppins Medium"/>
                <a:cs typeface="Poppins Medium"/>
                <a:sym typeface="Poppins Medium"/>
              </a:rPr>
              <a:t>s</a:t>
            </a:r>
            <a:endParaRPr sz="1400" b="0" i="0" u="none" strike="noStrike" cap="none">
              <a:solidFill>
                <a:srgbClr val="000000"/>
              </a:solidFill>
              <a:latin typeface="Poppins Medium"/>
              <a:ea typeface="Poppins Medium"/>
              <a:cs typeface="Poppins Medium"/>
              <a:sym typeface="Poppins Medium"/>
            </a:endParaRPr>
          </a:p>
        </p:txBody>
      </p:sp>
      <p:pic>
        <p:nvPicPr>
          <p:cNvPr id="671" name="Google Shape;671;g2bee4f4af4b_0_204"/>
          <p:cNvPicPr preferRelativeResize="0"/>
          <p:nvPr/>
        </p:nvPicPr>
        <p:blipFill rotWithShape="1">
          <a:blip r:embed="rId5">
            <a:alphaModFix/>
          </a:blip>
          <a:srcRect t="59" b="59"/>
          <a:stretch/>
        </p:blipFill>
        <p:spPr>
          <a:xfrm>
            <a:off x="4578429" y="4326104"/>
            <a:ext cx="931973" cy="665199"/>
          </a:xfrm>
          <a:prstGeom prst="rect">
            <a:avLst/>
          </a:prstGeom>
          <a:noFill/>
          <a:ln>
            <a:noFill/>
          </a:ln>
          <a:effectLst>
            <a:outerShdw blurRad="71438" dist="19050" dir="5220000" algn="bl" rotWithShape="0">
              <a:srgbClr val="D8D8D8"/>
            </a:outerShdw>
          </a:effectLst>
        </p:spPr>
      </p:pic>
      <p:sp>
        <p:nvSpPr>
          <p:cNvPr id="672" name="Google Shape;672;g2bee4f4af4b_0_204"/>
          <p:cNvSpPr txBox="1"/>
          <p:nvPr/>
        </p:nvSpPr>
        <p:spPr>
          <a:xfrm>
            <a:off x="3450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73" name="Google Shape;673;g2bee4f4af4b_0_204"/>
          <p:cNvSpPr txBox="1"/>
          <p:nvPr/>
        </p:nvSpPr>
        <p:spPr>
          <a:xfrm>
            <a:off x="3335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74" name="Google Shape;674;g2bee4f4af4b_0_204"/>
          <p:cNvPicPr preferRelativeResize="0"/>
          <p:nvPr/>
        </p:nvPicPr>
        <p:blipFill rotWithShape="1">
          <a:blip r:embed="rId6">
            <a:alphaModFix/>
          </a:blip>
          <a:srcRect/>
          <a:stretch/>
        </p:blipFill>
        <p:spPr>
          <a:xfrm>
            <a:off x="3549599" y="4232253"/>
            <a:ext cx="614525" cy="852902"/>
          </a:xfrm>
          <a:prstGeom prst="rect">
            <a:avLst/>
          </a:prstGeom>
          <a:noFill/>
          <a:ln>
            <a:noFill/>
          </a:ln>
          <a:effectLst>
            <a:outerShdw blurRad="71438" dist="19050" dir="5220000" algn="bl" rotWithShape="0">
              <a:srgbClr val="D8D8D8"/>
            </a:outerShdw>
          </a:effectLst>
        </p:spPr>
      </p:pic>
      <p:sp>
        <p:nvSpPr>
          <p:cNvPr id="675" name="Google Shape;675;g2bee4f4af4b_0_204">
            <a:hlinkClick r:id="rId7" action="ppaction://hlinksldjump"/>
          </p:cNvPr>
          <p:cNvSpPr/>
          <p:nvPr/>
        </p:nvSpPr>
        <p:spPr>
          <a:xfrm>
            <a:off x="1032869" y="3817429"/>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6" name="Google Shape;676;g2bee4f4af4b_0_204">
            <a:hlinkClick r:id="rId8" action="ppaction://hlinksldjump"/>
          </p:cNvPr>
          <p:cNvSpPr/>
          <p:nvPr/>
        </p:nvSpPr>
        <p:spPr>
          <a:xfrm>
            <a:off x="2191721" y="3671916"/>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7" name="Google Shape;677;g2bee4f4af4b_0_204">
            <a:hlinkClick r:id="rId9" action="ppaction://hlinksldjump"/>
          </p:cNvPr>
          <p:cNvSpPr/>
          <p:nvPr/>
        </p:nvSpPr>
        <p:spPr>
          <a:xfrm>
            <a:off x="3471960" y="3754503"/>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8" name="Google Shape;678;g2bee4f4af4b_0_204">
            <a:hlinkClick r:id="rId10" action="ppaction://hlinksldjump"/>
          </p:cNvPr>
          <p:cNvSpPr/>
          <p:nvPr/>
        </p:nvSpPr>
        <p:spPr>
          <a:xfrm>
            <a:off x="4514760" y="375450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3"/>
        <p:cNvGrpSpPr/>
        <p:nvPr/>
      </p:nvGrpSpPr>
      <p:grpSpPr>
        <a:xfrm>
          <a:off x="0" y="0"/>
          <a:ext cx="0" cy="0"/>
          <a:chOff x="0" y="0"/>
          <a:chExt cx="0" cy="0"/>
        </a:xfrm>
      </p:grpSpPr>
      <p:sp>
        <p:nvSpPr>
          <p:cNvPr id="684" name="Google Shape;684;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85" name="Google Shape;685;g26b641b03cd_0_165"/>
          <p:cNvGrpSpPr/>
          <p:nvPr/>
        </p:nvGrpSpPr>
        <p:grpSpPr>
          <a:xfrm>
            <a:off x="930400" y="2053244"/>
            <a:ext cx="7283200" cy="3724851"/>
            <a:chOff x="930400" y="2129444"/>
            <a:chExt cx="7283200" cy="3724851"/>
          </a:xfrm>
        </p:grpSpPr>
        <p:pic>
          <p:nvPicPr>
            <p:cNvPr id="686" name="Google Shape;686;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93" name="Google Shape;693;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94" name="Google Shape;694;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95" name="Google Shape;695;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6" name="Google Shape;696;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7" name="Google Shape;697;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98" name="Google Shape;698;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9" name="Google Shape;699;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00" name="Google Shape;700;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01" name="Google Shape;701;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02" name="Google Shape;702;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03" name="Google Shape;703;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04" name="Google Shape;704;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5" name="Google Shape;705;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06" name="Google Shape;706;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7" name="Google Shape;707;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08" name="Google Shape;708;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5" name="Google Shape;715;g26b7edf6e71_0_26"/>
          <p:cNvGrpSpPr/>
          <p:nvPr/>
        </p:nvGrpSpPr>
        <p:grpSpPr>
          <a:xfrm>
            <a:off x="930400" y="2053250"/>
            <a:ext cx="7283201" cy="2971674"/>
            <a:chOff x="930400" y="2129450"/>
            <a:chExt cx="7283201" cy="2971674"/>
          </a:xfrm>
        </p:grpSpPr>
        <p:pic>
          <p:nvPicPr>
            <p:cNvPr id="716" name="Google Shape;716;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17" name="Google Shape;717;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8" name="Google Shape;718;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19" name="Google Shape;719;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20" name="Google Shape;720;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1" name="Google Shape;721;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2" name="Google Shape;722;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23" name="Google Shape;723;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4" name="Google Shape;724;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5" name="Google Shape;725;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26" name="Google Shape;726;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27" name="Google Shape;727;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8" name="Google Shape;728;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9" name="Google Shape;729;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30" name="Google Shape;730;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31" name="Google Shape;731;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32" name="Google Shape;732;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3" name="Google Shape;733;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36" name="Google Shape;736;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37" name="Google Shape;737;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8" name="Google Shape;738;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39" name="Google Shape;739;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40" name="Google Shape;740;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41" name="Google Shape;741;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42" name="Google Shape;742;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43" name="Google Shape;743;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44" name="Google Shape;744;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51" name="Google Shape;751;g2c298da1f27_0_417"/>
          <p:cNvGrpSpPr/>
          <p:nvPr/>
        </p:nvGrpSpPr>
        <p:grpSpPr>
          <a:xfrm>
            <a:off x="930400" y="2053250"/>
            <a:ext cx="7283201" cy="2971674"/>
            <a:chOff x="930400" y="2053250"/>
            <a:chExt cx="7283201" cy="2971674"/>
          </a:xfrm>
        </p:grpSpPr>
        <p:pic>
          <p:nvPicPr>
            <p:cNvPr id="752" name="Google Shape;752;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53" name="Google Shape;753;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54" name="Google Shape;754;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55" name="Google Shape;755;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56" name="Google Shape;756;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60" name="Google Shape;760;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62" name="Google Shape;762;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63" name="Google Shape;763;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64" name="Google Shape;764;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8" name="Google Shape;768;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69" name="Google Shape;769;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0" name="Google Shape;770;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1" name="Google Shape;771;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72" name="Google Shape;772;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73" name="Google Shape;773;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4" name="Google Shape;774;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75" name="Google Shape;775;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8" name="Google Shape;778;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9" name="Google Shape;779;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80" name="Google Shape;780;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81" name="Google Shape;781;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82" name="Google Shape;782;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83" name="Google Shape;783;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84" name="Google Shape;784;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5" name="Google Shape;785;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86" name="Google Shape;786;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87" name="Google Shape;787;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8" name="Google Shape;788;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9" name="Google Shape;789;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90" name="Google Shape;790;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91" name="Google Shape;791;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92" name="Google Shape;792;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7"/>
        <p:cNvGrpSpPr/>
        <p:nvPr/>
      </p:nvGrpSpPr>
      <p:grpSpPr>
        <a:xfrm>
          <a:off x="0" y="0"/>
          <a:ext cx="0" cy="0"/>
          <a:chOff x="0" y="0"/>
          <a:chExt cx="0" cy="0"/>
        </a:xfrm>
      </p:grpSpPr>
      <p:sp>
        <p:nvSpPr>
          <p:cNvPr id="798" name="Google Shape;798;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99" name="Google Shape;799;g2cdbdd49f8e_0_0"/>
          <p:cNvPicPr preferRelativeResize="0"/>
          <p:nvPr/>
        </p:nvPicPr>
        <p:blipFill rotWithShape="1">
          <a:blip r:embed="rId3">
            <a:alphaModFix/>
          </a:blip>
          <a:srcRect l="79" r="79"/>
          <a:stretch/>
        </p:blipFill>
        <p:spPr>
          <a:xfrm>
            <a:off x="3581490" y="3892009"/>
            <a:ext cx="590656" cy="836045"/>
          </a:xfrm>
          <a:prstGeom prst="rect">
            <a:avLst/>
          </a:prstGeom>
          <a:noFill/>
          <a:ln>
            <a:noFill/>
          </a:ln>
          <a:effectLst>
            <a:outerShdw blurRad="71438" dist="28575" dir="5400000" algn="bl" rotWithShape="0">
              <a:srgbClr val="000000">
                <a:alpha val="14901"/>
              </a:srgbClr>
            </a:outerShdw>
          </a:effectLst>
        </p:spPr>
      </p:pic>
      <p:pic>
        <p:nvPicPr>
          <p:cNvPr id="800" name="Google Shape;800;g2cdbdd49f8e_0_0"/>
          <p:cNvPicPr preferRelativeResize="0"/>
          <p:nvPr/>
        </p:nvPicPr>
        <p:blipFill rotWithShape="1">
          <a:blip r:embed="rId4">
            <a:alphaModFix/>
          </a:blip>
          <a:srcRect l="79" r="79"/>
          <a:stretch/>
        </p:blipFill>
        <p:spPr>
          <a:xfrm>
            <a:off x="2918718" y="3892010"/>
            <a:ext cx="590656" cy="836045"/>
          </a:xfrm>
          <a:prstGeom prst="rect">
            <a:avLst/>
          </a:prstGeom>
          <a:noFill/>
          <a:ln>
            <a:noFill/>
          </a:ln>
          <a:effectLst>
            <a:outerShdw blurRad="71438" dist="28575" dir="5400000" algn="bl" rotWithShape="0">
              <a:srgbClr val="000000">
                <a:alpha val="14900"/>
              </a:srgbClr>
            </a:outerShdw>
          </a:effectLst>
        </p:spPr>
      </p:pic>
      <p:pic>
        <p:nvPicPr>
          <p:cNvPr id="801" name="Google Shape;801;g2cdbdd49f8e_0_0"/>
          <p:cNvPicPr preferRelativeResize="0"/>
          <p:nvPr/>
        </p:nvPicPr>
        <p:blipFill rotWithShape="1">
          <a:blip r:embed="rId5">
            <a:alphaModFix/>
          </a:blip>
          <a:srcRect l="19" r="29"/>
          <a:stretch/>
        </p:blipFill>
        <p:spPr>
          <a:xfrm>
            <a:off x="2255945" y="3892010"/>
            <a:ext cx="590656" cy="836046"/>
          </a:xfrm>
          <a:prstGeom prst="rect">
            <a:avLst/>
          </a:prstGeom>
          <a:noFill/>
          <a:ln>
            <a:noFill/>
          </a:ln>
          <a:effectLst>
            <a:outerShdw blurRad="71438" dist="28575" dir="5400000" algn="bl" rotWithShape="0">
              <a:srgbClr val="000000">
                <a:alpha val="14900"/>
              </a:srgbClr>
            </a:outerShdw>
          </a:effectLst>
        </p:spPr>
      </p:pic>
      <p:pic>
        <p:nvPicPr>
          <p:cNvPr id="802" name="Google Shape;802;g2cdbdd49f8e_0_0"/>
          <p:cNvPicPr preferRelativeResize="0"/>
          <p:nvPr/>
        </p:nvPicPr>
        <p:blipFill rotWithShape="1">
          <a:blip r:embed="rId6">
            <a:alphaModFix/>
          </a:blip>
          <a:srcRect l="79" r="79"/>
          <a:stretch/>
        </p:blipFill>
        <p:spPr>
          <a:xfrm>
            <a:off x="1593172" y="3892009"/>
            <a:ext cx="590656" cy="836045"/>
          </a:xfrm>
          <a:prstGeom prst="rect">
            <a:avLst/>
          </a:prstGeom>
          <a:noFill/>
          <a:ln>
            <a:noFill/>
          </a:ln>
          <a:effectLst>
            <a:outerShdw blurRad="71438" dist="28575" dir="5400000" algn="bl" rotWithShape="0">
              <a:srgbClr val="000000">
                <a:alpha val="14900"/>
              </a:srgbClr>
            </a:outerShdw>
          </a:effectLst>
        </p:spPr>
      </p:pic>
      <p:pic>
        <p:nvPicPr>
          <p:cNvPr id="803" name="Google Shape;803;g2cdbdd49f8e_0_0"/>
          <p:cNvPicPr preferRelativeResize="0"/>
          <p:nvPr/>
        </p:nvPicPr>
        <p:blipFill rotWithShape="1">
          <a:blip r:embed="rId7">
            <a:alphaModFix/>
          </a:blip>
          <a:srcRect l="79" r="79"/>
          <a:stretch/>
        </p:blipFill>
        <p:spPr>
          <a:xfrm>
            <a:off x="930400" y="3892009"/>
            <a:ext cx="590656" cy="836045"/>
          </a:xfrm>
          <a:prstGeom prst="rect">
            <a:avLst/>
          </a:prstGeom>
          <a:noFill/>
          <a:ln>
            <a:noFill/>
          </a:ln>
          <a:effectLst>
            <a:outerShdw blurRad="71438" dist="28575" dir="5400000" algn="bl" rotWithShape="0">
              <a:srgbClr val="000000">
                <a:alpha val="14900"/>
              </a:srgbClr>
            </a:outerShdw>
          </a:effectLst>
        </p:spPr>
      </p:pic>
      <p:pic>
        <p:nvPicPr>
          <p:cNvPr id="804" name="Google Shape;804;g2cdbdd49f8e_0_0"/>
          <p:cNvPicPr preferRelativeResize="0"/>
          <p:nvPr/>
        </p:nvPicPr>
        <p:blipFill rotWithShape="1">
          <a:blip r:embed="rId8">
            <a:alphaModFix/>
          </a:blip>
          <a:srcRect l="19" r="29"/>
          <a:stretch/>
        </p:blipFill>
        <p:spPr>
          <a:xfrm>
            <a:off x="7558120" y="2972629"/>
            <a:ext cx="590656" cy="836046"/>
          </a:xfrm>
          <a:prstGeom prst="rect">
            <a:avLst/>
          </a:prstGeom>
          <a:noFill/>
          <a:ln>
            <a:noFill/>
          </a:ln>
          <a:effectLst>
            <a:outerShdw blurRad="71438" dist="28575" dir="5400000" algn="bl" rotWithShape="0">
              <a:srgbClr val="000000">
                <a:alpha val="14900"/>
              </a:srgbClr>
            </a:outerShdw>
          </a:effectLst>
        </p:spPr>
      </p:pic>
      <p:pic>
        <p:nvPicPr>
          <p:cNvPr id="805" name="Google Shape;805;g2cdbdd49f8e_0_0"/>
          <p:cNvPicPr preferRelativeResize="0"/>
          <p:nvPr/>
        </p:nvPicPr>
        <p:blipFill rotWithShape="1">
          <a:blip r:embed="rId9">
            <a:alphaModFix/>
          </a:blip>
          <a:srcRect l="19" r="29"/>
          <a:stretch/>
        </p:blipFill>
        <p:spPr>
          <a:xfrm>
            <a:off x="6895345" y="2972629"/>
            <a:ext cx="590656" cy="836046"/>
          </a:xfrm>
          <a:prstGeom prst="rect">
            <a:avLst/>
          </a:prstGeom>
          <a:noFill/>
          <a:ln>
            <a:noFill/>
          </a:ln>
          <a:effectLst>
            <a:outerShdw blurRad="71438" dist="28575" dir="5400000" algn="bl" rotWithShape="0">
              <a:srgbClr val="000000">
                <a:alpha val="14900"/>
              </a:srgbClr>
            </a:outerShdw>
          </a:effectLst>
        </p:spPr>
      </p:pic>
      <p:pic>
        <p:nvPicPr>
          <p:cNvPr id="806" name="Google Shape;806;g2cdbdd49f8e_0_0"/>
          <p:cNvPicPr preferRelativeResize="0"/>
          <p:nvPr/>
        </p:nvPicPr>
        <p:blipFill rotWithShape="1">
          <a:blip r:embed="rId10">
            <a:alphaModFix/>
          </a:blip>
          <a:srcRect l="19" r="29"/>
          <a:stretch/>
        </p:blipFill>
        <p:spPr>
          <a:xfrm>
            <a:off x="6232572" y="2972629"/>
            <a:ext cx="590656" cy="836046"/>
          </a:xfrm>
          <a:prstGeom prst="rect">
            <a:avLst/>
          </a:prstGeom>
          <a:noFill/>
          <a:ln>
            <a:noFill/>
          </a:ln>
          <a:effectLst>
            <a:outerShdw blurRad="71438" dist="28575" dir="5400000" algn="bl" rotWithShape="0">
              <a:srgbClr val="000000">
                <a:alpha val="14900"/>
              </a:srgbClr>
            </a:outerShdw>
          </a:effectLst>
        </p:spPr>
      </p:pic>
      <p:pic>
        <p:nvPicPr>
          <p:cNvPr id="807" name="Google Shape;807;g2cdbdd49f8e_0_0"/>
          <p:cNvPicPr preferRelativeResize="0"/>
          <p:nvPr/>
        </p:nvPicPr>
        <p:blipFill rotWithShape="1">
          <a:blip r:embed="rId11">
            <a:alphaModFix/>
          </a:blip>
          <a:srcRect l="79" r="79"/>
          <a:stretch/>
        </p:blipFill>
        <p:spPr>
          <a:xfrm>
            <a:off x="5569806" y="2972629"/>
            <a:ext cx="590656" cy="836045"/>
          </a:xfrm>
          <a:prstGeom prst="rect">
            <a:avLst/>
          </a:prstGeom>
          <a:noFill/>
          <a:ln>
            <a:noFill/>
          </a:ln>
          <a:effectLst>
            <a:outerShdw blurRad="71438" dist="28575" dir="5400000" algn="bl" rotWithShape="0">
              <a:srgbClr val="000000">
                <a:alpha val="14900"/>
              </a:srgbClr>
            </a:outerShdw>
          </a:effectLst>
        </p:spPr>
      </p:pic>
      <p:pic>
        <p:nvPicPr>
          <p:cNvPr id="808" name="Google Shape;808;g2cdbdd49f8e_0_0"/>
          <p:cNvPicPr preferRelativeResize="0"/>
          <p:nvPr/>
        </p:nvPicPr>
        <p:blipFill rotWithShape="1">
          <a:blip r:embed="rId12">
            <a:alphaModFix/>
          </a:blip>
          <a:srcRect/>
          <a:stretch/>
        </p:blipFill>
        <p:spPr>
          <a:xfrm>
            <a:off x="4907036" y="2972629"/>
            <a:ext cx="590656" cy="836045"/>
          </a:xfrm>
          <a:prstGeom prst="rect">
            <a:avLst/>
          </a:prstGeom>
          <a:noFill/>
          <a:ln>
            <a:noFill/>
          </a:ln>
          <a:effectLst>
            <a:outerShdw blurRad="71438" dist="28575" dir="5400000" algn="bl" rotWithShape="0">
              <a:srgbClr val="000000">
                <a:alpha val="14900"/>
              </a:srgbClr>
            </a:outerShdw>
          </a:effectLst>
        </p:spPr>
      </p:pic>
      <p:pic>
        <p:nvPicPr>
          <p:cNvPr id="809" name="Google Shape;809;g2cdbdd49f8e_0_0"/>
          <p:cNvPicPr preferRelativeResize="0"/>
          <p:nvPr/>
        </p:nvPicPr>
        <p:blipFill rotWithShape="1">
          <a:blip r:embed="rId13">
            <a:alphaModFix/>
          </a:blip>
          <a:srcRect/>
          <a:stretch/>
        </p:blipFill>
        <p:spPr>
          <a:xfrm>
            <a:off x="4244264" y="2972629"/>
            <a:ext cx="590656" cy="836045"/>
          </a:xfrm>
          <a:prstGeom prst="rect">
            <a:avLst/>
          </a:prstGeom>
          <a:noFill/>
          <a:ln>
            <a:noFill/>
          </a:ln>
          <a:effectLst>
            <a:outerShdw blurRad="71438" dist="28575" dir="5400000" algn="bl" rotWithShape="0">
              <a:srgbClr val="000000">
                <a:alpha val="14900"/>
              </a:srgbClr>
            </a:outerShdw>
          </a:effectLst>
        </p:spPr>
      </p:pic>
      <p:pic>
        <p:nvPicPr>
          <p:cNvPr id="810" name="Google Shape;810;g2cdbdd49f8e_0_0"/>
          <p:cNvPicPr preferRelativeResize="0"/>
          <p:nvPr/>
        </p:nvPicPr>
        <p:blipFill rotWithShape="1">
          <a:blip r:embed="rId14">
            <a:alphaModFix/>
          </a:blip>
          <a:srcRect/>
          <a:stretch/>
        </p:blipFill>
        <p:spPr>
          <a:xfrm>
            <a:off x="3581491" y="2972629"/>
            <a:ext cx="590656" cy="836045"/>
          </a:xfrm>
          <a:prstGeom prst="rect">
            <a:avLst/>
          </a:prstGeom>
          <a:noFill/>
          <a:ln>
            <a:noFill/>
          </a:ln>
          <a:effectLst>
            <a:outerShdw blurRad="71438" dist="28575" dir="5400000" algn="bl" rotWithShape="0">
              <a:srgbClr val="000000">
                <a:alpha val="15290"/>
              </a:srgbClr>
            </a:outerShdw>
          </a:effectLst>
        </p:spPr>
      </p:pic>
      <p:pic>
        <p:nvPicPr>
          <p:cNvPr id="811" name="Google Shape;811;g2cdbdd49f8e_0_0"/>
          <p:cNvPicPr preferRelativeResize="0"/>
          <p:nvPr/>
        </p:nvPicPr>
        <p:blipFill rotWithShape="1">
          <a:blip r:embed="rId15">
            <a:alphaModFix/>
          </a:blip>
          <a:srcRect/>
          <a:stretch/>
        </p:blipFill>
        <p:spPr>
          <a:xfrm>
            <a:off x="2918718" y="2972629"/>
            <a:ext cx="590656" cy="836045"/>
          </a:xfrm>
          <a:prstGeom prst="rect">
            <a:avLst/>
          </a:prstGeom>
          <a:noFill/>
          <a:ln>
            <a:noFill/>
          </a:ln>
          <a:effectLst>
            <a:outerShdw blurRad="71438" dist="28575" dir="5400000" algn="bl" rotWithShape="0">
              <a:srgbClr val="000000">
                <a:alpha val="15290"/>
              </a:srgbClr>
            </a:outerShdw>
          </a:effectLst>
        </p:spPr>
      </p:pic>
      <p:pic>
        <p:nvPicPr>
          <p:cNvPr id="812" name="Google Shape;812;g2cdbdd49f8e_0_0"/>
          <p:cNvPicPr preferRelativeResize="0"/>
          <p:nvPr/>
        </p:nvPicPr>
        <p:blipFill rotWithShape="1">
          <a:blip r:embed="rId16">
            <a:alphaModFix/>
          </a:blip>
          <a:srcRect t="59" b="49"/>
          <a:stretch/>
        </p:blipFill>
        <p:spPr>
          <a:xfrm>
            <a:off x="2255946" y="2972629"/>
            <a:ext cx="590656" cy="836046"/>
          </a:xfrm>
          <a:prstGeom prst="rect">
            <a:avLst/>
          </a:prstGeom>
          <a:noFill/>
          <a:ln>
            <a:noFill/>
          </a:ln>
          <a:effectLst>
            <a:outerShdw blurRad="71438" dist="28575" dir="5400000" algn="bl" rotWithShape="0">
              <a:srgbClr val="000000">
                <a:alpha val="15290"/>
              </a:srgbClr>
            </a:outerShdw>
          </a:effectLst>
        </p:spPr>
      </p:pic>
      <p:pic>
        <p:nvPicPr>
          <p:cNvPr id="813" name="Google Shape;813;g2cdbdd49f8e_0_0"/>
          <p:cNvPicPr preferRelativeResize="0"/>
          <p:nvPr/>
        </p:nvPicPr>
        <p:blipFill rotWithShape="1">
          <a:blip r:embed="rId17">
            <a:alphaModFix/>
          </a:blip>
          <a:srcRect t="59" b="49"/>
          <a:stretch/>
        </p:blipFill>
        <p:spPr>
          <a:xfrm>
            <a:off x="930400" y="2972629"/>
            <a:ext cx="590656" cy="836046"/>
          </a:xfrm>
          <a:prstGeom prst="rect">
            <a:avLst/>
          </a:prstGeom>
          <a:noFill/>
          <a:ln>
            <a:noFill/>
          </a:ln>
          <a:effectLst>
            <a:outerShdw blurRad="71438" dist="28575" dir="5400000" algn="bl" rotWithShape="0">
              <a:srgbClr val="000000">
                <a:alpha val="15290"/>
              </a:srgbClr>
            </a:outerShdw>
          </a:effectLst>
        </p:spPr>
      </p:pic>
      <p:pic>
        <p:nvPicPr>
          <p:cNvPr id="814" name="Google Shape;814;g2cdbdd49f8e_0_0"/>
          <p:cNvPicPr preferRelativeResize="0"/>
          <p:nvPr/>
        </p:nvPicPr>
        <p:blipFill rotWithShape="1">
          <a:blip r:embed="rId18">
            <a:alphaModFix/>
          </a:blip>
          <a:srcRect/>
          <a:stretch/>
        </p:blipFill>
        <p:spPr>
          <a:xfrm>
            <a:off x="1593173" y="2972629"/>
            <a:ext cx="590656" cy="836045"/>
          </a:xfrm>
          <a:prstGeom prst="rect">
            <a:avLst/>
          </a:prstGeom>
          <a:noFill/>
          <a:ln>
            <a:noFill/>
          </a:ln>
          <a:effectLst>
            <a:outerShdw blurRad="71438" dist="28575" dir="5400000" algn="bl" rotWithShape="0">
              <a:srgbClr val="000000">
                <a:alpha val="15290"/>
              </a:srgbClr>
            </a:outerShdw>
          </a:effectLst>
        </p:spPr>
      </p:pic>
      <p:pic>
        <p:nvPicPr>
          <p:cNvPr id="815" name="Google Shape;815;g2cdbdd49f8e_0_0"/>
          <p:cNvPicPr preferRelativeResize="0"/>
          <p:nvPr/>
        </p:nvPicPr>
        <p:blipFill rotWithShape="1">
          <a:blip r:embed="rId19">
            <a:alphaModFix/>
          </a:blip>
          <a:srcRect l="79" r="79"/>
          <a:stretch/>
        </p:blipFill>
        <p:spPr>
          <a:xfrm>
            <a:off x="930400" y="2053250"/>
            <a:ext cx="590656" cy="836045"/>
          </a:xfrm>
          <a:prstGeom prst="rect">
            <a:avLst/>
          </a:prstGeom>
          <a:noFill/>
          <a:ln>
            <a:noFill/>
          </a:ln>
          <a:effectLst>
            <a:outerShdw blurRad="71438" dist="28575" dir="5400000" algn="bl" rotWithShape="0">
              <a:srgbClr val="000000">
                <a:alpha val="15290"/>
              </a:srgbClr>
            </a:outerShdw>
          </a:effectLst>
        </p:spPr>
      </p:pic>
      <p:pic>
        <p:nvPicPr>
          <p:cNvPr id="816" name="Google Shape;816;g2cdbdd49f8e_0_0"/>
          <p:cNvPicPr preferRelativeResize="0"/>
          <p:nvPr/>
        </p:nvPicPr>
        <p:blipFill rotWithShape="1">
          <a:blip r:embed="rId20">
            <a:alphaModFix/>
          </a:blip>
          <a:srcRect l="79" r="79"/>
          <a:stretch/>
        </p:blipFill>
        <p:spPr>
          <a:xfrm>
            <a:off x="2918718" y="2053250"/>
            <a:ext cx="590656" cy="836045"/>
          </a:xfrm>
          <a:prstGeom prst="rect">
            <a:avLst/>
          </a:prstGeom>
          <a:noFill/>
          <a:ln>
            <a:noFill/>
          </a:ln>
          <a:effectLst>
            <a:outerShdw blurRad="71438" dist="28575" dir="5400000" algn="bl" rotWithShape="0">
              <a:srgbClr val="000000">
                <a:alpha val="15290"/>
              </a:srgbClr>
            </a:outerShdw>
          </a:effectLst>
        </p:spPr>
      </p:pic>
      <p:pic>
        <p:nvPicPr>
          <p:cNvPr id="817" name="Google Shape;817;g2cdbdd49f8e_0_0"/>
          <p:cNvPicPr preferRelativeResize="0"/>
          <p:nvPr/>
        </p:nvPicPr>
        <p:blipFill rotWithShape="1">
          <a:blip r:embed="rId21">
            <a:alphaModFix/>
          </a:blip>
          <a:srcRect l="19" r="29"/>
          <a:stretch/>
        </p:blipFill>
        <p:spPr>
          <a:xfrm>
            <a:off x="1593172" y="2053250"/>
            <a:ext cx="590656" cy="836046"/>
          </a:xfrm>
          <a:prstGeom prst="rect">
            <a:avLst/>
          </a:prstGeom>
          <a:noFill/>
          <a:ln>
            <a:noFill/>
          </a:ln>
          <a:effectLst>
            <a:outerShdw blurRad="71438" dist="28575" dir="5400000" algn="bl" rotWithShape="0">
              <a:srgbClr val="000000">
                <a:alpha val="15290"/>
              </a:srgbClr>
            </a:outerShdw>
          </a:effectLst>
        </p:spPr>
      </p:pic>
      <p:pic>
        <p:nvPicPr>
          <p:cNvPr id="818" name="Google Shape;818;g2cdbdd49f8e_0_0"/>
          <p:cNvPicPr preferRelativeResize="0"/>
          <p:nvPr/>
        </p:nvPicPr>
        <p:blipFill rotWithShape="1">
          <a:blip r:embed="rId22">
            <a:alphaModFix/>
          </a:blip>
          <a:srcRect l="19" r="29"/>
          <a:stretch/>
        </p:blipFill>
        <p:spPr>
          <a:xfrm>
            <a:off x="2255946" y="2053250"/>
            <a:ext cx="590656" cy="836046"/>
          </a:xfrm>
          <a:prstGeom prst="rect">
            <a:avLst/>
          </a:prstGeom>
          <a:noFill/>
          <a:ln>
            <a:noFill/>
          </a:ln>
          <a:effectLst>
            <a:outerShdw blurRad="71438" dist="28575" dir="5400000" algn="bl" rotWithShape="0">
              <a:srgbClr val="000000">
                <a:alpha val="15290"/>
              </a:srgbClr>
            </a:outerShdw>
          </a:effectLst>
        </p:spPr>
      </p:pic>
      <p:pic>
        <p:nvPicPr>
          <p:cNvPr id="819" name="Google Shape;819;g2cdbdd49f8e_0_0"/>
          <p:cNvPicPr preferRelativeResize="0"/>
          <p:nvPr/>
        </p:nvPicPr>
        <p:blipFill rotWithShape="1">
          <a:blip r:embed="rId23">
            <a:alphaModFix/>
          </a:blip>
          <a:srcRect l="19" r="29"/>
          <a:stretch/>
        </p:blipFill>
        <p:spPr>
          <a:xfrm>
            <a:off x="3581490" y="2053250"/>
            <a:ext cx="590656" cy="836046"/>
          </a:xfrm>
          <a:prstGeom prst="rect">
            <a:avLst/>
          </a:prstGeom>
          <a:noFill/>
          <a:ln>
            <a:noFill/>
          </a:ln>
          <a:effectLst>
            <a:outerShdw blurRad="71438" dist="28575" dir="5400000" algn="bl" rotWithShape="0">
              <a:srgbClr val="000000">
                <a:alpha val="15290"/>
              </a:srgbClr>
            </a:outerShdw>
          </a:effectLst>
        </p:spPr>
      </p:pic>
      <p:pic>
        <p:nvPicPr>
          <p:cNvPr id="820" name="Google Shape;820;g2cdbdd49f8e_0_0"/>
          <p:cNvPicPr preferRelativeResize="0"/>
          <p:nvPr/>
        </p:nvPicPr>
        <p:blipFill rotWithShape="1">
          <a:blip r:embed="rId24">
            <a:alphaModFix/>
          </a:blip>
          <a:srcRect l="79" r="79"/>
          <a:stretch/>
        </p:blipFill>
        <p:spPr>
          <a:xfrm>
            <a:off x="5569808" y="2053250"/>
            <a:ext cx="590656" cy="836045"/>
          </a:xfrm>
          <a:prstGeom prst="rect">
            <a:avLst/>
          </a:prstGeom>
          <a:noFill/>
          <a:ln>
            <a:noFill/>
          </a:ln>
          <a:effectLst>
            <a:outerShdw blurRad="71438" dist="28575" dir="5400000" algn="bl" rotWithShape="0">
              <a:srgbClr val="000000">
                <a:alpha val="15290"/>
              </a:srgbClr>
            </a:outerShdw>
          </a:effectLst>
        </p:spPr>
      </p:pic>
      <p:pic>
        <p:nvPicPr>
          <p:cNvPr id="821" name="Google Shape;821;g2cdbdd49f8e_0_0"/>
          <p:cNvPicPr preferRelativeResize="0"/>
          <p:nvPr/>
        </p:nvPicPr>
        <p:blipFill rotWithShape="1">
          <a:blip r:embed="rId25">
            <a:alphaModFix/>
          </a:blip>
          <a:srcRect l="79" r="79"/>
          <a:stretch/>
        </p:blipFill>
        <p:spPr>
          <a:xfrm>
            <a:off x="4244264" y="2053250"/>
            <a:ext cx="590656" cy="836045"/>
          </a:xfrm>
          <a:prstGeom prst="rect">
            <a:avLst/>
          </a:prstGeom>
          <a:noFill/>
          <a:ln>
            <a:noFill/>
          </a:ln>
          <a:effectLst>
            <a:outerShdw blurRad="71438" dist="28575" dir="5400000" algn="bl" rotWithShape="0">
              <a:srgbClr val="000000">
                <a:alpha val="15290"/>
              </a:srgbClr>
            </a:outerShdw>
          </a:effectLst>
        </p:spPr>
      </p:pic>
      <p:pic>
        <p:nvPicPr>
          <p:cNvPr id="822" name="Google Shape;822;g2cdbdd49f8e_0_0"/>
          <p:cNvPicPr preferRelativeResize="0"/>
          <p:nvPr/>
        </p:nvPicPr>
        <p:blipFill rotWithShape="1">
          <a:blip r:embed="rId26">
            <a:alphaModFix/>
          </a:blip>
          <a:srcRect l="79" r="79"/>
          <a:stretch/>
        </p:blipFill>
        <p:spPr>
          <a:xfrm>
            <a:off x="4907036" y="2053250"/>
            <a:ext cx="590656" cy="836045"/>
          </a:xfrm>
          <a:prstGeom prst="rect">
            <a:avLst/>
          </a:prstGeom>
          <a:noFill/>
          <a:ln>
            <a:noFill/>
          </a:ln>
          <a:effectLst>
            <a:outerShdw blurRad="71438" dist="28575" dir="5400000" algn="bl" rotWithShape="0">
              <a:srgbClr val="000000">
                <a:alpha val="15290"/>
              </a:srgbClr>
            </a:outerShdw>
          </a:effectLst>
        </p:spPr>
      </p:pic>
      <p:pic>
        <p:nvPicPr>
          <p:cNvPr id="823" name="Google Shape;823;g2cdbdd49f8e_0_0"/>
          <p:cNvPicPr preferRelativeResize="0"/>
          <p:nvPr/>
        </p:nvPicPr>
        <p:blipFill rotWithShape="1">
          <a:blip r:embed="rId27">
            <a:alphaModFix/>
          </a:blip>
          <a:srcRect l="19" r="29"/>
          <a:stretch/>
        </p:blipFill>
        <p:spPr>
          <a:xfrm>
            <a:off x="6232578" y="2053250"/>
            <a:ext cx="590656" cy="836046"/>
          </a:xfrm>
          <a:prstGeom prst="rect">
            <a:avLst/>
          </a:prstGeom>
          <a:noFill/>
          <a:ln>
            <a:noFill/>
          </a:ln>
          <a:effectLst>
            <a:outerShdw blurRad="71438" dist="28575" dir="5400000" algn="bl" rotWithShape="0">
              <a:srgbClr val="000000">
                <a:alpha val="15290"/>
              </a:srgbClr>
            </a:outerShdw>
          </a:effectLst>
        </p:spPr>
      </p:pic>
      <p:pic>
        <p:nvPicPr>
          <p:cNvPr id="824" name="Google Shape;824;g2cdbdd49f8e_0_0"/>
          <p:cNvPicPr preferRelativeResize="0"/>
          <p:nvPr/>
        </p:nvPicPr>
        <p:blipFill rotWithShape="1">
          <a:blip r:embed="rId28">
            <a:alphaModFix/>
          </a:blip>
          <a:srcRect/>
          <a:stretch/>
        </p:blipFill>
        <p:spPr>
          <a:xfrm>
            <a:off x="6895344" y="2053250"/>
            <a:ext cx="590656" cy="836045"/>
          </a:xfrm>
          <a:prstGeom prst="rect">
            <a:avLst/>
          </a:prstGeom>
          <a:noFill/>
          <a:ln>
            <a:noFill/>
          </a:ln>
          <a:effectLst>
            <a:outerShdw blurRad="71438" dist="28575" dir="5400000" algn="bl" rotWithShape="0">
              <a:srgbClr val="000000">
                <a:alpha val="15290"/>
              </a:srgbClr>
            </a:outerShdw>
          </a:effectLst>
        </p:spPr>
      </p:pic>
      <p:pic>
        <p:nvPicPr>
          <p:cNvPr id="825" name="Google Shape;825;g2cdbdd49f8e_0_0"/>
          <p:cNvPicPr preferRelativeResize="0"/>
          <p:nvPr/>
        </p:nvPicPr>
        <p:blipFill rotWithShape="1">
          <a:blip r:embed="rId29">
            <a:alphaModFix/>
          </a:blip>
          <a:srcRect t="59" b="49"/>
          <a:stretch/>
        </p:blipFill>
        <p:spPr>
          <a:xfrm>
            <a:off x="7558119" y="2053250"/>
            <a:ext cx="590656" cy="836046"/>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1" name="Google Shape;831;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32" name="Google Shape;832;g26b7edf6e71_0_109"/>
          <p:cNvGrpSpPr/>
          <p:nvPr/>
        </p:nvGrpSpPr>
        <p:grpSpPr>
          <a:xfrm>
            <a:off x="930596" y="2135925"/>
            <a:ext cx="7282807" cy="2686611"/>
            <a:chOff x="867357" y="2129450"/>
            <a:chExt cx="7282807" cy="2686611"/>
          </a:xfrm>
        </p:grpSpPr>
        <p:pic>
          <p:nvPicPr>
            <p:cNvPr id="833" name="Google Shape;833;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34" name="Google Shape;834;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35" name="Google Shape;835;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36" name="Google Shape;836;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37" name="Google Shape;837;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38" name="Google Shape;838;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39" name="Google Shape;839;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40" name="Google Shape;840;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41" name="Google Shape;841;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42" name="Google Shape;842;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43" name="Google Shape;843;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44" name="Google Shape;844;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45" name="Google Shape;845;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46" name="Google Shape;846;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1"/>
        <p:cNvGrpSpPr/>
        <p:nvPr/>
      </p:nvGrpSpPr>
      <p:grpSpPr>
        <a:xfrm>
          <a:off x="0" y="0"/>
          <a:ext cx="0" cy="0"/>
          <a:chOff x="0" y="0"/>
          <a:chExt cx="0" cy="0"/>
        </a:xfrm>
      </p:grpSpPr>
      <p:sp>
        <p:nvSpPr>
          <p:cNvPr id="852" name="Google Shape;852;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53" name="Google Shape;853;g2c298d33e0c_0_6"/>
          <p:cNvGrpSpPr/>
          <p:nvPr/>
        </p:nvGrpSpPr>
        <p:grpSpPr>
          <a:xfrm>
            <a:off x="931093" y="2145989"/>
            <a:ext cx="7281864" cy="2684601"/>
            <a:chOff x="868300" y="2129450"/>
            <a:chExt cx="7281864" cy="2684601"/>
          </a:xfrm>
        </p:grpSpPr>
        <p:pic>
          <p:nvPicPr>
            <p:cNvPr id="854" name="Google Shape;854;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58" name="Google Shape;858;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62" name="Google Shape;862;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63" name="Google Shape;863;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64" name="Google Shape;864;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65" name="Google Shape;865;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66" name="Google Shape;866;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7" name="Google Shape;867;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8" name="Google Shape;868;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9" name="Google Shape;869;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70" name="Google Shape;870;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71" name="Google Shape;871;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72" name="Google Shape;872;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73" name="Google Shape;873;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74" name="Google Shape;874;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75" name="Google Shape;875;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76" name="Google Shape;876;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77" name="Google Shape;877;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78" name="Google Shape;878;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79" name="Google Shape;879;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80" name="Google Shape;880;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81" name="Google Shape;881;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86"/>
        <p:cNvGrpSpPr/>
        <p:nvPr/>
      </p:nvGrpSpPr>
      <p:grpSpPr>
        <a:xfrm>
          <a:off x="0" y="0"/>
          <a:ext cx="0" cy="0"/>
          <a:chOff x="0" y="0"/>
          <a:chExt cx="0" cy="0"/>
        </a:xfrm>
      </p:grpSpPr>
      <p:sp>
        <p:nvSpPr>
          <p:cNvPr id="887" name="Google Shape;887;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88" name="Google Shape;888;g2c298da1f27_0_455"/>
          <p:cNvGrpSpPr/>
          <p:nvPr/>
        </p:nvGrpSpPr>
        <p:grpSpPr>
          <a:xfrm>
            <a:off x="931068" y="2129450"/>
            <a:ext cx="7281864" cy="2684601"/>
            <a:chOff x="868300" y="2053250"/>
            <a:chExt cx="7281864" cy="2684601"/>
          </a:xfrm>
        </p:grpSpPr>
        <p:pic>
          <p:nvPicPr>
            <p:cNvPr id="889" name="Google Shape;889;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90" name="Google Shape;890;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91" name="Google Shape;891;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92" name="Google Shape;892;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93" name="Google Shape;893;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94" name="Google Shape;894;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95" name="Google Shape;895;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96" name="Google Shape;896;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97" name="Google Shape;897;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98" name="Google Shape;898;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99" name="Google Shape;899;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900" name="Google Shape;900;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901" name="Google Shape;901;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 want</a:t>
            </a:r>
            <a:r>
              <a:rPr lang="en-US"/>
              <a:t>.</a:t>
            </a:r>
            <a:endParaRPr/>
          </a:p>
        </p:txBody>
      </p:sp>
      <p:grpSp>
        <p:nvGrpSpPr>
          <p:cNvPr id="908" name="Google Shape;908;g2c298da1f27_1_0"/>
          <p:cNvGrpSpPr/>
          <p:nvPr/>
        </p:nvGrpSpPr>
        <p:grpSpPr>
          <a:xfrm>
            <a:off x="931068" y="2148475"/>
            <a:ext cx="7281864" cy="2688001"/>
            <a:chOff x="868300" y="2129450"/>
            <a:chExt cx="7281864" cy="2688001"/>
          </a:xfrm>
        </p:grpSpPr>
        <p:pic>
          <p:nvPicPr>
            <p:cNvPr id="909" name="Google Shape;909;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910" name="Google Shape;910;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911" name="Google Shape;911;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912" name="Google Shape;912;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913" name="Google Shape;913;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914" name="Google Shape;914;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915" name="Google Shape;915;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916" name="Google Shape;916;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17" name="Google Shape;917;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18" name="Google Shape;918;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19" name="Google Shape;919;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20" name="Google Shape;920;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21" name="Google Shape;921;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22" name="Google Shape;922;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pic>
          <p:nvPicPr>
            <p:cNvPr id="923" name="Google Shape;923;g2c298da1f27_1_0"/>
            <p:cNvPicPr preferRelativeResize="0"/>
            <p:nvPr/>
          </p:nvPicPr>
          <p:blipFill rotWithShape="1">
            <a:blip r:embed="rId17">
              <a:alphaModFix/>
            </a:blip>
            <a:srcRect l="99" r="99"/>
            <a:stretch/>
          </p:blipFill>
          <p:spPr>
            <a:xfrm>
              <a:off x="3320721" y="3991810"/>
              <a:ext cx="1148707" cy="821565"/>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28"/>
        <p:cNvGrpSpPr/>
        <p:nvPr/>
      </p:nvGrpSpPr>
      <p:grpSpPr>
        <a:xfrm>
          <a:off x="0" y="0"/>
          <a:ext cx="0" cy="0"/>
          <a:chOff x="0" y="0"/>
          <a:chExt cx="0" cy="0"/>
        </a:xfrm>
      </p:grpSpPr>
      <p:pic>
        <p:nvPicPr>
          <p:cNvPr id="929" name="Google Shape;929;g2cdbdd193bb_0_343"/>
          <p:cNvPicPr preferRelativeResize="0"/>
          <p:nvPr/>
        </p:nvPicPr>
        <p:blipFill>
          <a:blip r:embed="rId3">
            <a:alphaModFix/>
          </a:blip>
          <a:stretch>
            <a:fillRect/>
          </a:stretch>
        </p:blipFill>
        <p:spPr>
          <a:xfrm>
            <a:off x="867797" y="2125686"/>
            <a:ext cx="1147324" cy="819918"/>
          </a:xfrm>
          <a:prstGeom prst="rect">
            <a:avLst/>
          </a:prstGeom>
          <a:noFill/>
          <a:ln>
            <a:noFill/>
          </a:ln>
          <a:effectLst>
            <a:outerShdw blurRad="71438" dist="19050" dir="5400000" algn="bl" rotWithShape="0">
              <a:srgbClr val="000000">
                <a:alpha val="18000"/>
              </a:srgbClr>
            </a:outerShdw>
          </a:effectLst>
        </p:spPr>
      </p:pic>
      <p:pic>
        <p:nvPicPr>
          <p:cNvPr id="930" name="Google Shape;930;g2cdbdd193bb_0_343"/>
          <p:cNvPicPr preferRelativeResize="0"/>
          <p:nvPr/>
        </p:nvPicPr>
        <p:blipFill>
          <a:blip r:embed="rId4">
            <a:alphaModFix/>
          </a:blip>
          <a:stretch>
            <a:fillRect/>
          </a:stretch>
        </p:blipFill>
        <p:spPr>
          <a:xfrm>
            <a:off x="2094526" y="2125686"/>
            <a:ext cx="1145440" cy="818569"/>
          </a:xfrm>
          <a:prstGeom prst="rect">
            <a:avLst/>
          </a:prstGeom>
          <a:noFill/>
          <a:ln>
            <a:noFill/>
          </a:ln>
          <a:effectLst>
            <a:outerShdw blurRad="71438" dist="19050" dir="5400000" algn="bl" rotWithShape="0">
              <a:srgbClr val="000000">
                <a:alpha val="18000"/>
              </a:srgbClr>
            </a:outerShdw>
          </a:effectLst>
        </p:spPr>
      </p:pic>
      <p:pic>
        <p:nvPicPr>
          <p:cNvPr id="931" name="Google Shape;931;g2cdbdd193bb_0_343"/>
          <p:cNvPicPr preferRelativeResize="0"/>
          <p:nvPr/>
        </p:nvPicPr>
        <p:blipFill>
          <a:blip r:embed="rId5">
            <a:alphaModFix/>
          </a:blip>
          <a:stretch>
            <a:fillRect/>
          </a:stretch>
        </p:blipFill>
        <p:spPr>
          <a:xfrm>
            <a:off x="3321259" y="2125686"/>
            <a:ext cx="1145440" cy="818569"/>
          </a:xfrm>
          <a:prstGeom prst="rect">
            <a:avLst/>
          </a:prstGeom>
          <a:noFill/>
          <a:ln>
            <a:noFill/>
          </a:ln>
          <a:effectLst>
            <a:outerShdw blurRad="71438" dist="19050" dir="5400000" algn="bl" rotWithShape="0">
              <a:srgbClr val="000000">
                <a:alpha val="18000"/>
              </a:srgbClr>
            </a:outerShdw>
          </a:effectLst>
        </p:spPr>
      </p:pic>
      <p:pic>
        <p:nvPicPr>
          <p:cNvPr id="932" name="Google Shape;932;g2cdbdd193bb_0_343"/>
          <p:cNvPicPr preferRelativeResize="0"/>
          <p:nvPr/>
        </p:nvPicPr>
        <p:blipFill>
          <a:blip r:embed="rId6">
            <a:alphaModFix/>
          </a:blip>
          <a:stretch>
            <a:fillRect/>
          </a:stretch>
        </p:blipFill>
        <p:spPr>
          <a:xfrm>
            <a:off x="4547991" y="2125686"/>
            <a:ext cx="1145440" cy="819954"/>
          </a:xfrm>
          <a:prstGeom prst="rect">
            <a:avLst/>
          </a:prstGeom>
          <a:noFill/>
          <a:ln>
            <a:noFill/>
          </a:ln>
          <a:effectLst>
            <a:outerShdw blurRad="71438" dist="19050" dir="5400000" algn="bl" rotWithShape="0">
              <a:srgbClr val="000000">
                <a:alpha val="18000"/>
              </a:srgbClr>
            </a:outerShdw>
          </a:effectLst>
        </p:spPr>
      </p:pic>
      <p:pic>
        <p:nvPicPr>
          <p:cNvPr id="933" name="Google Shape;933;g2cdbdd193bb_0_343"/>
          <p:cNvPicPr preferRelativeResize="0"/>
          <p:nvPr/>
        </p:nvPicPr>
        <p:blipFill>
          <a:blip r:embed="rId7">
            <a:alphaModFix/>
          </a:blip>
          <a:stretch>
            <a:fillRect/>
          </a:stretch>
        </p:blipFill>
        <p:spPr>
          <a:xfrm>
            <a:off x="5774724" y="2125686"/>
            <a:ext cx="1145440" cy="818569"/>
          </a:xfrm>
          <a:prstGeom prst="rect">
            <a:avLst/>
          </a:prstGeom>
          <a:noFill/>
          <a:ln>
            <a:noFill/>
          </a:ln>
          <a:effectLst>
            <a:outerShdw blurRad="71438" dist="19050" dir="5400000" algn="bl" rotWithShape="0">
              <a:srgbClr val="000000">
                <a:alpha val="18000"/>
              </a:srgbClr>
            </a:outerShdw>
          </a:effectLst>
        </p:spPr>
      </p:pic>
      <p:pic>
        <p:nvPicPr>
          <p:cNvPr id="934" name="Google Shape;934;g2cdbdd193bb_0_343"/>
          <p:cNvPicPr preferRelativeResize="0"/>
          <p:nvPr/>
        </p:nvPicPr>
        <p:blipFill>
          <a:blip r:embed="rId8">
            <a:alphaModFix/>
          </a:blip>
          <a:stretch>
            <a:fillRect/>
          </a:stretch>
        </p:blipFill>
        <p:spPr>
          <a:xfrm>
            <a:off x="7001468" y="2125686"/>
            <a:ext cx="1145440" cy="819954"/>
          </a:xfrm>
          <a:prstGeom prst="rect">
            <a:avLst/>
          </a:prstGeom>
          <a:noFill/>
          <a:ln>
            <a:noFill/>
          </a:ln>
          <a:effectLst>
            <a:outerShdw blurRad="71438" dist="19050" dir="5400000" algn="bl" rotWithShape="0">
              <a:srgbClr val="000000">
                <a:alpha val="18000"/>
              </a:srgbClr>
            </a:outerShdw>
          </a:effectLst>
        </p:spPr>
      </p:pic>
      <p:pic>
        <p:nvPicPr>
          <p:cNvPr id="935" name="Google Shape;935;g2cdbdd193bb_0_343"/>
          <p:cNvPicPr preferRelativeResize="0"/>
          <p:nvPr/>
        </p:nvPicPr>
        <p:blipFill>
          <a:blip r:embed="rId9">
            <a:alphaModFix/>
          </a:blip>
          <a:stretch>
            <a:fillRect/>
          </a:stretch>
        </p:blipFill>
        <p:spPr>
          <a:xfrm>
            <a:off x="868743" y="3060070"/>
            <a:ext cx="1145440" cy="819954"/>
          </a:xfrm>
          <a:prstGeom prst="rect">
            <a:avLst/>
          </a:prstGeom>
          <a:noFill/>
          <a:ln>
            <a:noFill/>
          </a:ln>
          <a:effectLst>
            <a:outerShdw blurRad="71438" dist="19050" dir="5400000" algn="bl" rotWithShape="0">
              <a:srgbClr val="000000">
                <a:alpha val="18000"/>
              </a:srgbClr>
            </a:outerShdw>
          </a:effectLst>
        </p:spPr>
      </p:pic>
      <p:pic>
        <p:nvPicPr>
          <p:cNvPr id="936" name="Google Shape;936;g2cdbdd193bb_0_343"/>
          <p:cNvPicPr preferRelativeResize="0"/>
          <p:nvPr/>
        </p:nvPicPr>
        <p:blipFill>
          <a:blip r:embed="rId10">
            <a:alphaModFix/>
          </a:blip>
          <a:stretch>
            <a:fillRect/>
          </a:stretch>
        </p:blipFill>
        <p:spPr>
          <a:xfrm>
            <a:off x="2094530" y="3060070"/>
            <a:ext cx="1145440" cy="819954"/>
          </a:xfrm>
          <a:prstGeom prst="rect">
            <a:avLst/>
          </a:prstGeom>
          <a:noFill/>
          <a:ln>
            <a:noFill/>
          </a:ln>
          <a:effectLst>
            <a:outerShdw blurRad="71438" dist="19050" dir="5400000" algn="bl" rotWithShape="0">
              <a:srgbClr val="000000">
                <a:alpha val="18000"/>
              </a:srgbClr>
            </a:outerShdw>
          </a:effectLst>
        </p:spPr>
      </p:pic>
      <p:pic>
        <p:nvPicPr>
          <p:cNvPr id="937" name="Google Shape;937;g2cdbdd193bb_0_343"/>
          <p:cNvPicPr preferRelativeResize="0"/>
          <p:nvPr/>
        </p:nvPicPr>
        <p:blipFill>
          <a:blip r:embed="rId11">
            <a:alphaModFix/>
          </a:blip>
          <a:stretch>
            <a:fillRect/>
          </a:stretch>
        </p:blipFill>
        <p:spPr>
          <a:xfrm>
            <a:off x="3320325" y="3060768"/>
            <a:ext cx="1146826" cy="818569"/>
          </a:xfrm>
          <a:prstGeom prst="rect">
            <a:avLst/>
          </a:prstGeom>
          <a:noFill/>
          <a:ln>
            <a:noFill/>
          </a:ln>
          <a:effectLst>
            <a:outerShdw blurRad="71438" dist="19050" dir="5400000" algn="bl" rotWithShape="0">
              <a:srgbClr val="000000">
                <a:alpha val="18000"/>
              </a:srgbClr>
            </a:outerShdw>
          </a:effectLst>
        </p:spPr>
      </p:pic>
      <p:pic>
        <p:nvPicPr>
          <p:cNvPr id="938" name="Google Shape;938;g2cdbdd193bb_0_343"/>
          <p:cNvPicPr preferRelativeResize="0"/>
          <p:nvPr/>
        </p:nvPicPr>
        <p:blipFill>
          <a:blip r:embed="rId12">
            <a:alphaModFix/>
          </a:blip>
          <a:stretch>
            <a:fillRect/>
          </a:stretch>
        </p:blipFill>
        <p:spPr>
          <a:xfrm>
            <a:off x="4547500" y="3060768"/>
            <a:ext cx="1146826" cy="818569"/>
          </a:xfrm>
          <a:prstGeom prst="rect">
            <a:avLst/>
          </a:prstGeom>
          <a:noFill/>
          <a:ln>
            <a:noFill/>
          </a:ln>
          <a:effectLst>
            <a:outerShdw blurRad="71438" dist="19050" dir="5400000" algn="bl" rotWithShape="0">
              <a:srgbClr val="000000">
                <a:alpha val="18000"/>
              </a:srgbClr>
            </a:outerShdw>
          </a:effectLst>
        </p:spPr>
      </p:pic>
      <p:pic>
        <p:nvPicPr>
          <p:cNvPr id="939" name="Google Shape;939;g2cdbdd193bb_0_343"/>
          <p:cNvPicPr preferRelativeResize="0"/>
          <p:nvPr/>
        </p:nvPicPr>
        <p:blipFill>
          <a:blip r:embed="rId13">
            <a:alphaModFix/>
          </a:blip>
          <a:stretch>
            <a:fillRect/>
          </a:stretch>
        </p:blipFill>
        <p:spPr>
          <a:xfrm>
            <a:off x="5774675" y="3060768"/>
            <a:ext cx="1146826" cy="818569"/>
          </a:xfrm>
          <a:prstGeom prst="rect">
            <a:avLst/>
          </a:prstGeom>
          <a:noFill/>
          <a:ln>
            <a:noFill/>
          </a:ln>
          <a:effectLst>
            <a:outerShdw blurRad="71438" dist="19050" dir="5400000" algn="bl" rotWithShape="0">
              <a:srgbClr val="000000">
                <a:alpha val="18000"/>
              </a:srgbClr>
            </a:outerShdw>
          </a:effectLst>
        </p:spPr>
      </p:pic>
      <p:pic>
        <p:nvPicPr>
          <p:cNvPr id="940" name="Google Shape;940;g2cdbdd193bb_0_343"/>
          <p:cNvPicPr preferRelativeResize="0"/>
          <p:nvPr/>
        </p:nvPicPr>
        <p:blipFill>
          <a:blip r:embed="rId14">
            <a:alphaModFix/>
          </a:blip>
          <a:stretch>
            <a:fillRect/>
          </a:stretch>
        </p:blipFill>
        <p:spPr>
          <a:xfrm>
            <a:off x="7001850" y="3060070"/>
            <a:ext cx="1146826" cy="819954"/>
          </a:xfrm>
          <a:prstGeom prst="rect">
            <a:avLst/>
          </a:prstGeom>
          <a:noFill/>
          <a:ln>
            <a:noFill/>
          </a:ln>
          <a:effectLst>
            <a:outerShdw blurRad="71438" dist="19050" dir="5400000" algn="bl" rotWithShape="0">
              <a:srgbClr val="000000">
                <a:alpha val="18000"/>
              </a:srgbClr>
            </a:outerShdw>
          </a:effectLst>
        </p:spPr>
      </p:pic>
      <p:pic>
        <p:nvPicPr>
          <p:cNvPr id="941" name="Google Shape;941;g2cdbdd193bb_0_343"/>
          <p:cNvPicPr preferRelativeResize="0"/>
          <p:nvPr/>
        </p:nvPicPr>
        <p:blipFill>
          <a:blip r:embed="rId15">
            <a:alphaModFix/>
          </a:blip>
          <a:stretch>
            <a:fillRect/>
          </a:stretch>
        </p:blipFill>
        <p:spPr>
          <a:xfrm>
            <a:off x="868050" y="3995098"/>
            <a:ext cx="1146826" cy="818569"/>
          </a:xfrm>
          <a:prstGeom prst="rect">
            <a:avLst/>
          </a:prstGeom>
          <a:noFill/>
          <a:ln>
            <a:noFill/>
          </a:ln>
          <a:effectLst>
            <a:outerShdw blurRad="71438" dist="19050" dir="5400000" algn="bl" rotWithShape="0">
              <a:srgbClr val="000000">
                <a:alpha val="18000"/>
              </a:srgbClr>
            </a:outerShdw>
          </a:effectLst>
        </p:spPr>
      </p:pic>
      <p:pic>
        <p:nvPicPr>
          <p:cNvPr id="942" name="Google Shape;942;g2cdbdd193bb_0_343"/>
          <p:cNvPicPr preferRelativeResize="0"/>
          <p:nvPr/>
        </p:nvPicPr>
        <p:blipFill>
          <a:blip r:embed="rId16">
            <a:alphaModFix/>
          </a:blip>
          <a:stretch>
            <a:fillRect/>
          </a:stretch>
        </p:blipFill>
        <p:spPr>
          <a:xfrm>
            <a:off x="2094775" y="3995850"/>
            <a:ext cx="1146826" cy="819954"/>
          </a:xfrm>
          <a:prstGeom prst="rect">
            <a:avLst/>
          </a:prstGeom>
          <a:noFill/>
          <a:ln>
            <a:noFill/>
          </a:ln>
          <a:effectLst>
            <a:outerShdw blurRad="71438" dist="19050" dir="5400000" algn="bl" rotWithShape="0">
              <a:srgbClr val="000000">
                <a:alpha val="18000"/>
              </a:srgbClr>
            </a:outerShdw>
          </a:effectLst>
        </p:spPr>
      </p:pic>
      <p:pic>
        <p:nvPicPr>
          <p:cNvPr id="943" name="Google Shape;943;g2cdbdd193bb_0_343"/>
          <p:cNvPicPr preferRelativeResize="0"/>
          <p:nvPr/>
        </p:nvPicPr>
        <p:blipFill>
          <a:blip r:embed="rId17">
            <a:alphaModFix/>
          </a:blip>
          <a:stretch>
            <a:fillRect/>
          </a:stretch>
        </p:blipFill>
        <p:spPr>
          <a:xfrm>
            <a:off x="3321500" y="3995850"/>
            <a:ext cx="1146826" cy="819954"/>
          </a:xfrm>
          <a:prstGeom prst="rect">
            <a:avLst/>
          </a:prstGeom>
          <a:noFill/>
          <a:ln>
            <a:noFill/>
          </a:ln>
          <a:effectLst>
            <a:outerShdw blurRad="71438" dist="19050" dir="5400000" algn="bl" rotWithShape="0">
              <a:srgbClr val="000000">
                <a:alpha val="18000"/>
              </a:srgbClr>
            </a:outerShdw>
          </a:effectLst>
        </p:spPr>
      </p:pic>
      <p:pic>
        <p:nvPicPr>
          <p:cNvPr id="944" name="Google Shape;944;g2cdbdd193bb_0_343"/>
          <p:cNvPicPr preferRelativeResize="0"/>
          <p:nvPr/>
        </p:nvPicPr>
        <p:blipFill>
          <a:blip r:embed="rId18">
            <a:alphaModFix/>
          </a:blip>
          <a:stretch>
            <a:fillRect/>
          </a:stretch>
        </p:blipFill>
        <p:spPr>
          <a:xfrm>
            <a:off x="4548225" y="3994450"/>
            <a:ext cx="1146826" cy="819954"/>
          </a:xfrm>
          <a:prstGeom prst="rect">
            <a:avLst/>
          </a:prstGeom>
          <a:noFill/>
          <a:ln>
            <a:noFill/>
          </a:ln>
          <a:effectLst>
            <a:outerShdw blurRad="71438" dist="19050" dir="5400000" algn="bl" rotWithShape="0">
              <a:srgbClr val="000000">
                <a:alpha val="18000"/>
              </a:srgbClr>
            </a:outerShdw>
          </a:effectLst>
        </p:spPr>
      </p:pic>
      <p:pic>
        <p:nvPicPr>
          <p:cNvPr id="945" name="Google Shape;945;g2cdbdd193bb_0_343"/>
          <p:cNvPicPr preferRelativeResize="0"/>
          <p:nvPr/>
        </p:nvPicPr>
        <p:blipFill>
          <a:blip r:embed="rId19">
            <a:alphaModFix/>
          </a:blip>
          <a:stretch>
            <a:fillRect/>
          </a:stretch>
        </p:blipFill>
        <p:spPr>
          <a:xfrm>
            <a:off x="5774950" y="3995860"/>
            <a:ext cx="1146826" cy="818569"/>
          </a:xfrm>
          <a:prstGeom prst="rect">
            <a:avLst/>
          </a:prstGeom>
          <a:noFill/>
          <a:ln>
            <a:noFill/>
          </a:ln>
          <a:effectLst>
            <a:outerShdw blurRad="71438" dist="19050" dir="5400000" algn="bl" rotWithShape="0">
              <a:srgbClr val="000000">
                <a:alpha val="18000"/>
              </a:srgbClr>
            </a:outerShdw>
          </a:effectLst>
        </p:spPr>
      </p:pic>
      <p:pic>
        <p:nvPicPr>
          <p:cNvPr id="946" name="Google Shape;946;g2cdbdd193bb_0_343"/>
          <p:cNvPicPr preferRelativeResize="0"/>
          <p:nvPr/>
        </p:nvPicPr>
        <p:blipFill>
          <a:blip r:embed="rId20">
            <a:alphaModFix/>
          </a:blip>
          <a:stretch>
            <a:fillRect/>
          </a:stretch>
        </p:blipFill>
        <p:spPr>
          <a:xfrm>
            <a:off x="7001675" y="3994460"/>
            <a:ext cx="1146826" cy="818569"/>
          </a:xfrm>
          <a:prstGeom prst="rect">
            <a:avLst/>
          </a:prstGeom>
          <a:noFill/>
          <a:ln>
            <a:noFill/>
          </a:ln>
          <a:effectLst>
            <a:outerShdw blurRad="71438" dist="19050" dir="5400000" algn="bl" rotWithShape="0">
              <a:srgbClr val="000000">
                <a:alpha val="18000"/>
              </a:srgbClr>
            </a:outerShdw>
          </a:effectLst>
        </p:spPr>
      </p:pic>
      <p:pic>
        <p:nvPicPr>
          <p:cNvPr id="947" name="Google Shape;947;g2cdbdd193bb_0_343"/>
          <p:cNvPicPr preferRelativeResize="0"/>
          <p:nvPr/>
        </p:nvPicPr>
        <p:blipFill>
          <a:blip r:embed="rId21">
            <a:alphaModFix/>
          </a:blip>
          <a:stretch>
            <a:fillRect/>
          </a:stretch>
        </p:blipFill>
        <p:spPr>
          <a:xfrm>
            <a:off x="868050" y="4931618"/>
            <a:ext cx="1146826" cy="818569"/>
          </a:xfrm>
          <a:prstGeom prst="rect">
            <a:avLst/>
          </a:prstGeom>
          <a:noFill/>
          <a:ln>
            <a:noFill/>
          </a:ln>
          <a:effectLst>
            <a:outerShdw blurRad="71438" dist="19050" dir="5400000" algn="bl" rotWithShape="0">
              <a:srgbClr val="000000">
                <a:alpha val="18000"/>
              </a:srgbClr>
            </a:outerShdw>
          </a:effectLst>
        </p:spPr>
      </p:pic>
      <p:pic>
        <p:nvPicPr>
          <p:cNvPr id="948" name="Google Shape;948;g2cdbdd193bb_0_343"/>
          <p:cNvPicPr preferRelativeResize="0"/>
          <p:nvPr/>
        </p:nvPicPr>
        <p:blipFill>
          <a:blip r:embed="rId22">
            <a:alphaModFix/>
          </a:blip>
          <a:stretch>
            <a:fillRect/>
          </a:stretch>
        </p:blipFill>
        <p:spPr>
          <a:xfrm>
            <a:off x="2094775" y="4931632"/>
            <a:ext cx="1146826" cy="819954"/>
          </a:xfrm>
          <a:prstGeom prst="rect">
            <a:avLst/>
          </a:prstGeom>
          <a:noFill/>
          <a:ln>
            <a:noFill/>
          </a:ln>
          <a:effectLst>
            <a:outerShdw blurRad="71438" dist="19050" dir="5400000" algn="bl" rotWithShape="0">
              <a:srgbClr val="000000">
                <a:alpha val="18000"/>
              </a:srgbClr>
            </a:outerShdw>
          </a:effectLst>
        </p:spPr>
      </p:pic>
      <p:pic>
        <p:nvPicPr>
          <p:cNvPr id="949" name="Google Shape;949;g2cdbdd193bb_0_343"/>
          <p:cNvPicPr preferRelativeResize="0"/>
          <p:nvPr/>
        </p:nvPicPr>
        <p:blipFill>
          <a:blip r:embed="rId23">
            <a:alphaModFix/>
          </a:blip>
          <a:stretch>
            <a:fillRect/>
          </a:stretch>
        </p:blipFill>
        <p:spPr>
          <a:xfrm>
            <a:off x="3321500" y="4932318"/>
            <a:ext cx="1146826" cy="818569"/>
          </a:xfrm>
          <a:prstGeom prst="rect">
            <a:avLst/>
          </a:prstGeom>
          <a:noFill/>
          <a:ln>
            <a:noFill/>
          </a:ln>
          <a:effectLst>
            <a:outerShdw blurRad="71438" dist="19050" dir="5400000" algn="bl" rotWithShape="0">
              <a:srgbClr val="000000">
                <a:alpha val="18000"/>
              </a:srgbClr>
            </a:outerShdw>
          </a:effectLst>
        </p:spPr>
      </p:pic>
      <p:pic>
        <p:nvPicPr>
          <p:cNvPr id="950" name="Google Shape;950;g2cdbdd193bb_0_343"/>
          <p:cNvPicPr preferRelativeResize="0"/>
          <p:nvPr/>
        </p:nvPicPr>
        <p:blipFill>
          <a:blip r:embed="rId24">
            <a:alphaModFix/>
          </a:blip>
          <a:stretch>
            <a:fillRect/>
          </a:stretch>
        </p:blipFill>
        <p:spPr>
          <a:xfrm>
            <a:off x="4548225" y="4929532"/>
            <a:ext cx="1146826" cy="819954"/>
          </a:xfrm>
          <a:prstGeom prst="rect">
            <a:avLst/>
          </a:prstGeom>
          <a:noFill/>
          <a:ln>
            <a:noFill/>
          </a:ln>
          <a:effectLst>
            <a:outerShdw blurRad="71438" dist="19050" dir="5400000" algn="bl" rotWithShape="0">
              <a:srgbClr val="000000">
                <a:alpha val="18000"/>
              </a:srgbClr>
            </a:outerShdw>
          </a:effectLst>
        </p:spPr>
      </p:pic>
      <p:pic>
        <p:nvPicPr>
          <p:cNvPr id="951" name="Google Shape;951;g2cdbdd193bb_0_343"/>
          <p:cNvPicPr preferRelativeResize="0"/>
          <p:nvPr/>
        </p:nvPicPr>
        <p:blipFill>
          <a:blip r:embed="rId25">
            <a:alphaModFix/>
          </a:blip>
          <a:stretch>
            <a:fillRect/>
          </a:stretch>
        </p:blipFill>
        <p:spPr>
          <a:xfrm>
            <a:off x="5774950" y="4930957"/>
            <a:ext cx="1146826" cy="819954"/>
          </a:xfrm>
          <a:prstGeom prst="rect">
            <a:avLst/>
          </a:prstGeom>
          <a:noFill/>
          <a:ln>
            <a:noFill/>
          </a:ln>
          <a:effectLst>
            <a:outerShdw blurRad="71438" dist="19050" dir="5400000" algn="bl" rotWithShape="0">
              <a:srgbClr val="000000">
                <a:alpha val="18000"/>
              </a:srgbClr>
            </a:outerShdw>
          </a:effectLst>
        </p:spPr>
      </p:pic>
      <p:pic>
        <p:nvPicPr>
          <p:cNvPr id="952" name="Google Shape;952;g2cdbdd193bb_0_343"/>
          <p:cNvPicPr preferRelativeResize="0"/>
          <p:nvPr/>
        </p:nvPicPr>
        <p:blipFill>
          <a:blip r:embed="rId26">
            <a:alphaModFix/>
          </a:blip>
          <a:stretch>
            <a:fillRect/>
          </a:stretch>
        </p:blipFill>
        <p:spPr>
          <a:xfrm>
            <a:off x="7001668" y="4932318"/>
            <a:ext cx="1145440" cy="818569"/>
          </a:xfrm>
          <a:prstGeom prst="rect">
            <a:avLst/>
          </a:prstGeom>
          <a:noFill/>
          <a:ln>
            <a:noFill/>
          </a:ln>
          <a:effectLst>
            <a:outerShdw blurRad="71438" dist="19050" dir="5400000" algn="bl" rotWithShape="0">
              <a:srgbClr val="000000">
                <a:alpha val="18000"/>
              </a:srgbClr>
            </a:outerShdw>
          </a:effectLst>
        </p:spPr>
      </p:pic>
      <p:sp>
        <p:nvSpPr>
          <p:cNvPr id="953" name="Google Shape;953;g2cdbdd193bb_0_343"/>
          <p:cNvSpPr txBox="1"/>
          <p:nvPr/>
        </p:nvSpPr>
        <p:spPr>
          <a:xfrm>
            <a:off x="514450" y="582900"/>
            <a:ext cx="8115300" cy="1243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2000">
                <a:latin typeface="Poppins"/>
                <a:ea typeface="Poppins"/>
                <a:cs typeface="Poppins"/>
                <a:sym typeface="Poppins"/>
              </a:rPr>
              <a:t>Review Phase 5.5 Common Exception Words </a:t>
            </a:r>
            <a:br>
              <a:rPr lang="en-US" sz="2000">
                <a:latin typeface="Poppins"/>
                <a:ea typeface="Poppins"/>
                <a:cs typeface="Poppins"/>
                <a:sym typeface="Poppins"/>
              </a:rPr>
            </a:br>
            <a:r>
              <a:rPr lang="en-US" sz="2000">
                <a:solidFill>
                  <a:srgbClr val="2356AF"/>
                </a:solidFill>
                <a:latin typeface="Poppins"/>
                <a:ea typeface="Poppins"/>
                <a:cs typeface="Poppins"/>
                <a:sym typeface="Poppins"/>
              </a:rPr>
              <a:t>people wild child mind kind behind eye oh most only both though through who prove shoe beautiful climb Christmas school sugar love money any</a:t>
            </a:r>
            <a:r>
              <a:rPr lang="en-US" sz="2000">
                <a:latin typeface="Poppins"/>
                <a:ea typeface="Poppins"/>
                <a:cs typeface="Poppins"/>
                <a:sym typeface="Poppins"/>
              </a:rPr>
              <a:t>…</a:t>
            </a:r>
            <a:endParaRPr sz="2000">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8"/>
        <p:cNvGrpSpPr/>
        <p:nvPr/>
      </p:nvGrpSpPr>
      <p:grpSpPr>
        <a:xfrm>
          <a:off x="0" y="0"/>
          <a:ext cx="0" cy="0"/>
          <a:chOff x="0" y="0"/>
          <a:chExt cx="0" cy="0"/>
        </a:xfrm>
      </p:grpSpPr>
      <p:sp>
        <p:nvSpPr>
          <p:cNvPr id="959" name="Google Shape;959;g2cdbdd193bb_0_37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t>Review Phase 5.5 Common Exception Words…</a:t>
            </a:r>
            <a:r>
              <a:rPr lang="en-US" sz="2000">
                <a:solidFill>
                  <a:srgbClr val="2356AF"/>
                </a:solidFill>
              </a:rPr>
              <a:t>many friend very busy pretty</a:t>
            </a:r>
            <a:r>
              <a:rPr lang="en-US" sz="2000"/>
              <a:t>.</a:t>
            </a:r>
            <a:endParaRPr sz="2000"/>
          </a:p>
        </p:txBody>
      </p:sp>
      <p:pic>
        <p:nvPicPr>
          <p:cNvPr id="960" name="Google Shape;960;g2cdbdd193bb_0_376"/>
          <p:cNvPicPr preferRelativeResize="0"/>
          <p:nvPr/>
        </p:nvPicPr>
        <p:blipFill>
          <a:blip r:embed="rId3">
            <a:alphaModFix/>
          </a:blip>
          <a:stretch>
            <a:fillRect/>
          </a:stretch>
        </p:blipFill>
        <p:spPr>
          <a:xfrm>
            <a:off x="867797" y="2125686"/>
            <a:ext cx="1147421" cy="819976"/>
          </a:xfrm>
          <a:prstGeom prst="rect">
            <a:avLst/>
          </a:prstGeom>
          <a:noFill/>
          <a:ln>
            <a:noFill/>
          </a:ln>
          <a:effectLst>
            <a:outerShdw blurRad="71438" dist="19050" dir="5400000" algn="bl" rotWithShape="0">
              <a:srgbClr val="000000">
                <a:alpha val="18000"/>
              </a:srgbClr>
            </a:outerShdw>
          </a:effectLst>
        </p:spPr>
      </p:pic>
      <p:pic>
        <p:nvPicPr>
          <p:cNvPr id="961" name="Google Shape;961;g2cdbdd193bb_0_376"/>
          <p:cNvPicPr preferRelativeResize="0"/>
          <p:nvPr/>
        </p:nvPicPr>
        <p:blipFill>
          <a:blip r:embed="rId4">
            <a:alphaModFix/>
          </a:blip>
          <a:stretch>
            <a:fillRect/>
          </a:stretch>
        </p:blipFill>
        <p:spPr>
          <a:xfrm>
            <a:off x="2094526" y="2125686"/>
            <a:ext cx="1145486" cy="819967"/>
          </a:xfrm>
          <a:prstGeom prst="rect">
            <a:avLst/>
          </a:prstGeom>
          <a:noFill/>
          <a:ln>
            <a:noFill/>
          </a:ln>
          <a:effectLst>
            <a:outerShdw blurRad="71438" dist="19050" dir="5400000" algn="bl" rotWithShape="0">
              <a:srgbClr val="000000">
                <a:alpha val="18000"/>
              </a:srgbClr>
            </a:outerShdw>
          </a:effectLst>
        </p:spPr>
      </p:pic>
      <p:pic>
        <p:nvPicPr>
          <p:cNvPr id="962" name="Google Shape;962;g2cdbdd193bb_0_376"/>
          <p:cNvPicPr preferRelativeResize="0"/>
          <p:nvPr/>
        </p:nvPicPr>
        <p:blipFill>
          <a:blip r:embed="rId5">
            <a:alphaModFix/>
          </a:blip>
          <a:stretch>
            <a:fillRect/>
          </a:stretch>
        </p:blipFill>
        <p:spPr>
          <a:xfrm>
            <a:off x="3321259" y="2125686"/>
            <a:ext cx="1145486" cy="818582"/>
          </a:xfrm>
          <a:prstGeom prst="rect">
            <a:avLst/>
          </a:prstGeom>
          <a:noFill/>
          <a:ln>
            <a:noFill/>
          </a:ln>
          <a:effectLst>
            <a:outerShdw blurRad="71438" dist="19050" dir="5400000" algn="bl" rotWithShape="0">
              <a:srgbClr val="000000">
                <a:alpha val="18000"/>
              </a:srgbClr>
            </a:outerShdw>
          </a:effectLst>
        </p:spPr>
      </p:pic>
      <p:pic>
        <p:nvPicPr>
          <p:cNvPr id="963" name="Google Shape;963;g2cdbdd193bb_0_376"/>
          <p:cNvPicPr preferRelativeResize="0"/>
          <p:nvPr/>
        </p:nvPicPr>
        <p:blipFill>
          <a:blip r:embed="rId6">
            <a:alphaModFix/>
          </a:blip>
          <a:stretch>
            <a:fillRect/>
          </a:stretch>
        </p:blipFill>
        <p:spPr>
          <a:xfrm>
            <a:off x="4547991" y="2125686"/>
            <a:ext cx="1145486" cy="819967"/>
          </a:xfrm>
          <a:prstGeom prst="rect">
            <a:avLst/>
          </a:prstGeom>
          <a:noFill/>
          <a:ln>
            <a:noFill/>
          </a:ln>
          <a:effectLst>
            <a:outerShdw blurRad="71438" dist="19050" dir="5400000" algn="bl" rotWithShape="0">
              <a:srgbClr val="000000">
                <a:alpha val="18000"/>
              </a:srgbClr>
            </a:outerShdw>
          </a:effectLst>
        </p:spPr>
      </p:pic>
      <p:pic>
        <p:nvPicPr>
          <p:cNvPr id="964" name="Google Shape;964;g2cdbdd193bb_0_376"/>
          <p:cNvPicPr preferRelativeResize="0"/>
          <p:nvPr/>
        </p:nvPicPr>
        <p:blipFill>
          <a:blip r:embed="rId7">
            <a:alphaModFix/>
          </a:blip>
          <a:stretch>
            <a:fillRect/>
          </a:stretch>
        </p:blipFill>
        <p:spPr>
          <a:xfrm>
            <a:off x="5774724" y="2125686"/>
            <a:ext cx="1145486" cy="819967"/>
          </a:xfrm>
          <a:prstGeom prst="rect">
            <a:avLst/>
          </a:prstGeom>
          <a:noFill/>
          <a:ln>
            <a:noFill/>
          </a:ln>
          <a:effectLst>
            <a:outerShdw blurRad="71438" dist="19050" dir="5400000" algn="bl" rotWithShape="0">
              <a:srgbClr val="000000">
                <a:alpha val="18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69"/>
        <p:cNvGrpSpPr/>
        <p:nvPr/>
      </p:nvGrpSpPr>
      <p:grpSpPr>
        <a:xfrm>
          <a:off x="0" y="0"/>
          <a:ext cx="0" cy="0"/>
          <a:chOff x="0" y="0"/>
          <a:chExt cx="0" cy="0"/>
        </a:xfrm>
      </p:grpSpPr>
      <p:sp>
        <p:nvSpPr>
          <p:cNvPr id="970" name="Google Shape;970;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71" name="Google Shape;971;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72" name="Google Shape;972;g2c186218c5a_0_25"/>
          <p:cNvPicPr preferRelativeResize="0"/>
          <p:nvPr/>
        </p:nvPicPr>
        <p:blipFill rotWithShape="1">
          <a:blip r:embed="rId3">
            <a:alphaModFix/>
          </a:blip>
          <a:srcRect l="79" r="79"/>
          <a:stretch/>
        </p:blipFill>
        <p:spPr>
          <a:xfrm>
            <a:off x="1360488" y="996300"/>
            <a:ext cx="2818850" cy="3989961"/>
          </a:xfrm>
          <a:prstGeom prst="rect">
            <a:avLst/>
          </a:prstGeom>
          <a:noFill/>
          <a:ln>
            <a:noFill/>
          </a:ln>
          <a:effectLst>
            <a:outerShdw blurRad="142875" dist="19050" dir="5400000" algn="bl" rotWithShape="0">
              <a:srgbClr val="000000">
                <a:alpha val="26666"/>
              </a:srgbClr>
            </a:outerShdw>
          </a:effectLst>
        </p:spPr>
      </p:pic>
      <p:sp>
        <p:nvSpPr>
          <p:cNvPr id="973" name="Google Shape;973;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74" name="Google Shape;974;g2c186218c5a_0_2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1E8EE6"/>
                </a:solidFill>
                <a:latin typeface="Jost"/>
                <a:ea typeface="Jost"/>
                <a:cs typeface="Jost"/>
                <a:sym typeface="Jost"/>
              </a:rPr>
              <a:t>s</a:t>
            </a:r>
            <a:r>
              <a:rPr lang="en-US" sz="5800" b="0" i="0" u="none" strike="noStrike" cap="none">
                <a:solidFill>
                  <a:srgbClr val="2356AF"/>
                </a:solidFill>
                <a:latin typeface="Jost"/>
                <a:ea typeface="Jost"/>
                <a:cs typeface="Jost"/>
                <a:sym typeface="Jost"/>
              </a:rPr>
              <a:t>t</a:t>
            </a:r>
            <a:r>
              <a:rPr lang="en-US" sz="4900" b="0" i="0" u="none" strike="noStrike" cap="none">
                <a:solidFill>
                  <a:srgbClr val="2356AF"/>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r</a:t>
            </a:r>
            <a:endParaRPr sz="5800" b="0" i="0" u="none" strike="noStrike" cap="none">
              <a:solidFill>
                <a:srgbClr val="2356AF"/>
              </a:solidFill>
              <a:latin typeface="Jost"/>
              <a:ea typeface="Jost"/>
              <a:cs typeface="Jost"/>
              <a:sym typeface="Jost"/>
            </a:endParaRPr>
          </a:p>
        </p:txBody>
      </p:sp>
      <p:sp>
        <p:nvSpPr>
          <p:cNvPr id="975" name="Google Shape;975;g2c186218c5a_0_2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1E8EE6"/>
                </a:solidFill>
                <a:latin typeface="Jost"/>
                <a:ea typeface="Jost"/>
                <a:cs typeface="Jost"/>
                <a:sym typeface="Jost"/>
              </a:rPr>
              <a:t>s</a:t>
            </a:r>
            <a:r>
              <a:rPr lang="en-US" sz="5800" b="0" i="0" u="none" strike="noStrike" cap="none">
                <a:solidFill>
                  <a:srgbClr val="2356AF"/>
                </a:solidFill>
                <a:latin typeface="Jost"/>
                <a:ea typeface="Jost"/>
                <a:cs typeface="Jost"/>
                <a:sym typeface="Jost"/>
              </a:rPr>
              <a:t>n</a:t>
            </a:r>
            <a:r>
              <a:rPr lang="en-US" sz="4900" b="0" i="0" u="none" strike="noStrike" cap="none">
                <a:solidFill>
                  <a:srgbClr val="2356AF"/>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il</a:t>
            </a:r>
            <a:endParaRPr sz="5800" b="0" i="0" u="none" strike="noStrike" cap="none">
              <a:solidFill>
                <a:srgbClr val="2356AF"/>
              </a:solidFill>
              <a:latin typeface="Jost"/>
              <a:ea typeface="Jost"/>
              <a:cs typeface="Jost"/>
              <a:sym typeface="Jost"/>
            </a:endParaRPr>
          </a:p>
        </p:txBody>
      </p:sp>
      <p:sp>
        <p:nvSpPr>
          <p:cNvPr id="976" name="Google Shape;976;g2c186218c5a_0_2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1E8EE6"/>
                </a:solidFill>
                <a:latin typeface="Jost"/>
                <a:ea typeface="Jost"/>
                <a:cs typeface="Jost"/>
                <a:sym typeface="Jost"/>
              </a:rPr>
              <a:t>s</a:t>
            </a:r>
            <a:r>
              <a:rPr lang="en-US" sz="5800" b="0" i="0" u="none" strike="noStrike" cap="none">
                <a:solidFill>
                  <a:srgbClr val="2356AF"/>
                </a:solidFill>
                <a:latin typeface="Jost"/>
                <a:ea typeface="Jost"/>
                <a:cs typeface="Jost"/>
                <a:sym typeface="Jost"/>
              </a:rPr>
              <a:t>ock</a:t>
            </a:r>
            <a:endParaRPr sz="5800" b="0" i="0" u="none" strike="noStrike" cap="none">
              <a:solidFill>
                <a:srgbClr val="2356AF"/>
              </a:solidFill>
              <a:latin typeface="Jost"/>
              <a:ea typeface="Jost"/>
              <a:cs typeface="Jost"/>
              <a:sym typeface="Jost"/>
            </a:endParaRPr>
          </a:p>
        </p:txBody>
      </p:sp>
      <p:sp>
        <p:nvSpPr>
          <p:cNvPr id="977" name="Google Shape;977;g2c186218c5a_0_2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2, Lesson 1</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82"/>
        <p:cNvGrpSpPr/>
        <p:nvPr/>
      </p:nvGrpSpPr>
      <p:grpSpPr>
        <a:xfrm>
          <a:off x="0" y="0"/>
          <a:ext cx="0" cy="0"/>
          <a:chOff x="0" y="0"/>
          <a:chExt cx="0" cy="0"/>
        </a:xfrm>
      </p:grpSpPr>
      <p:sp>
        <p:nvSpPr>
          <p:cNvPr id="983" name="Google Shape;983;g2e5653a5c66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84" name="Google Shape;984;g2e5653a5c66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85" name="Google Shape;985;g2e5653a5c66_0_0"/>
          <p:cNvPicPr preferRelativeResize="0"/>
          <p:nvPr/>
        </p:nvPicPr>
        <p:blipFill rotWithShape="1">
          <a:blip r:embed="rId3">
            <a:alphaModFix/>
          </a:blip>
          <a:srcRect l="79" r="79"/>
          <a:stretch/>
        </p:blipFill>
        <p:spPr>
          <a:xfrm>
            <a:off x="1360488" y="996300"/>
            <a:ext cx="2818850" cy="3989961"/>
          </a:xfrm>
          <a:prstGeom prst="rect">
            <a:avLst/>
          </a:prstGeom>
          <a:noFill/>
          <a:ln>
            <a:noFill/>
          </a:ln>
          <a:effectLst>
            <a:outerShdw blurRad="142875" dist="19050" dir="5400000" algn="bl" rotWithShape="0">
              <a:srgbClr val="000000">
                <a:alpha val="26666"/>
              </a:srgbClr>
            </a:outerShdw>
          </a:effectLst>
        </p:spPr>
      </p:pic>
      <p:sp>
        <p:nvSpPr>
          <p:cNvPr id="986" name="Google Shape;986;g2e5653a5c66_0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87" name="Google Shape;987;g2e5653a5c66_0_0"/>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d</a:t>
            </a:r>
            <a:r>
              <a:rPr lang="en-US" sz="4900" b="0" i="0" u="none" strike="noStrike" cap="none">
                <a:solidFill>
                  <a:srgbClr val="2356AF"/>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n</a:t>
            </a:r>
            <a:r>
              <a:rPr lang="en-US" sz="5800" b="0" i="0" u="none" strike="noStrike" cap="none">
                <a:solidFill>
                  <a:srgbClr val="1E8EE6"/>
                </a:solidFill>
                <a:latin typeface="Jost"/>
                <a:ea typeface="Jost"/>
                <a:cs typeface="Jost"/>
                <a:sym typeface="Jost"/>
              </a:rPr>
              <a:t>c</a:t>
            </a:r>
            <a:r>
              <a:rPr lang="en-US" sz="5800" b="0" i="0" u="none" strike="noStrike" cap="none">
                <a:solidFill>
                  <a:srgbClr val="2356AF"/>
                </a:solidFill>
                <a:latin typeface="Jost"/>
                <a:ea typeface="Jost"/>
                <a:cs typeface="Jost"/>
                <a:sym typeface="Jost"/>
              </a:rPr>
              <a:t>e</a:t>
            </a:r>
            <a:endParaRPr sz="5800" b="0" i="0" u="none" strike="noStrike" cap="none">
              <a:solidFill>
                <a:srgbClr val="2356AF"/>
              </a:solidFill>
              <a:latin typeface="Jost"/>
              <a:ea typeface="Jost"/>
              <a:cs typeface="Jost"/>
              <a:sym typeface="Jost"/>
            </a:endParaRPr>
          </a:p>
        </p:txBody>
      </p:sp>
      <p:sp>
        <p:nvSpPr>
          <p:cNvPr id="988" name="Google Shape;988;g2e5653a5c66_0_0"/>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prin</a:t>
            </a:r>
            <a:r>
              <a:rPr lang="en-US" sz="5800" b="0" i="0" u="none" strike="noStrike" cap="none">
                <a:solidFill>
                  <a:srgbClr val="1E8EE6"/>
                </a:solidFill>
                <a:latin typeface="Jost"/>
                <a:ea typeface="Jost"/>
                <a:cs typeface="Jost"/>
                <a:sym typeface="Jost"/>
              </a:rPr>
              <a:t>c</a:t>
            </a:r>
            <a:r>
              <a:rPr lang="en-US" sz="5800" b="0" i="0" u="none" strike="noStrike" cap="none">
                <a:solidFill>
                  <a:srgbClr val="2356AF"/>
                </a:solidFill>
                <a:latin typeface="Jost"/>
                <a:ea typeface="Jost"/>
                <a:cs typeface="Jost"/>
                <a:sym typeface="Jost"/>
              </a:rPr>
              <a:t>ess</a:t>
            </a:r>
            <a:endParaRPr sz="5800" b="0" i="0" u="none" strike="noStrike" cap="none">
              <a:solidFill>
                <a:srgbClr val="2356AF"/>
              </a:solidFill>
              <a:latin typeface="Jost"/>
              <a:ea typeface="Jost"/>
              <a:cs typeface="Jost"/>
              <a:sym typeface="Jost"/>
            </a:endParaRPr>
          </a:p>
        </p:txBody>
      </p:sp>
      <p:sp>
        <p:nvSpPr>
          <p:cNvPr id="989" name="Google Shape;989;g2e5653a5c66_0_0"/>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pen</a:t>
            </a:r>
            <a:r>
              <a:rPr lang="en-US" sz="5800" b="0" i="0" u="none" strike="noStrike" cap="none">
                <a:solidFill>
                  <a:srgbClr val="1E8EE6"/>
                </a:solidFill>
                <a:latin typeface="Jost"/>
                <a:ea typeface="Jost"/>
                <a:cs typeface="Jost"/>
                <a:sym typeface="Jost"/>
              </a:rPr>
              <a:t>c</a:t>
            </a:r>
            <a:r>
              <a:rPr lang="en-US" sz="5800" b="0" i="0" u="none" strike="noStrike" cap="none">
                <a:solidFill>
                  <a:srgbClr val="2356AF"/>
                </a:solidFill>
                <a:latin typeface="Jost"/>
                <a:ea typeface="Jost"/>
                <a:cs typeface="Jost"/>
                <a:sym typeface="Jost"/>
              </a:rPr>
              <a:t>il</a:t>
            </a:r>
            <a:endParaRPr sz="5800" b="0" i="0" u="none" strike="noStrike" cap="none">
              <a:solidFill>
                <a:srgbClr val="2356AF"/>
              </a:solidFill>
              <a:latin typeface="Jost"/>
              <a:ea typeface="Jost"/>
              <a:cs typeface="Jost"/>
              <a:sym typeface="Jost"/>
            </a:endParaRPr>
          </a:p>
        </p:txBody>
      </p:sp>
      <p:sp>
        <p:nvSpPr>
          <p:cNvPr id="990" name="Google Shape;990;g2e5653a5c66_0_0"/>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5.5, Lesson 56</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95"/>
        <p:cNvGrpSpPr/>
        <p:nvPr/>
      </p:nvGrpSpPr>
      <p:grpSpPr>
        <a:xfrm>
          <a:off x="0" y="0"/>
          <a:ext cx="0" cy="0"/>
          <a:chOff x="0" y="0"/>
          <a:chExt cx="0" cy="0"/>
        </a:xfrm>
      </p:grpSpPr>
      <p:sp>
        <p:nvSpPr>
          <p:cNvPr id="996" name="Google Shape;996;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97" name="Google Shape;997;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02"/>
        <p:cNvGrpSpPr/>
        <p:nvPr/>
      </p:nvGrpSpPr>
      <p:grpSpPr>
        <a:xfrm>
          <a:off x="0" y="0"/>
          <a:ext cx="0" cy="0"/>
          <a:chOff x="0" y="0"/>
          <a:chExt cx="0" cy="0"/>
        </a:xfrm>
      </p:grpSpPr>
      <p:sp>
        <p:nvSpPr>
          <p:cNvPr id="1003" name="Google Shape;1003;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04" name="Google Shape;1004;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005" name="Google Shape;1005;g2c4fb7f6616_1_0"/>
          <p:cNvSpPr/>
          <p:nvPr/>
        </p:nvSpPr>
        <p:spPr>
          <a:xfrm>
            <a:off x="46970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06" name="Google Shape;1006;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07" name="Google Shape;1007;g2c4fb7f6616_1_0"/>
          <p:cNvSpPr txBox="1">
            <a:spLocks noGrp="1"/>
          </p:cNvSpPr>
          <p:nvPr>
            <p:ph type="subTitle" idx="4294967295"/>
          </p:nvPr>
        </p:nvSpPr>
        <p:spPr>
          <a:xfrm>
            <a:off x="55446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00A9A4"/>
                </a:solidFill>
                <a:latin typeface="Jost"/>
                <a:ea typeface="Jost"/>
                <a:cs typeface="Jost"/>
                <a:sym typeface="Jost"/>
              </a:rPr>
              <a:t>e</a:t>
            </a:r>
            <a:endParaRPr sz="15000" b="0" i="0" u="none" strike="noStrike" cap="none">
              <a:solidFill>
                <a:srgbClr val="00A9A4"/>
              </a:solidFill>
              <a:latin typeface="Jost"/>
              <a:ea typeface="Jost"/>
              <a:cs typeface="Jost"/>
              <a:sym typeface="Jost"/>
            </a:endParaRPr>
          </a:p>
        </p:txBody>
      </p:sp>
      <p:sp>
        <p:nvSpPr>
          <p:cNvPr id="1008" name="Google Shape;1008;g2c4fb7f6616_1_0"/>
          <p:cNvSpPr txBox="1">
            <a:spLocks noGrp="1"/>
          </p:cNvSpPr>
          <p:nvPr>
            <p:ph type="subTitle" idx="4294967295"/>
          </p:nvPr>
        </p:nvSpPr>
        <p:spPr>
          <a:xfrm>
            <a:off x="41273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c</a:t>
            </a:r>
            <a:endParaRPr sz="15000" b="0" i="0" u="none" strike="noStrike" cap="none">
              <a:solidFill>
                <a:srgbClr val="2356AF"/>
              </a:solidFill>
              <a:latin typeface="Jost"/>
              <a:ea typeface="Jost"/>
              <a:cs typeface="Jost"/>
              <a:sym typeface="Jost"/>
            </a:endParaRPr>
          </a:p>
        </p:txBody>
      </p:sp>
      <p:sp>
        <p:nvSpPr>
          <p:cNvPr id="1009" name="Google Shape;1009;g2c4fb7f6616_1_0"/>
          <p:cNvSpPr txBox="1">
            <a:spLocks noGrp="1"/>
          </p:cNvSpPr>
          <p:nvPr>
            <p:ph type="subTitle" idx="4294967295"/>
          </p:nvPr>
        </p:nvSpPr>
        <p:spPr>
          <a:xfrm>
            <a:off x="5119275" y="1308025"/>
            <a:ext cx="9630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1010" name="Google Shape;1010;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1" name="Google Shape;1011;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Calibri"/>
                <a:ea typeface="Calibri"/>
                <a:cs typeface="Calibri"/>
                <a:sym typeface="Calibri"/>
              </a:rPr>
              <a:t> </a:t>
            </a:r>
            <a:endParaRPr sz="1800" b="0" i="0" u="none" strike="noStrike" cap="none">
              <a:solidFill>
                <a:srgbClr val="FFFFFF"/>
              </a:solidFill>
              <a:latin typeface="Calibri"/>
              <a:ea typeface="Calibri"/>
              <a:cs typeface="Calibri"/>
              <a:sym typeface="Calibri"/>
            </a:endParaRPr>
          </a:p>
        </p:txBody>
      </p:sp>
      <p:sp>
        <p:nvSpPr>
          <p:cNvPr id="1012" name="Google Shape;1012;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3" name="Google Shape;1013;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4" name="Google Shape;1014;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5" name="Google Shape;1015;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6" name="Google Shape;1016;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7" name="Google Shape;1017;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18" name="Google Shape;1018;g2c4fb7f6616_1_0"/>
          <p:cNvGrpSpPr/>
          <p:nvPr/>
        </p:nvGrpSpPr>
        <p:grpSpPr>
          <a:xfrm>
            <a:off x="-550" y="6984600"/>
            <a:ext cx="8596479" cy="808600"/>
            <a:chOff x="-550" y="6984600"/>
            <a:chExt cx="8596479" cy="808600"/>
          </a:xfrm>
        </p:grpSpPr>
        <p:sp>
          <p:nvSpPr>
            <p:cNvPr id="1019" name="Google Shape;1019;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20" name="Google Shape;1020;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21" name="Google Shape;1021;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22" name="Google Shape;1022;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23" name="Google Shape;1023;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24" name="Google Shape;1024;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25" name="Google Shape;1025;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26" name="Google Shape;1026;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27" name="Google Shape;1027;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28" name="Google Shape;1028;g2c4fb7f6616_1_0"/>
          <p:cNvSpPr/>
          <p:nvPr/>
        </p:nvSpPr>
        <p:spPr>
          <a:xfrm>
            <a:off x="26396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9" name="Google Shape;1029;g2c4fb7f6616_1_0"/>
          <p:cNvSpPr txBox="1">
            <a:spLocks noGrp="1"/>
          </p:cNvSpPr>
          <p:nvPr>
            <p:ph type="subTitle" idx="4294967295"/>
          </p:nvPr>
        </p:nvSpPr>
        <p:spPr>
          <a:xfrm>
            <a:off x="20699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c</a:t>
            </a:r>
            <a:endParaRPr sz="15000" b="0" i="0" u="none" strike="noStrike" cap="none">
              <a:solidFill>
                <a:srgbClr val="2356AF"/>
              </a:solidFill>
              <a:latin typeface="Jost"/>
              <a:ea typeface="Jost"/>
              <a:cs typeface="Jost"/>
              <a:sym typeface="Jost"/>
            </a:endParaRPr>
          </a:p>
        </p:txBody>
      </p:sp>
      <p:sp>
        <p:nvSpPr>
          <p:cNvPr id="1030" name="Google Shape;1030;g2c4fb7f6616_1_0"/>
          <p:cNvSpPr txBox="1">
            <a:spLocks noGrp="1"/>
          </p:cNvSpPr>
          <p:nvPr>
            <p:ph type="subTitle" idx="4294967295"/>
          </p:nvPr>
        </p:nvSpPr>
        <p:spPr>
          <a:xfrm>
            <a:off x="30834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993FA2"/>
                </a:solidFill>
                <a:latin typeface="Jost"/>
                <a:ea typeface="Jost"/>
                <a:cs typeface="Jost"/>
                <a:sym typeface="Jost"/>
              </a:rPr>
              <a:t>ir</a:t>
            </a:r>
            <a:endParaRPr sz="15000" b="0" i="0" u="none" strike="noStrike" cap="none">
              <a:solidFill>
                <a:srgbClr val="993FA2"/>
              </a:solidFill>
              <a:latin typeface="Jost"/>
              <a:ea typeface="Jost"/>
              <a:cs typeface="Jost"/>
              <a:sym typeface="Jost"/>
            </a:endParaRPr>
          </a:p>
        </p:txBody>
      </p:sp>
      <p:sp>
        <p:nvSpPr>
          <p:cNvPr id="1031" name="Google Shape;1031;g2c4fb7f6616_1_0"/>
          <p:cNvSpPr/>
          <p:nvPr/>
        </p:nvSpPr>
        <p:spPr>
          <a:xfrm>
            <a:off x="3409050" y="4011900"/>
            <a:ext cx="8781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Calibri"/>
                <a:ea typeface="Calibri"/>
                <a:cs typeface="Calibri"/>
                <a:sym typeface="Calibri"/>
              </a:rPr>
              <a:t> </a:t>
            </a:r>
            <a:endParaRPr sz="1800" b="0" i="0" u="none" strike="noStrike" cap="none">
              <a:solidFill>
                <a:srgbClr val="FFFFFF"/>
              </a:solidFill>
              <a:latin typeface="Calibri"/>
              <a:ea typeface="Calibri"/>
              <a:cs typeface="Calibri"/>
              <a:sym typeface="Calibri"/>
            </a:endParaRPr>
          </a:p>
        </p:txBody>
      </p:sp>
      <p:sp>
        <p:nvSpPr>
          <p:cNvPr id="1032" name="Google Shape;1032;g2c4fb7f6616_1_0"/>
          <p:cNvSpPr/>
          <p:nvPr/>
        </p:nvSpPr>
        <p:spPr>
          <a:xfrm>
            <a:off x="4429713"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3" name="Google Shape;1033;g2c4fb7f6616_1_0"/>
          <p:cNvSpPr/>
          <p:nvPr/>
        </p:nvSpPr>
        <p:spPr>
          <a:xfrm>
            <a:off x="5405675" y="4011900"/>
            <a:ext cx="1285500" cy="180000"/>
          </a:xfrm>
          <a:prstGeom prst="rect">
            <a:avLst/>
          </a:prstGeom>
          <a:solidFill>
            <a:srgbClr val="00A9A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38"/>
        <p:cNvGrpSpPr/>
        <p:nvPr/>
      </p:nvGrpSpPr>
      <p:grpSpPr>
        <a:xfrm>
          <a:off x="0" y="0"/>
          <a:ext cx="0" cy="0"/>
          <a:chOff x="0" y="0"/>
          <a:chExt cx="0" cy="0"/>
        </a:xfrm>
      </p:grpSpPr>
      <p:sp>
        <p:nvSpPr>
          <p:cNvPr id="1039" name="Google Shape;1039;g273c4fb8c53_0_2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40" name="Google Shape;1040;g273c4fb8c53_0_2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041" name="Google Shape;1041;g273c4fb8c53_0_22"/>
          <p:cNvSpPr/>
          <p:nvPr/>
        </p:nvSpPr>
        <p:spPr>
          <a:xfrm>
            <a:off x="48494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42" name="Google Shape;1042;g273c4fb8c53_0_2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43" name="Google Shape;1043;g273c4fb8c53_0_22"/>
          <p:cNvSpPr txBox="1">
            <a:spLocks noGrp="1"/>
          </p:cNvSpPr>
          <p:nvPr>
            <p:ph type="subTitle" idx="4294967295"/>
          </p:nvPr>
        </p:nvSpPr>
        <p:spPr>
          <a:xfrm>
            <a:off x="53160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7941D"/>
                </a:solidFill>
                <a:latin typeface="Jost"/>
                <a:ea typeface="Jost"/>
                <a:cs typeface="Jost"/>
                <a:sym typeface="Jost"/>
              </a:rPr>
              <a:t>e</a:t>
            </a:r>
            <a:endParaRPr sz="15000" b="0" i="0" u="none" strike="noStrike" cap="none">
              <a:solidFill>
                <a:srgbClr val="F7941D"/>
              </a:solidFill>
              <a:latin typeface="Jost"/>
              <a:ea typeface="Jost"/>
              <a:cs typeface="Jost"/>
              <a:sym typeface="Jost"/>
            </a:endParaRPr>
          </a:p>
        </p:txBody>
      </p:sp>
      <p:sp>
        <p:nvSpPr>
          <p:cNvPr id="1044" name="Google Shape;1044;g273c4fb8c53_0_22"/>
          <p:cNvSpPr txBox="1">
            <a:spLocks noGrp="1"/>
          </p:cNvSpPr>
          <p:nvPr>
            <p:ph type="subTitle" idx="4294967295"/>
          </p:nvPr>
        </p:nvSpPr>
        <p:spPr>
          <a:xfrm>
            <a:off x="42797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c</a:t>
            </a:r>
            <a:endParaRPr sz="15000" b="0" i="0" u="none" strike="noStrike" cap="none">
              <a:solidFill>
                <a:srgbClr val="2356AF"/>
              </a:solidFill>
              <a:latin typeface="Jost"/>
              <a:ea typeface="Jost"/>
              <a:cs typeface="Jost"/>
              <a:sym typeface="Jost"/>
            </a:endParaRPr>
          </a:p>
        </p:txBody>
      </p:sp>
      <p:sp>
        <p:nvSpPr>
          <p:cNvPr id="1045" name="Google Shape;1045;g273c4fb8c53_0_22"/>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6" name="Google Shape;1046;g273c4fb8c53_0_22"/>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Calibri"/>
                <a:ea typeface="Calibri"/>
                <a:cs typeface="Calibri"/>
                <a:sym typeface="Calibri"/>
              </a:rPr>
              <a:t> </a:t>
            </a:r>
            <a:endParaRPr sz="1800" b="0" i="0" u="none" strike="noStrike" cap="none">
              <a:solidFill>
                <a:srgbClr val="FFFFFF"/>
              </a:solidFill>
              <a:latin typeface="Calibri"/>
              <a:ea typeface="Calibri"/>
              <a:cs typeface="Calibri"/>
              <a:sym typeface="Calibri"/>
            </a:endParaRPr>
          </a:p>
        </p:txBody>
      </p:sp>
      <p:sp>
        <p:nvSpPr>
          <p:cNvPr id="1047" name="Google Shape;1047;g273c4fb8c53_0_22"/>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8" name="Google Shape;1048;g273c4fb8c53_0_2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9" name="Google Shape;1049;g273c4fb8c53_0_2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50" name="Google Shape;1050;g273c4fb8c53_0_22"/>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1" name="Google Shape;1051;g273c4fb8c53_0_22"/>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2" name="Google Shape;1052;g273c4fb8c53_0_22"/>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53" name="Google Shape;1053;g273c4fb8c53_0_22"/>
          <p:cNvGrpSpPr/>
          <p:nvPr/>
        </p:nvGrpSpPr>
        <p:grpSpPr>
          <a:xfrm>
            <a:off x="-550" y="6984600"/>
            <a:ext cx="8596479" cy="808600"/>
            <a:chOff x="-550" y="6984600"/>
            <a:chExt cx="8596479" cy="808600"/>
          </a:xfrm>
        </p:grpSpPr>
        <p:sp>
          <p:nvSpPr>
            <p:cNvPr id="1054" name="Google Shape;1054;g273c4fb8c53_0_22"/>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55" name="Google Shape;1055;g273c4fb8c53_0_22"/>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56" name="Google Shape;1056;g273c4fb8c53_0_22"/>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57" name="Google Shape;1057;g273c4fb8c53_0_22"/>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58" name="Google Shape;1058;g273c4fb8c53_0_22"/>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59" name="Google Shape;1059;g273c4fb8c53_0_22"/>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60" name="Google Shape;1060;g273c4fb8c53_0_22"/>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61" name="Google Shape;1061;g273c4fb8c53_0_22"/>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62" name="Google Shape;1062;g273c4fb8c53_0_22"/>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63" name="Google Shape;1063;g273c4fb8c53_0_22"/>
          <p:cNvSpPr/>
          <p:nvPr/>
        </p:nvSpPr>
        <p:spPr>
          <a:xfrm>
            <a:off x="28682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4" name="Google Shape;1064;g273c4fb8c53_0_22"/>
          <p:cNvSpPr txBox="1">
            <a:spLocks noGrp="1"/>
          </p:cNvSpPr>
          <p:nvPr>
            <p:ph type="subTitle" idx="4294967295"/>
          </p:nvPr>
        </p:nvSpPr>
        <p:spPr>
          <a:xfrm>
            <a:off x="22985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1065" name="Google Shape;1065;g273c4fb8c53_0_22"/>
          <p:cNvSpPr txBox="1">
            <a:spLocks noGrp="1"/>
          </p:cNvSpPr>
          <p:nvPr>
            <p:ph type="subTitle" idx="4294967295"/>
          </p:nvPr>
        </p:nvSpPr>
        <p:spPr>
          <a:xfrm>
            <a:off x="35406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7941D"/>
                </a:solidFill>
                <a:latin typeface="Jost"/>
                <a:ea typeface="Jost"/>
                <a:cs typeface="Jost"/>
                <a:sym typeface="Jost"/>
              </a:rPr>
              <a:t>i</a:t>
            </a:r>
            <a:endParaRPr sz="15000" b="0" i="0" u="none" strike="noStrike" cap="none">
              <a:solidFill>
                <a:srgbClr val="F7941D"/>
              </a:solidFill>
              <a:latin typeface="Jost"/>
              <a:ea typeface="Jost"/>
              <a:cs typeface="Jost"/>
              <a:sym typeface="Jost"/>
            </a:endParaRPr>
          </a:p>
        </p:txBody>
      </p:sp>
      <p:sp>
        <p:nvSpPr>
          <p:cNvPr id="1066" name="Google Shape;1066;g273c4fb8c53_0_22"/>
          <p:cNvSpPr/>
          <p:nvPr/>
        </p:nvSpPr>
        <p:spPr>
          <a:xfrm>
            <a:off x="4110300" y="3906888"/>
            <a:ext cx="390000" cy="3900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7" name="Google Shape;1067;g273c4fb8c53_0_22"/>
          <p:cNvSpPr/>
          <p:nvPr/>
        </p:nvSpPr>
        <p:spPr>
          <a:xfrm>
            <a:off x="35540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8" name="Google Shape;1068;g273c4fb8c53_0_22"/>
          <p:cNvSpPr txBox="1">
            <a:spLocks noGrp="1"/>
          </p:cNvSpPr>
          <p:nvPr>
            <p:ph type="subTitle" idx="4294967295"/>
          </p:nvPr>
        </p:nvSpPr>
        <p:spPr>
          <a:xfrm>
            <a:off x="3310025" y="1308025"/>
            <a:ext cx="8781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grpSp>
        <p:nvGrpSpPr>
          <p:cNvPr id="1069" name="Google Shape;1069;g273c4fb8c53_0_22"/>
          <p:cNvGrpSpPr/>
          <p:nvPr/>
        </p:nvGrpSpPr>
        <p:grpSpPr>
          <a:xfrm>
            <a:off x="4239856" y="1128025"/>
            <a:ext cx="1932669" cy="678500"/>
            <a:chOff x="3883761" y="1128025"/>
            <a:chExt cx="1932669" cy="678500"/>
          </a:xfrm>
        </p:grpSpPr>
        <p:sp>
          <p:nvSpPr>
            <p:cNvPr id="1070" name="Google Shape;1070;g273c4fb8c53_0_22"/>
            <p:cNvSpPr/>
            <p:nvPr/>
          </p:nvSpPr>
          <p:spPr>
            <a:xfrm rot="-5400000">
              <a:off x="3721475" y="1358875"/>
              <a:ext cx="461700" cy="1371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1" name="Google Shape;1071;g273c4fb8c53_0_22"/>
            <p:cNvSpPr/>
            <p:nvPr/>
          </p:nvSpPr>
          <p:spPr>
            <a:xfrm>
              <a:off x="3883761" y="1128025"/>
              <a:ext cx="1932600" cy="137100"/>
            </a:xfrm>
            <a:prstGeom prst="roundRect">
              <a:avLst>
                <a:gd name="adj" fmla="val 50000"/>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2" name="Google Shape;1072;g273c4fb8c53_0_22"/>
            <p:cNvSpPr/>
            <p:nvPr/>
          </p:nvSpPr>
          <p:spPr>
            <a:xfrm rot="5400000">
              <a:off x="5441730" y="1431825"/>
              <a:ext cx="612300" cy="1371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77"/>
        <p:cNvGrpSpPr/>
        <p:nvPr/>
      </p:nvGrpSpPr>
      <p:grpSpPr>
        <a:xfrm>
          <a:off x="0" y="0"/>
          <a:ext cx="0" cy="0"/>
          <a:chOff x="0" y="0"/>
          <a:chExt cx="0" cy="0"/>
        </a:xfrm>
      </p:grpSpPr>
      <p:sp>
        <p:nvSpPr>
          <p:cNvPr id="1078" name="Google Shape;1078;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79" name="Google Shape;1079;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84"/>
        <p:cNvGrpSpPr/>
        <p:nvPr/>
      </p:nvGrpSpPr>
      <p:grpSpPr>
        <a:xfrm>
          <a:off x="0" y="0"/>
          <a:ext cx="0" cy="0"/>
          <a:chOff x="0" y="0"/>
          <a:chExt cx="0" cy="0"/>
        </a:xfrm>
      </p:grpSpPr>
      <p:sp>
        <p:nvSpPr>
          <p:cNvPr id="1085" name="Google Shape;1085;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86" name="Google Shape;1086;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87" name="Google Shape;1087;g26b641b03cd_0_204"/>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88" name="Google Shape;1088;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93"/>
        <p:cNvGrpSpPr/>
        <p:nvPr/>
      </p:nvGrpSpPr>
      <p:grpSpPr>
        <a:xfrm>
          <a:off x="0" y="0"/>
          <a:ext cx="0" cy="0"/>
          <a:chOff x="0" y="0"/>
          <a:chExt cx="0" cy="0"/>
        </a:xfrm>
      </p:grpSpPr>
      <p:sp>
        <p:nvSpPr>
          <p:cNvPr id="1094" name="Google Shape;1094;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95" name="Google Shape;1095;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96" name="Google Shape;1096;g2c186218c5a_0_48"/>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97" name="Google Shape;1097;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02"/>
        <p:cNvGrpSpPr/>
        <p:nvPr/>
      </p:nvGrpSpPr>
      <p:grpSpPr>
        <a:xfrm>
          <a:off x="0" y="0"/>
          <a:ext cx="0" cy="0"/>
          <a:chOff x="0" y="0"/>
          <a:chExt cx="0" cy="0"/>
        </a:xfrm>
      </p:grpSpPr>
      <p:sp>
        <p:nvSpPr>
          <p:cNvPr id="1103" name="Google Shape;1103;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USINGJN692</a:t>
            </a:r>
            <a:endParaRPr dirty="0"/>
          </a:p>
        </p:txBody>
      </p:sp>
      <p:sp>
        <p:nvSpPr>
          <p:cNvPr id="1104" name="Google Shape;1104;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105" name="Google Shape;1105;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106" name="Google Shape;1106;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11"/>
        <p:cNvGrpSpPr/>
        <p:nvPr/>
      </p:nvGrpSpPr>
      <p:grpSpPr>
        <a:xfrm>
          <a:off x="0" y="0"/>
          <a:ext cx="0" cy="0"/>
          <a:chOff x="0" y="0"/>
          <a:chExt cx="0" cy="0"/>
        </a:xfrm>
      </p:grpSpPr>
      <p:sp>
        <p:nvSpPr>
          <p:cNvPr id="1112" name="Google Shape;1112;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113" name="Google Shape;1113;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114" name="Google Shape;1114;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115" name="Google Shape;1115;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20"/>
        <p:cNvGrpSpPr/>
        <p:nvPr/>
      </p:nvGrpSpPr>
      <p:grpSpPr>
        <a:xfrm>
          <a:off x="0" y="0"/>
          <a:ext cx="0" cy="0"/>
          <a:chOff x="0" y="0"/>
          <a:chExt cx="0" cy="0"/>
        </a:xfrm>
      </p:grpSpPr>
      <p:sp>
        <p:nvSpPr>
          <p:cNvPr id="1121" name="Google Shape;1121;g26b641b03cd_0_301"/>
          <p:cNvSpPr txBox="1">
            <a:spLocks noGrp="1"/>
          </p:cNvSpPr>
          <p:nvPr>
            <p:ph type="title"/>
          </p:nvPr>
        </p:nvSpPr>
        <p:spPr>
          <a:xfrm>
            <a:off x="820425" y="5568500"/>
            <a:ext cx="750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122" name="Google Shape;1122;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23" name="Google Shape;1123;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124" name="Google Shape;1124;g26b641b03cd_0_301"/>
          <p:cNvPicPr preferRelativeResize="0"/>
          <p:nvPr/>
        </p:nvPicPr>
        <p:blipFill rotWithShape="1">
          <a:blip r:embed="rId3">
            <a:alphaModFix/>
          </a:blip>
          <a:srcRect/>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29"/>
        <p:cNvGrpSpPr/>
        <p:nvPr/>
      </p:nvGrpSpPr>
      <p:grpSpPr>
        <a:xfrm>
          <a:off x="0" y="0"/>
          <a:ext cx="0" cy="0"/>
          <a:chOff x="0" y="0"/>
          <a:chExt cx="0" cy="0"/>
        </a:xfrm>
      </p:grpSpPr>
      <p:sp>
        <p:nvSpPr>
          <p:cNvPr id="1130" name="Google Shape;1130;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31" name="Google Shape;1131;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132" name="Google Shape;1132;g26b641b03cd_0_308"/>
          <p:cNvSpPr txBox="1">
            <a:spLocks noGrp="1"/>
          </p:cNvSpPr>
          <p:nvPr>
            <p:ph type="title"/>
          </p:nvPr>
        </p:nvSpPr>
        <p:spPr>
          <a:xfrm>
            <a:off x="744300" y="5568500"/>
            <a:ext cx="76554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133" name="Google Shape;1133;g26b641b03cd_0_308"/>
          <p:cNvPicPr preferRelativeResize="0"/>
          <p:nvPr/>
        </p:nvPicPr>
        <p:blipFill rotWithShape="1">
          <a:blip r:embed="rId3">
            <a:alphaModFix/>
          </a:blip>
          <a:srcRect/>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38"/>
        <p:cNvGrpSpPr/>
        <p:nvPr/>
      </p:nvGrpSpPr>
      <p:grpSpPr>
        <a:xfrm>
          <a:off x="0" y="0"/>
          <a:ext cx="0" cy="0"/>
          <a:chOff x="0" y="0"/>
          <a:chExt cx="0" cy="0"/>
        </a:xfrm>
      </p:grpSpPr>
      <p:sp>
        <p:nvSpPr>
          <p:cNvPr id="1139" name="Google Shape;1139;g2d1eea302f1_0_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40" name="Google Shape;1140;g2d1eea302f1_0_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41" name="Google Shape;1141;g2d1eea302f1_0_6"/>
          <p:cNvGrpSpPr/>
          <p:nvPr/>
        </p:nvGrpSpPr>
        <p:grpSpPr>
          <a:xfrm>
            <a:off x="3024000" y="209875"/>
            <a:ext cx="3096000" cy="454800"/>
            <a:chOff x="3024000" y="209875"/>
            <a:chExt cx="3096000" cy="454800"/>
          </a:xfrm>
        </p:grpSpPr>
        <p:sp>
          <p:nvSpPr>
            <p:cNvPr id="1142" name="Google Shape;1142;g2d1eea302f1_0_6"/>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43" name="Google Shape;1143;g2d1eea302f1_0_6"/>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44" name="Google Shape;1144;g2d1eea302f1_0_6"/>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45" name="Google Shape;1145;g2d1eea302f1_0_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46" name="Google Shape;1146;g2d1eea302f1_0_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47" name="Google Shape;1147;g2d1eea302f1_0_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48" name="Google Shape;1148;g2d1eea302f1_0_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49" name="Google Shape;1149;g2d1eea302f1_0_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ir</a:t>
            </a:r>
            <a:endParaRPr sz="5500" b="0" i="0" u="none" strike="noStrike" cap="none">
              <a:solidFill>
                <a:srgbClr val="993FA2"/>
              </a:solidFill>
              <a:latin typeface="Jost"/>
              <a:ea typeface="Jost"/>
              <a:cs typeface="Jost"/>
              <a:sym typeface="Jost"/>
            </a:endParaRPr>
          </a:p>
        </p:txBody>
      </p:sp>
      <p:sp>
        <p:nvSpPr>
          <p:cNvPr id="1150" name="Google Shape;1150;g2d1eea302f1_0_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51" name="Google Shape;1151;g2d1eea302f1_0_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52" name="Google Shape;1152;g2d1eea302f1_0_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y</a:t>
            </a:r>
            <a:endParaRPr sz="5500" b="0" i="0" u="none" strike="noStrike" cap="none">
              <a:solidFill>
                <a:srgbClr val="2356AF"/>
              </a:solidFill>
              <a:latin typeface="Jost"/>
              <a:ea typeface="Jost"/>
              <a:cs typeface="Jost"/>
              <a:sym typeface="Jost"/>
            </a:endParaRPr>
          </a:p>
        </p:txBody>
      </p:sp>
      <p:sp>
        <p:nvSpPr>
          <p:cNvPr id="1153" name="Google Shape;1153;g2d1eea302f1_0_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54" name="Google Shape;1154;g2d1eea302f1_0_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55" name="Google Shape;1155;g2d1eea302f1_0_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FFD403"/>
              </a:solidFill>
              <a:latin typeface="Jost"/>
              <a:ea typeface="Jost"/>
              <a:cs typeface="Jost"/>
              <a:sym typeface="Jost"/>
            </a:endParaRPr>
          </a:p>
        </p:txBody>
      </p:sp>
      <p:sp>
        <p:nvSpPr>
          <p:cNvPr id="1156" name="Google Shape;1156;g2d1eea302f1_0_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57" name="Google Shape;1157;g2d1eea302f1_0_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er</a:t>
            </a:r>
            <a:endParaRPr sz="5500" b="0" i="0" u="none" strike="noStrike" cap="none">
              <a:solidFill>
                <a:srgbClr val="993FA2"/>
              </a:solidFill>
              <a:latin typeface="Jost"/>
              <a:ea typeface="Jost"/>
              <a:cs typeface="Jost"/>
              <a:sym typeface="Jost"/>
            </a:endParaRPr>
          </a:p>
        </p:txBody>
      </p:sp>
      <p:sp>
        <p:nvSpPr>
          <p:cNvPr id="1158" name="Google Shape;1158;g2d1eea302f1_0_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59" name="Google Shape;1159;g2d1eea302f1_0_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7941D"/>
                </a:solidFill>
                <a:latin typeface="Jost"/>
                <a:ea typeface="Jost"/>
                <a:cs typeface="Jost"/>
                <a:sym typeface="Jost"/>
              </a:rPr>
              <a:t>i-e</a:t>
            </a:r>
            <a:endParaRPr sz="5500" b="0" i="0" u="none" strike="noStrike" cap="none">
              <a:solidFill>
                <a:srgbClr val="F7941D"/>
              </a:solidFill>
              <a:latin typeface="Jost"/>
              <a:ea typeface="Jost"/>
              <a:cs typeface="Jost"/>
              <a:sym typeface="Jost"/>
            </a:endParaRPr>
          </a:p>
        </p:txBody>
      </p:sp>
      <p:sp>
        <p:nvSpPr>
          <p:cNvPr id="1160" name="Google Shape;1160;g2d1eea302f1_0_6"/>
          <p:cNvSpPr txBox="1"/>
          <p:nvPr/>
        </p:nvSpPr>
        <p:spPr>
          <a:xfrm>
            <a:off x="348677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61" name="Google Shape;1161;g2d1eea302f1_0_6"/>
          <p:cNvSpPr txBox="1"/>
          <p:nvPr/>
        </p:nvSpPr>
        <p:spPr>
          <a:xfrm>
            <a:off x="233392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62" name="Google Shape;1162;g2d1eea302f1_0_6"/>
          <p:cNvSpPr txBox="1"/>
          <p:nvPr/>
        </p:nvSpPr>
        <p:spPr>
          <a:xfrm>
            <a:off x="4429301" y="2740250"/>
            <a:ext cx="14571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700" b="0" i="0" u="none" strike="noStrike" cap="none">
                <a:solidFill>
                  <a:srgbClr val="F7941D"/>
                </a:solidFill>
                <a:latin typeface="Poppins"/>
                <a:ea typeface="Poppins"/>
                <a:cs typeface="Poppins"/>
                <a:sym typeface="Poppins"/>
              </a:rPr>
              <a:t>a</a:t>
            </a:r>
            <a:r>
              <a:rPr lang="en-US" sz="5500" b="0" i="0" u="none" strike="noStrike" cap="none">
                <a:solidFill>
                  <a:srgbClr val="F7941D"/>
                </a:solidFill>
                <a:latin typeface="Jost"/>
                <a:ea typeface="Jost"/>
                <a:cs typeface="Jost"/>
                <a:sym typeface="Jost"/>
              </a:rPr>
              <a:t>-e</a:t>
            </a:r>
            <a:endParaRPr sz="5000" b="0" i="0" u="none" strike="noStrike" cap="none">
              <a:solidFill>
                <a:srgbClr val="F7941D"/>
              </a:solidFill>
              <a:latin typeface="Poppins"/>
              <a:ea typeface="Poppins"/>
              <a:cs typeface="Poppins"/>
              <a:sym typeface="Poppins"/>
            </a:endParaRPr>
          </a:p>
        </p:txBody>
      </p:sp>
      <p:sp>
        <p:nvSpPr>
          <p:cNvPr id="1163" name="Google Shape;1163;g2d1eea302f1_0_6"/>
          <p:cNvSpPr txBox="1"/>
          <p:nvPr/>
        </p:nvSpPr>
        <p:spPr>
          <a:xfrm>
            <a:off x="5792477"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64" name="Google Shape;1164;g2d1eea302f1_0_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165" name="Google Shape;1165;g2d1eea302f1_0_6"/>
          <p:cNvSpPr txBox="1"/>
          <p:nvPr/>
        </p:nvSpPr>
        <p:spPr>
          <a:xfrm>
            <a:off x="2333952"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cxnSp>
        <p:nvCxnSpPr>
          <p:cNvPr id="1166" name="Google Shape;1166;g2d1eea302f1_0_6"/>
          <p:cNvCxnSpPr/>
          <p:nvPr/>
        </p:nvCxnSpPr>
        <p:spPr>
          <a:xfrm>
            <a:off x="1181100" y="39533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71"/>
        <p:cNvGrpSpPr/>
        <p:nvPr/>
      </p:nvGrpSpPr>
      <p:grpSpPr>
        <a:xfrm>
          <a:off x="0" y="0"/>
          <a:ext cx="0" cy="0"/>
          <a:chOff x="0" y="0"/>
          <a:chExt cx="0" cy="0"/>
        </a:xfrm>
      </p:grpSpPr>
      <p:sp>
        <p:nvSpPr>
          <p:cNvPr id="1172" name="Google Shape;1172;g273c4fb8c53_0_6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73" name="Google Shape;1173;g273c4fb8c53_0_6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74" name="Google Shape;1174;g273c4fb8c53_0_62"/>
          <p:cNvGrpSpPr/>
          <p:nvPr/>
        </p:nvGrpSpPr>
        <p:grpSpPr>
          <a:xfrm>
            <a:off x="3024000" y="209875"/>
            <a:ext cx="3096000" cy="454800"/>
            <a:chOff x="3024000" y="209875"/>
            <a:chExt cx="3096000" cy="454800"/>
          </a:xfrm>
        </p:grpSpPr>
        <p:sp>
          <p:nvSpPr>
            <p:cNvPr id="1175" name="Google Shape;1175;g273c4fb8c53_0_62"/>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76" name="Google Shape;1176;g273c4fb8c53_0_62"/>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77" name="Google Shape;1177;g273c4fb8c53_0_62"/>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78" name="Google Shape;1178;g273c4fb8c53_0_62"/>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79" name="Google Shape;1179;g273c4fb8c53_0_62"/>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80" name="Google Shape;1180;g273c4fb8c53_0_62"/>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81" name="Google Shape;1181;g273c4fb8c53_0_62"/>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82" name="Google Shape;1182;g273c4fb8c53_0_62"/>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83" name="Google Shape;1183;g273c4fb8c53_0_62"/>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ir</a:t>
            </a:r>
            <a:endParaRPr sz="5500" b="0" i="0" u="none" strike="noStrike" cap="none">
              <a:solidFill>
                <a:srgbClr val="993FA2"/>
              </a:solidFill>
              <a:latin typeface="Jost"/>
              <a:ea typeface="Jost"/>
              <a:cs typeface="Jost"/>
              <a:sym typeface="Jost"/>
            </a:endParaRPr>
          </a:p>
        </p:txBody>
      </p:sp>
      <p:sp>
        <p:nvSpPr>
          <p:cNvPr id="1184" name="Google Shape;1184;g273c4fb8c53_0_62"/>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85" name="Google Shape;1185;g273c4fb8c53_0_62"/>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86" name="Google Shape;1186;g273c4fb8c53_0_62"/>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y</a:t>
            </a:r>
            <a:endParaRPr sz="5500" b="0" i="0" u="none" strike="noStrike" cap="none">
              <a:solidFill>
                <a:srgbClr val="2356AF"/>
              </a:solidFill>
              <a:latin typeface="Jost"/>
              <a:ea typeface="Jost"/>
              <a:cs typeface="Jost"/>
              <a:sym typeface="Jost"/>
            </a:endParaRPr>
          </a:p>
        </p:txBody>
      </p:sp>
      <p:cxnSp>
        <p:nvCxnSpPr>
          <p:cNvPr id="1187" name="Google Shape;1187;g273c4fb8c53_0_62"/>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88" name="Google Shape;1188;g273c4fb8c53_0_62"/>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89" name="Google Shape;1189;g273c4fb8c53_0_62"/>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90" name="Google Shape;1190;g273c4fb8c53_0_62"/>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FFD403"/>
              </a:solidFill>
              <a:latin typeface="Jost"/>
              <a:ea typeface="Jost"/>
              <a:cs typeface="Jost"/>
              <a:sym typeface="Jost"/>
            </a:endParaRPr>
          </a:p>
        </p:txBody>
      </p:sp>
      <p:sp>
        <p:nvSpPr>
          <p:cNvPr id="1191" name="Google Shape;1191;g273c4fb8c53_0_62"/>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92" name="Google Shape;1192;g273c4fb8c53_0_62"/>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er</a:t>
            </a:r>
            <a:endParaRPr sz="5500" b="0" i="0" u="none" strike="noStrike" cap="none">
              <a:solidFill>
                <a:srgbClr val="993FA2"/>
              </a:solidFill>
              <a:latin typeface="Jost"/>
              <a:ea typeface="Jost"/>
              <a:cs typeface="Jost"/>
              <a:sym typeface="Jost"/>
            </a:endParaRPr>
          </a:p>
        </p:txBody>
      </p:sp>
      <p:sp>
        <p:nvSpPr>
          <p:cNvPr id="1193" name="Google Shape;1193;g273c4fb8c53_0_62"/>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94" name="Google Shape;1194;g273c4fb8c53_0_62"/>
          <p:cNvSpPr txBox="1"/>
          <p:nvPr/>
        </p:nvSpPr>
        <p:spPr>
          <a:xfrm>
            <a:off x="348677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95" name="Google Shape;1195;g273c4fb8c53_0_62"/>
          <p:cNvSpPr txBox="1"/>
          <p:nvPr/>
        </p:nvSpPr>
        <p:spPr>
          <a:xfrm>
            <a:off x="233392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96" name="Google Shape;1196;g273c4fb8c53_0_62"/>
          <p:cNvSpPr txBox="1"/>
          <p:nvPr/>
        </p:nvSpPr>
        <p:spPr>
          <a:xfrm>
            <a:off x="5792477"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97" name="Google Shape;1197;g273c4fb8c53_0_62"/>
          <p:cNvSpPr txBox="1"/>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rice price f</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ce ice city circle celery pencil sp</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ce</a:t>
            </a:r>
            <a:endParaRPr sz="1800" b="0" i="0" u="none" strike="noStrike" cap="none">
              <a:solidFill>
                <a:srgbClr val="B7B7B7"/>
              </a:solidFill>
              <a:latin typeface="Jost"/>
              <a:ea typeface="Jost"/>
              <a:cs typeface="Jost"/>
              <a:sym typeface="Jost"/>
            </a:endParaRPr>
          </a:p>
        </p:txBody>
      </p:sp>
      <p:sp>
        <p:nvSpPr>
          <p:cNvPr id="1198" name="Google Shape;1198;g273c4fb8c53_0_6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199" name="Google Shape;1199;g273c4fb8c53_0_62"/>
          <p:cNvSpPr txBox="1"/>
          <p:nvPr/>
        </p:nvSpPr>
        <p:spPr>
          <a:xfrm>
            <a:off x="2333952"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200" name="Google Shape;1200;g273c4fb8c53_0_62"/>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7941D"/>
                </a:solidFill>
                <a:latin typeface="Jost"/>
                <a:ea typeface="Jost"/>
                <a:cs typeface="Jost"/>
                <a:sym typeface="Jost"/>
              </a:rPr>
              <a:t>i-e</a:t>
            </a:r>
            <a:endParaRPr sz="5500" b="0" i="0" u="none" strike="noStrike" cap="none">
              <a:solidFill>
                <a:srgbClr val="F7941D"/>
              </a:solidFill>
              <a:latin typeface="Jost"/>
              <a:ea typeface="Jost"/>
              <a:cs typeface="Jost"/>
              <a:sym typeface="Jost"/>
            </a:endParaRPr>
          </a:p>
        </p:txBody>
      </p:sp>
      <p:sp>
        <p:nvSpPr>
          <p:cNvPr id="1201" name="Google Shape;1201;g273c4fb8c53_0_62"/>
          <p:cNvSpPr txBox="1"/>
          <p:nvPr/>
        </p:nvSpPr>
        <p:spPr>
          <a:xfrm>
            <a:off x="4429301" y="2740250"/>
            <a:ext cx="14571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700" b="0" i="0" u="none" strike="noStrike" cap="none">
                <a:solidFill>
                  <a:srgbClr val="F7941D"/>
                </a:solidFill>
                <a:latin typeface="Poppins"/>
                <a:ea typeface="Poppins"/>
                <a:cs typeface="Poppins"/>
                <a:sym typeface="Poppins"/>
              </a:rPr>
              <a:t>a</a:t>
            </a:r>
            <a:r>
              <a:rPr lang="en-US" sz="5500" b="0" i="0" u="none" strike="noStrike" cap="none">
                <a:solidFill>
                  <a:srgbClr val="F7941D"/>
                </a:solidFill>
                <a:latin typeface="Jost"/>
                <a:ea typeface="Jost"/>
                <a:cs typeface="Jost"/>
                <a:sym typeface="Jost"/>
              </a:rPr>
              <a:t>-e</a:t>
            </a:r>
            <a:endParaRPr sz="5000" b="0" i="0" u="none" strike="noStrike" cap="none">
              <a:solidFill>
                <a:srgbClr val="F7941D"/>
              </a:solidFill>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520</Words>
  <Application>Microsoft Office PowerPoint</Application>
  <PresentationFormat>On-screen Show (4:3)</PresentationFormat>
  <Paragraphs>182</Paragraphs>
  <Slides>26</Slides>
  <Notes>26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Jost</vt:lpstr>
      <vt:lpstr>Poppins</vt:lpstr>
      <vt:lpstr>Arial</vt:lpstr>
      <vt:lpstr>Nunito Black</vt:lpstr>
      <vt:lpstr>Poppins SemiBold</vt:lpstr>
      <vt:lpstr>Calibri</vt:lpstr>
      <vt:lpstr>Poppins Medium</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 want.</vt:lpstr>
      <vt:lpstr>PowerPoint Presentation</vt:lpstr>
      <vt:lpstr>Review Phase 5.5 Common Exception Words…many friend very busy pretty.</vt:lpstr>
      <vt:lpstr>Review Grapheme Caption</vt:lpstr>
      <vt:lpstr>Review Grapheme Caption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2026-05-29T02:42:56Z</dcterms:modified>
</cp:coreProperties>
</file>