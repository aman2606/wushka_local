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Finger Paint" panose="020B0604020202020204" charset="0"/>
      <p:regular r:id="rId22"/>
    </p:embeddedFont>
    <p:embeddedFont>
      <p:font typeface="Jost" panose="020B0604020202020204" charset="0"/>
      <p:regular r:id="rId23"/>
      <p:bold r:id="rId24"/>
      <p:italic r:id="rId25"/>
      <p:boldItalic r:id="rId26"/>
    </p:embeddedFont>
    <p:embeddedFont>
      <p:font typeface="Mulish"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h1vQl2ojBoJYQAO0kEX86lXFe4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7870C56-21B9-4E43-9BDE-C9FEE7540099}">
  <a:tblStyle styleId="{47870C56-21B9-4E43-9BDE-C9FEE7540099}"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8.fntdata"/><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4" Type="http://schemas.openxmlformats.org/officeDocument/2006/relationships/font" Target="fonts/font23.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20.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6" name="Google Shape;69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7" name="Google Shape;69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0" name="Google Shape;720;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1" name="Google Shape;721;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2d9d508950f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5" name="Google Shape;735;g2d9d508950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6" name="Google Shape;736;g2d9d508950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4" name="Google Shape;744;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5" name="Google Shape;745;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3" name="Google Shape;753;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4" name="Google Shape;754;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2" name="Google Shape;762;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3" name="Google Shape;763;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1" name="Google Shape;771;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2" name="Google Shape;772;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9" name="Google Shape;789;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2c3090a4041_0_5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8" name="Google Shape;818;g2c3090a4041_0_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9" name="Google Shape;819;g2c3090a4041_0_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9" name="Google Shape;849;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6" name="Google Shape;856;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7" name="Google Shape;857;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4" name="Google Shape;874;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5" name="Google Shape;875;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6c2d0feb4b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26c2d0feb4b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26c2d0feb4b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3" name="Google Shape;943;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'g'</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3 - Monday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11</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6b641b03cd_0_260"/>
          <p:cNvGrpSpPr/>
          <p:nvPr/>
        </p:nvGrpSpPr>
        <p:grpSpPr>
          <a:xfrm>
            <a:off x="8199150" y="5983875"/>
            <a:ext cx="586800" cy="571500"/>
            <a:chOff x="7894350" y="6212475"/>
            <a:chExt cx="586800" cy="571500"/>
          </a:xfrm>
        </p:grpSpPr>
        <p:sp>
          <p:nvSpPr>
            <p:cNvPr id="137" name="Google Shape;13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0" name="Google Shape;14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2"/>
        <p:cNvGrpSpPr/>
        <p:nvPr/>
      </p:nvGrpSpPr>
      <p:grpSpPr>
        <a:xfrm>
          <a:off x="0" y="0"/>
          <a:ext cx="0" cy="0"/>
          <a:chOff x="0" y="0"/>
          <a:chExt cx="0" cy="0"/>
        </a:xfrm>
      </p:grpSpPr>
      <p:sp>
        <p:nvSpPr>
          <p:cNvPr id="193" name="Google Shape;193;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4" name="Google Shape;194;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0" name="Google Shape;210;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11" name="Google Shape;211;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3" name="Google Shape;213;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4" name="Google Shape;214;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5" name="Google Shape;215;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6" name="Google Shape;216;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7" name="Google Shape;217;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8" name="Google Shape;218;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9" name="Google Shape;219;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0" name="Google Shape;220;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1" name="Google Shape;221;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2" name="Google Shape;222;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3" name="Google Shape;223;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4"/>
        <p:cNvGrpSpPr/>
        <p:nvPr/>
      </p:nvGrpSpPr>
      <p:grpSpPr>
        <a:xfrm>
          <a:off x="0" y="0"/>
          <a:ext cx="0" cy="0"/>
          <a:chOff x="0" y="0"/>
          <a:chExt cx="0" cy="0"/>
        </a:xfrm>
      </p:grpSpPr>
      <p:sp>
        <p:nvSpPr>
          <p:cNvPr id="225" name="Google Shape;225;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8" name="Google Shape;228;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31" name="Google Shape;231;g1f3daf8a844_0_32"/>
          <p:cNvGrpSpPr/>
          <p:nvPr/>
        </p:nvGrpSpPr>
        <p:grpSpPr>
          <a:xfrm>
            <a:off x="662575" y="6212475"/>
            <a:ext cx="586800" cy="571500"/>
            <a:chOff x="662575" y="6212475"/>
            <a:chExt cx="586800" cy="571500"/>
          </a:xfrm>
        </p:grpSpPr>
        <p:sp>
          <p:nvSpPr>
            <p:cNvPr id="232" name="Google Shape;23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5" name="Google Shape;235;g1f3daf8a844_0_32"/>
          <p:cNvGrpSpPr/>
          <p:nvPr/>
        </p:nvGrpSpPr>
        <p:grpSpPr>
          <a:xfrm>
            <a:off x="7894350" y="6212475"/>
            <a:ext cx="586800" cy="571500"/>
            <a:chOff x="7894350" y="6212475"/>
            <a:chExt cx="586800" cy="571500"/>
          </a:xfrm>
        </p:grpSpPr>
        <p:sp>
          <p:nvSpPr>
            <p:cNvPr id="236" name="Google Shape;23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9" name="Google Shape;239;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1" name="Google Shape;241;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2" name="Google Shape;242;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3" name="Google Shape;243;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4" name="Google Shape;24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5" name="Google Shape;24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6" name="Google Shape;24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7" name="Google Shape;24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8" name="Google Shape;24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9" name="Google Shape;24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1" name="Google Shape;25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2" name="Google Shape;25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3" name="Google Shape;253;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4"/>
        <p:cNvGrpSpPr/>
        <p:nvPr/>
      </p:nvGrpSpPr>
      <p:grpSpPr>
        <a:xfrm>
          <a:off x="0" y="0"/>
          <a:ext cx="0" cy="0"/>
          <a:chOff x="0" y="0"/>
          <a:chExt cx="0" cy="0"/>
        </a:xfrm>
      </p:grpSpPr>
      <p:sp>
        <p:nvSpPr>
          <p:cNvPr id="255" name="Google Shape;255;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8" name="Google Shape;258;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1" name="Google Shape;261;g2c157a2fb06_0_53"/>
          <p:cNvGrpSpPr/>
          <p:nvPr/>
        </p:nvGrpSpPr>
        <p:grpSpPr>
          <a:xfrm>
            <a:off x="662575" y="6212475"/>
            <a:ext cx="586800" cy="571500"/>
            <a:chOff x="662575" y="6212475"/>
            <a:chExt cx="586800" cy="571500"/>
          </a:xfrm>
        </p:grpSpPr>
        <p:sp>
          <p:nvSpPr>
            <p:cNvPr id="262" name="Google Shape;26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5" name="Google Shape;265;g2c157a2fb06_0_53"/>
          <p:cNvGrpSpPr/>
          <p:nvPr/>
        </p:nvGrpSpPr>
        <p:grpSpPr>
          <a:xfrm>
            <a:off x="7894350" y="6212475"/>
            <a:ext cx="586800" cy="571500"/>
            <a:chOff x="7894350" y="6212475"/>
            <a:chExt cx="586800" cy="571500"/>
          </a:xfrm>
        </p:grpSpPr>
        <p:sp>
          <p:nvSpPr>
            <p:cNvPr id="266" name="Google Shape;26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9" name="Google Shape;269;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70" name="Google Shape;27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1" name="Google Shape;271;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4" name="Google Shape;27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5" name="Google Shape;27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6" name="Google Shape;276;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0" name="Google Shape;280;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 name="Google Shape;283;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 name="Google Shape;284;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5" name="Google Shape;285;g2c157a2fb06_0_53"/>
          <p:cNvGrpSpPr/>
          <p:nvPr/>
        </p:nvGrpSpPr>
        <p:grpSpPr>
          <a:xfrm>
            <a:off x="1403031" y="6958923"/>
            <a:ext cx="6774848" cy="1291477"/>
            <a:chOff x="717231" y="7263723"/>
            <a:chExt cx="6774848" cy="1291477"/>
          </a:xfrm>
        </p:grpSpPr>
        <p:sp>
          <p:nvSpPr>
            <p:cNvPr id="286" name="Google Shape;286;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2" name="Google Shape;292;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3" name="Google Shape;293;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4" name="Google Shape;294;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7" name="Google Shape;297;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8" name="Google Shape;298;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9"/>
        <p:cNvGrpSpPr/>
        <p:nvPr/>
      </p:nvGrpSpPr>
      <p:grpSpPr>
        <a:xfrm>
          <a:off x="0" y="0"/>
          <a:ext cx="0" cy="0"/>
          <a:chOff x="0" y="0"/>
          <a:chExt cx="0" cy="0"/>
        </a:xfrm>
      </p:grpSpPr>
      <p:pic>
        <p:nvPicPr>
          <p:cNvPr id="300" name="Google Shape;300;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1" name="Google Shape;301;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6" name="Google Shape;30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7" name="Google Shape;307;g2c157a2fb06_0_158"/>
          <p:cNvGrpSpPr/>
          <p:nvPr/>
        </p:nvGrpSpPr>
        <p:grpSpPr>
          <a:xfrm>
            <a:off x="662575" y="6212475"/>
            <a:ext cx="586800" cy="571500"/>
            <a:chOff x="662575" y="6212475"/>
            <a:chExt cx="586800" cy="571500"/>
          </a:xfrm>
        </p:grpSpPr>
        <p:sp>
          <p:nvSpPr>
            <p:cNvPr id="308" name="Google Shape;30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1" name="Google Shape;311;g2c157a2fb06_0_158"/>
          <p:cNvGrpSpPr/>
          <p:nvPr/>
        </p:nvGrpSpPr>
        <p:grpSpPr>
          <a:xfrm>
            <a:off x="7894350" y="6212475"/>
            <a:ext cx="586800" cy="571500"/>
            <a:chOff x="7894350" y="6212475"/>
            <a:chExt cx="586800" cy="571500"/>
          </a:xfrm>
        </p:grpSpPr>
        <p:sp>
          <p:nvSpPr>
            <p:cNvPr id="312" name="Google Shape;31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5" name="Google Shape;315;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16" name="Google Shape;31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7" name="Google Shape;317;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18" name="Google Shape;318;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9" name="Google Shape;319;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0" name="Google Shape;320;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21" name="Google Shape;321;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2" name="Google Shape;322;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5" name="Google Shape;325;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6" name="Google Shape;326;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7" name="Google Shape;327;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8"/>
        <p:cNvGrpSpPr/>
        <p:nvPr/>
      </p:nvGrpSpPr>
      <p:grpSpPr>
        <a:xfrm>
          <a:off x="0" y="0"/>
          <a:ext cx="0" cy="0"/>
          <a:chOff x="0" y="0"/>
          <a:chExt cx="0" cy="0"/>
        </a:xfrm>
      </p:grpSpPr>
      <p:sp>
        <p:nvSpPr>
          <p:cNvPr id="329" name="Google Shape;329;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5" name="Google Shape;335;g2c157a2fb06_0_263"/>
          <p:cNvGrpSpPr/>
          <p:nvPr/>
        </p:nvGrpSpPr>
        <p:grpSpPr>
          <a:xfrm>
            <a:off x="662575" y="6212475"/>
            <a:ext cx="586800" cy="571500"/>
            <a:chOff x="662575" y="6212475"/>
            <a:chExt cx="586800" cy="571500"/>
          </a:xfrm>
        </p:grpSpPr>
        <p:sp>
          <p:nvSpPr>
            <p:cNvPr id="336" name="Google Shape;33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9" name="Google Shape;339;g2c157a2fb06_0_263"/>
          <p:cNvGrpSpPr/>
          <p:nvPr/>
        </p:nvGrpSpPr>
        <p:grpSpPr>
          <a:xfrm>
            <a:off x="7894350" y="6212475"/>
            <a:ext cx="586800" cy="571500"/>
            <a:chOff x="7894350" y="6212475"/>
            <a:chExt cx="586800" cy="571500"/>
          </a:xfrm>
        </p:grpSpPr>
        <p:sp>
          <p:nvSpPr>
            <p:cNvPr id="340" name="Google Shape;34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3" name="Google Shape;343;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5" name="Google Shape;345;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6" name="Google Shape;346;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7" name="Google Shape;347;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8" name="Google Shape;348;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9" name="Google Shape;349;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50" name="Google Shape;350;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4" name="Google Shape;354;g2c157a2fb06_0_263"/>
          <p:cNvSpPr>
            <a:spLocks noGrp="1"/>
          </p:cNvSpPr>
          <p:nvPr>
            <p:ph type="pic" idx="8"/>
          </p:nvPr>
        </p:nvSpPr>
        <p:spPr>
          <a:xfrm>
            <a:off x="5086375" y="4412425"/>
            <a:ext cx="2668800" cy="1291500"/>
          </a:xfrm>
          <a:prstGeom prst="rect">
            <a:avLst/>
          </a:prstGeom>
          <a:noFill/>
          <a:ln>
            <a:noFill/>
          </a:ln>
        </p:spPr>
      </p:sp>
      <p:sp>
        <p:nvSpPr>
          <p:cNvPr id="355" name="Google Shape;355;g2c157a2fb06_0_263"/>
          <p:cNvSpPr>
            <a:spLocks noGrp="1"/>
          </p:cNvSpPr>
          <p:nvPr>
            <p:ph type="pic" idx="9"/>
          </p:nvPr>
        </p:nvSpPr>
        <p:spPr>
          <a:xfrm>
            <a:off x="5086375" y="797675"/>
            <a:ext cx="2668800" cy="1291500"/>
          </a:xfrm>
          <a:prstGeom prst="rect">
            <a:avLst/>
          </a:prstGeom>
          <a:noFill/>
          <a:ln>
            <a:noFill/>
          </a:ln>
        </p:spPr>
      </p:sp>
      <p:sp>
        <p:nvSpPr>
          <p:cNvPr id="356" name="Google Shape;356;g2c157a2fb06_0_263"/>
          <p:cNvSpPr>
            <a:spLocks noGrp="1"/>
          </p:cNvSpPr>
          <p:nvPr>
            <p:ph type="pic" idx="13"/>
          </p:nvPr>
        </p:nvSpPr>
        <p:spPr>
          <a:xfrm>
            <a:off x="5086375" y="2002592"/>
            <a:ext cx="2668800" cy="1291500"/>
          </a:xfrm>
          <a:prstGeom prst="rect">
            <a:avLst/>
          </a:prstGeom>
          <a:noFill/>
          <a:ln>
            <a:noFill/>
          </a:ln>
        </p:spPr>
      </p:sp>
      <p:sp>
        <p:nvSpPr>
          <p:cNvPr id="357" name="Google Shape;357;g2c157a2fb06_0_263"/>
          <p:cNvSpPr>
            <a:spLocks noGrp="1"/>
          </p:cNvSpPr>
          <p:nvPr>
            <p:ph type="pic" idx="14"/>
          </p:nvPr>
        </p:nvSpPr>
        <p:spPr>
          <a:xfrm>
            <a:off x="5086375" y="3207508"/>
            <a:ext cx="2668800" cy="1291500"/>
          </a:xfrm>
          <a:prstGeom prst="rect">
            <a:avLst/>
          </a:prstGeom>
          <a:noFill/>
          <a:ln>
            <a:noFill/>
          </a:ln>
        </p:spPr>
      </p:sp>
      <p:sp>
        <p:nvSpPr>
          <p:cNvPr id="358" name="Google Shape;35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9" name="Google Shape;35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0"/>
        <p:cNvGrpSpPr/>
        <p:nvPr/>
      </p:nvGrpSpPr>
      <p:grpSpPr>
        <a:xfrm>
          <a:off x="0" y="0"/>
          <a:ext cx="0" cy="0"/>
          <a:chOff x="0" y="0"/>
          <a:chExt cx="0" cy="0"/>
        </a:xfrm>
      </p:grpSpPr>
      <p:cxnSp>
        <p:nvCxnSpPr>
          <p:cNvPr id="361" name="Google Shape;361;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3" name="Google Shape;363;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7" name="Google Shape;367;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70" name="Google Shape;370;g2c157a2fb06_0_467"/>
          <p:cNvGrpSpPr/>
          <p:nvPr/>
        </p:nvGrpSpPr>
        <p:grpSpPr>
          <a:xfrm>
            <a:off x="662575" y="6212475"/>
            <a:ext cx="586800" cy="571500"/>
            <a:chOff x="662575" y="6212475"/>
            <a:chExt cx="586800" cy="571500"/>
          </a:xfrm>
        </p:grpSpPr>
        <p:sp>
          <p:nvSpPr>
            <p:cNvPr id="371" name="Google Shape;371;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467"/>
          <p:cNvGrpSpPr/>
          <p:nvPr/>
        </p:nvGrpSpPr>
        <p:grpSpPr>
          <a:xfrm>
            <a:off x="7894350" y="6212475"/>
            <a:ext cx="586800" cy="571500"/>
            <a:chOff x="7894350" y="6212475"/>
            <a:chExt cx="586800" cy="571500"/>
          </a:xfrm>
        </p:grpSpPr>
        <p:sp>
          <p:nvSpPr>
            <p:cNvPr id="375" name="Google Shape;375;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8" name="Google Shape;378;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0" name="Google Shape;380;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81" name="Google Shape;38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2" name="Google Shape;38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3" name="Google Shape;38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4" name="Google Shape;38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5" name="Google Shape;38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6" name="Google Shape;38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6" name="Google Shape;396;g2c157a2fb06_0_629"/>
          <p:cNvGrpSpPr/>
          <p:nvPr/>
        </p:nvGrpSpPr>
        <p:grpSpPr>
          <a:xfrm>
            <a:off x="662575" y="6212475"/>
            <a:ext cx="586800" cy="571500"/>
            <a:chOff x="662575" y="6212475"/>
            <a:chExt cx="586800" cy="571500"/>
          </a:xfrm>
        </p:grpSpPr>
        <p:sp>
          <p:nvSpPr>
            <p:cNvPr id="397" name="Google Shape;397;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629"/>
          <p:cNvGrpSpPr/>
          <p:nvPr/>
        </p:nvGrpSpPr>
        <p:grpSpPr>
          <a:xfrm>
            <a:off x="7894350" y="6212475"/>
            <a:ext cx="586800" cy="571500"/>
            <a:chOff x="7894350" y="6212475"/>
            <a:chExt cx="586800" cy="571500"/>
          </a:xfrm>
        </p:grpSpPr>
        <p:sp>
          <p:nvSpPr>
            <p:cNvPr id="401" name="Google Shape;401;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5" name="Google Shape;40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6" name="Google Shape;406;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7" name="Google Shape;40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8" name="Google Shape;40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9" name="Google Shape;40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0" name="Google Shape;41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11" name="Google Shape;41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3" name="Google Shape;41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4"/>
        <p:cNvGrpSpPr/>
        <p:nvPr/>
      </p:nvGrpSpPr>
      <p:grpSpPr>
        <a:xfrm>
          <a:off x="0" y="0"/>
          <a:ext cx="0" cy="0"/>
          <a:chOff x="0" y="0"/>
          <a:chExt cx="0" cy="0"/>
        </a:xfrm>
      </p:grpSpPr>
      <p:cxnSp>
        <p:nvCxnSpPr>
          <p:cNvPr id="415" name="Google Shape;415;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5" name="Google Shape;425;g2c157a2fb06_0_798"/>
          <p:cNvGrpSpPr/>
          <p:nvPr/>
        </p:nvGrpSpPr>
        <p:grpSpPr>
          <a:xfrm>
            <a:off x="662575" y="6212475"/>
            <a:ext cx="586800" cy="571500"/>
            <a:chOff x="662575" y="6212475"/>
            <a:chExt cx="586800" cy="571500"/>
          </a:xfrm>
        </p:grpSpPr>
        <p:sp>
          <p:nvSpPr>
            <p:cNvPr id="426" name="Google Shape;42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9" name="Google Shape;429;g2c157a2fb06_0_798"/>
          <p:cNvGrpSpPr/>
          <p:nvPr/>
        </p:nvGrpSpPr>
        <p:grpSpPr>
          <a:xfrm>
            <a:off x="7894350" y="6212475"/>
            <a:ext cx="586800" cy="571500"/>
            <a:chOff x="7894350" y="6212475"/>
            <a:chExt cx="586800" cy="571500"/>
          </a:xfrm>
        </p:grpSpPr>
        <p:sp>
          <p:nvSpPr>
            <p:cNvPr id="430" name="Google Shape;43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3" name="Google Shape;433;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5" name="Google Shape;435;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9" name="Google Shape;43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40" name="Google Shape;44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1" name="Google Shape;44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2"/>
        <p:cNvGrpSpPr/>
        <p:nvPr/>
      </p:nvGrpSpPr>
      <p:grpSpPr>
        <a:xfrm>
          <a:off x="0" y="0"/>
          <a:ext cx="0" cy="0"/>
          <a:chOff x="0" y="0"/>
          <a:chExt cx="0" cy="0"/>
        </a:xfrm>
      </p:grpSpPr>
      <p:cxnSp>
        <p:nvCxnSpPr>
          <p:cNvPr id="443" name="Google Shape;44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4" name="Google Shape;44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5" name="Google Shape;44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6" name="Google Shape;44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7" name="Google Shape;447;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0" name="Google Shape;450;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3" name="Google Shape;453;g2c157a2fb06_0_825"/>
          <p:cNvGrpSpPr/>
          <p:nvPr/>
        </p:nvGrpSpPr>
        <p:grpSpPr>
          <a:xfrm>
            <a:off x="662575" y="6212475"/>
            <a:ext cx="586800" cy="571500"/>
            <a:chOff x="662575" y="6212475"/>
            <a:chExt cx="586800" cy="571500"/>
          </a:xfrm>
        </p:grpSpPr>
        <p:sp>
          <p:nvSpPr>
            <p:cNvPr id="454" name="Google Shape;45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7" name="Google Shape;457;g2c157a2fb06_0_825"/>
          <p:cNvGrpSpPr/>
          <p:nvPr/>
        </p:nvGrpSpPr>
        <p:grpSpPr>
          <a:xfrm>
            <a:off x="7894350" y="6212475"/>
            <a:ext cx="586800" cy="571500"/>
            <a:chOff x="7894350" y="6212475"/>
            <a:chExt cx="586800" cy="571500"/>
          </a:xfrm>
        </p:grpSpPr>
        <p:sp>
          <p:nvSpPr>
            <p:cNvPr id="458" name="Google Shape;45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1" name="Google Shape;461;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3" name="Google Shape;463;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7" name="Google Shape;467;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8" name="Google Shape;468;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9" name="Google Shape;469;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70"/>
        <p:cNvGrpSpPr/>
        <p:nvPr/>
      </p:nvGrpSpPr>
      <p:grpSpPr>
        <a:xfrm>
          <a:off x="0" y="0"/>
          <a:ext cx="0" cy="0"/>
          <a:chOff x="0" y="0"/>
          <a:chExt cx="0" cy="0"/>
        </a:xfrm>
      </p:grpSpPr>
      <p:sp>
        <p:nvSpPr>
          <p:cNvPr id="471" name="Google Shape;47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7" name="Google Shape;477;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0" name="Google Shape;480;g2c157a2fb06_0_700"/>
          <p:cNvGrpSpPr/>
          <p:nvPr/>
        </p:nvGrpSpPr>
        <p:grpSpPr>
          <a:xfrm>
            <a:off x="662575" y="6212475"/>
            <a:ext cx="586800" cy="571500"/>
            <a:chOff x="662575" y="6212475"/>
            <a:chExt cx="586800" cy="571500"/>
          </a:xfrm>
        </p:grpSpPr>
        <p:sp>
          <p:nvSpPr>
            <p:cNvPr id="481" name="Google Shape;481;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4" name="Google Shape;484;g2c157a2fb06_0_700"/>
          <p:cNvGrpSpPr/>
          <p:nvPr/>
        </p:nvGrpSpPr>
        <p:grpSpPr>
          <a:xfrm>
            <a:off x="7894350" y="6212475"/>
            <a:ext cx="586800" cy="571500"/>
            <a:chOff x="7894350" y="6212475"/>
            <a:chExt cx="586800" cy="571500"/>
          </a:xfrm>
        </p:grpSpPr>
        <p:sp>
          <p:nvSpPr>
            <p:cNvPr id="485" name="Google Shape;485;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8" name="Google Shape;488;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0" name="Google Shape;490;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2" name="Google Shape;492;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3" name="Google Shape;493;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4" name="Google Shape;494;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5" name="Google Shape;495;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8" name="Google Shape;498;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8" name="Google Shape;508;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9" name="Google Shape;509;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10"/>
        <p:cNvGrpSpPr/>
        <p:nvPr/>
      </p:nvGrpSpPr>
      <p:grpSpPr>
        <a:xfrm>
          <a:off x="0" y="0"/>
          <a:ext cx="0" cy="0"/>
          <a:chOff x="0" y="0"/>
          <a:chExt cx="0" cy="0"/>
        </a:xfrm>
      </p:grpSpPr>
      <p:sp>
        <p:nvSpPr>
          <p:cNvPr id="511" name="Google Shape;511;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7" name="Google Shape;517;g2c157a2fb06_0_932"/>
          <p:cNvGrpSpPr/>
          <p:nvPr/>
        </p:nvGrpSpPr>
        <p:grpSpPr>
          <a:xfrm>
            <a:off x="662575" y="6212475"/>
            <a:ext cx="586800" cy="571500"/>
            <a:chOff x="662575" y="6212475"/>
            <a:chExt cx="586800" cy="571500"/>
          </a:xfrm>
        </p:grpSpPr>
        <p:sp>
          <p:nvSpPr>
            <p:cNvPr id="518" name="Google Shape;51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1" name="Google Shape;521;g2c157a2fb06_0_932"/>
          <p:cNvGrpSpPr/>
          <p:nvPr/>
        </p:nvGrpSpPr>
        <p:grpSpPr>
          <a:xfrm>
            <a:off x="7894350" y="6212475"/>
            <a:ext cx="586800" cy="571500"/>
            <a:chOff x="7894350" y="6212475"/>
            <a:chExt cx="586800" cy="571500"/>
          </a:xfrm>
        </p:grpSpPr>
        <p:sp>
          <p:nvSpPr>
            <p:cNvPr id="522" name="Google Shape;52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5" name="Google Shape;525;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26" name="Google Shape;52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8" name="Google Shape;528;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9" name="Google Shape;529;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0" name="Google Shape;53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31" name="Google Shape;53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9" name="Google Shape;53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0" name="Google Shape;54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1" name="Google Shape;541;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50"/>
        <p:cNvGrpSpPr/>
        <p:nvPr/>
      </p:nvGrpSpPr>
      <p:grpSpPr>
        <a:xfrm>
          <a:off x="0" y="0"/>
          <a:ext cx="0" cy="0"/>
          <a:chOff x="0" y="0"/>
          <a:chExt cx="0" cy="0"/>
        </a:xfrm>
      </p:grpSpPr>
      <p:cxnSp>
        <p:nvCxnSpPr>
          <p:cNvPr id="551" name="Google Shape;55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2" name="Google Shape;55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3" name="Google Shape;55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5" name="Google Shape;565;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8" name="Google Shape;568;g2c157a2fb06_0_1045"/>
          <p:cNvGrpSpPr/>
          <p:nvPr/>
        </p:nvGrpSpPr>
        <p:grpSpPr>
          <a:xfrm>
            <a:off x="662575" y="6212475"/>
            <a:ext cx="586800" cy="571500"/>
            <a:chOff x="662575" y="6212475"/>
            <a:chExt cx="586800" cy="571500"/>
          </a:xfrm>
        </p:grpSpPr>
        <p:sp>
          <p:nvSpPr>
            <p:cNvPr id="569" name="Google Shape;569;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045"/>
          <p:cNvGrpSpPr/>
          <p:nvPr/>
        </p:nvGrpSpPr>
        <p:grpSpPr>
          <a:xfrm>
            <a:off x="7894350" y="6212475"/>
            <a:ext cx="586800" cy="571500"/>
            <a:chOff x="7894350" y="6212475"/>
            <a:chExt cx="586800" cy="571500"/>
          </a:xfrm>
        </p:grpSpPr>
        <p:sp>
          <p:nvSpPr>
            <p:cNvPr id="573" name="Google Shape;573;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2" name="Google Shape;58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3" name="Google Shape;583;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5" name="Google Shape;58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6" name="Google Shape;58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7"/>
        <p:cNvGrpSpPr/>
        <p:nvPr/>
      </p:nvGrpSpPr>
      <p:grpSpPr>
        <a:xfrm>
          <a:off x="0" y="0"/>
          <a:ext cx="0" cy="0"/>
          <a:chOff x="0" y="0"/>
          <a:chExt cx="0" cy="0"/>
        </a:xfrm>
      </p:grpSpPr>
      <p:sp>
        <p:nvSpPr>
          <p:cNvPr id="588" name="Google Shape;588;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1" name="Google Shape;591;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4" name="Google Shape;594;g2c157a2fb06_0_1110"/>
          <p:cNvGrpSpPr/>
          <p:nvPr/>
        </p:nvGrpSpPr>
        <p:grpSpPr>
          <a:xfrm>
            <a:off x="662575" y="6212475"/>
            <a:ext cx="586800" cy="571500"/>
            <a:chOff x="662575" y="6212475"/>
            <a:chExt cx="586800" cy="571500"/>
          </a:xfrm>
        </p:grpSpPr>
        <p:sp>
          <p:nvSpPr>
            <p:cNvPr id="595" name="Google Shape;59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7894350" y="6212475"/>
            <a:ext cx="586800" cy="571500"/>
            <a:chOff x="7894350" y="6212475"/>
            <a:chExt cx="586800" cy="571500"/>
          </a:xfrm>
        </p:grpSpPr>
        <p:sp>
          <p:nvSpPr>
            <p:cNvPr id="599" name="Google Shape;59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4" name="Google Shape;604;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5" name="Google Shape;605;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8" name="Google Shape;608;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9" name="Google Shape;609;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3" name="Google Shape;613;g2c157a2fb06_0_1110"/>
          <p:cNvGrpSpPr/>
          <p:nvPr/>
        </p:nvGrpSpPr>
        <p:grpSpPr>
          <a:xfrm>
            <a:off x="5806200" y="1807463"/>
            <a:ext cx="756300" cy="146700"/>
            <a:chOff x="5806200" y="1807463"/>
            <a:chExt cx="756300" cy="146700"/>
          </a:xfrm>
        </p:grpSpPr>
        <p:sp>
          <p:nvSpPr>
            <p:cNvPr id="614" name="Google Shape;61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7" name="Google Shape;617;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8" name="Google Shape;618;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9" name="Google Shape;619;g2c157a2fb06_0_1110"/>
          <p:cNvGrpSpPr/>
          <p:nvPr/>
        </p:nvGrpSpPr>
        <p:grpSpPr>
          <a:xfrm>
            <a:off x="5806200" y="2842438"/>
            <a:ext cx="756300" cy="146700"/>
            <a:chOff x="5806200" y="1807463"/>
            <a:chExt cx="756300" cy="146700"/>
          </a:xfrm>
        </p:grpSpPr>
        <p:sp>
          <p:nvSpPr>
            <p:cNvPr id="620" name="Google Shape;62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3" name="Google Shape;623;g2c157a2fb06_0_1110"/>
          <p:cNvGrpSpPr/>
          <p:nvPr/>
        </p:nvGrpSpPr>
        <p:grpSpPr>
          <a:xfrm>
            <a:off x="5806200" y="3877413"/>
            <a:ext cx="756300" cy="146700"/>
            <a:chOff x="5806200" y="1807463"/>
            <a:chExt cx="756300" cy="146700"/>
          </a:xfrm>
        </p:grpSpPr>
        <p:sp>
          <p:nvSpPr>
            <p:cNvPr id="624" name="Google Shape;62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7"/>
        <p:cNvGrpSpPr/>
        <p:nvPr/>
      </p:nvGrpSpPr>
      <p:grpSpPr>
        <a:xfrm>
          <a:off x="0" y="0"/>
          <a:ext cx="0" cy="0"/>
          <a:chOff x="0" y="0"/>
          <a:chExt cx="0" cy="0"/>
        </a:xfrm>
      </p:grpSpPr>
      <p:sp>
        <p:nvSpPr>
          <p:cNvPr id="628" name="Google Shape;62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2" name="Google Shape;63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0" name="Google Shape;64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1" name="Google Shape;641;p30"/>
          <p:cNvGrpSpPr/>
          <p:nvPr/>
        </p:nvGrpSpPr>
        <p:grpSpPr>
          <a:xfrm>
            <a:off x="6022940" y="5341706"/>
            <a:ext cx="594501" cy="305904"/>
            <a:chOff x="5672081" y="1914352"/>
            <a:chExt cx="792668" cy="305904"/>
          </a:xfrm>
        </p:grpSpPr>
        <p:sp>
          <p:nvSpPr>
            <p:cNvPr id="642" name="Google Shape;64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4" name="Google Shape;64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5" name="Google Shape;64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3" name="Google Shape;65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4" name="Google Shape;65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8" name="Google Shape;66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1" name="Google Shape;67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2" name="Google Shape;67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3"/>
        <p:cNvGrpSpPr/>
        <p:nvPr/>
      </p:nvGrpSpPr>
      <p:grpSpPr>
        <a:xfrm>
          <a:off x="0" y="0"/>
          <a:ext cx="0" cy="0"/>
          <a:chOff x="0" y="0"/>
          <a:chExt cx="0" cy="0"/>
        </a:xfrm>
      </p:grpSpPr>
      <p:sp>
        <p:nvSpPr>
          <p:cNvPr id="674" name="Google Shape;67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5" name="Google Shape;67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6" name="Google Shape;67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7"/>
        <p:cNvGrpSpPr/>
        <p:nvPr/>
      </p:nvGrpSpPr>
      <p:grpSpPr>
        <a:xfrm>
          <a:off x="0" y="0"/>
          <a:ext cx="0" cy="0"/>
          <a:chOff x="0" y="0"/>
          <a:chExt cx="0" cy="0"/>
        </a:xfrm>
      </p:grpSpPr>
      <p:sp>
        <p:nvSpPr>
          <p:cNvPr id="678" name="Google Shape;67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9" name="Google Shape;67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0" name="Google Shape;68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7.png"/><Relationship Id="rId7"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6.xml"/><Relationship Id="rId4" Type="http://schemas.openxmlformats.org/officeDocument/2006/relationships/image" Target="../media/image8.png"/><Relationship Id="rId9" Type="http://schemas.openxmlformats.org/officeDocument/2006/relationships/slide" Target="slide14.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'g'</a:t>
            </a:r>
            <a:endParaRPr/>
          </a:p>
        </p:txBody>
      </p:sp>
      <p:sp>
        <p:nvSpPr>
          <p:cNvPr id="686" name="Google Shape;686;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11</a:t>
            </a:r>
            <a:endParaRPr/>
          </a:p>
        </p:txBody>
      </p:sp>
      <p:sp>
        <p:nvSpPr>
          <p:cNvPr id="689" name="Google Shape;689;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90" name="Google Shape;690;p1"/>
          <p:cNvPicPr preferRelativeResize="0"/>
          <p:nvPr/>
        </p:nvPicPr>
        <p:blipFill rotWithShape="1">
          <a:blip r:embed="rId3">
            <a:alphaModFix/>
          </a:blip>
          <a:srcRect/>
          <a:stretch/>
        </p:blipFill>
        <p:spPr>
          <a:xfrm rot="192527">
            <a:off x="4144316" y="4492736"/>
            <a:ext cx="2493520" cy="997850"/>
          </a:xfrm>
          <a:prstGeom prst="rect">
            <a:avLst/>
          </a:prstGeom>
          <a:noFill/>
          <a:ln>
            <a:noFill/>
          </a:ln>
          <a:effectLst>
            <a:outerShdw blurRad="71438" dist="38100" dir="5220000" algn="bl" rotWithShape="0">
              <a:srgbClr val="000000">
                <a:alpha val="21176"/>
              </a:srgbClr>
            </a:outerShdw>
          </a:effectLst>
        </p:spPr>
      </p:pic>
      <p:pic>
        <p:nvPicPr>
          <p:cNvPr id="691" name="Google Shape;691;p1"/>
          <p:cNvPicPr preferRelativeResize="0"/>
          <p:nvPr/>
        </p:nvPicPr>
        <p:blipFill rotWithShape="1">
          <a:blip r:embed="rId4">
            <a:alphaModFix/>
          </a:blip>
          <a:srcRect t="129" b="129"/>
          <a:stretch/>
        </p:blipFill>
        <p:spPr>
          <a:xfrm rot="-172073">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692" name="Google Shape;692;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graphicFrame>
        <p:nvGraphicFramePr>
          <p:cNvPr id="693" name="Google Shape;693;p1"/>
          <p:cNvGraphicFramePr/>
          <p:nvPr/>
        </p:nvGraphicFramePr>
        <p:xfrm>
          <a:off x="4844200" y="1891197"/>
          <a:ext cx="3785000" cy="1678950"/>
        </p:xfrm>
        <a:graphic>
          <a:graphicData uri="http://schemas.openxmlformats.org/drawingml/2006/table">
            <a:tbl>
              <a:tblPr firstRow="1" bandRow="1">
                <a:noFill/>
                <a:tableStyleId>{47870C56-21B9-4E43-9BDE-C9FEE7540099}</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g</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b</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0" name="Google Shape;700;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03" name="Google Shape;70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g</a:t>
            </a:r>
            <a:r>
              <a:rPr lang="en-US"/>
              <a:t>.</a:t>
            </a:r>
            <a:endParaRPr/>
          </a:p>
        </p:txBody>
      </p:sp>
      <p:sp>
        <p:nvSpPr>
          <p:cNvPr id="704" name="Google Shape;704;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Recall </a:t>
            </a:r>
            <a:r>
              <a:rPr lang="en-US">
                <a:solidFill>
                  <a:srgbClr val="8DC63F"/>
                </a:solidFill>
              </a:rPr>
              <a:t>s a t p i n m d</a:t>
            </a:r>
            <a:r>
              <a:rPr lang="en-US"/>
              <a:t> using flashcards.</a:t>
            </a:r>
            <a:endParaRPr/>
          </a:p>
        </p:txBody>
      </p:sp>
      <p:sp>
        <p:nvSpPr>
          <p:cNvPr id="705" name="Google Shape;705;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6" name="Google Shape;706;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7" name="Google Shape;707;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8" name="Google Shape;708;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9" name="Google Shape;709;g2bee4f4af4b_0_204"/>
          <p:cNvPicPr preferRelativeResize="0"/>
          <p:nvPr/>
        </p:nvPicPr>
        <p:blipFill rotWithShape="1">
          <a:blip r:embed="rId4">
            <a:alphaModFix/>
          </a:blip>
          <a:srcRect l="69" r="6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10" name="Google Shape;710;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12" name="Google Shape;712;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3" name="Google Shape;713;g2bee4f4af4b_0_204"/>
          <p:cNvPicPr preferRelativeResize="0"/>
          <p:nvPr/>
        </p:nvPicPr>
        <p:blipFill rotWithShape="1">
          <a:blip r:embed="rId6">
            <a:alphaModFix/>
          </a:blip>
          <a:srcRect t="129" b="12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4" name="Google Shape;714;g2bee4f4af4b_0_204">
            <a:hlinkClick r:id="rId7" action="ppaction://hlinksldjump"/>
          </p:cNvPr>
          <p:cNvSpPr/>
          <p:nvPr/>
        </p:nvSpPr>
        <p:spPr>
          <a:xfrm>
            <a:off x="1013149" y="394777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8" action="ppaction://hlinksldjump"/>
          </p:cNvPr>
          <p:cNvSpPr/>
          <p:nvPr/>
        </p:nvSpPr>
        <p:spPr>
          <a:xfrm>
            <a:off x="2414576" y="377417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9" action="ppaction://hlinksldjump"/>
          </p:cNvPr>
          <p:cNvSpPr/>
          <p:nvPr/>
        </p:nvSpPr>
        <p:spPr>
          <a:xfrm>
            <a:off x="3632201" y="378381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10" action="ppaction://hlinksldjump"/>
          </p:cNvPr>
          <p:cNvSpPr/>
          <p:nvPr/>
        </p:nvSpPr>
        <p:spPr>
          <a:xfrm>
            <a:off x="4859461" y="378062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24" name="Google Shape;724;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 n m d</a:t>
            </a:r>
            <a:r>
              <a:rPr lang="en-US"/>
              <a:t> using flashcards.</a:t>
            </a:r>
            <a:endParaRPr/>
          </a:p>
        </p:txBody>
      </p:sp>
      <p:pic>
        <p:nvPicPr>
          <p:cNvPr id="725" name="Google Shape;725;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6078"/>
              </a:srgbClr>
            </a:outerShdw>
          </a:effectLst>
        </p:spPr>
      </p:pic>
      <p:pic>
        <p:nvPicPr>
          <p:cNvPr id="726" name="Google Shape;726;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6078"/>
              </a:srgbClr>
            </a:outerShdw>
          </a:effectLst>
        </p:spPr>
      </p:pic>
      <p:pic>
        <p:nvPicPr>
          <p:cNvPr id="727" name="Google Shape;727;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6078"/>
              </a:srgbClr>
            </a:outerShdw>
          </a:effectLst>
        </p:spPr>
      </p:pic>
      <p:pic>
        <p:nvPicPr>
          <p:cNvPr id="728" name="Google Shape;728;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6078"/>
              </a:srgbClr>
            </a:outerShdw>
          </a:effectLst>
        </p:spPr>
      </p:pic>
      <p:pic>
        <p:nvPicPr>
          <p:cNvPr id="729" name="Google Shape;729;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6078"/>
              </a:srgbClr>
            </a:outerShdw>
          </a:effectLst>
        </p:spPr>
      </p:pic>
      <p:pic>
        <p:nvPicPr>
          <p:cNvPr id="730" name="Google Shape;730;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6078"/>
              </a:srgbClr>
            </a:outerShdw>
          </a:effectLst>
        </p:spPr>
      </p:pic>
      <p:pic>
        <p:nvPicPr>
          <p:cNvPr id="731" name="Google Shape;731;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6078"/>
              </a:srgbClr>
            </a:outerShdw>
          </a:effectLst>
        </p:spPr>
      </p:pic>
      <p:pic>
        <p:nvPicPr>
          <p:cNvPr id="732" name="Google Shape;732;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g2d9d508950f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39" name="Google Shape;739;g2d9d508950f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40" name="Google Shape;740;g2d9d508950f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41" name="Google Shape;741;g2d9d508950f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48" name="Google Shape;748;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49" name="Google Shape;749;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50" name="Google Shape;750;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57" name="Google Shape;757;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58" name="Google Shape;758;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59" name="Google Shape;759;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66" name="Google Shape;766;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67" name="Google Shape;767;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768" name="Google Shape;768;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75" name="Google Shape;775;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776" name="Google Shape;776;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777" name="Google Shape;777;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784" name="Google Shape;78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785" name="Google Shape;78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792" name="Google Shape;792;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793" name="Google Shape;793;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4" name="Google Shape;794;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5" name="Google Shape;795;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6" name="Google Shape;796;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7" name="Google Shape;797;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798" name="Google Shape;798;g2c2ffdd0de5_0_0"/>
          <p:cNvGrpSpPr/>
          <p:nvPr/>
        </p:nvGrpSpPr>
        <p:grpSpPr>
          <a:xfrm>
            <a:off x="304250" y="6984600"/>
            <a:ext cx="8330829" cy="808600"/>
            <a:chOff x="-152950" y="7365600"/>
            <a:chExt cx="8330829" cy="808600"/>
          </a:xfrm>
        </p:grpSpPr>
        <p:sp>
          <p:nvSpPr>
            <p:cNvPr id="799" name="Google Shape;799;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00" name="Google Shape;800;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01" name="Google Shape;801;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02" name="Google Shape;802;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03" name="Google Shape;803;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04" name="Google Shape;804;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05" name="Google Shape;805;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06" name="Google Shape;806;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07" name="Google Shape;807;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8" name="Google Shape;808;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9" name="Google Shape;809;g2c2ffdd0de5_0_0"/>
          <p:cNvSpPr/>
          <p:nvPr/>
        </p:nvSpPr>
        <p:spPr>
          <a:xfrm>
            <a:off x="3249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0" name="Google Shape;810;g2c2ffdd0de5_0_0"/>
          <p:cNvSpPr/>
          <p:nvPr/>
        </p:nvSpPr>
        <p:spPr>
          <a:xfrm>
            <a:off x="4338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1" name="Google Shape;811;g2c2ffdd0de5_0_0"/>
          <p:cNvSpPr/>
          <p:nvPr/>
        </p:nvSpPr>
        <p:spPr>
          <a:xfrm>
            <a:off x="5504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12" name="Google Shape;812;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13" name="Google Shape;813;g2c2ffdd0de5_0_0"/>
          <p:cNvSpPr txBox="1">
            <a:spLocks noGrp="1"/>
          </p:cNvSpPr>
          <p:nvPr>
            <p:ph type="subTitle" idx="4294967295"/>
          </p:nvPr>
        </p:nvSpPr>
        <p:spPr>
          <a:xfrm>
            <a:off x="4935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814" name="Google Shape;814;g2c2ffdd0de5_0_0"/>
          <p:cNvSpPr txBox="1">
            <a:spLocks noGrp="1"/>
          </p:cNvSpPr>
          <p:nvPr>
            <p:ph type="subTitle" idx="4294967295"/>
          </p:nvPr>
        </p:nvSpPr>
        <p:spPr>
          <a:xfrm>
            <a:off x="2679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15" name="Google Shape;815;g2c2ffdd0de5_0_0"/>
          <p:cNvSpPr txBox="1"/>
          <p:nvPr/>
        </p:nvSpPr>
        <p:spPr>
          <a:xfrm>
            <a:off x="36461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g2c3090a4041_0_5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2" name="Google Shape;822;g2c3090a4041_0_5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3" name="Google Shape;823;g2c3090a4041_0_5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4" name="Google Shape;824;g2c3090a4041_0_5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5" name="Google Shape;825;g2c3090a4041_0_5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6" name="Google Shape;826;g2c3090a4041_0_5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7" name="Google Shape;827;g2c3090a4041_0_5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28" name="Google Shape;828;g2c3090a4041_0_52"/>
          <p:cNvGrpSpPr/>
          <p:nvPr/>
        </p:nvGrpSpPr>
        <p:grpSpPr>
          <a:xfrm>
            <a:off x="304250" y="6984600"/>
            <a:ext cx="8330829" cy="808600"/>
            <a:chOff x="-152950" y="7365600"/>
            <a:chExt cx="8330829" cy="808600"/>
          </a:xfrm>
        </p:grpSpPr>
        <p:sp>
          <p:nvSpPr>
            <p:cNvPr id="829" name="Google Shape;829;g2c3090a4041_0_5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0" name="Google Shape;830;g2c3090a4041_0_5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1" name="Google Shape;831;g2c3090a4041_0_5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2" name="Google Shape;832;g2c3090a4041_0_5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3" name="Google Shape;833;g2c3090a4041_0_5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34" name="Google Shape;834;g2c3090a4041_0_5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35" name="Google Shape;835;g2c3090a4041_0_5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36" name="Google Shape;836;g2c3090a4041_0_5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37" name="Google Shape;837;g2c3090a4041_0_5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8" name="Google Shape;838;g2c3090a4041_0_5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9" name="Google Shape;839;g2c3090a4041_0_52"/>
          <p:cNvSpPr/>
          <p:nvPr/>
        </p:nvSpPr>
        <p:spPr>
          <a:xfrm>
            <a:off x="3211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0" name="Google Shape;840;g2c3090a4041_0_52"/>
          <p:cNvSpPr/>
          <p:nvPr/>
        </p:nvSpPr>
        <p:spPr>
          <a:xfrm>
            <a:off x="43769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1" name="Google Shape;841;g2c3090a4041_0_52"/>
          <p:cNvSpPr/>
          <p:nvPr/>
        </p:nvSpPr>
        <p:spPr>
          <a:xfrm>
            <a:off x="5542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2" name="Google Shape;842;g2c3090a4041_0_5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3" name="Google Shape;843;g2c3090a4041_0_52"/>
          <p:cNvSpPr txBox="1">
            <a:spLocks noGrp="1"/>
          </p:cNvSpPr>
          <p:nvPr>
            <p:ph type="subTitle" idx="4294967295"/>
          </p:nvPr>
        </p:nvSpPr>
        <p:spPr>
          <a:xfrm>
            <a:off x="4973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844" name="Google Shape;844;g2c3090a4041_0_52"/>
          <p:cNvSpPr txBox="1">
            <a:spLocks noGrp="1"/>
          </p:cNvSpPr>
          <p:nvPr>
            <p:ph type="subTitle" idx="4294967295"/>
          </p:nvPr>
        </p:nvSpPr>
        <p:spPr>
          <a:xfrm>
            <a:off x="2641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845" name="Google Shape;845;g2c3090a4041_0_52"/>
          <p:cNvSpPr txBox="1"/>
          <p:nvPr/>
        </p:nvSpPr>
        <p:spPr>
          <a:xfrm>
            <a:off x="36842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52" name="Google Shape;852;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53" name="Google Shape;853;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60" name="Google Shape;860;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61" name="Google Shape;861;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862" name="Google Shape;862;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69" name="Google Shape;869;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70" name="Google Shape;870;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871" name="Google Shape;871;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878" name="Google Shape;878;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879" name="Google Shape;879;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880" name="Google Shape;880;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887" name="Google Shape;887;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888" name="Google Shape;888;g2c186218c5a_0_149"/>
          <p:cNvPicPr preferRelativeResize="0"/>
          <p:nvPr/>
        </p:nvPicPr>
        <p:blipFill rotWithShape="1">
          <a:blip r:embed="rId3">
            <a:alphaModFix/>
          </a:blip>
          <a:srcRect l="99" r="8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889" name="Google Shape;889;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896" name="Google Shape;896;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897" name="Google Shape;897;g1f3daf8a844_0_64"/>
          <p:cNvGrpSpPr/>
          <p:nvPr/>
        </p:nvGrpSpPr>
        <p:grpSpPr>
          <a:xfrm>
            <a:off x="3024000" y="209875"/>
            <a:ext cx="3096000" cy="454800"/>
            <a:chOff x="3024000" y="209875"/>
            <a:chExt cx="3096000" cy="454800"/>
          </a:xfrm>
        </p:grpSpPr>
        <p:sp>
          <p:nvSpPr>
            <p:cNvPr id="898" name="Google Shape;898;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9" name="Google Shape;899;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00" name="Google Shape;900;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01" name="Google Shape;901;g1f3daf8a844_0_6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02" name="Google Shape;902;g1f3daf8a844_0_6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03" name="Google Shape;903;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04" name="Google Shape;904;g1f3daf8a844_0_6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05" name="Google Shape;905;g1f3daf8a844_0_64"/>
          <p:cNvSpPr txBox="1"/>
          <p:nvPr/>
        </p:nvSpPr>
        <p:spPr>
          <a:xfrm>
            <a:off x="4527538"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2356AF"/>
              </a:solidFill>
              <a:latin typeface="Jost"/>
              <a:ea typeface="Jost"/>
              <a:cs typeface="Jost"/>
              <a:sym typeface="Jost"/>
            </a:endParaRPr>
          </a:p>
        </p:txBody>
      </p:sp>
      <p:sp>
        <p:nvSpPr>
          <p:cNvPr id="906" name="Google Shape;906;g1f3daf8a844_0_64"/>
          <p:cNvSpPr txBox="1"/>
          <p:nvPr/>
        </p:nvSpPr>
        <p:spPr>
          <a:xfrm>
            <a:off x="1181100"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sp>
        <p:nvSpPr>
          <p:cNvPr id="907" name="Google Shape;907;g1f3daf8a844_0_64"/>
          <p:cNvSpPr txBox="1"/>
          <p:nvPr/>
        </p:nvSpPr>
        <p:spPr>
          <a:xfrm>
            <a:off x="2925119"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908" name="Google Shape;908;g1f3daf8a844_0_64"/>
          <p:cNvSpPr txBox="1"/>
          <p:nvPr/>
        </p:nvSpPr>
        <p:spPr>
          <a:xfrm>
            <a:off x="3821428" y="1341050"/>
            <a:ext cx="568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ED1C24"/>
              </a:solidFill>
              <a:latin typeface="Jost"/>
              <a:ea typeface="Jost"/>
              <a:cs typeface="Jost"/>
              <a:sym typeface="Jost"/>
            </a:endParaRPr>
          </a:p>
        </p:txBody>
      </p:sp>
      <p:sp>
        <p:nvSpPr>
          <p:cNvPr id="909" name="Google Shape;909;g1f3daf8a844_0_64"/>
          <p:cNvSpPr txBox="1"/>
          <p:nvPr/>
        </p:nvSpPr>
        <p:spPr>
          <a:xfrm>
            <a:off x="5271447"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sp>
        <p:nvSpPr>
          <p:cNvPr id="910" name="Google Shape;910;g1f3daf8a844_0_64"/>
          <p:cNvSpPr txBox="1"/>
          <p:nvPr/>
        </p:nvSpPr>
        <p:spPr>
          <a:xfrm>
            <a:off x="7064066"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g</a:t>
            </a:r>
            <a:endParaRPr sz="8000" b="0" i="0" u="none" strike="noStrike" cap="none">
              <a:solidFill>
                <a:srgbClr val="2356AF"/>
              </a:solidFill>
              <a:latin typeface="Jost"/>
              <a:ea typeface="Jost"/>
              <a:cs typeface="Jost"/>
              <a:sym typeface="Jost"/>
            </a:endParaRPr>
          </a:p>
        </p:txBody>
      </p:sp>
      <p:sp>
        <p:nvSpPr>
          <p:cNvPr id="911" name="Google Shape;911;g1f3daf8a844_0_64"/>
          <p:cNvSpPr txBox="1"/>
          <p:nvPr/>
        </p:nvSpPr>
        <p:spPr>
          <a:xfrm>
            <a:off x="2077409" y="1382550"/>
            <a:ext cx="862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200" b="0" i="0" u="none" strike="noStrike" cap="none">
                <a:solidFill>
                  <a:srgbClr val="ED1C24"/>
                </a:solidFill>
                <a:latin typeface="Poppins"/>
                <a:ea typeface="Poppins"/>
                <a:cs typeface="Poppins"/>
                <a:sym typeface="Poppins"/>
              </a:rPr>
              <a:t>a</a:t>
            </a:r>
            <a:endParaRPr sz="7200" b="0" i="0" u="none" strike="noStrike" cap="none">
              <a:solidFill>
                <a:srgbClr val="2356AF"/>
              </a:solidFill>
              <a:latin typeface="Jost"/>
              <a:ea typeface="Jost"/>
              <a:cs typeface="Jost"/>
              <a:sym typeface="Jost"/>
            </a:endParaRPr>
          </a:p>
        </p:txBody>
      </p:sp>
      <p:sp>
        <p:nvSpPr>
          <p:cNvPr id="912" name="Google Shape;912;g1f3daf8a844_0_64"/>
          <p:cNvSpPr txBox="1"/>
          <p:nvPr/>
        </p:nvSpPr>
        <p:spPr>
          <a:xfrm>
            <a:off x="6167756"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d</a:t>
            </a:r>
            <a:endParaRPr sz="8000" b="0" i="0" u="none" strike="noStrike" cap="none">
              <a:solidFill>
                <a:srgbClr val="2356AF"/>
              </a:solidFill>
              <a:latin typeface="Jost"/>
              <a:ea typeface="Jost"/>
              <a:cs typeface="Jost"/>
              <a:sym typeface="Jost"/>
            </a:endParaRPr>
          </a:p>
        </p:txBody>
      </p:sp>
      <p:cxnSp>
        <p:nvCxnSpPr>
          <p:cNvPr id="913" name="Google Shape;913;g1f3daf8a844_0_6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6c2d0feb4b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20" name="Google Shape;920;g26c2d0feb4b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cxnSp>
        <p:nvCxnSpPr>
          <p:cNvPr id="921" name="Google Shape;921;g26c2d0feb4b_0_742"/>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922" name="Google Shape;922;g26c2d0feb4b_0_742"/>
          <p:cNvGrpSpPr/>
          <p:nvPr/>
        </p:nvGrpSpPr>
        <p:grpSpPr>
          <a:xfrm>
            <a:off x="3024000" y="209875"/>
            <a:ext cx="3096000" cy="454800"/>
            <a:chOff x="3024000" y="209875"/>
            <a:chExt cx="3096000" cy="454800"/>
          </a:xfrm>
        </p:grpSpPr>
        <p:sp>
          <p:nvSpPr>
            <p:cNvPr id="923" name="Google Shape;923;g26c2d0feb4b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6c2d0feb4b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25" name="Google Shape;925;g26c2d0feb4b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26" name="Google Shape;926;g26c2d0feb4b_0_742"/>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27" name="Google Shape;927;g26c2d0feb4b_0_742"/>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28" name="Google Shape;928;g26c2d0feb4b_0_7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29" name="Google Shape;929;g26c2d0feb4b_0_742"/>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30" name="Google Shape;930;g26c2d0feb4b_0_742"/>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31" name="Google Shape;931;g26c2d0feb4b_0_742"/>
          <p:cNvSpPr txBox="1"/>
          <p:nvPr/>
        </p:nvSpPr>
        <p:spPr>
          <a:xfrm>
            <a:off x="4527538"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2356AF"/>
              </a:solidFill>
              <a:latin typeface="Jost"/>
              <a:ea typeface="Jost"/>
              <a:cs typeface="Jost"/>
              <a:sym typeface="Jost"/>
            </a:endParaRPr>
          </a:p>
        </p:txBody>
      </p:sp>
      <p:sp>
        <p:nvSpPr>
          <p:cNvPr id="932" name="Google Shape;932;g26c2d0feb4b_0_742"/>
          <p:cNvSpPr txBox="1"/>
          <p:nvPr/>
        </p:nvSpPr>
        <p:spPr>
          <a:xfrm>
            <a:off x="1181100"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sp>
        <p:nvSpPr>
          <p:cNvPr id="933" name="Google Shape;933;g26c2d0feb4b_0_742"/>
          <p:cNvSpPr txBox="1"/>
          <p:nvPr/>
        </p:nvSpPr>
        <p:spPr>
          <a:xfrm>
            <a:off x="2925119"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934" name="Google Shape;934;g26c2d0feb4b_0_742"/>
          <p:cNvSpPr txBox="1"/>
          <p:nvPr/>
        </p:nvSpPr>
        <p:spPr>
          <a:xfrm>
            <a:off x="3821428" y="1341050"/>
            <a:ext cx="568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ED1C24"/>
              </a:solidFill>
              <a:latin typeface="Jost"/>
              <a:ea typeface="Jost"/>
              <a:cs typeface="Jost"/>
              <a:sym typeface="Jost"/>
            </a:endParaRPr>
          </a:p>
        </p:txBody>
      </p:sp>
      <p:sp>
        <p:nvSpPr>
          <p:cNvPr id="935" name="Google Shape;935;g26c2d0feb4b_0_742"/>
          <p:cNvSpPr txBox="1"/>
          <p:nvPr/>
        </p:nvSpPr>
        <p:spPr>
          <a:xfrm>
            <a:off x="5271447"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sp>
        <p:nvSpPr>
          <p:cNvPr id="936" name="Google Shape;936;g26c2d0feb4b_0_742"/>
          <p:cNvSpPr txBox="1"/>
          <p:nvPr/>
        </p:nvSpPr>
        <p:spPr>
          <a:xfrm>
            <a:off x="7064066"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g</a:t>
            </a:r>
            <a:endParaRPr sz="8000" b="0" i="0" u="none" strike="noStrike" cap="none">
              <a:solidFill>
                <a:srgbClr val="2356AF"/>
              </a:solidFill>
              <a:latin typeface="Jost"/>
              <a:ea typeface="Jost"/>
              <a:cs typeface="Jost"/>
              <a:sym typeface="Jost"/>
            </a:endParaRPr>
          </a:p>
        </p:txBody>
      </p:sp>
      <p:sp>
        <p:nvSpPr>
          <p:cNvPr id="937" name="Google Shape;937;g26c2d0feb4b_0_742"/>
          <p:cNvSpPr txBox="1"/>
          <p:nvPr/>
        </p:nvSpPr>
        <p:spPr>
          <a:xfrm>
            <a:off x="2077409" y="1382550"/>
            <a:ext cx="862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200" b="0" i="0" u="none" strike="noStrike" cap="none">
                <a:solidFill>
                  <a:srgbClr val="ED1C24"/>
                </a:solidFill>
                <a:latin typeface="Poppins"/>
                <a:ea typeface="Poppins"/>
                <a:cs typeface="Poppins"/>
                <a:sym typeface="Poppins"/>
              </a:rPr>
              <a:t>a</a:t>
            </a:r>
            <a:endParaRPr sz="7200" b="0" i="0" u="none" strike="noStrike" cap="none">
              <a:solidFill>
                <a:srgbClr val="2356AF"/>
              </a:solidFill>
              <a:latin typeface="Jost"/>
              <a:ea typeface="Jost"/>
              <a:cs typeface="Jost"/>
              <a:sym typeface="Jost"/>
            </a:endParaRPr>
          </a:p>
        </p:txBody>
      </p:sp>
      <p:sp>
        <p:nvSpPr>
          <p:cNvPr id="938" name="Google Shape;938;g26c2d0feb4b_0_742"/>
          <p:cNvSpPr txBox="1"/>
          <p:nvPr/>
        </p:nvSpPr>
        <p:spPr>
          <a:xfrm>
            <a:off x="6167756"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d</a:t>
            </a:r>
            <a:endParaRPr sz="8000" b="0" i="0" u="none" strike="noStrike" cap="none">
              <a:solidFill>
                <a:srgbClr val="2356AF"/>
              </a:solidFill>
              <a:latin typeface="Jost"/>
              <a:ea typeface="Jost"/>
              <a:cs typeface="Jost"/>
              <a:sym typeface="Jost"/>
            </a:endParaRPr>
          </a:p>
        </p:txBody>
      </p:sp>
      <p:sp>
        <p:nvSpPr>
          <p:cNvPr id="939" name="Google Shape;939;g26c2d0feb4b_0_742"/>
          <p:cNvSpPr txBox="1"/>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g</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 s</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g pig dig 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g n</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g g</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a:t>
            </a:r>
            <a:endParaRPr sz="1800" b="0" i="0" u="none" strike="noStrike" cap="none">
              <a:solidFill>
                <a:srgbClr val="B7B7B7"/>
              </a:solidFill>
              <a:latin typeface="Jost"/>
              <a:ea typeface="Jost"/>
              <a:cs typeface="Jost"/>
              <a:sym typeface="Jo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‘Goosey, Goosey Gander’.</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g</a:t>
            </a:r>
            <a:r>
              <a:rPr lang="en-US"/>
              <a:t>’ in a variety of sizes and media, for example using chalk to</a:t>
            </a:r>
            <a:endParaRPr/>
          </a:p>
          <a:p>
            <a:pPr marL="457200" lvl="0" indent="-330200" algn="l" rtl="0">
              <a:lnSpc>
                <a:spcPct val="115000"/>
              </a:lnSpc>
              <a:spcBef>
                <a:spcPts val="0"/>
              </a:spcBef>
              <a:spcAft>
                <a:spcPts val="0"/>
              </a:spcAft>
              <a:buSzPts val="1600"/>
              <a:buChar char="•"/>
            </a:pPr>
            <a:r>
              <a:rPr lang="en-US"/>
              <a:t>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a:p>
            <a:pPr marL="457200" lvl="0" indent="-330200" algn="l" rtl="0">
              <a:lnSpc>
                <a:spcPct val="115000"/>
              </a:lnSpc>
              <a:spcBef>
                <a:spcPts val="0"/>
              </a:spcBef>
              <a:spcAft>
                <a:spcPts val="0"/>
              </a:spcAft>
              <a:buSzPts val="1600"/>
              <a:buChar char="•"/>
            </a:pPr>
            <a:r>
              <a:rPr lang="en-US"/>
              <a:t>Use letters for building words and encoding.</a:t>
            </a:r>
            <a:endParaRPr/>
          </a:p>
          <a:p>
            <a:pPr marL="457200" lvl="0" indent="-330200" algn="l" rtl="0">
              <a:lnSpc>
                <a:spcPct val="115000"/>
              </a:lnSpc>
              <a:spcBef>
                <a:spcPts val="0"/>
              </a:spcBef>
              <a:spcAft>
                <a:spcPts val="0"/>
              </a:spcAft>
              <a:buSzPts val="1600"/>
              <a:buChar char="•"/>
            </a:pPr>
            <a:r>
              <a:rPr lang="en-US"/>
              <a:t>Print letters using ink stamps.</a:t>
            </a:r>
            <a:endParaRPr/>
          </a:p>
        </p:txBody>
      </p:sp>
      <p:sp>
        <p:nvSpPr>
          <p:cNvPr id="946" name="Google Shape;946;g2c186218c5a_0_118"/>
          <p:cNvSpPr txBox="1"/>
          <p:nvPr/>
        </p:nvSpPr>
        <p:spPr>
          <a:xfrm rot="362194">
            <a:off x="2400002" y="2009636"/>
            <a:ext cx="293829"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2356AF"/>
                </a:solidFill>
                <a:latin typeface="Finger Paint"/>
                <a:ea typeface="Finger Paint"/>
                <a:cs typeface="Finger Paint"/>
                <a:sym typeface="Finger Paint"/>
              </a:rPr>
              <a:t>g</a:t>
            </a:r>
            <a:endParaRPr sz="10000" b="0" i="0" u="none" strike="noStrike" cap="none">
              <a:solidFill>
                <a:srgbClr val="2356AF"/>
              </a:solidFill>
              <a:latin typeface="Finger Paint"/>
              <a:ea typeface="Finger Paint"/>
              <a:cs typeface="Finger Paint"/>
              <a:sym typeface="Finger Paint"/>
            </a:endParaRPr>
          </a:p>
        </p:txBody>
      </p:sp>
      <p:pic>
        <p:nvPicPr>
          <p:cNvPr id="947" name="Google Shape;947;g2c186218c5a_0_118"/>
          <p:cNvPicPr preferRelativeResize="0"/>
          <p:nvPr/>
        </p:nvPicPr>
        <p:blipFill rotWithShape="1">
          <a:blip r:embed="rId3">
            <a:alphaModFix/>
          </a:blip>
          <a:srcRect/>
          <a:stretch/>
        </p:blipFill>
        <p:spPr>
          <a:xfrm rot="-451458">
            <a:off x="1092175" y="2902359"/>
            <a:ext cx="1046502" cy="124450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384</Words>
  <Application>Microsoft Office PowerPoint</Application>
  <PresentationFormat>On-screen Show (4:3)</PresentationFormat>
  <Paragraphs>143</Paragraphs>
  <Slides>19</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Poppins</vt:lpstr>
      <vt:lpstr>Jost</vt:lpstr>
      <vt:lpstr>Mulish</vt:lpstr>
      <vt:lpstr>Calibri</vt:lpstr>
      <vt:lpstr>Nunito Black</vt:lpstr>
      <vt:lpstr>Finger Paint</vt:lpstr>
      <vt:lpstr>Arial</vt:lpstr>
      <vt:lpstr>Poppins Medium</vt:lpstr>
      <vt:lpstr>Poppins SemiBold</vt:lpstr>
      <vt:lpstr>Office Theme</vt:lpstr>
      <vt:lpstr>PowerPoint Presentation</vt:lpstr>
      <vt:lpstr>PowerPoint Presentation</vt:lpstr>
      <vt:lpstr>PowerPoint Presentation</vt:lpstr>
      <vt:lpstr>PowerPoint Presentation</vt:lpstr>
      <vt:lpstr>Hear Phonemes</vt:lpstr>
      <vt:lpstr>Hear Phonemes</vt:lpstr>
      <vt:lpstr>Teach Grapheme Caption</vt:lpstr>
      <vt:lpstr>Teach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2026-04-22T05:26:17Z</dcterms:modified>
</cp:coreProperties>
</file>