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embeddedFontLst>
    <p:embeddedFont>
      <p:font typeface="Jost" panose="020B0604020202020204" charset="0"/>
      <p:regular r:id="rId16"/>
      <p:bold r:id="rId17"/>
      <p:italic r:id="rId18"/>
      <p:boldItalic r:id="rId19"/>
    </p:embeddedFont>
    <p:embeddedFont>
      <p:font typeface="Nunito Black" pitchFamily="2" charset="0"/>
      <p:bold r:id="rId20"/>
      <p:boldItalic r:id="rId21"/>
    </p:embeddedFont>
    <p:embeddedFont>
      <p:font typeface="Poppins" panose="00000500000000000000" pitchFamily="2" charset="0"/>
      <p:regular r:id="rId22"/>
      <p:bold r:id="rId23"/>
      <p:italic r:id="rId24"/>
      <p:boldItalic r:id="rId25"/>
    </p:embeddedFont>
    <p:embeddedFont>
      <p:font typeface="Poppins Medium" panose="00000600000000000000" pitchFamily="2" charset="0"/>
      <p:regular r:id="rId26"/>
      <p:bold r:id="rId27"/>
      <p:italic r:id="rId28"/>
      <p:boldItalic r:id="rId29"/>
    </p:embeddedFont>
    <p:embeddedFont>
      <p:font typeface="Poppins SemiBold" panose="000007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ip/J74gXBlg4gkr+44344NFEk6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1FEE024-8FC5-43AE-8C97-9EFDFCA8C738}">
  <a:tblStyle styleId="{D1FEE024-8FC5-43AE-8C97-9EFDFCA8C73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21" Type="http://schemas.openxmlformats.org/officeDocument/2006/relationships/font" Target="fonts/font6.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3" name="Google Shape;75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4" name="Google Shape;75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2" name="Google Shape;842;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3" name="Google Shape;843;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4" name="Google Shape;864;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8" name="Google Shape;898;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9" name="Google Shape;899;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4" name="Google Shape;914;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5" name="Google Shape;915;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2" name="Google Shape;922;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3" name="Google Shape;923;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0" name="Google Shape;940;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1" name="Google Shape;941;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8" name="Google Shape;958;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9" name="Google Shape;959;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d18f763b02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g2d18f763b02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4" name="Google Shape;984;g2d18f763b02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929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00" b="0" i="0" u="none" strike="noStrike" cap="none">
                <a:solidFill>
                  <a:srgbClr val="FFFFFF"/>
                </a:solidFill>
                <a:latin typeface="Poppins SemiBold"/>
                <a:ea typeface="Poppins SemiBold"/>
                <a:cs typeface="Poppins SemiBold"/>
                <a:sym typeface="Poppins SemiBold"/>
              </a:rPr>
              <a:t>Review </a:t>
            </a:r>
            <a:r>
              <a:rPr lang="en-US" sz="1700">
                <a:solidFill>
                  <a:srgbClr val="FFFFFF"/>
                </a:solidFill>
                <a:latin typeface="Poppins SemiBold"/>
                <a:ea typeface="Poppins SemiBold"/>
                <a:cs typeface="Poppins SemiBold"/>
                <a:sym typeface="Poppins SemiBold"/>
              </a:rPr>
              <a:t>Common Exception Word</a:t>
            </a:r>
            <a:r>
              <a:rPr lang="en-US" sz="1700" b="0" i="0" u="none" strike="noStrike" cap="none">
                <a:solidFill>
                  <a:srgbClr val="FFFFFF"/>
                </a:solidFill>
                <a:latin typeface="Poppins SemiBold"/>
                <a:ea typeface="Poppins SemiBold"/>
                <a:cs typeface="Poppins SemiBold"/>
                <a:sym typeface="Poppins SemiBold"/>
              </a:rPr>
              <a:t>s</a:t>
            </a:r>
            <a:endParaRPr sz="17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6494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00" b="0" i="0" u="none" strike="noStrike" cap="none">
                <a:solidFill>
                  <a:srgbClr val="8DC63F"/>
                </a:solidFill>
                <a:latin typeface="Poppins Medium"/>
                <a:ea typeface="Poppins Medium"/>
                <a:cs typeface="Poppins Medium"/>
                <a:sym typeface="Poppins Medium"/>
              </a:rPr>
              <a:t>Week 4 - Friday</a:t>
            </a:r>
            <a:endParaRPr sz="17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00" b="0" i="0" u="none" strike="noStrike" cap="none">
                <a:solidFill>
                  <a:srgbClr val="8DC63F"/>
                </a:solidFill>
                <a:latin typeface="Poppins Medium"/>
                <a:ea typeface="Poppins Medium"/>
                <a:cs typeface="Poppins Medium"/>
                <a:sym typeface="Poppins Medium"/>
              </a:rPr>
              <a:t>Lesson 25</a:t>
            </a:r>
            <a:endParaRPr sz="17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00" b="0" i="0" u="none" strike="noStrike" cap="none">
                <a:solidFill>
                  <a:srgbClr val="FFFFFF"/>
                </a:solidFill>
                <a:latin typeface="Poppins SemiBold"/>
                <a:ea typeface="Poppins SemiBold"/>
                <a:cs typeface="Poppins SemiBold"/>
                <a:sym typeface="Poppins SemiBold"/>
              </a:rPr>
              <a:t>Phase 4 - Blends</a:t>
            </a:r>
            <a:endParaRPr sz="17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Title Slide-Phase, week, lesson_1">
    <p:spTree>
      <p:nvGrpSpPr>
        <p:cNvPr id="1" name="Shape 126"/>
        <p:cNvGrpSpPr/>
        <p:nvPr/>
      </p:nvGrpSpPr>
      <p:grpSpPr>
        <a:xfrm>
          <a:off x="0" y="0"/>
          <a:ext cx="0" cy="0"/>
          <a:chOff x="0" y="0"/>
          <a:chExt cx="0" cy="0"/>
        </a:xfrm>
      </p:grpSpPr>
      <p:sp>
        <p:nvSpPr>
          <p:cNvPr id="127" name="Google Shape;127;g26fb94498d9_0_7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9" name="Google Shape;129;g26fb94498d9_0_70"/>
          <p:cNvGrpSpPr/>
          <p:nvPr/>
        </p:nvGrpSpPr>
        <p:grpSpPr>
          <a:xfrm>
            <a:off x="8199150" y="5983875"/>
            <a:ext cx="586800" cy="571500"/>
            <a:chOff x="7894350" y="6212475"/>
            <a:chExt cx="586800" cy="571500"/>
          </a:xfrm>
        </p:grpSpPr>
        <p:sp>
          <p:nvSpPr>
            <p:cNvPr id="130" name="Google Shape;130;g26fb94498d9_0_7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 name="Google Shape;131;g26fb94498d9_0_7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 name="Google Shape;132;g26fb94498d9_0_7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3" name="Google Shape;133;g26fb94498d9_0_70"/>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Independent Reading</a:t>
            </a:r>
            <a:endParaRPr sz="3200" b="0" i="0" u="none" strike="noStrike" cap="none">
              <a:solidFill>
                <a:srgbClr val="8DC63F"/>
              </a:solidFill>
              <a:latin typeface="Poppins Medium"/>
              <a:ea typeface="Poppins Medium"/>
              <a:cs typeface="Poppins Medium"/>
              <a:sym typeface="Poppins Medium"/>
            </a:endParaRPr>
          </a:p>
        </p:txBody>
      </p:sp>
      <p:cxnSp>
        <p:nvCxnSpPr>
          <p:cNvPr id="134" name="Google Shape;134;g26fb94498d9_0_70"/>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5" name="Google Shape;135;g26fb94498d9_0_70"/>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6" name="Google Shape;136;g26fb94498d9_0_70"/>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Decodable Readers &amp; Teacher Book Activities</a:t>
            </a:r>
            <a:endParaRPr sz="1100" b="0" i="0" u="none" strike="noStrike" cap="none">
              <a:solidFill>
                <a:srgbClr val="8DC63F"/>
              </a:solidFill>
              <a:latin typeface="Poppins Medium"/>
              <a:ea typeface="Poppins Medium"/>
              <a:cs typeface="Poppins Medium"/>
              <a:sym typeface="Poppins Medium"/>
            </a:endParaRPr>
          </a:p>
        </p:txBody>
      </p:sp>
      <p:sp>
        <p:nvSpPr>
          <p:cNvPr id="137" name="Google Shape;137;g26fb94498d9_0_70"/>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Workbooks</a:t>
            </a:r>
            <a:endParaRPr sz="1100" b="0" i="0" u="none" strike="noStrike" cap="none">
              <a:solidFill>
                <a:srgbClr val="8DC63F"/>
              </a:solidFill>
              <a:latin typeface="Poppins Medium"/>
              <a:ea typeface="Poppins Medium"/>
              <a:cs typeface="Poppins Medium"/>
              <a:sym typeface="Poppins Medium"/>
            </a:endParaRPr>
          </a:p>
        </p:txBody>
      </p:sp>
      <p:grpSp>
        <p:nvGrpSpPr>
          <p:cNvPr id="138" name="Google Shape;138;g26fb94498d9_0_70"/>
          <p:cNvGrpSpPr/>
          <p:nvPr/>
        </p:nvGrpSpPr>
        <p:grpSpPr>
          <a:xfrm>
            <a:off x="-36800" y="-52000"/>
            <a:ext cx="9236100" cy="543750"/>
            <a:chOff x="-36800" y="-52000"/>
            <a:chExt cx="9236100" cy="543750"/>
          </a:xfrm>
        </p:grpSpPr>
        <p:sp>
          <p:nvSpPr>
            <p:cNvPr id="139" name="Google Shape;139;g26fb94498d9_0_7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6fb94498d9_0_70"/>
            <p:cNvGrpSpPr/>
            <p:nvPr/>
          </p:nvGrpSpPr>
          <p:grpSpPr>
            <a:xfrm>
              <a:off x="3235760" y="88250"/>
              <a:ext cx="1337400" cy="403500"/>
              <a:chOff x="565600" y="88250"/>
              <a:chExt cx="1337400" cy="403500"/>
            </a:xfrm>
          </p:grpSpPr>
          <p:sp>
            <p:nvSpPr>
              <p:cNvPr id="141" name="Google Shape;141;g26fb94498d9_0_7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42" name="Google Shape;142;g26fb94498d9_0_7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43" name="Google Shape;143;g26fb94498d9_0_7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fb94498d9_0_7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6fb94498d9_0_7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fb94498d9_0_7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fb94498d9_0_7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fb94498d9_0_7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fb94498d9_0_7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fb94498d9_0_7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fb94498d9_0_7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fb94498d9_0_7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fb94498d9_0_7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8"/>
        <p:cNvGrpSpPr/>
        <p:nvPr/>
      </p:nvGrpSpPr>
      <p:grpSpPr>
        <a:xfrm>
          <a:off x="0" y="0"/>
          <a:ext cx="0" cy="0"/>
          <a:chOff x="0" y="0"/>
          <a:chExt cx="0" cy="0"/>
        </a:xfrm>
      </p:grpSpPr>
      <p:sp>
        <p:nvSpPr>
          <p:cNvPr id="189" name="Google Shape;18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0" name="Google Shape;19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91" name="Google Shape;19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2" name="Google Shape;19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5" name="Google Shape;195;g26b641b03cd_0_260"/>
          <p:cNvGrpSpPr/>
          <p:nvPr/>
        </p:nvGrpSpPr>
        <p:grpSpPr>
          <a:xfrm>
            <a:off x="8199150" y="5983875"/>
            <a:ext cx="586800" cy="571500"/>
            <a:chOff x="7894350" y="6212475"/>
            <a:chExt cx="586800" cy="571500"/>
          </a:xfrm>
        </p:grpSpPr>
        <p:sp>
          <p:nvSpPr>
            <p:cNvPr id="196" name="Google Shape;19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9" name="Google Shape;199;g26b641b03cd_0_260"/>
          <p:cNvGrpSpPr/>
          <p:nvPr/>
        </p:nvGrpSpPr>
        <p:grpSpPr>
          <a:xfrm>
            <a:off x="-36800" y="-52000"/>
            <a:ext cx="9236100" cy="543750"/>
            <a:chOff x="-36800" y="-52000"/>
            <a:chExt cx="9236100" cy="543750"/>
          </a:xfrm>
        </p:grpSpPr>
        <p:sp>
          <p:nvSpPr>
            <p:cNvPr id="200" name="Google Shape;20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1" name="Google Shape;201;g26b641b03cd_0_260"/>
            <p:cNvGrpSpPr/>
            <p:nvPr/>
          </p:nvGrpSpPr>
          <p:grpSpPr>
            <a:xfrm>
              <a:off x="3235760" y="88250"/>
              <a:ext cx="1337400" cy="403500"/>
              <a:chOff x="565600" y="88250"/>
              <a:chExt cx="1337400" cy="403500"/>
            </a:xfrm>
          </p:grpSpPr>
          <p:sp>
            <p:nvSpPr>
              <p:cNvPr id="202" name="Google Shape;202;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3" name="Google Shape;203;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204" name="Google Shape;204;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205" name="Google Shape;20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1" name="Google Shape;211;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3" name="Google Shape;21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4" name="Google Shape;21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8" name="Google Shape;218;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9" name="Google Shape;219;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3" name="Google Shape;223;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6" name="Google Shape;226;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8" name="Google Shape;228;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29" name="Google Shape;229;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0" name="Google Shape;230;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2c235dd0dad_1_87"/>
          <p:cNvGrpSpPr/>
          <p:nvPr/>
        </p:nvGrpSpPr>
        <p:grpSpPr>
          <a:xfrm>
            <a:off x="662575" y="6212475"/>
            <a:ext cx="586800" cy="571500"/>
            <a:chOff x="662575" y="6212475"/>
            <a:chExt cx="586800" cy="571500"/>
          </a:xfrm>
        </p:grpSpPr>
        <p:sp>
          <p:nvSpPr>
            <p:cNvPr id="239" name="Google Shape;23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2c235dd0dad_1_87"/>
          <p:cNvGrpSpPr/>
          <p:nvPr/>
        </p:nvGrpSpPr>
        <p:grpSpPr>
          <a:xfrm>
            <a:off x="7894350" y="6212475"/>
            <a:ext cx="586800" cy="571500"/>
            <a:chOff x="7894350" y="6212475"/>
            <a:chExt cx="586800" cy="571500"/>
          </a:xfrm>
        </p:grpSpPr>
        <p:sp>
          <p:nvSpPr>
            <p:cNvPr id="243" name="Google Shape;24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6"/>
        <p:cNvGrpSpPr/>
        <p:nvPr/>
      </p:nvGrpSpPr>
      <p:grpSpPr>
        <a:xfrm>
          <a:off x="0" y="0"/>
          <a:ext cx="0" cy="0"/>
          <a:chOff x="0" y="0"/>
          <a:chExt cx="0" cy="0"/>
        </a:xfrm>
      </p:grpSpPr>
      <p:sp>
        <p:nvSpPr>
          <p:cNvPr id="247" name="Google Shape;247;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5" name="Google Shape;255;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6" name="Google Shape;256;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58" name="Google Shape;258;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59" name="Google Shape;259;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0" name="Google Shape;260;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1" name="Google Shape;261;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2" name="Google Shape;262;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3" name="Google Shape;263;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4" name="Google Shape;264;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5" name="Google Shape;265;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6" name="Google Shape;266;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7" name="Google Shape;267;g1f3daf8a844_0_32"/>
          <p:cNvGrpSpPr/>
          <p:nvPr/>
        </p:nvGrpSpPr>
        <p:grpSpPr>
          <a:xfrm>
            <a:off x="662575" y="6212475"/>
            <a:ext cx="586800" cy="571500"/>
            <a:chOff x="662575" y="6212475"/>
            <a:chExt cx="586800" cy="571500"/>
          </a:xfrm>
        </p:grpSpPr>
        <p:sp>
          <p:nvSpPr>
            <p:cNvPr id="268" name="Google Shape;268;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1f3daf8a844_0_32"/>
          <p:cNvGrpSpPr/>
          <p:nvPr/>
        </p:nvGrpSpPr>
        <p:grpSpPr>
          <a:xfrm>
            <a:off x="7894350" y="6212475"/>
            <a:ext cx="586800" cy="571500"/>
            <a:chOff x="7894350" y="6212475"/>
            <a:chExt cx="586800" cy="571500"/>
          </a:xfrm>
        </p:grpSpPr>
        <p:sp>
          <p:nvSpPr>
            <p:cNvPr id="272" name="Google Shape;272;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5"/>
        <p:cNvGrpSpPr/>
        <p:nvPr/>
      </p:nvGrpSpPr>
      <p:grpSpPr>
        <a:xfrm>
          <a:off x="0" y="0"/>
          <a:ext cx="0" cy="0"/>
          <a:chOff x="0" y="0"/>
          <a:chExt cx="0" cy="0"/>
        </a:xfrm>
      </p:grpSpPr>
      <p:sp>
        <p:nvSpPr>
          <p:cNvPr id="276" name="Google Shape;276;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8" name="Google Shape;278;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9" name="Google Shape;279;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2" name="Google Shape;282;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83" name="Google Shape;283;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4" name="Google Shape;284;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5" name="Google Shape;285;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6" name="Google Shape;286;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7" name="Google Shape;287;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88" name="Google Shape;288;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9" name="Google Shape;289;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0" name="Google Shape;290;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1" name="Google Shape;291;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2" name="Google Shape;29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3" name="Google Shape;29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4" name="Google Shape;29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 name="Google Shape;29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6" name="Google Shape;29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97" name="Google Shape;297;g2c157a2fb06_0_53"/>
          <p:cNvGrpSpPr/>
          <p:nvPr/>
        </p:nvGrpSpPr>
        <p:grpSpPr>
          <a:xfrm>
            <a:off x="1403031" y="6958923"/>
            <a:ext cx="6774848" cy="1291477"/>
            <a:chOff x="717231" y="7263723"/>
            <a:chExt cx="6774848" cy="1291477"/>
          </a:xfrm>
        </p:grpSpPr>
        <p:sp>
          <p:nvSpPr>
            <p:cNvPr id="298" name="Google Shape;29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99" name="Google Shape;29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0" name="Google Shape;30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1" name="Google Shape;30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2" name="Google Shape;30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3" name="Google Shape;30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06" name="Google Shape;30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7" name="Google Shape;30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8" name="Google Shape;30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0" name="Google Shape;31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1" name="Google Shape;311;g2c157a2fb06_0_53"/>
          <p:cNvGrpSpPr/>
          <p:nvPr/>
        </p:nvGrpSpPr>
        <p:grpSpPr>
          <a:xfrm>
            <a:off x="662575" y="6212475"/>
            <a:ext cx="586800" cy="571500"/>
            <a:chOff x="662575" y="6212475"/>
            <a:chExt cx="586800" cy="571500"/>
          </a:xfrm>
        </p:grpSpPr>
        <p:sp>
          <p:nvSpPr>
            <p:cNvPr id="312" name="Google Shape;31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53"/>
          <p:cNvGrpSpPr/>
          <p:nvPr/>
        </p:nvGrpSpPr>
        <p:grpSpPr>
          <a:xfrm>
            <a:off x="7894350" y="6212475"/>
            <a:ext cx="586800" cy="571500"/>
            <a:chOff x="7894350" y="6212475"/>
            <a:chExt cx="586800" cy="571500"/>
          </a:xfrm>
        </p:grpSpPr>
        <p:sp>
          <p:nvSpPr>
            <p:cNvPr id="316" name="Google Shape;31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9"/>
        <p:cNvGrpSpPr/>
        <p:nvPr/>
      </p:nvGrpSpPr>
      <p:grpSpPr>
        <a:xfrm>
          <a:off x="0" y="0"/>
          <a:ext cx="0" cy="0"/>
          <a:chOff x="0" y="0"/>
          <a:chExt cx="0" cy="0"/>
        </a:xfrm>
      </p:grpSpPr>
      <p:sp>
        <p:nvSpPr>
          <p:cNvPr id="320" name="Google Shape;320;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327" name="Google Shape;32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28" name="Google Shape;328;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9" name="Google Shape;329;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30" name="Google Shape;330;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1" name="Google Shape;331;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2" name="Google Shape;332;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33" name="Google Shape;333;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8" name="Google Shape;338;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39" name="Google Shape;339;g2c157a2fb06_0_158"/>
          <p:cNvGrpSpPr/>
          <p:nvPr/>
        </p:nvGrpSpPr>
        <p:grpSpPr>
          <a:xfrm>
            <a:off x="662575" y="6212475"/>
            <a:ext cx="586800" cy="571500"/>
            <a:chOff x="662575" y="6212475"/>
            <a:chExt cx="586800" cy="571500"/>
          </a:xfrm>
        </p:grpSpPr>
        <p:sp>
          <p:nvSpPr>
            <p:cNvPr id="340" name="Google Shape;340;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3" name="Google Shape;343;g2c157a2fb06_0_158"/>
          <p:cNvGrpSpPr/>
          <p:nvPr/>
        </p:nvGrpSpPr>
        <p:grpSpPr>
          <a:xfrm>
            <a:off x="7894350" y="6212475"/>
            <a:ext cx="586800" cy="571500"/>
            <a:chOff x="7894350" y="6212475"/>
            <a:chExt cx="586800" cy="571500"/>
          </a:xfrm>
        </p:grpSpPr>
        <p:sp>
          <p:nvSpPr>
            <p:cNvPr id="344" name="Google Shape;344;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47"/>
        <p:cNvGrpSpPr/>
        <p:nvPr/>
      </p:nvGrpSpPr>
      <p:grpSpPr>
        <a:xfrm>
          <a:off x="0" y="0"/>
          <a:ext cx="0" cy="0"/>
          <a:chOff x="0" y="0"/>
          <a:chExt cx="0" cy="0"/>
        </a:xfrm>
      </p:grpSpPr>
      <p:sp>
        <p:nvSpPr>
          <p:cNvPr id="348" name="Google Shape;348;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0" name="Google Shape;350;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1" name="Google Shape;351;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55" name="Google Shape;35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56" name="Google Shape;35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57" name="Google Shape;35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8" name="Google Shape;35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9" name="Google Shape;35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0" name="Google Shape;360;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1" name="Google Shape;361;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3" name="Google Shape;363;g2c157a2fb06_0_263"/>
          <p:cNvSpPr>
            <a:spLocks noGrp="1"/>
          </p:cNvSpPr>
          <p:nvPr>
            <p:ph type="pic" idx="7"/>
          </p:nvPr>
        </p:nvSpPr>
        <p:spPr>
          <a:xfrm>
            <a:off x="5086375" y="4412425"/>
            <a:ext cx="2668800" cy="1291500"/>
          </a:xfrm>
          <a:prstGeom prst="rect">
            <a:avLst/>
          </a:prstGeom>
          <a:noFill/>
          <a:ln>
            <a:noFill/>
          </a:ln>
        </p:spPr>
      </p:sp>
      <p:sp>
        <p:nvSpPr>
          <p:cNvPr id="364" name="Google Shape;364;g2c157a2fb06_0_263"/>
          <p:cNvSpPr>
            <a:spLocks noGrp="1"/>
          </p:cNvSpPr>
          <p:nvPr>
            <p:ph type="pic" idx="8"/>
          </p:nvPr>
        </p:nvSpPr>
        <p:spPr>
          <a:xfrm>
            <a:off x="5086375" y="797675"/>
            <a:ext cx="2668800" cy="1291500"/>
          </a:xfrm>
          <a:prstGeom prst="rect">
            <a:avLst/>
          </a:prstGeom>
          <a:noFill/>
          <a:ln>
            <a:noFill/>
          </a:ln>
        </p:spPr>
      </p:sp>
      <p:sp>
        <p:nvSpPr>
          <p:cNvPr id="365" name="Google Shape;365;g2c157a2fb06_0_263"/>
          <p:cNvSpPr>
            <a:spLocks noGrp="1"/>
          </p:cNvSpPr>
          <p:nvPr>
            <p:ph type="pic" idx="9"/>
          </p:nvPr>
        </p:nvSpPr>
        <p:spPr>
          <a:xfrm>
            <a:off x="5086375" y="2002592"/>
            <a:ext cx="2668800" cy="1291500"/>
          </a:xfrm>
          <a:prstGeom prst="rect">
            <a:avLst/>
          </a:prstGeom>
          <a:noFill/>
          <a:ln>
            <a:noFill/>
          </a:ln>
        </p:spPr>
      </p:sp>
      <p:sp>
        <p:nvSpPr>
          <p:cNvPr id="366" name="Google Shape;366;g2c157a2fb06_0_263"/>
          <p:cNvSpPr>
            <a:spLocks noGrp="1"/>
          </p:cNvSpPr>
          <p:nvPr>
            <p:ph type="pic" idx="13"/>
          </p:nvPr>
        </p:nvSpPr>
        <p:spPr>
          <a:xfrm>
            <a:off x="5086375" y="3207508"/>
            <a:ext cx="2668800" cy="1291500"/>
          </a:xfrm>
          <a:prstGeom prst="rect">
            <a:avLst/>
          </a:prstGeom>
          <a:noFill/>
          <a:ln>
            <a:noFill/>
          </a:ln>
        </p:spPr>
      </p:sp>
      <p:sp>
        <p:nvSpPr>
          <p:cNvPr id="367" name="Google Shape;367;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8" name="Google Shape;36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9" name="Google Shape;36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0" name="Google Shape;370;g2c157a2fb06_0_263"/>
          <p:cNvGrpSpPr/>
          <p:nvPr/>
        </p:nvGrpSpPr>
        <p:grpSpPr>
          <a:xfrm>
            <a:off x="662575" y="6212475"/>
            <a:ext cx="586800" cy="571500"/>
            <a:chOff x="662575" y="6212475"/>
            <a:chExt cx="586800" cy="571500"/>
          </a:xfrm>
        </p:grpSpPr>
        <p:sp>
          <p:nvSpPr>
            <p:cNvPr id="371" name="Google Shape;371;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263"/>
          <p:cNvGrpSpPr/>
          <p:nvPr/>
        </p:nvGrpSpPr>
        <p:grpSpPr>
          <a:xfrm>
            <a:off x="7894350" y="6212475"/>
            <a:ext cx="586800" cy="571500"/>
            <a:chOff x="7894350" y="6212475"/>
            <a:chExt cx="586800" cy="571500"/>
          </a:xfrm>
        </p:grpSpPr>
        <p:sp>
          <p:nvSpPr>
            <p:cNvPr id="375" name="Google Shape;375;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78"/>
        <p:cNvGrpSpPr/>
        <p:nvPr/>
      </p:nvGrpSpPr>
      <p:grpSpPr>
        <a:xfrm>
          <a:off x="0" y="0"/>
          <a:ext cx="0" cy="0"/>
          <a:chOff x="0" y="0"/>
          <a:chExt cx="0" cy="0"/>
        </a:xfrm>
      </p:grpSpPr>
      <p:sp>
        <p:nvSpPr>
          <p:cNvPr id="379" name="Google Shape;379;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81" name="Google Shape;381;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5" name="Google Shape;385;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6" name="Google Shape;38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7" name="Google Shape;38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8" name="Google Shape;38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89" name="Google Shape;38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0" name="Google Shape;39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1" name="Google Shape;39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2" name="Google Shape;39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94" name="Google Shape;39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6" name="Google Shape;396;g2c157a2fb06_0_467"/>
          <p:cNvGrpSpPr/>
          <p:nvPr/>
        </p:nvGrpSpPr>
        <p:grpSpPr>
          <a:xfrm>
            <a:off x="662575" y="6212475"/>
            <a:ext cx="586800" cy="571500"/>
            <a:chOff x="662575" y="6212475"/>
            <a:chExt cx="586800" cy="571500"/>
          </a:xfrm>
        </p:grpSpPr>
        <p:sp>
          <p:nvSpPr>
            <p:cNvPr id="397" name="Google Shape;39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467"/>
          <p:cNvGrpSpPr/>
          <p:nvPr/>
        </p:nvGrpSpPr>
        <p:grpSpPr>
          <a:xfrm>
            <a:off x="7894350" y="6212475"/>
            <a:ext cx="586800" cy="571500"/>
            <a:chOff x="7894350" y="6212475"/>
            <a:chExt cx="586800" cy="571500"/>
          </a:xfrm>
        </p:grpSpPr>
        <p:sp>
          <p:nvSpPr>
            <p:cNvPr id="401" name="Google Shape;40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04"/>
        <p:cNvGrpSpPr/>
        <p:nvPr/>
      </p:nvGrpSpPr>
      <p:grpSpPr>
        <a:xfrm>
          <a:off x="0" y="0"/>
          <a:ext cx="0" cy="0"/>
          <a:chOff x="0" y="0"/>
          <a:chExt cx="0" cy="0"/>
        </a:xfrm>
      </p:grpSpPr>
      <p:sp>
        <p:nvSpPr>
          <p:cNvPr id="405" name="Google Shape;405;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7" name="Google Shape;40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1" name="Google Shape;411;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2" name="Google Shape;41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3" name="Google Shape;41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0" name="Google Shape;42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629"/>
          <p:cNvGrpSpPr/>
          <p:nvPr/>
        </p:nvGrpSpPr>
        <p:grpSpPr>
          <a:xfrm>
            <a:off x="662575" y="6212475"/>
            <a:ext cx="586800" cy="571500"/>
            <a:chOff x="662575" y="6212475"/>
            <a:chExt cx="586800" cy="571500"/>
          </a:xfrm>
        </p:grpSpPr>
        <p:sp>
          <p:nvSpPr>
            <p:cNvPr id="423" name="Google Shape;423;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629"/>
          <p:cNvGrpSpPr/>
          <p:nvPr/>
        </p:nvGrpSpPr>
        <p:grpSpPr>
          <a:xfrm>
            <a:off x="7894350" y="6212475"/>
            <a:ext cx="586800" cy="571500"/>
            <a:chOff x="7894350" y="6212475"/>
            <a:chExt cx="586800" cy="571500"/>
          </a:xfrm>
        </p:grpSpPr>
        <p:sp>
          <p:nvSpPr>
            <p:cNvPr id="427" name="Google Shape;427;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0"/>
        <p:cNvGrpSpPr/>
        <p:nvPr/>
      </p:nvGrpSpPr>
      <p:grpSpPr>
        <a:xfrm>
          <a:off x="0" y="0"/>
          <a:ext cx="0" cy="0"/>
          <a:chOff x="0" y="0"/>
          <a:chExt cx="0" cy="0"/>
        </a:xfrm>
      </p:grpSpPr>
      <p:sp>
        <p:nvSpPr>
          <p:cNvPr id="431" name="Google Shape;431;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3" name="Google Shape;433;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4" name="Google Shape;434;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7" name="Google Shape;437;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8" name="Google Shape;43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9" name="Google Shape;43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0" name="Google Shape;44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1" name="Google Shape;44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2" name="Google Shape;44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3" name="Google Shape;44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5" name="Google Shape;44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47" name="Google Shape;44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9" name="Google Shape;449;g2c157a2fb06_0_798"/>
          <p:cNvGrpSpPr/>
          <p:nvPr/>
        </p:nvGrpSpPr>
        <p:grpSpPr>
          <a:xfrm>
            <a:off x="662575" y="6212475"/>
            <a:ext cx="586800" cy="571500"/>
            <a:chOff x="662575" y="6212475"/>
            <a:chExt cx="586800" cy="571500"/>
          </a:xfrm>
        </p:grpSpPr>
        <p:sp>
          <p:nvSpPr>
            <p:cNvPr id="450" name="Google Shape;45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3" name="Google Shape;453;g2c157a2fb06_0_798"/>
          <p:cNvGrpSpPr/>
          <p:nvPr/>
        </p:nvGrpSpPr>
        <p:grpSpPr>
          <a:xfrm>
            <a:off x="7894350" y="6212475"/>
            <a:ext cx="586800" cy="571500"/>
            <a:chOff x="7894350" y="6212475"/>
            <a:chExt cx="586800" cy="571500"/>
          </a:xfrm>
        </p:grpSpPr>
        <p:sp>
          <p:nvSpPr>
            <p:cNvPr id="454" name="Google Shape;45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57"/>
        <p:cNvGrpSpPr/>
        <p:nvPr/>
      </p:nvGrpSpPr>
      <p:grpSpPr>
        <a:xfrm>
          <a:off x="0" y="0"/>
          <a:ext cx="0" cy="0"/>
          <a:chOff x="0" y="0"/>
          <a:chExt cx="0" cy="0"/>
        </a:xfrm>
      </p:grpSpPr>
      <p:sp>
        <p:nvSpPr>
          <p:cNvPr id="458" name="Google Shape;458;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0" name="Google Shape;46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1" name="Google Shape;461;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65" name="Google Shape;46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66" name="Google Shape;46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67" name="Google Shape;46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68" name="Google Shape;46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69" name="Google Shape;469;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70" name="Google Shape;470;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71" name="Google Shape;471;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2" name="Google Shape;472;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74" name="Google Shape;474;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5" name="Google Shape;475;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76" name="Google Shape;476;g2c157a2fb06_0_825"/>
          <p:cNvGrpSpPr/>
          <p:nvPr/>
        </p:nvGrpSpPr>
        <p:grpSpPr>
          <a:xfrm>
            <a:off x="662575" y="6212475"/>
            <a:ext cx="586800" cy="571500"/>
            <a:chOff x="662575" y="6212475"/>
            <a:chExt cx="586800" cy="571500"/>
          </a:xfrm>
        </p:grpSpPr>
        <p:sp>
          <p:nvSpPr>
            <p:cNvPr id="477" name="Google Shape;477;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0" name="Google Shape;480;g2c157a2fb06_0_825"/>
          <p:cNvGrpSpPr/>
          <p:nvPr/>
        </p:nvGrpSpPr>
        <p:grpSpPr>
          <a:xfrm>
            <a:off x="7894350" y="6212475"/>
            <a:ext cx="586800" cy="571500"/>
            <a:chOff x="7894350" y="6212475"/>
            <a:chExt cx="586800" cy="571500"/>
          </a:xfrm>
        </p:grpSpPr>
        <p:sp>
          <p:nvSpPr>
            <p:cNvPr id="481" name="Google Shape;481;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84"/>
        <p:cNvGrpSpPr/>
        <p:nvPr/>
      </p:nvGrpSpPr>
      <p:grpSpPr>
        <a:xfrm>
          <a:off x="0" y="0"/>
          <a:ext cx="0" cy="0"/>
          <a:chOff x="0" y="0"/>
          <a:chExt cx="0" cy="0"/>
        </a:xfrm>
      </p:grpSpPr>
      <p:sp>
        <p:nvSpPr>
          <p:cNvPr id="485" name="Google Shape;485;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87" name="Google Shape;487;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8" name="Google Shape;488;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92" name="Google Shape;49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5" name="Google Shape;495;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6" name="Google Shape;496;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7" name="Google Shape;497;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8" name="Google Shape;498;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99" name="Google Shape;499;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00" name="Google Shape;500;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1" name="Google Shape;501;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3" name="Google Shape;503;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5" name="Google Shape;505;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7" name="Google Shape;507;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9" name="Google Shape;509;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1" name="Google Shape;511;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4" name="Google Shape;514;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5" name="Google Shape;515;g2c157a2fb06_0_700"/>
          <p:cNvGrpSpPr/>
          <p:nvPr/>
        </p:nvGrpSpPr>
        <p:grpSpPr>
          <a:xfrm>
            <a:off x="662575" y="6212475"/>
            <a:ext cx="586800" cy="571500"/>
            <a:chOff x="662575" y="6212475"/>
            <a:chExt cx="586800" cy="571500"/>
          </a:xfrm>
        </p:grpSpPr>
        <p:sp>
          <p:nvSpPr>
            <p:cNvPr id="516" name="Google Shape;516;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9" name="Google Shape;519;g2c157a2fb06_0_700"/>
          <p:cNvGrpSpPr/>
          <p:nvPr/>
        </p:nvGrpSpPr>
        <p:grpSpPr>
          <a:xfrm>
            <a:off x="7894350" y="6212475"/>
            <a:ext cx="586800" cy="571500"/>
            <a:chOff x="7894350" y="6212475"/>
            <a:chExt cx="586800" cy="571500"/>
          </a:xfrm>
        </p:grpSpPr>
        <p:sp>
          <p:nvSpPr>
            <p:cNvPr id="520" name="Google Shape;520;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23"/>
        <p:cNvGrpSpPr/>
        <p:nvPr/>
      </p:nvGrpSpPr>
      <p:grpSpPr>
        <a:xfrm>
          <a:off x="0" y="0"/>
          <a:ext cx="0" cy="0"/>
          <a:chOff x="0" y="0"/>
          <a:chExt cx="0" cy="0"/>
        </a:xfrm>
      </p:grpSpPr>
      <p:sp>
        <p:nvSpPr>
          <p:cNvPr id="524" name="Google Shape;524;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5" name="Google Shape;525;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6" name="Google Shape;526;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7" name="Google Shape;527;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31" name="Google Shape;531;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2" name="Google Shape;532;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3" name="Google Shape;533;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4" name="Google Shape;534;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35" name="Google Shape;535;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9" name="Google Shape;539;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0" name="Google Shape;540;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1" name="Google Shape;541;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2" name="Google Shape;542;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43" name="Google Shape;543;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4" name="Google Shape;544;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5" name="Google Shape;545;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0" name="Google Shape;550;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1" name="Google Shape;551;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2" name="Google Shape;552;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3" name="Google Shape;553;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54" name="Google Shape;554;g2c157a2fb06_0_932"/>
          <p:cNvGrpSpPr/>
          <p:nvPr/>
        </p:nvGrpSpPr>
        <p:grpSpPr>
          <a:xfrm>
            <a:off x="662575" y="6212475"/>
            <a:ext cx="586800" cy="571500"/>
            <a:chOff x="662575" y="6212475"/>
            <a:chExt cx="586800" cy="571500"/>
          </a:xfrm>
        </p:grpSpPr>
        <p:sp>
          <p:nvSpPr>
            <p:cNvPr id="555" name="Google Shape;555;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6" name="Google Shape;556;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7" name="Google Shape;557;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8" name="Google Shape;558;g2c157a2fb06_0_932"/>
          <p:cNvGrpSpPr/>
          <p:nvPr/>
        </p:nvGrpSpPr>
        <p:grpSpPr>
          <a:xfrm>
            <a:off x="7894350" y="6212475"/>
            <a:ext cx="586800" cy="571500"/>
            <a:chOff x="7894350" y="6212475"/>
            <a:chExt cx="586800" cy="571500"/>
          </a:xfrm>
        </p:grpSpPr>
        <p:sp>
          <p:nvSpPr>
            <p:cNvPr id="559" name="Google Shape;559;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62"/>
        <p:cNvGrpSpPr/>
        <p:nvPr/>
      </p:nvGrpSpPr>
      <p:grpSpPr>
        <a:xfrm>
          <a:off x="0" y="0"/>
          <a:ext cx="0" cy="0"/>
          <a:chOff x="0" y="0"/>
          <a:chExt cx="0" cy="0"/>
        </a:xfrm>
      </p:grpSpPr>
      <p:sp>
        <p:nvSpPr>
          <p:cNvPr id="563" name="Google Shape;563;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70" name="Google Shape;57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71" name="Google Shape;57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72" name="Google Shape;57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5" name="Google Shape;57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7" name="Google Shape;57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1" name="Google Shape;581;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2" name="Google Shape;582;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3" name="Google Shape;583;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5" name="Google Shape;585;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86" name="Google Shape;586;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8" name="Google Shape;588;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9" name="Google Shape;589;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90" name="Google Shape;590;g2c157a2fb06_0_1045"/>
          <p:cNvGrpSpPr/>
          <p:nvPr/>
        </p:nvGrpSpPr>
        <p:grpSpPr>
          <a:xfrm>
            <a:off x="662575" y="6212475"/>
            <a:ext cx="586800" cy="571500"/>
            <a:chOff x="662575" y="6212475"/>
            <a:chExt cx="586800" cy="571500"/>
          </a:xfrm>
        </p:grpSpPr>
        <p:sp>
          <p:nvSpPr>
            <p:cNvPr id="591" name="Google Shape;591;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4" name="Google Shape;594;g2c157a2fb06_0_1045"/>
          <p:cNvGrpSpPr/>
          <p:nvPr/>
        </p:nvGrpSpPr>
        <p:grpSpPr>
          <a:xfrm>
            <a:off x="7894350" y="6212475"/>
            <a:ext cx="586800" cy="571500"/>
            <a:chOff x="7894350" y="6212475"/>
            <a:chExt cx="586800" cy="571500"/>
          </a:xfrm>
        </p:grpSpPr>
        <p:sp>
          <p:nvSpPr>
            <p:cNvPr id="595" name="Google Shape;595;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98"/>
        <p:cNvGrpSpPr/>
        <p:nvPr/>
      </p:nvGrpSpPr>
      <p:grpSpPr>
        <a:xfrm>
          <a:off x="0" y="0"/>
          <a:ext cx="0" cy="0"/>
          <a:chOff x="0" y="0"/>
          <a:chExt cx="0" cy="0"/>
        </a:xfrm>
      </p:grpSpPr>
      <p:sp>
        <p:nvSpPr>
          <p:cNvPr id="599" name="Google Shape;599;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1" name="Google Shape;601;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2" name="Google Shape;602;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06" name="Google Shape;606;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7" name="Google Shape;607;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8" name="Google Shape;608;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9" name="Google Shape;609;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610" name="Google Shape;610;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2" name="Google Shape;612;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3" name="Google Shape;613;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4" name="Google Shape;614;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5" name="Google Shape;615;g2c157a2fb06_0_1110"/>
          <p:cNvGrpSpPr/>
          <p:nvPr/>
        </p:nvGrpSpPr>
        <p:grpSpPr>
          <a:xfrm>
            <a:off x="5806200" y="1807463"/>
            <a:ext cx="756300" cy="146700"/>
            <a:chOff x="5806200" y="1807463"/>
            <a:chExt cx="756300" cy="146700"/>
          </a:xfrm>
        </p:grpSpPr>
        <p:sp>
          <p:nvSpPr>
            <p:cNvPr id="616" name="Google Shape;616;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9" name="Google Shape;619;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0" name="Google Shape;620;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1" name="Google Shape;621;g2c157a2fb06_0_1110"/>
          <p:cNvGrpSpPr/>
          <p:nvPr/>
        </p:nvGrpSpPr>
        <p:grpSpPr>
          <a:xfrm>
            <a:off x="5806200" y="2842438"/>
            <a:ext cx="756300" cy="146700"/>
            <a:chOff x="5806200" y="1807463"/>
            <a:chExt cx="756300" cy="146700"/>
          </a:xfrm>
        </p:grpSpPr>
        <p:sp>
          <p:nvSpPr>
            <p:cNvPr id="622" name="Google Shape;622;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5" name="Google Shape;625;g2c157a2fb06_0_1110"/>
          <p:cNvGrpSpPr/>
          <p:nvPr/>
        </p:nvGrpSpPr>
        <p:grpSpPr>
          <a:xfrm>
            <a:off x="5806200" y="3877413"/>
            <a:ext cx="756300" cy="146700"/>
            <a:chOff x="5806200" y="1807463"/>
            <a:chExt cx="756300" cy="146700"/>
          </a:xfrm>
        </p:grpSpPr>
        <p:sp>
          <p:nvSpPr>
            <p:cNvPr id="626" name="Google Shape;626;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9" name="Google Shape;629;g2c157a2fb06_0_1110"/>
          <p:cNvGrpSpPr/>
          <p:nvPr/>
        </p:nvGrpSpPr>
        <p:grpSpPr>
          <a:xfrm>
            <a:off x="662575" y="6212475"/>
            <a:ext cx="586800" cy="571500"/>
            <a:chOff x="662575" y="6212475"/>
            <a:chExt cx="586800" cy="571500"/>
          </a:xfrm>
        </p:grpSpPr>
        <p:sp>
          <p:nvSpPr>
            <p:cNvPr id="630" name="Google Shape;630;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3" name="Google Shape;633;g2c157a2fb06_0_1110"/>
          <p:cNvGrpSpPr/>
          <p:nvPr/>
        </p:nvGrpSpPr>
        <p:grpSpPr>
          <a:xfrm>
            <a:off x="7894350" y="6212475"/>
            <a:ext cx="586800" cy="571500"/>
            <a:chOff x="7894350" y="6212475"/>
            <a:chExt cx="586800" cy="571500"/>
          </a:xfrm>
        </p:grpSpPr>
        <p:sp>
          <p:nvSpPr>
            <p:cNvPr id="634" name="Google Shape;634;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37"/>
        <p:cNvGrpSpPr/>
        <p:nvPr/>
      </p:nvGrpSpPr>
      <p:grpSpPr>
        <a:xfrm>
          <a:off x="0" y="0"/>
          <a:ext cx="0" cy="0"/>
          <a:chOff x="0" y="0"/>
          <a:chExt cx="0" cy="0"/>
        </a:xfrm>
      </p:grpSpPr>
      <p:sp>
        <p:nvSpPr>
          <p:cNvPr id="638" name="Google Shape;638;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40" name="Google Shape;640;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1" name="Google Shape;641;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4" name="Google Shape;644;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45" name="Google Shape;645;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6" name="Google Shape;646;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47" name="Google Shape;647;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48" name="Google Shape;648;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49" name="Google Shape;649;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50" name="Google Shape;650;g2cf1f75ecdd_0_56"/>
          <p:cNvGrpSpPr/>
          <p:nvPr/>
        </p:nvGrpSpPr>
        <p:grpSpPr>
          <a:xfrm>
            <a:off x="662575" y="6212475"/>
            <a:ext cx="586800" cy="571500"/>
            <a:chOff x="662575" y="6212475"/>
            <a:chExt cx="586800" cy="571500"/>
          </a:xfrm>
        </p:grpSpPr>
        <p:sp>
          <p:nvSpPr>
            <p:cNvPr id="651" name="Google Shape;651;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3" name="Google Shape;653;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4" name="Google Shape;654;g2cf1f75ecdd_0_56"/>
          <p:cNvGrpSpPr/>
          <p:nvPr/>
        </p:nvGrpSpPr>
        <p:grpSpPr>
          <a:xfrm>
            <a:off x="7894350" y="6212475"/>
            <a:ext cx="586800" cy="571500"/>
            <a:chOff x="7894350" y="6212475"/>
            <a:chExt cx="586800" cy="571500"/>
          </a:xfrm>
        </p:grpSpPr>
        <p:sp>
          <p:nvSpPr>
            <p:cNvPr id="655" name="Google Shape;655;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6" name="Google Shape;656;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7" name="Google Shape;657;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58" name="Google Shape;658;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59" name="Google Shape;659;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60" name="Google Shape;660;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61" name="Google Shape;661;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62" name="Google Shape;662;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63" name="Google Shape;663;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64" name="Google Shape;664;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65" name="Google Shape;665;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66" name="Google Shape;666;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7" name="Google Shape;667;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8" name="Google Shape;668;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9" name="Google Shape;669;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0" name="Google Shape;670;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71" name="Google Shape;671;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72" name="Google Shape;672;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3" name="Google Shape;673;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4" name="Google Shape;674;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75" name="Google Shape;675;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6" name="Google Shape;676;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7" name="Google Shape;677;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8" name="Google Shape;678;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79" name="Google Shape;679;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0" name="Google Shape;680;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81" name="Google Shape;681;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2" name="Google Shape;682;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3" name="Google Shape;683;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4" name="Google Shape;684;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85"/>
        <p:cNvGrpSpPr/>
        <p:nvPr/>
      </p:nvGrpSpPr>
      <p:grpSpPr>
        <a:xfrm>
          <a:off x="0" y="0"/>
          <a:ext cx="0" cy="0"/>
          <a:chOff x="0" y="0"/>
          <a:chExt cx="0" cy="0"/>
        </a:xfrm>
      </p:grpSpPr>
      <p:sp>
        <p:nvSpPr>
          <p:cNvPr id="686" name="Google Shape;686;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90" name="Google Shape;690;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2" name="Google Shape;692;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93" name="Google Shape;693;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94" name="Google Shape;694;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95" name="Google Shape;695;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96" name="Google Shape;696;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97" name="Google Shape;697;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98" name="Google Shape;698;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99" name="Google Shape;699;p30"/>
          <p:cNvGrpSpPr/>
          <p:nvPr/>
        </p:nvGrpSpPr>
        <p:grpSpPr>
          <a:xfrm>
            <a:off x="6022940" y="5341706"/>
            <a:ext cx="594501" cy="305904"/>
            <a:chOff x="5672081" y="1914352"/>
            <a:chExt cx="792668" cy="305904"/>
          </a:xfrm>
        </p:grpSpPr>
        <p:sp>
          <p:nvSpPr>
            <p:cNvPr id="700" name="Google Shape;700;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1" name="Google Shape;701;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02" name="Google Shape;702;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703" name="Google Shape;703;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4" name="Google Shape;704;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5" name="Google Shape;705;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6" name="Google Shape;706;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7" name="Google Shape;707;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8" name="Google Shape;708;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9" name="Google Shape;709;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0" name="Google Shape;710;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11" name="Google Shape;711;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12" name="Google Shape;712;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3" name="Google Shape;713;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4" name="Google Shape;714;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5" name="Google Shape;715;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9" name="Google Shape;719;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20" name="Google Shape;720;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21" name="Google Shape;721;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22" name="Google Shape;722;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23" name="Google Shape;723;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24" name="Google Shape;724;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725" name="Google Shape;725;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726" name="Google Shape;726;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7" name="Google Shape;727;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8" name="Google Shape;728;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29" name="Google Shape;729;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30" name="Google Shape;730;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31"/>
        <p:cNvGrpSpPr/>
        <p:nvPr/>
      </p:nvGrpSpPr>
      <p:grpSpPr>
        <a:xfrm>
          <a:off x="0" y="0"/>
          <a:ext cx="0" cy="0"/>
          <a:chOff x="0" y="0"/>
          <a:chExt cx="0" cy="0"/>
        </a:xfrm>
      </p:grpSpPr>
      <p:sp>
        <p:nvSpPr>
          <p:cNvPr id="732" name="Google Shape;732;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3" name="Google Shape;733;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34" name="Google Shape;734;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35"/>
        <p:cNvGrpSpPr/>
        <p:nvPr/>
      </p:nvGrpSpPr>
      <p:grpSpPr>
        <a:xfrm>
          <a:off x="0" y="0"/>
          <a:ext cx="0" cy="0"/>
          <a:chOff x="0" y="0"/>
          <a:chExt cx="0" cy="0"/>
        </a:xfrm>
      </p:grpSpPr>
      <p:sp>
        <p:nvSpPr>
          <p:cNvPr id="736" name="Google Shape;736;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7" name="Google Shape;737;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38" name="Google Shape;738;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8.png"/><Relationship Id="rId7"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slide" Target="slide6.xml"/><Relationship Id="rId4" Type="http://schemas.openxmlformats.org/officeDocument/2006/relationships/image" Target="../media/image9.png"/><Relationship Id="rId9" Type="http://schemas.openxmlformats.org/officeDocument/2006/relationships/slide" Target="slide11.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png"/><Relationship Id="rId26" Type="http://schemas.openxmlformats.org/officeDocument/2006/relationships/image" Target="../media/image58.png"/><Relationship Id="rId3" Type="http://schemas.openxmlformats.org/officeDocument/2006/relationships/image" Target="../media/image35.png"/><Relationship Id="rId21" Type="http://schemas.openxmlformats.org/officeDocument/2006/relationships/image" Target="../media/image53.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png"/><Relationship Id="rId25" Type="http://schemas.openxmlformats.org/officeDocument/2006/relationships/image" Target="../media/image57.png"/><Relationship Id="rId2" Type="http://schemas.openxmlformats.org/officeDocument/2006/relationships/notesSlide" Target="../notesSlides/notesSlide4.xml"/><Relationship Id="rId16" Type="http://schemas.openxmlformats.org/officeDocument/2006/relationships/image" Target="../media/image48.png"/><Relationship Id="rId20" Type="http://schemas.openxmlformats.org/officeDocument/2006/relationships/image" Target="../media/image52.png"/><Relationship Id="rId29" Type="http://schemas.openxmlformats.org/officeDocument/2006/relationships/image" Target="../media/image61.png"/><Relationship Id="rId1" Type="http://schemas.openxmlformats.org/officeDocument/2006/relationships/slideLayout" Target="../slideLayouts/slideLayout3.xml"/><Relationship Id="rId6" Type="http://schemas.openxmlformats.org/officeDocument/2006/relationships/image" Target="../media/image38.png"/><Relationship Id="rId11" Type="http://schemas.openxmlformats.org/officeDocument/2006/relationships/image" Target="../media/image43.png"/><Relationship Id="rId24" Type="http://schemas.openxmlformats.org/officeDocument/2006/relationships/image" Target="../media/image56.png"/><Relationship Id="rId5" Type="http://schemas.openxmlformats.org/officeDocument/2006/relationships/image" Target="../media/image37.png"/><Relationship Id="rId15" Type="http://schemas.openxmlformats.org/officeDocument/2006/relationships/image" Target="../media/image47.png"/><Relationship Id="rId23" Type="http://schemas.openxmlformats.org/officeDocument/2006/relationships/image" Target="../media/image55.png"/><Relationship Id="rId28" Type="http://schemas.openxmlformats.org/officeDocument/2006/relationships/image" Target="../media/image60.png"/><Relationship Id="rId10" Type="http://schemas.openxmlformats.org/officeDocument/2006/relationships/image" Target="../media/image42.png"/><Relationship Id="rId19" Type="http://schemas.openxmlformats.org/officeDocument/2006/relationships/image" Target="../media/image51.png"/><Relationship Id="rId31" Type="http://schemas.openxmlformats.org/officeDocument/2006/relationships/image" Target="../media/image63.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 Id="rId22" Type="http://schemas.openxmlformats.org/officeDocument/2006/relationships/image" Target="../media/image54.png"/><Relationship Id="rId27" Type="http://schemas.openxmlformats.org/officeDocument/2006/relationships/image" Target="../media/image59.png"/><Relationship Id="rId30" Type="http://schemas.openxmlformats.org/officeDocument/2006/relationships/image" Target="../media/image62.png"/></Relationships>
</file>

<file path=ppt/slides/_rels/slide5.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3" Type="http://schemas.openxmlformats.org/officeDocument/2006/relationships/image" Target="../media/image11.pn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notesSlide" Target="../notesSlides/notesSlide5.xml"/><Relationship Id="rId16" Type="http://schemas.openxmlformats.org/officeDocument/2006/relationships/image" Target="../media/image76.png"/><Relationship Id="rId1" Type="http://schemas.openxmlformats.org/officeDocument/2006/relationships/slideLayout" Target="../slideLayouts/slideLayout3.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5" Type="http://schemas.openxmlformats.org/officeDocument/2006/relationships/image" Target="../media/image7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s>
</file>

<file path=ppt/slides/_rels/slide6.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18" Type="http://schemas.openxmlformats.org/officeDocument/2006/relationships/image" Target="../media/image92.png"/><Relationship Id="rId26" Type="http://schemas.openxmlformats.org/officeDocument/2006/relationships/image" Target="../media/image99.png"/><Relationship Id="rId3" Type="http://schemas.openxmlformats.org/officeDocument/2006/relationships/image" Target="../media/image77.png"/><Relationship Id="rId21" Type="http://schemas.openxmlformats.org/officeDocument/2006/relationships/image" Target="../media/image94.png"/><Relationship Id="rId7" Type="http://schemas.openxmlformats.org/officeDocument/2006/relationships/image" Target="../media/image81.png"/><Relationship Id="rId12" Type="http://schemas.openxmlformats.org/officeDocument/2006/relationships/image" Target="../media/image86.png"/><Relationship Id="rId17" Type="http://schemas.openxmlformats.org/officeDocument/2006/relationships/image" Target="../media/image91.png"/><Relationship Id="rId25" Type="http://schemas.openxmlformats.org/officeDocument/2006/relationships/image" Target="../media/image98.png"/><Relationship Id="rId2" Type="http://schemas.openxmlformats.org/officeDocument/2006/relationships/notesSlide" Target="../notesSlides/notesSlide6.xml"/><Relationship Id="rId16" Type="http://schemas.openxmlformats.org/officeDocument/2006/relationships/image" Target="../media/image90.png"/><Relationship Id="rId20" Type="http://schemas.openxmlformats.org/officeDocument/2006/relationships/image" Target="../media/image93.png"/><Relationship Id="rId29" Type="http://schemas.openxmlformats.org/officeDocument/2006/relationships/image" Target="../media/image102.png"/><Relationship Id="rId1" Type="http://schemas.openxmlformats.org/officeDocument/2006/relationships/slideLayout" Target="../slideLayouts/slideLayout3.xml"/><Relationship Id="rId6" Type="http://schemas.openxmlformats.org/officeDocument/2006/relationships/image" Target="../media/image80.png"/><Relationship Id="rId11" Type="http://schemas.openxmlformats.org/officeDocument/2006/relationships/image" Target="../media/image85.png"/><Relationship Id="rId24" Type="http://schemas.openxmlformats.org/officeDocument/2006/relationships/image" Target="../media/image97.png"/><Relationship Id="rId5" Type="http://schemas.openxmlformats.org/officeDocument/2006/relationships/image" Target="../media/image79.png"/><Relationship Id="rId15" Type="http://schemas.openxmlformats.org/officeDocument/2006/relationships/image" Target="../media/image89.png"/><Relationship Id="rId23" Type="http://schemas.openxmlformats.org/officeDocument/2006/relationships/image" Target="../media/image96.png"/><Relationship Id="rId28" Type="http://schemas.openxmlformats.org/officeDocument/2006/relationships/image" Target="../media/image101.png"/><Relationship Id="rId10" Type="http://schemas.openxmlformats.org/officeDocument/2006/relationships/image" Target="../media/image84.png"/><Relationship Id="rId19" Type="http://schemas.openxmlformats.org/officeDocument/2006/relationships/image" Target="../media/image10.png"/><Relationship Id="rId4" Type="http://schemas.openxmlformats.org/officeDocument/2006/relationships/image" Target="../media/image78.png"/><Relationship Id="rId9" Type="http://schemas.openxmlformats.org/officeDocument/2006/relationships/image" Target="../media/image83.png"/><Relationship Id="rId14" Type="http://schemas.openxmlformats.org/officeDocument/2006/relationships/image" Target="../media/image88.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4.png"/><Relationship Id="rId7" Type="http://schemas.openxmlformats.org/officeDocument/2006/relationships/image" Target="../media/image8.png"/><Relationship Id="rId12" Type="http://schemas.openxmlformats.org/officeDocument/2006/relationships/image" Target="../media/image109.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7.png"/><Relationship Id="rId11" Type="http://schemas.openxmlformats.org/officeDocument/2006/relationships/image" Target="../media/image108.png"/><Relationship Id="rId5" Type="http://schemas.openxmlformats.org/officeDocument/2006/relationships/image" Target="../media/image106.png"/><Relationship Id="rId10" Type="http://schemas.openxmlformats.org/officeDocument/2006/relationships/image" Target="../media/image5.png"/><Relationship Id="rId4" Type="http://schemas.openxmlformats.org/officeDocument/2006/relationships/image" Target="../media/image105.png"/><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10.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8.png"/><Relationship Id="rId7" Type="http://schemas.openxmlformats.org/officeDocument/2006/relationships/image" Target="../media/image6.png"/><Relationship Id="rId12" Type="http://schemas.openxmlformats.org/officeDocument/2006/relationships/image" Target="../media/image105.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09.png"/><Relationship Id="rId11" Type="http://schemas.openxmlformats.org/officeDocument/2006/relationships/image" Target="../media/image104.png"/><Relationship Id="rId5" Type="http://schemas.openxmlformats.org/officeDocument/2006/relationships/image" Target="../media/image108.png"/><Relationship Id="rId10" Type="http://schemas.openxmlformats.org/officeDocument/2006/relationships/image" Target="../media/image107.png"/><Relationship Id="rId4" Type="http://schemas.openxmlformats.org/officeDocument/2006/relationships/image" Target="../media/image7.png"/><Relationship Id="rId9" Type="http://schemas.openxmlformats.org/officeDocument/2006/relationships/image" Target="../media/image106.png"/></Relationships>
</file>

<file path=ppt/slides/_rels/slide10.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1.png"/><Relationship Id="rId7" Type="http://schemas.openxmlformats.org/officeDocument/2006/relationships/image" Target="../media/image115.png"/><Relationship Id="rId12" Type="http://schemas.openxmlformats.org/officeDocument/2006/relationships/image" Target="../media/image120.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14.png"/><Relationship Id="rId11" Type="http://schemas.openxmlformats.org/officeDocument/2006/relationships/image" Target="../media/image119.png"/><Relationship Id="rId5" Type="http://schemas.openxmlformats.org/officeDocument/2006/relationships/image" Target="../media/image113.png"/><Relationship Id="rId10" Type="http://schemas.openxmlformats.org/officeDocument/2006/relationships/image" Target="../media/image118.png"/><Relationship Id="rId4" Type="http://schemas.openxmlformats.org/officeDocument/2006/relationships/image" Target="../media/image112.png"/><Relationship Id="rId9" Type="http://schemas.openxmlformats.org/officeDocument/2006/relationships/image" Target="../media/image117.png"/></Relationships>
</file>

<file path=ppt/slides/_rels/slide11.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png"/></Relationships>
</file>

<file path=ppt/slides/_rels/slide13.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130.png"/><Relationship Id="rId4" Type="http://schemas.openxmlformats.org/officeDocument/2006/relationships/image" Target="../media/image1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rgbClr val="262626"/>
              </a:buClr>
              <a:buSzPts val="3600"/>
              <a:buNone/>
            </a:pPr>
            <a:r>
              <a:rPr lang="en-US" sz="3000"/>
              <a:t>Review Common Exception Words</a:t>
            </a:r>
            <a:endParaRPr sz="3000"/>
          </a:p>
        </p:txBody>
      </p:sp>
      <p:sp>
        <p:nvSpPr>
          <p:cNvPr id="744" name="Google Shape;744;p1"/>
          <p:cNvSpPr txBox="1">
            <a:spLocks noGrp="1"/>
          </p:cNvSpPr>
          <p:nvPr>
            <p:ph type="subTitle" idx="2"/>
          </p:nvPr>
        </p:nvSpPr>
        <p:spPr>
          <a:xfrm>
            <a:off x="884092" y="35255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25</a:t>
            </a:r>
            <a:endParaRPr/>
          </a:p>
        </p:txBody>
      </p:sp>
      <p:sp>
        <p:nvSpPr>
          <p:cNvPr id="745" name="Google Shape;745;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746" name="Google Shape;746;p1"/>
          <p:cNvGraphicFramePr/>
          <p:nvPr/>
        </p:nvGraphicFramePr>
        <p:xfrm>
          <a:off x="4844200" y="1891197"/>
          <a:ext cx="3785000" cy="1678950"/>
        </p:xfrm>
        <a:graphic>
          <a:graphicData uri="http://schemas.openxmlformats.org/drawingml/2006/table">
            <a:tbl>
              <a:tblPr firstRow="1" bandRow="1">
                <a:noFill/>
                <a:tableStyleId>{D1FEE024-8FC5-43AE-8C97-9EFDFCA8C738}</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CCVCC (short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CCVC CCVCC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(long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pic>
        <p:nvPicPr>
          <p:cNvPr id="747" name="Google Shape;747;p1"/>
          <p:cNvPicPr preferRelativeResize="0"/>
          <p:nvPr/>
        </p:nvPicPr>
        <p:blipFill rotWithShape="1">
          <a:blip r:embed="rId3">
            <a:alphaModFix/>
          </a:blip>
          <a:srcRect t="19" b="29"/>
          <a:stretch/>
        </p:blipFill>
        <p:spPr>
          <a:xfrm rot="648185">
            <a:off x="7367470" y="4487461"/>
            <a:ext cx="1333890" cy="953241"/>
          </a:xfrm>
          <a:prstGeom prst="rect">
            <a:avLst/>
          </a:prstGeom>
          <a:noFill/>
          <a:ln>
            <a:noFill/>
          </a:ln>
          <a:effectLst>
            <a:outerShdw blurRad="71438" dist="19050" dir="5400000" algn="bl" rotWithShape="0">
              <a:srgbClr val="000000">
                <a:alpha val="17650"/>
              </a:srgbClr>
            </a:outerShdw>
          </a:effectLst>
        </p:spPr>
      </p:pic>
      <p:pic>
        <p:nvPicPr>
          <p:cNvPr id="748" name="Google Shape;748;p1"/>
          <p:cNvPicPr preferRelativeResize="0"/>
          <p:nvPr/>
        </p:nvPicPr>
        <p:blipFill rotWithShape="1">
          <a:blip r:embed="rId4">
            <a:alphaModFix/>
          </a:blip>
          <a:srcRect l="159" r="159"/>
          <a:stretch/>
        </p:blipFill>
        <p:spPr>
          <a:xfrm rot="133661">
            <a:off x="6292709" y="4219695"/>
            <a:ext cx="1334478" cy="955591"/>
          </a:xfrm>
          <a:prstGeom prst="rect">
            <a:avLst/>
          </a:prstGeom>
          <a:noFill/>
          <a:ln>
            <a:noFill/>
          </a:ln>
          <a:effectLst>
            <a:outerShdw blurRad="71438" dist="19050" dir="5400000" algn="bl" rotWithShape="0">
              <a:srgbClr val="000000">
                <a:alpha val="17650"/>
              </a:srgbClr>
            </a:outerShdw>
          </a:effectLst>
        </p:spPr>
      </p:pic>
      <p:pic>
        <p:nvPicPr>
          <p:cNvPr id="749" name="Google Shape;749;p1"/>
          <p:cNvPicPr preferRelativeResize="0"/>
          <p:nvPr/>
        </p:nvPicPr>
        <p:blipFill rotWithShape="1">
          <a:blip r:embed="rId5">
            <a:alphaModFix/>
          </a:blip>
          <a:srcRect l="19" r="9"/>
          <a:stretch/>
        </p:blipFill>
        <p:spPr>
          <a:xfrm rot="-305105">
            <a:off x="5255740" y="4206861"/>
            <a:ext cx="1336093" cy="955590"/>
          </a:xfrm>
          <a:prstGeom prst="rect">
            <a:avLst/>
          </a:prstGeom>
          <a:noFill/>
          <a:ln>
            <a:noFill/>
          </a:ln>
          <a:effectLst>
            <a:outerShdw blurRad="71438" dist="19050" dir="5400000" algn="bl" rotWithShape="0">
              <a:srgbClr val="000000">
                <a:alpha val="17650"/>
              </a:srgbClr>
            </a:outerShdw>
          </a:effectLst>
        </p:spPr>
      </p:pic>
      <p:pic>
        <p:nvPicPr>
          <p:cNvPr id="750" name="Google Shape;750;p1"/>
          <p:cNvPicPr preferRelativeResize="0"/>
          <p:nvPr/>
        </p:nvPicPr>
        <p:blipFill rotWithShape="1">
          <a:blip r:embed="rId6">
            <a:alphaModFix/>
          </a:blip>
          <a:srcRect l="59" r="59"/>
          <a:stretch/>
        </p:blipFill>
        <p:spPr>
          <a:xfrm rot="-511407">
            <a:off x="4253749" y="4487467"/>
            <a:ext cx="1333892" cy="953243"/>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Common Exception Words.</a:t>
            </a:r>
            <a:endParaRPr/>
          </a:p>
        </p:txBody>
      </p:sp>
      <p:sp>
        <p:nvSpPr>
          <p:cNvPr id="757" name="Google Shape;757;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758" name="Google Shape;758;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759" name="Google Shape;759;g2bee4f4af4b_0_204"/>
          <p:cNvSpPr txBox="1"/>
          <p:nvPr/>
        </p:nvSpPr>
        <p:spPr>
          <a:xfrm>
            <a:off x="3494616" y="5337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60" name="Google Shape;760;g2bee4f4af4b_0_204"/>
          <p:cNvSpPr txBox="1"/>
          <p:nvPr/>
        </p:nvSpPr>
        <p:spPr>
          <a:xfrm>
            <a:off x="3183662" y="4889329"/>
            <a:ext cx="14355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4</a:t>
            </a:r>
            <a:endParaRPr sz="900" b="0" i="0" u="none" strike="noStrike" cap="none">
              <a:solidFill>
                <a:srgbClr val="757070"/>
              </a:solidFill>
              <a:latin typeface="Poppins Medium"/>
              <a:ea typeface="Poppins Medium"/>
              <a:cs typeface="Poppins Medium"/>
              <a:sym typeface="Poppins Medium"/>
            </a:endParaRPr>
          </a:p>
        </p:txBody>
      </p:sp>
      <p:pic>
        <p:nvPicPr>
          <p:cNvPr id="761" name="Google Shape;761;g2bee4f4af4b_0_204"/>
          <p:cNvPicPr preferRelativeResize="0"/>
          <p:nvPr/>
        </p:nvPicPr>
        <p:blipFill rotWithShape="1">
          <a:blip r:embed="rId3">
            <a:alphaModFix/>
          </a:blip>
          <a:srcRect/>
          <a:stretch/>
        </p:blipFill>
        <p:spPr>
          <a:xfrm>
            <a:off x="3435429" y="4097504"/>
            <a:ext cx="931974" cy="665200"/>
          </a:xfrm>
          <a:prstGeom prst="rect">
            <a:avLst/>
          </a:prstGeom>
          <a:noFill/>
          <a:ln>
            <a:noFill/>
          </a:ln>
          <a:effectLst>
            <a:outerShdw blurRad="71438" dist="19050" dir="5220000" algn="bl" rotWithShape="0">
              <a:srgbClr val="D8D8D8"/>
            </a:outerShdw>
          </a:effectLst>
        </p:spPr>
      </p:pic>
      <p:sp>
        <p:nvSpPr>
          <p:cNvPr id="762" name="Google Shape;762;g2bee4f4af4b_0_204"/>
          <p:cNvSpPr txBox="1"/>
          <p:nvPr/>
        </p:nvSpPr>
        <p:spPr>
          <a:xfrm>
            <a:off x="4622471" y="5337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63" name="Google Shape;763;g2bee4f4af4b_0_204"/>
          <p:cNvSpPr txBox="1"/>
          <p:nvPr/>
        </p:nvSpPr>
        <p:spPr>
          <a:xfrm>
            <a:off x="4415171" y="50279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64" name="Google Shape;764;g2bee4f4af4b_0_204"/>
          <p:cNvPicPr preferRelativeResize="0"/>
          <p:nvPr/>
        </p:nvPicPr>
        <p:blipFill rotWithShape="1">
          <a:blip r:embed="rId4">
            <a:alphaModFix/>
          </a:blip>
          <a:srcRect t="19" b="29"/>
          <a:stretch/>
        </p:blipFill>
        <p:spPr>
          <a:xfrm>
            <a:off x="4635846" y="4134893"/>
            <a:ext cx="786850" cy="590421"/>
          </a:xfrm>
          <a:prstGeom prst="rect">
            <a:avLst/>
          </a:prstGeom>
          <a:noFill/>
          <a:ln>
            <a:noFill/>
          </a:ln>
          <a:effectLst>
            <a:outerShdw blurRad="71438" dist="19050" dir="5220000" algn="bl" rotWithShape="0">
              <a:srgbClr val="D8D8D8"/>
            </a:outerShdw>
          </a:effectLst>
        </p:spPr>
      </p:pic>
      <p:sp>
        <p:nvSpPr>
          <p:cNvPr id="765" name="Google Shape;765;g2bee4f4af4b_0_204"/>
          <p:cNvSpPr txBox="1"/>
          <p:nvPr/>
        </p:nvSpPr>
        <p:spPr>
          <a:xfrm>
            <a:off x="2275416" y="5337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66" name="Google Shape;766;g2bee4f4af4b_0_204"/>
          <p:cNvSpPr txBox="1"/>
          <p:nvPr/>
        </p:nvSpPr>
        <p:spPr>
          <a:xfrm>
            <a:off x="1964514" y="4889329"/>
            <a:ext cx="14355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3</a:t>
            </a:r>
            <a:endParaRPr sz="900" b="0" i="0" u="none" strike="noStrike" cap="none">
              <a:solidFill>
                <a:srgbClr val="757070"/>
              </a:solidFill>
              <a:latin typeface="Poppins Medium"/>
              <a:ea typeface="Poppins Medium"/>
              <a:cs typeface="Poppins Medium"/>
              <a:sym typeface="Poppins Medium"/>
            </a:endParaRPr>
          </a:p>
        </p:txBody>
      </p:sp>
      <p:pic>
        <p:nvPicPr>
          <p:cNvPr id="767" name="Google Shape;767;g2bee4f4af4b_0_204"/>
          <p:cNvPicPr preferRelativeResize="0"/>
          <p:nvPr/>
        </p:nvPicPr>
        <p:blipFill rotWithShape="1">
          <a:blip r:embed="rId5">
            <a:alphaModFix/>
          </a:blip>
          <a:srcRect t="89" b="79"/>
          <a:stretch/>
        </p:blipFill>
        <p:spPr>
          <a:xfrm>
            <a:off x="2216229" y="4097504"/>
            <a:ext cx="931974" cy="665199"/>
          </a:xfrm>
          <a:prstGeom prst="rect">
            <a:avLst/>
          </a:prstGeom>
          <a:noFill/>
          <a:ln>
            <a:noFill/>
          </a:ln>
          <a:effectLst>
            <a:outerShdw blurRad="71438" dist="19050" dir="5220000" algn="bl" rotWithShape="0">
              <a:srgbClr val="D8D8D8"/>
            </a:outerShdw>
          </a:effectLst>
        </p:spPr>
      </p:pic>
      <p:sp>
        <p:nvSpPr>
          <p:cNvPr id="768" name="Google Shape;768;g2bee4f4af4b_0_204"/>
          <p:cNvSpPr txBox="1"/>
          <p:nvPr/>
        </p:nvSpPr>
        <p:spPr>
          <a:xfrm>
            <a:off x="1056216" y="5337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69" name="Google Shape;769;g2bee4f4af4b_0_204"/>
          <p:cNvSpPr txBox="1"/>
          <p:nvPr/>
        </p:nvSpPr>
        <p:spPr>
          <a:xfrm>
            <a:off x="767150" y="4889329"/>
            <a:ext cx="13917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2</a:t>
            </a:r>
            <a:endParaRPr sz="900" b="0" i="0" u="none" strike="noStrike" cap="none">
              <a:solidFill>
                <a:srgbClr val="757070"/>
              </a:solidFill>
              <a:latin typeface="Poppins Medium"/>
              <a:ea typeface="Poppins Medium"/>
              <a:cs typeface="Poppins Medium"/>
              <a:sym typeface="Poppins Medium"/>
            </a:endParaRPr>
          </a:p>
        </p:txBody>
      </p:sp>
      <p:pic>
        <p:nvPicPr>
          <p:cNvPr id="770" name="Google Shape;770;g2bee4f4af4b_0_204"/>
          <p:cNvPicPr preferRelativeResize="0"/>
          <p:nvPr/>
        </p:nvPicPr>
        <p:blipFill rotWithShape="1">
          <a:blip r:embed="rId6">
            <a:alphaModFix/>
          </a:blip>
          <a:srcRect t="59" b="59"/>
          <a:stretch/>
        </p:blipFill>
        <p:spPr>
          <a:xfrm>
            <a:off x="997029" y="4097504"/>
            <a:ext cx="931973" cy="665200"/>
          </a:xfrm>
          <a:prstGeom prst="rect">
            <a:avLst/>
          </a:prstGeom>
          <a:noFill/>
          <a:ln>
            <a:noFill/>
          </a:ln>
          <a:effectLst>
            <a:outerShdw blurRad="71438" dist="19050" dir="5220000" algn="bl" rotWithShape="0">
              <a:srgbClr val="D8D8D8"/>
            </a:outerShdw>
          </a:effectLst>
        </p:spPr>
      </p:pic>
      <p:sp>
        <p:nvSpPr>
          <p:cNvPr id="771" name="Google Shape;771;g2bee4f4af4b_0_204">
            <a:hlinkClick r:id="rId7" action="ppaction://hlinksldjump"/>
          </p:cNvPr>
          <p:cNvSpPr/>
          <p:nvPr/>
        </p:nvSpPr>
        <p:spPr>
          <a:xfrm>
            <a:off x="872083" y="358882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2" name="Google Shape;772;g2bee4f4af4b_0_204">
            <a:hlinkClick r:id="rId8" action="ppaction://hlinksldjump"/>
          </p:cNvPr>
          <p:cNvSpPr/>
          <p:nvPr/>
        </p:nvSpPr>
        <p:spPr>
          <a:xfrm>
            <a:off x="3296540" y="3495177"/>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3" name="Google Shape;773;g2bee4f4af4b_0_204">
            <a:hlinkClick r:id="rId9" action="ppaction://hlinksldjump"/>
          </p:cNvPr>
          <p:cNvSpPr/>
          <p:nvPr/>
        </p:nvSpPr>
        <p:spPr>
          <a:xfrm>
            <a:off x="4572000" y="356189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4" name="Google Shape;774;g2bee4f4af4b_0_204">
            <a:hlinkClick r:id="rId10" action="ppaction://hlinksldjump"/>
          </p:cNvPr>
          <p:cNvSpPr/>
          <p:nvPr/>
        </p:nvSpPr>
        <p:spPr>
          <a:xfrm>
            <a:off x="2103571" y="35290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81" name="Google Shape;781;g26b641b03cd_0_165"/>
          <p:cNvGrpSpPr/>
          <p:nvPr/>
        </p:nvGrpSpPr>
        <p:grpSpPr>
          <a:xfrm>
            <a:off x="930400" y="2129444"/>
            <a:ext cx="7283200" cy="3724851"/>
            <a:chOff x="930400" y="2129444"/>
            <a:chExt cx="7283200" cy="3724851"/>
          </a:xfrm>
        </p:grpSpPr>
        <p:pic>
          <p:nvPicPr>
            <p:cNvPr id="782" name="Google Shape;7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83" name="Google Shape;7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84" name="Google Shape;7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85" name="Google Shape;7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86" name="Google Shape;7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87" name="Google Shape;7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88" name="Google Shape;7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89" name="Google Shape;7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90" name="Google Shape;7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91" name="Google Shape;7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92" name="Google Shape;7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93" name="Google Shape;7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94" name="Google Shape;7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95" name="Google Shape;7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96" name="Google Shape;7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97" name="Google Shape;7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98" name="Google Shape;7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99" name="Google Shape;7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800" name="Google Shape;8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801" name="Google Shape;8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802" name="Google Shape;8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803" name="Google Shape;8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804" name="Google Shape;8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11" name="Google Shape;811;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812" name="Google Shape;812;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3" name="Google Shape;813;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814" name="Google Shape;814;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15" name="Google Shape;815;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6" name="Google Shape;816;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17" name="Google Shape;817;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18" name="Google Shape;818;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9" name="Google Shape;819;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20" name="Google Shape;820;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821" name="Google Shape;821;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822" name="Google Shape;822;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23" name="Google Shape;823;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24" name="Google Shape;824;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825" name="Google Shape;825;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26" name="Google Shape;826;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27" name="Google Shape;827;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28" name="Google Shape;828;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29" name="Google Shape;829;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30" name="Google Shape;830;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31" name="Google Shape;831;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32" name="Google Shape;832;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33" name="Google Shape;833;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34" name="Google Shape;834;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35" name="Google Shape;835;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36" name="Google Shape;836;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37" name="Google Shape;837;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38" name="Google Shape;838;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39" name="Google Shape;839;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46" name="Google Shape;846;g26b7edf6e71_0_109"/>
          <p:cNvGrpSpPr/>
          <p:nvPr/>
        </p:nvGrpSpPr>
        <p:grpSpPr>
          <a:xfrm>
            <a:off x="865957" y="2135925"/>
            <a:ext cx="7282807" cy="2686611"/>
            <a:chOff x="867357" y="2129450"/>
            <a:chExt cx="7282807" cy="2686611"/>
          </a:xfrm>
        </p:grpSpPr>
        <p:pic>
          <p:nvPicPr>
            <p:cNvPr id="847" name="Google Shape;847;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8" name="Google Shape;848;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9" name="Google Shape;849;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0" name="Google Shape;850;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51" name="Google Shape;851;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3" name="Google Shape;853;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55" name="Google Shape;855;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6" name="Google Shape;856;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7" name="Google Shape;857;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58" name="Google Shape;858;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59" name="Google Shape;859;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60" name="Google Shape;860;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867" name="Google Shape;867;g2c298d33e0c_0_6"/>
          <p:cNvGrpSpPr/>
          <p:nvPr/>
        </p:nvGrpSpPr>
        <p:grpSpPr>
          <a:xfrm>
            <a:off x="868300" y="2129450"/>
            <a:ext cx="7281864" cy="2684601"/>
            <a:chOff x="868300" y="2129450"/>
            <a:chExt cx="7281864" cy="2684601"/>
          </a:xfrm>
        </p:grpSpPr>
        <p:pic>
          <p:nvPicPr>
            <p:cNvPr id="868" name="Google Shape;868;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72" name="Google Shape;872;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9" name="Google Shape;879;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0" name="Google Shape;880;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81" name="Google Shape;881;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2" name="Google Shape;882;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3" name="Google Shape;883;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4" name="Google Shape;884;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85" name="Google Shape;885;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6" name="Google Shape;886;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7" name="Google Shape;887;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8" name="Google Shape;888;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89" name="Google Shape;889;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0" name="Google Shape;890;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1" name="Google Shape;891;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2" name="Google Shape;892;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3" name="Google Shape;893;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4" name="Google Shape;894;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95" name="Google Shape;895;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g26b94af6077_0_0"/>
          <p:cNvSpPr txBox="1">
            <a:spLocks noGrp="1"/>
          </p:cNvSpPr>
          <p:nvPr>
            <p:ph type="title"/>
          </p:nvPr>
        </p:nvSpPr>
        <p:spPr>
          <a:xfrm>
            <a:off x="573175" y="582900"/>
            <a:ext cx="79977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br>
              <a:rPr lang="en-US">
                <a:solidFill>
                  <a:schemeClr val="dk1"/>
                </a:solidFill>
              </a:rPr>
            </a:br>
            <a:r>
              <a:rPr lang="en-US">
                <a:solidFill>
                  <a:srgbClr val="2356AF"/>
                </a:solidFill>
              </a:rPr>
              <a:t>said like out have some come what was so old</a:t>
            </a:r>
            <a:r>
              <a:rPr lang="en-US">
                <a:solidFill>
                  <a:schemeClr val="dk1"/>
                </a:solidFill>
              </a:rPr>
              <a:t>.</a:t>
            </a:r>
            <a:endParaRPr/>
          </a:p>
        </p:txBody>
      </p:sp>
      <p:pic>
        <p:nvPicPr>
          <p:cNvPr id="902" name="Google Shape;902;g26b94af6077_0_0"/>
          <p:cNvPicPr preferRelativeResize="0"/>
          <p:nvPr/>
        </p:nvPicPr>
        <p:blipFill rotWithShape="1">
          <a:blip r:embed="rId3">
            <a:alphaModFix/>
          </a:blip>
          <a:srcRect l="39" r="3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03" name="Google Shape;903;g26b94af6077_0_0"/>
          <p:cNvPicPr preferRelativeResize="0"/>
          <p:nvPr/>
        </p:nvPicPr>
        <p:blipFill rotWithShape="1">
          <a:blip r:embed="rId4">
            <a:alphaModFix/>
          </a:blip>
          <a:srcRect l="39" r="39"/>
          <a:stretch/>
        </p:blipFill>
        <p:spPr>
          <a:xfrm>
            <a:off x="4547639" y="3060270"/>
            <a:ext cx="1148707" cy="822955"/>
          </a:xfrm>
          <a:prstGeom prst="rect">
            <a:avLst/>
          </a:prstGeom>
          <a:noFill/>
          <a:ln>
            <a:noFill/>
          </a:ln>
          <a:effectLst>
            <a:outerShdw blurRad="71438" dist="19050" dir="5400000" algn="bl" rotWithShape="0">
              <a:srgbClr val="000000">
                <a:alpha val="17650"/>
              </a:srgbClr>
            </a:outerShdw>
          </a:effectLst>
        </p:spPr>
      </p:pic>
      <p:pic>
        <p:nvPicPr>
          <p:cNvPr id="904" name="Google Shape;904;g26b94af6077_0_0"/>
          <p:cNvPicPr preferRelativeResize="0"/>
          <p:nvPr/>
        </p:nvPicPr>
        <p:blipFill rotWithShape="1">
          <a:blip r:embed="rId5">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05" name="Google Shape;905;g26b94af6077_0_0"/>
          <p:cNvPicPr preferRelativeResize="0"/>
          <p:nvPr/>
        </p:nvPicPr>
        <p:blipFill rotWithShape="1">
          <a:blip r:embed="rId6">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50"/>
              </a:srgbClr>
            </a:outerShdw>
          </a:effectLst>
        </p:spPr>
      </p:pic>
      <p:pic>
        <p:nvPicPr>
          <p:cNvPr id="906" name="Google Shape;906;g26b94af6077_0_0"/>
          <p:cNvPicPr preferRelativeResize="0"/>
          <p:nvPr/>
        </p:nvPicPr>
        <p:blipFill rotWithShape="1">
          <a:blip r:embed="rId7">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07" name="Google Shape;907;g26b94af6077_0_0"/>
          <p:cNvPicPr preferRelativeResize="0"/>
          <p:nvPr/>
        </p:nvPicPr>
        <p:blipFill rotWithShape="1">
          <a:blip r:embed="rId8">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908" name="Google Shape;908;g26b94af6077_0_0"/>
          <p:cNvPicPr preferRelativeResize="0"/>
          <p:nvPr/>
        </p:nvPicPr>
        <p:blipFill rotWithShape="1">
          <a:blip r:embed="rId9">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909" name="Google Shape;909;g26b94af6077_0_0"/>
          <p:cNvPicPr preferRelativeResize="0"/>
          <p:nvPr/>
        </p:nvPicPr>
        <p:blipFill rotWithShape="1">
          <a:blip r:embed="rId10">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10" name="Google Shape;910;g26b94af6077_0_0"/>
          <p:cNvPicPr preferRelativeResize="0"/>
          <p:nvPr/>
        </p:nvPicPr>
        <p:blipFill rotWithShape="1">
          <a:blip r:embed="rId11">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11" name="Google Shape;911;g26b94af6077_0_0"/>
          <p:cNvPicPr preferRelativeResize="0"/>
          <p:nvPr/>
        </p:nvPicPr>
        <p:blipFill rotWithShape="1">
          <a:blip r:embed="rId12">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918" name="Google Shape;918;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919" name="Google Shape;919;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g26b641b03cd_0_301"/>
          <p:cNvSpPr txBox="1">
            <a:spLocks noGrp="1"/>
          </p:cNvSpPr>
          <p:nvPr>
            <p:ph type="title"/>
          </p:nvPr>
        </p:nvSpPr>
        <p:spPr>
          <a:xfrm>
            <a:off x="993526" y="5568500"/>
            <a:ext cx="71568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26" name="Google Shape;926;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27" name="Google Shape;927;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28" name="Google Shape;928;g26b641b03cd_0_301"/>
          <p:cNvPicPr preferRelativeResize="0"/>
          <p:nvPr/>
        </p:nvPicPr>
        <p:blipFill rotWithShape="1">
          <a:blip r:embed="rId3">
            <a:alphaModFix/>
          </a:blip>
          <a:srcRect l="59" r="59"/>
          <a:stretch/>
        </p:blipFill>
        <p:spPr>
          <a:xfrm>
            <a:off x="993563" y="1223950"/>
            <a:ext cx="1655503" cy="1183058"/>
          </a:xfrm>
          <a:prstGeom prst="rect">
            <a:avLst/>
          </a:prstGeom>
          <a:noFill/>
          <a:ln>
            <a:noFill/>
          </a:ln>
          <a:effectLst>
            <a:outerShdw blurRad="71438" dist="19050" dir="5400000" algn="bl" rotWithShape="0">
              <a:srgbClr val="000000">
                <a:alpha val="17254"/>
              </a:srgbClr>
            </a:outerShdw>
          </a:effectLst>
        </p:spPr>
      </p:pic>
      <p:pic>
        <p:nvPicPr>
          <p:cNvPr id="929" name="Google Shape;929;g26b641b03cd_0_301"/>
          <p:cNvPicPr preferRelativeResize="0"/>
          <p:nvPr/>
        </p:nvPicPr>
        <p:blipFill rotWithShape="1">
          <a:blip r:embed="rId4">
            <a:alphaModFix/>
          </a:blip>
          <a:srcRect l="159" r="159"/>
          <a:stretch/>
        </p:blipFill>
        <p:spPr>
          <a:xfrm>
            <a:off x="2837334" y="1223950"/>
            <a:ext cx="1655503" cy="1187457"/>
          </a:xfrm>
          <a:prstGeom prst="rect">
            <a:avLst/>
          </a:prstGeom>
          <a:noFill/>
          <a:ln>
            <a:noFill/>
          </a:ln>
          <a:effectLst>
            <a:outerShdw blurRad="71438" dist="19050" dir="5400000" algn="bl" rotWithShape="0">
              <a:srgbClr val="000000">
                <a:alpha val="17254"/>
              </a:srgbClr>
            </a:outerShdw>
          </a:effectLst>
        </p:spPr>
      </p:pic>
      <p:pic>
        <p:nvPicPr>
          <p:cNvPr id="930" name="Google Shape;930;g26b641b03cd_0_301"/>
          <p:cNvPicPr preferRelativeResize="0"/>
          <p:nvPr/>
        </p:nvPicPr>
        <p:blipFill rotWithShape="1">
          <a:blip r:embed="rId5">
            <a:alphaModFix/>
          </a:blip>
          <a:srcRect t="19" b="29"/>
          <a:stretch/>
        </p:blipFill>
        <p:spPr>
          <a:xfrm>
            <a:off x="993563" y="2617793"/>
            <a:ext cx="1655503" cy="1183057"/>
          </a:xfrm>
          <a:prstGeom prst="rect">
            <a:avLst/>
          </a:prstGeom>
          <a:noFill/>
          <a:ln>
            <a:noFill/>
          </a:ln>
          <a:effectLst>
            <a:outerShdw blurRad="71438" dist="19050" dir="5400000" algn="bl" rotWithShape="0">
              <a:srgbClr val="000000">
                <a:alpha val="17254"/>
              </a:srgbClr>
            </a:outerShdw>
          </a:effectLst>
        </p:spPr>
      </p:pic>
      <p:pic>
        <p:nvPicPr>
          <p:cNvPr id="931" name="Google Shape;931;g26b641b03cd_0_301"/>
          <p:cNvPicPr preferRelativeResize="0"/>
          <p:nvPr/>
        </p:nvPicPr>
        <p:blipFill rotWithShape="1">
          <a:blip r:embed="rId6">
            <a:alphaModFix/>
          </a:blip>
          <a:srcRect l="159" r="159"/>
          <a:stretch/>
        </p:blipFill>
        <p:spPr>
          <a:xfrm>
            <a:off x="2837334" y="2617793"/>
            <a:ext cx="1655503" cy="1187457"/>
          </a:xfrm>
          <a:prstGeom prst="rect">
            <a:avLst/>
          </a:prstGeom>
          <a:noFill/>
          <a:ln>
            <a:noFill/>
          </a:ln>
          <a:effectLst>
            <a:outerShdw blurRad="71438" dist="19050" dir="5400000" algn="bl" rotWithShape="0">
              <a:srgbClr val="000000">
                <a:alpha val="17254"/>
              </a:srgbClr>
            </a:outerShdw>
          </a:effectLst>
        </p:spPr>
      </p:pic>
      <p:pic>
        <p:nvPicPr>
          <p:cNvPr id="932" name="Google Shape;932;g26b641b03cd_0_301"/>
          <p:cNvPicPr preferRelativeResize="0"/>
          <p:nvPr/>
        </p:nvPicPr>
        <p:blipFill rotWithShape="1">
          <a:blip r:embed="rId7">
            <a:alphaModFix/>
          </a:blip>
          <a:srcRect l="59" r="59"/>
          <a:stretch/>
        </p:blipFill>
        <p:spPr>
          <a:xfrm>
            <a:off x="4651163" y="1223950"/>
            <a:ext cx="1655503" cy="1183058"/>
          </a:xfrm>
          <a:prstGeom prst="rect">
            <a:avLst/>
          </a:prstGeom>
          <a:noFill/>
          <a:ln>
            <a:noFill/>
          </a:ln>
          <a:effectLst>
            <a:outerShdw blurRad="71438" dist="19050" dir="5400000" algn="bl" rotWithShape="0">
              <a:srgbClr val="000000">
                <a:alpha val="17254"/>
              </a:srgbClr>
            </a:outerShdw>
          </a:effectLst>
        </p:spPr>
      </p:pic>
      <p:pic>
        <p:nvPicPr>
          <p:cNvPr id="933" name="Google Shape;933;g26b641b03cd_0_301"/>
          <p:cNvPicPr preferRelativeResize="0"/>
          <p:nvPr/>
        </p:nvPicPr>
        <p:blipFill rotWithShape="1">
          <a:blip r:embed="rId8">
            <a:alphaModFix/>
          </a:blip>
          <a:srcRect l="159" r="159"/>
          <a:stretch/>
        </p:blipFill>
        <p:spPr>
          <a:xfrm>
            <a:off x="6494934" y="1223950"/>
            <a:ext cx="1655503" cy="1187457"/>
          </a:xfrm>
          <a:prstGeom prst="rect">
            <a:avLst/>
          </a:prstGeom>
          <a:noFill/>
          <a:ln>
            <a:noFill/>
          </a:ln>
          <a:effectLst>
            <a:outerShdw blurRad="71438" dist="19050" dir="5400000" algn="bl" rotWithShape="0">
              <a:srgbClr val="000000">
                <a:alpha val="17254"/>
              </a:srgbClr>
            </a:outerShdw>
          </a:effectLst>
        </p:spPr>
      </p:pic>
      <p:pic>
        <p:nvPicPr>
          <p:cNvPr id="934" name="Google Shape;934;g26b641b03cd_0_301"/>
          <p:cNvPicPr preferRelativeResize="0"/>
          <p:nvPr/>
        </p:nvPicPr>
        <p:blipFill rotWithShape="1">
          <a:blip r:embed="rId9">
            <a:alphaModFix/>
          </a:blip>
          <a:srcRect/>
          <a:stretch/>
        </p:blipFill>
        <p:spPr>
          <a:xfrm>
            <a:off x="4651163" y="2617793"/>
            <a:ext cx="1655503" cy="1183058"/>
          </a:xfrm>
          <a:prstGeom prst="rect">
            <a:avLst/>
          </a:prstGeom>
          <a:noFill/>
          <a:ln>
            <a:noFill/>
          </a:ln>
          <a:effectLst>
            <a:outerShdw blurRad="71438" dist="19050" dir="5400000" algn="bl" rotWithShape="0">
              <a:srgbClr val="000000">
                <a:alpha val="17254"/>
              </a:srgbClr>
            </a:outerShdw>
          </a:effectLst>
        </p:spPr>
      </p:pic>
      <p:pic>
        <p:nvPicPr>
          <p:cNvPr id="935" name="Google Shape;935;g26b641b03cd_0_301"/>
          <p:cNvPicPr preferRelativeResize="0"/>
          <p:nvPr/>
        </p:nvPicPr>
        <p:blipFill rotWithShape="1">
          <a:blip r:embed="rId10">
            <a:alphaModFix/>
          </a:blip>
          <a:srcRect l="99" r="99"/>
          <a:stretch/>
        </p:blipFill>
        <p:spPr>
          <a:xfrm>
            <a:off x="6494934" y="2617793"/>
            <a:ext cx="1655503" cy="1187457"/>
          </a:xfrm>
          <a:prstGeom prst="rect">
            <a:avLst/>
          </a:prstGeom>
          <a:noFill/>
          <a:ln>
            <a:noFill/>
          </a:ln>
          <a:effectLst>
            <a:outerShdw blurRad="71438" dist="19050" dir="5400000" algn="bl" rotWithShape="0">
              <a:srgbClr val="000000">
                <a:alpha val="17254"/>
              </a:srgbClr>
            </a:outerShdw>
          </a:effectLst>
        </p:spPr>
      </p:pic>
      <p:pic>
        <p:nvPicPr>
          <p:cNvPr id="936" name="Google Shape;936;g26b641b03cd_0_301"/>
          <p:cNvPicPr preferRelativeResize="0"/>
          <p:nvPr/>
        </p:nvPicPr>
        <p:blipFill rotWithShape="1">
          <a:blip r:embed="rId11">
            <a:alphaModFix/>
          </a:blip>
          <a:srcRect l="99" r="99"/>
          <a:stretch/>
        </p:blipFill>
        <p:spPr>
          <a:xfrm>
            <a:off x="2837334" y="3989393"/>
            <a:ext cx="1655503" cy="1187457"/>
          </a:xfrm>
          <a:prstGeom prst="rect">
            <a:avLst/>
          </a:prstGeom>
          <a:noFill/>
          <a:ln>
            <a:noFill/>
          </a:ln>
          <a:effectLst>
            <a:outerShdw blurRad="71438" dist="19050" dir="5400000" algn="bl" rotWithShape="0">
              <a:srgbClr val="000000">
                <a:alpha val="17647"/>
              </a:srgbClr>
            </a:outerShdw>
          </a:effectLst>
        </p:spPr>
      </p:pic>
      <p:pic>
        <p:nvPicPr>
          <p:cNvPr id="937" name="Google Shape;937;g26b641b03cd_0_301"/>
          <p:cNvPicPr preferRelativeResize="0"/>
          <p:nvPr/>
        </p:nvPicPr>
        <p:blipFill rotWithShape="1">
          <a:blip r:embed="rId12">
            <a:alphaModFix/>
          </a:blip>
          <a:srcRect t="89" b="79"/>
          <a:stretch/>
        </p:blipFill>
        <p:spPr>
          <a:xfrm>
            <a:off x="4651163" y="3989393"/>
            <a:ext cx="1655503" cy="1183057"/>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g26b641b03cd_0_308"/>
          <p:cNvSpPr txBox="1">
            <a:spLocks noGrp="1"/>
          </p:cNvSpPr>
          <p:nvPr>
            <p:ph type="title"/>
          </p:nvPr>
        </p:nvSpPr>
        <p:spPr>
          <a:xfrm>
            <a:off x="993526" y="5568500"/>
            <a:ext cx="71568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44" name="Google Shape;944;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45" name="Google Shape;945;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46" name="Google Shape;946;g26b641b03cd_0_308"/>
          <p:cNvPicPr preferRelativeResize="0"/>
          <p:nvPr/>
        </p:nvPicPr>
        <p:blipFill rotWithShape="1">
          <a:blip r:embed="rId3">
            <a:alphaModFix/>
          </a:blip>
          <a:srcRect l="59" r="59"/>
          <a:stretch/>
        </p:blipFill>
        <p:spPr>
          <a:xfrm>
            <a:off x="993563" y="1223950"/>
            <a:ext cx="1655503" cy="1183058"/>
          </a:xfrm>
          <a:prstGeom prst="rect">
            <a:avLst/>
          </a:prstGeom>
          <a:noFill/>
          <a:ln>
            <a:noFill/>
          </a:ln>
          <a:effectLst>
            <a:outerShdw blurRad="71438" dist="19050" dir="5400000" algn="bl" rotWithShape="0">
              <a:srgbClr val="000000">
                <a:alpha val="17254"/>
              </a:srgbClr>
            </a:outerShdw>
          </a:effectLst>
        </p:spPr>
      </p:pic>
      <p:pic>
        <p:nvPicPr>
          <p:cNvPr id="947" name="Google Shape;947;g26b641b03cd_0_308"/>
          <p:cNvPicPr preferRelativeResize="0"/>
          <p:nvPr/>
        </p:nvPicPr>
        <p:blipFill rotWithShape="1">
          <a:blip r:embed="rId4">
            <a:alphaModFix/>
          </a:blip>
          <a:srcRect l="159" r="159"/>
          <a:stretch/>
        </p:blipFill>
        <p:spPr>
          <a:xfrm>
            <a:off x="2837334" y="1223950"/>
            <a:ext cx="1655503" cy="1187457"/>
          </a:xfrm>
          <a:prstGeom prst="rect">
            <a:avLst/>
          </a:prstGeom>
          <a:noFill/>
          <a:ln>
            <a:noFill/>
          </a:ln>
          <a:effectLst>
            <a:outerShdw blurRad="71438" dist="19050" dir="5400000" algn="bl" rotWithShape="0">
              <a:srgbClr val="000000">
                <a:alpha val="17254"/>
              </a:srgbClr>
            </a:outerShdw>
          </a:effectLst>
        </p:spPr>
      </p:pic>
      <p:pic>
        <p:nvPicPr>
          <p:cNvPr id="948" name="Google Shape;948;g26b641b03cd_0_308"/>
          <p:cNvPicPr preferRelativeResize="0"/>
          <p:nvPr/>
        </p:nvPicPr>
        <p:blipFill rotWithShape="1">
          <a:blip r:embed="rId5">
            <a:alphaModFix/>
          </a:blip>
          <a:srcRect t="19" b="29"/>
          <a:stretch/>
        </p:blipFill>
        <p:spPr>
          <a:xfrm>
            <a:off x="993563" y="2617793"/>
            <a:ext cx="1655503" cy="1183057"/>
          </a:xfrm>
          <a:prstGeom prst="rect">
            <a:avLst/>
          </a:prstGeom>
          <a:noFill/>
          <a:ln>
            <a:noFill/>
          </a:ln>
          <a:effectLst>
            <a:outerShdw blurRad="71438" dist="19050" dir="5400000" algn="bl" rotWithShape="0">
              <a:srgbClr val="000000">
                <a:alpha val="17254"/>
              </a:srgbClr>
            </a:outerShdw>
          </a:effectLst>
        </p:spPr>
      </p:pic>
      <p:pic>
        <p:nvPicPr>
          <p:cNvPr id="949" name="Google Shape;949;g26b641b03cd_0_308"/>
          <p:cNvPicPr preferRelativeResize="0"/>
          <p:nvPr/>
        </p:nvPicPr>
        <p:blipFill rotWithShape="1">
          <a:blip r:embed="rId6">
            <a:alphaModFix/>
          </a:blip>
          <a:srcRect l="159" r="159"/>
          <a:stretch/>
        </p:blipFill>
        <p:spPr>
          <a:xfrm>
            <a:off x="2837334" y="2617793"/>
            <a:ext cx="1655503" cy="1187457"/>
          </a:xfrm>
          <a:prstGeom prst="rect">
            <a:avLst/>
          </a:prstGeom>
          <a:noFill/>
          <a:ln>
            <a:noFill/>
          </a:ln>
          <a:effectLst>
            <a:outerShdw blurRad="71438" dist="19050" dir="5400000" algn="bl" rotWithShape="0">
              <a:srgbClr val="000000">
                <a:alpha val="17254"/>
              </a:srgbClr>
            </a:outerShdw>
          </a:effectLst>
        </p:spPr>
      </p:pic>
      <p:pic>
        <p:nvPicPr>
          <p:cNvPr id="950" name="Google Shape;950;g26b641b03cd_0_308"/>
          <p:cNvPicPr preferRelativeResize="0"/>
          <p:nvPr/>
        </p:nvPicPr>
        <p:blipFill rotWithShape="1">
          <a:blip r:embed="rId7">
            <a:alphaModFix/>
          </a:blip>
          <a:srcRect l="59" r="59"/>
          <a:stretch/>
        </p:blipFill>
        <p:spPr>
          <a:xfrm>
            <a:off x="4651163" y="1223950"/>
            <a:ext cx="1655503" cy="1183058"/>
          </a:xfrm>
          <a:prstGeom prst="rect">
            <a:avLst/>
          </a:prstGeom>
          <a:noFill/>
          <a:ln>
            <a:noFill/>
          </a:ln>
          <a:effectLst>
            <a:outerShdw blurRad="71438" dist="19050" dir="5400000" algn="bl" rotWithShape="0">
              <a:srgbClr val="000000">
                <a:alpha val="17254"/>
              </a:srgbClr>
            </a:outerShdw>
          </a:effectLst>
        </p:spPr>
      </p:pic>
      <p:pic>
        <p:nvPicPr>
          <p:cNvPr id="951" name="Google Shape;951;g26b641b03cd_0_308"/>
          <p:cNvPicPr preferRelativeResize="0"/>
          <p:nvPr/>
        </p:nvPicPr>
        <p:blipFill rotWithShape="1">
          <a:blip r:embed="rId8">
            <a:alphaModFix/>
          </a:blip>
          <a:srcRect l="159" r="159"/>
          <a:stretch/>
        </p:blipFill>
        <p:spPr>
          <a:xfrm>
            <a:off x="6494934" y="1223950"/>
            <a:ext cx="1655503" cy="1187457"/>
          </a:xfrm>
          <a:prstGeom prst="rect">
            <a:avLst/>
          </a:prstGeom>
          <a:noFill/>
          <a:ln>
            <a:noFill/>
          </a:ln>
          <a:effectLst>
            <a:outerShdw blurRad="71438" dist="19050" dir="5400000" algn="bl" rotWithShape="0">
              <a:srgbClr val="000000">
                <a:alpha val="17254"/>
              </a:srgbClr>
            </a:outerShdw>
          </a:effectLst>
        </p:spPr>
      </p:pic>
      <p:pic>
        <p:nvPicPr>
          <p:cNvPr id="952" name="Google Shape;952;g26b641b03cd_0_308"/>
          <p:cNvPicPr preferRelativeResize="0"/>
          <p:nvPr/>
        </p:nvPicPr>
        <p:blipFill rotWithShape="1">
          <a:blip r:embed="rId9">
            <a:alphaModFix/>
          </a:blip>
          <a:srcRect l="59" r="59"/>
          <a:stretch/>
        </p:blipFill>
        <p:spPr>
          <a:xfrm>
            <a:off x="4651163" y="2617793"/>
            <a:ext cx="1655503" cy="1183058"/>
          </a:xfrm>
          <a:prstGeom prst="rect">
            <a:avLst/>
          </a:prstGeom>
          <a:noFill/>
          <a:ln>
            <a:noFill/>
          </a:ln>
          <a:effectLst>
            <a:outerShdw blurRad="71438" dist="19050" dir="5400000" algn="bl" rotWithShape="0">
              <a:srgbClr val="000000">
                <a:alpha val="17254"/>
              </a:srgbClr>
            </a:outerShdw>
          </a:effectLst>
        </p:spPr>
      </p:pic>
      <p:pic>
        <p:nvPicPr>
          <p:cNvPr id="953" name="Google Shape;953;g26b641b03cd_0_308"/>
          <p:cNvPicPr preferRelativeResize="0"/>
          <p:nvPr/>
        </p:nvPicPr>
        <p:blipFill rotWithShape="1">
          <a:blip r:embed="rId10">
            <a:alphaModFix/>
          </a:blip>
          <a:srcRect l="159" r="159"/>
          <a:stretch/>
        </p:blipFill>
        <p:spPr>
          <a:xfrm>
            <a:off x="6494934" y="2617793"/>
            <a:ext cx="1655503" cy="1187457"/>
          </a:xfrm>
          <a:prstGeom prst="rect">
            <a:avLst/>
          </a:prstGeom>
          <a:noFill/>
          <a:ln>
            <a:noFill/>
          </a:ln>
          <a:effectLst>
            <a:outerShdw blurRad="71438" dist="19050" dir="5400000" algn="bl" rotWithShape="0">
              <a:srgbClr val="000000">
                <a:alpha val="17254"/>
              </a:srgbClr>
            </a:outerShdw>
          </a:effectLst>
        </p:spPr>
      </p:pic>
      <p:pic>
        <p:nvPicPr>
          <p:cNvPr id="954" name="Google Shape;954;g26b641b03cd_0_308"/>
          <p:cNvPicPr preferRelativeResize="0"/>
          <p:nvPr/>
        </p:nvPicPr>
        <p:blipFill rotWithShape="1">
          <a:blip r:embed="rId11">
            <a:alphaModFix/>
          </a:blip>
          <a:srcRect l="159" r="159"/>
          <a:stretch/>
        </p:blipFill>
        <p:spPr>
          <a:xfrm>
            <a:off x="2837334" y="3989393"/>
            <a:ext cx="1655503" cy="1187457"/>
          </a:xfrm>
          <a:prstGeom prst="rect">
            <a:avLst/>
          </a:prstGeom>
          <a:noFill/>
          <a:ln>
            <a:noFill/>
          </a:ln>
          <a:effectLst>
            <a:outerShdw blurRad="71438" dist="19050" dir="5400000" algn="bl" rotWithShape="0">
              <a:srgbClr val="000000">
                <a:alpha val="17647"/>
              </a:srgbClr>
            </a:outerShdw>
          </a:effectLst>
        </p:spPr>
      </p:pic>
      <p:pic>
        <p:nvPicPr>
          <p:cNvPr id="955" name="Google Shape;955;g26b641b03cd_0_308"/>
          <p:cNvPicPr preferRelativeResize="0"/>
          <p:nvPr/>
        </p:nvPicPr>
        <p:blipFill rotWithShape="1">
          <a:blip r:embed="rId12">
            <a:alphaModFix/>
          </a:blip>
          <a:srcRect t="19" b="29"/>
          <a:stretch/>
        </p:blipFill>
        <p:spPr>
          <a:xfrm>
            <a:off x="4651163" y="3989393"/>
            <a:ext cx="1655503" cy="1183057"/>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61" name="Google Shape;961;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62" name="Google Shape;962;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963" name="Google Shape;963;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64" name="Google Shape;964;g26b641b03cd_0_315"/>
          <p:cNvPicPr preferRelativeResize="0"/>
          <p:nvPr/>
        </p:nvPicPr>
        <p:blipFill rotWithShape="1">
          <a:blip r:embed="rId3">
            <a:alphaModFix/>
          </a:blip>
          <a:srcRect t="19" b="29"/>
          <a:stretch/>
        </p:blipFill>
        <p:spPr>
          <a:xfrm>
            <a:off x="2016825" y="3277468"/>
            <a:ext cx="2446536" cy="1835781"/>
          </a:xfrm>
          <a:prstGeom prst="rect">
            <a:avLst/>
          </a:prstGeom>
          <a:noFill/>
          <a:ln>
            <a:noFill/>
          </a:ln>
          <a:effectLst>
            <a:outerShdw blurRad="57150" dist="19050" dir="5400000" algn="bl" rotWithShape="0">
              <a:srgbClr val="000000">
                <a:alpha val="20000"/>
              </a:srgbClr>
            </a:outerShdw>
          </a:effectLst>
        </p:spPr>
      </p:pic>
      <p:pic>
        <p:nvPicPr>
          <p:cNvPr id="965" name="Google Shape;965;g26b641b03cd_0_315"/>
          <p:cNvPicPr preferRelativeResize="0"/>
          <p:nvPr/>
        </p:nvPicPr>
        <p:blipFill rotWithShape="1">
          <a:blip r:embed="rId4">
            <a:alphaModFix/>
          </a:blip>
          <a:srcRect t="19" b="29"/>
          <a:stretch/>
        </p:blipFill>
        <p:spPr>
          <a:xfrm>
            <a:off x="2016825" y="1256450"/>
            <a:ext cx="2446536" cy="1835781"/>
          </a:xfrm>
          <a:prstGeom prst="rect">
            <a:avLst/>
          </a:prstGeom>
          <a:noFill/>
          <a:ln>
            <a:noFill/>
          </a:ln>
          <a:effectLst>
            <a:outerShdw blurRad="57150" dist="19050" dir="5400000" algn="bl" rotWithShape="0">
              <a:srgbClr val="000000">
                <a:alpha val="20000"/>
              </a:srgbClr>
            </a:outerShdw>
          </a:effectLst>
        </p:spPr>
      </p:pic>
      <p:pic>
        <p:nvPicPr>
          <p:cNvPr id="966" name="Google Shape;966;g26b641b03cd_0_315"/>
          <p:cNvPicPr preferRelativeResize="0"/>
          <p:nvPr/>
        </p:nvPicPr>
        <p:blipFill rotWithShape="1">
          <a:blip r:embed="rId5">
            <a:alphaModFix/>
          </a:blip>
          <a:srcRect l="69" r="69"/>
          <a:stretch/>
        </p:blipFill>
        <p:spPr>
          <a:xfrm>
            <a:off x="4680639" y="1256450"/>
            <a:ext cx="2446536" cy="1835782"/>
          </a:xfrm>
          <a:prstGeom prst="rect">
            <a:avLst/>
          </a:prstGeom>
          <a:noFill/>
          <a:ln>
            <a:noFill/>
          </a:ln>
          <a:effectLst>
            <a:outerShdw blurRad="57150" dist="19050" dir="5400000" algn="bl" rotWithShape="0">
              <a:srgbClr val="000000">
                <a:alpha val="20000"/>
              </a:srgbClr>
            </a:outerShdw>
          </a:effectLst>
        </p:spPr>
      </p:pic>
      <p:pic>
        <p:nvPicPr>
          <p:cNvPr id="967" name="Google Shape;967;g26b641b03cd_0_315"/>
          <p:cNvPicPr preferRelativeResize="0"/>
          <p:nvPr/>
        </p:nvPicPr>
        <p:blipFill rotWithShape="1">
          <a:blip r:embed="rId6">
            <a:alphaModFix/>
          </a:blip>
          <a:srcRect l="69" r="69"/>
          <a:stretch/>
        </p:blipFill>
        <p:spPr>
          <a:xfrm>
            <a:off x="4680639" y="3277468"/>
            <a:ext cx="2446536" cy="1835782"/>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74" name="Google Shape;974;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975" name="Google Shape;975;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grpSp>
        <p:nvGrpSpPr>
          <p:cNvPr id="976" name="Google Shape;976;g26b641b03cd_1_0"/>
          <p:cNvGrpSpPr/>
          <p:nvPr/>
        </p:nvGrpSpPr>
        <p:grpSpPr>
          <a:xfrm>
            <a:off x="2016825" y="1256450"/>
            <a:ext cx="5110350" cy="3856800"/>
            <a:chOff x="2016825" y="1256450"/>
            <a:chExt cx="5110350" cy="3856800"/>
          </a:xfrm>
        </p:grpSpPr>
        <p:pic>
          <p:nvPicPr>
            <p:cNvPr id="977" name="Google Shape;977;g26b641b03cd_1_0"/>
            <p:cNvPicPr preferRelativeResize="0"/>
            <p:nvPr/>
          </p:nvPicPr>
          <p:blipFill rotWithShape="1">
            <a:blip r:embed="rId3">
              <a:alphaModFix/>
            </a:blip>
            <a:srcRect t="89" b="99"/>
            <a:stretch/>
          </p:blipFill>
          <p:spPr>
            <a:xfrm>
              <a:off x="2016825" y="3277468"/>
              <a:ext cx="2446536" cy="1835781"/>
            </a:xfrm>
            <a:prstGeom prst="rect">
              <a:avLst/>
            </a:prstGeom>
            <a:noFill/>
            <a:ln>
              <a:noFill/>
            </a:ln>
            <a:effectLst>
              <a:outerShdw blurRad="57150" dist="19050" dir="5400000" algn="bl" rotWithShape="0">
                <a:srgbClr val="000000">
                  <a:alpha val="20000"/>
                </a:srgbClr>
              </a:outerShdw>
            </a:effectLst>
          </p:spPr>
        </p:pic>
        <p:pic>
          <p:nvPicPr>
            <p:cNvPr id="978" name="Google Shape;978;g26b641b03cd_1_0"/>
            <p:cNvPicPr preferRelativeResize="0"/>
            <p:nvPr/>
          </p:nvPicPr>
          <p:blipFill rotWithShape="1">
            <a:blip r:embed="rId4">
              <a:alphaModFix/>
            </a:blip>
            <a:srcRect t="89" b="99"/>
            <a:stretch/>
          </p:blipFill>
          <p:spPr>
            <a:xfrm>
              <a:off x="2016825" y="1256450"/>
              <a:ext cx="2446536" cy="1835781"/>
            </a:xfrm>
            <a:prstGeom prst="rect">
              <a:avLst/>
            </a:prstGeom>
            <a:noFill/>
            <a:ln>
              <a:noFill/>
            </a:ln>
            <a:effectLst>
              <a:outerShdw blurRad="57150" dist="19050" dir="5400000" algn="bl" rotWithShape="0">
                <a:srgbClr val="000000">
                  <a:alpha val="20000"/>
                </a:srgbClr>
              </a:outerShdw>
            </a:effectLst>
          </p:spPr>
        </p:pic>
        <p:pic>
          <p:nvPicPr>
            <p:cNvPr id="979" name="Google Shape;979;g26b641b03cd_1_0"/>
            <p:cNvPicPr preferRelativeResize="0"/>
            <p:nvPr/>
          </p:nvPicPr>
          <p:blipFill rotWithShape="1">
            <a:blip r:embed="rId5">
              <a:alphaModFix/>
            </a:blip>
            <a:srcRect/>
            <a:stretch/>
          </p:blipFill>
          <p:spPr>
            <a:xfrm>
              <a:off x="4680639" y="1256450"/>
              <a:ext cx="2446536" cy="1835782"/>
            </a:xfrm>
            <a:prstGeom prst="rect">
              <a:avLst/>
            </a:prstGeom>
            <a:noFill/>
            <a:ln>
              <a:noFill/>
            </a:ln>
            <a:effectLst>
              <a:outerShdw blurRad="57150" dist="19050" dir="5400000" algn="bl" rotWithShape="0">
                <a:srgbClr val="000000">
                  <a:alpha val="20000"/>
                </a:srgbClr>
              </a:outerShdw>
            </a:effectLst>
          </p:spPr>
        </p:pic>
        <p:pic>
          <p:nvPicPr>
            <p:cNvPr id="980" name="Google Shape;980;g26b641b03cd_1_0"/>
            <p:cNvPicPr preferRelativeResize="0"/>
            <p:nvPr/>
          </p:nvPicPr>
          <p:blipFill rotWithShape="1">
            <a:blip r:embed="rId6">
              <a:alphaModFix/>
            </a:blip>
            <a:srcRect/>
            <a:stretch/>
          </p:blipFill>
          <p:spPr>
            <a:xfrm>
              <a:off x="4680639" y="3277468"/>
              <a:ext cx="2446536" cy="1835782"/>
            </a:xfrm>
            <a:prstGeom prst="rect">
              <a:avLst/>
            </a:prstGeom>
            <a:noFill/>
            <a:ln>
              <a:noFill/>
            </a:ln>
            <a:effectLst>
              <a:outerShdw blurRad="57150" dist="19050" dir="5400000" algn="bl" rotWithShape="0">
                <a:srgbClr val="000000">
                  <a:alpha val="20000"/>
                </a:srgbClr>
              </a:outerShdw>
            </a:effectLst>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pic>
        <p:nvPicPr>
          <p:cNvPr id="986" name="Google Shape;986;g2d18f763b02_0_8"/>
          <p:cNvPicPr preferRelativeResize="0"/>
          <p:nvPr/>
        </p:nvPicPr>
        <p:blipFill rotWithShape="1">
          <a:blip r:embed="rId3">
            <a:alphaModFix/>
          </a:blip>
          <a:srcRect t="563" b="572"/>
          <a:stretch/>
        </p:blipFill>
        <p:spPr>
          <a:xfrm>
            <a:off x="4392597" y="2697413"/>
            <a:ext cx="3906212" cy="2453951"/>
          </a:xfrm>
          <a:prstGeom prst="rect">
            <a:avLst/>
          </a:prstGeom>
          <a:noFill/>
          <a:ln>
            <a:noFill/>
          </a:ln>
        </p:spPr>
      </p:pic>
      <p:pic>
        <p:nvPicPr>
          <p:cNvPr id="987" name="Google Shape;987;g2d18f763b02_0_8"/>
          <p:cNvPicPr preferRelativeResize="0"/>
          <p:nvPr/>
        </p:nvPicPr>
        <p:blipFill rotWithShape="1">
          <a:blip r:embed="rId4">
            <a:alphaModFix/>
          </a:blip>
          <a:srcRect/>
          <a:stretch/>
        </p:blipFill>
        <p:spPr>
          <a:xfrm>
            <a:off x="1630904" y="2724525"/>
            <a:ext cx="2070144" cy="1095538"/>
          </a:xfrm>
          <a:prstGeom prst="rect">
            <a:avLst/>
          </a:prstGeom>
          <a:noFill/>
          <a:ln>
            <a:noFill/>
          </a:ln>
        </p:spPr>
      </p:pic>
      <p:pic>
        <p:nvPicPr>
          <p:cNvPr id="988" name="Google Shape;988;g2d18f763b02_0_8"/>
          <p:cNvPicPr preferRelativeResize="0"/>
          <p:nvPr/>
        </p:nvPicPr>
        <p:blipFill rotWithShape="1">
          <a:blip r:embed="rId5">
            <a:alphaModFix/>
          </a:blip>
          <a:srcRect/>
          <a:stretch/>
        </p:blipFill>
        <p:spPr>
          <a:xfrm>
            <a:off x="1591729" y="3863655"/>
            <a:ext cx="2257425" cy="119937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310</Words>
  <Application>Microsoft Office PowerPoint</Application>
  <PresentationFormat>On-screen Show (4:3)</PresentationFormat>
  <Paragraphs>57</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Calibri</vt:lpstr>
      <vt:lpstr>Jost</vt:lpstr>
      <vt:lpstr>Arial</vt:lpstr>
      <vt:lpstr>Nunito Black</vt:lpstr>
      <vt:lpstr>Poppins</vt:lpstr>
      <vt:lpstr>Poppins SemiBold</vt:lpstr>
      <vt:lpstr>Poppins Medium</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vt:lpstr>
      <vt:lpstr>Review Alphabet Song</vt:lpstr>
      <vt:lpstr>Practise Common Exception Words</vt:lpstr>
      <vt:lpstr>Practise Common Exception Words</vt:lpstr>
      <vt:lpstr>Practise High Frequency Words</vt:lpstr>
      <vt:lpstr>Practise High Frequency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2026-05-20T01:52:08Z</dcterms:modified>
</cp:coreProperties>
</file>