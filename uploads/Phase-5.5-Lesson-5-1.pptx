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jVxERT+/A6+gcoxqdieGuogxAJ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EAE4AA-5EED-4F84-8A5F-893D3939BCE2}">
  <a:tblStyle styleId="{7AEAE4AA-5EED-4F84-8A5F-893D3939BCE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7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2" name="Google Shape;72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1" name="Google Shape;75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2" name="Google Shape;75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4" name="Google Shape;974;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5" name="Google Shape;975;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d1f158ea7c_0_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d1f158ea7c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d1f158ea7c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231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/ai/</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slide" Target="slide1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slide" Target="slide11.xml"/><Relationship Id="rId5" Type="http://schemas.openxmlformats.org/officeDocument/2006/relationships/image" Target="../media/image11.png"/><Relationship Id="rId10" Type="http://schemas.openxmlformats.org/officeDocument/2006/relationships/slide" Target="slide19.xml"/><Relationship Id="rId4" Type="http://schemas.openxmlformats.org/officeDocument/2006/relationships/image" Target="../media/image10.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7.png"/><Relationship Id="rId21" Type="http://schemas.openxmlformats.org/officeDocument/2006/relationships/image" Target="../media/image54.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9.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50.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7.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4.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13" Type="http://schemas.openxmlformats.org/officeDocument/2006/relationships/image" Target="../media/image75.png"/><Relationship Id="rId18" Type="http://schemas.openxmlformats.org/officeDocument/2006/relationships/image" Target="../media/image80.png"/><Relationship Id="rId26" Type="http://schemas.openxmlformats.org/officeDocument/2006/relationships/image" Target="../media/image88.png"/><Relationship Id="rId39" Type="http://schemas.openxmlformats.org/officeDocument/2006/relationships/image" Target="../media/image99.png"/><Relationship Id="rId21" Type="http://schemas.openxmlformats.org/officeDocument/2006/relationships/image" Target="../media/image83.png"/><Relationship Id="rId34" Type="http://schemas.openxmlformats.org/officeDocument/2006/relationships/image" Target="../media/image8.png"/><Relationship Id="rId42" Type="http://schemas.openxmlformats.org/officeDocument/2006/relationships/image" Target="../media/image102.png"/><Relationship Id="rId7"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8.png"/><Relationship Id="rId20" Type="http://schemas.openxmlformats.org/officeDocument/2006/relationships/image" Target="../media/image82.png"/><Relationship Id="rId29" Type="http://schemas.openxmlformats.org/officeDocument/2006/relationships/image" Target="../media/image90.png"/><Relationship Id="rId41"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6.png"/><Relationship Id="rId32" Type="http://schemas.openxmlformats.org/officeDocument/2006/relationships/image" Target="../media/image93.png"/><Relationship Id="rId37" Type="http://schemas.openxmlformats.org/officeDocument/2006/relationships/image" Target="../media/image97.png"/><Relationship Id="rId40" Type="http://schemas.openxmlformats.org/officeDocument/2006/relationships/image" Target="../media/image100.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28" Type="http://schemas.openxmlformats.org/officeDocument/2006/relationships/image" Target="../media/image89.png"/><Relationship Id="rId36" Type="http://schemas.openxmlformats.org/officeDocument/2006/relationships/image" Target="../media/image96.png"/><Relationship Id="rId10" Type="http://schemas.openxmlformats.org/officeDocument/2006/relationships/image" Target="../media/image72.png"/><Relationship Id="rId19" Type="http://schemas.openxmlformats.org/officeDocument/2006/relationships/image" Target="../media/image81.png"/><Relationship Id="rId31" Type="http://schemas.openxmlformats.org/officeDocument/2006/relationships/image" Target="../media/image9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 Id="rId27" Type="http://schemas.openxmlformats.org/officeDocument/2006/relationships/image" Target="../media/image7.png"/><Relationship Id="rId30" Type="http://schemas.openxmlformats.org/officeDocument/2006/relationships/image" Target="../media/image91.png"/><Relationship Id="rId35" Type="http://schemas.openxmlformats.org/officeDocument/2006/relationships/image" Target="../media/image95.png"/><Relationship Id="rId43" Type="http://schemas.openxmlformats.org/officeDocument/2006/relationships/image" Target="../media/image103.png"/><Relationship Id="rId8" Type="http://schemas.openxmlformats.org/officeDocument/2006/relationships/image" Target="../media/image70.png"/><Relationship Id="rId3" Type="http://schemas.openxmlformats.org/officeDocument/2006/relationships/image" Target="../media/image65.png"/><Relationship Id="rId12" Type="http://schemas.openxmlformats.org/officeDocument/2006/relationships/image" Target="../media/image74.png"/><Relationship Id="rId17" Type="http://schemas.openxmlformats.org/officeDocument/2006/relationships/image" Target="../media/image79.png"/><Relationship Id="rId25" Type="http://schemas.openxmlformats.org/officeDocument/2006/relationships/image" Target="../media/image87.png"/><Relationship Id="rId33" Type="http://schemas.openxmlformats.org/officeDocument/2006/relationships/image" Target="../media/image94.png"/><Relationship Id="rId38" Type="http://schemas.openxmlformats.org/officeDocument/2006/relationships/image" Target="../media/image9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png"/><Relationship Id="rId2" Type="http://schemas.openxmlformats.org/officeDocument/2006/relationships/notesSlide" Target="../notesSlides/notesSlide7.xml"/><Relationship Id="rId16" Type="http://schemas.openxmlformats.org/officeDocument/2006/relationships/image" Target="../media/image117.png"/><Relationship Id="rId1" Type="http://schemas.openxmlformats.org/officeDocument/2006/relationships/slideLayout" Target="../slideLayouts/slideLayout3.xml"/><Relationship Id="rId6" Type="http://schemas.openxmlformats.org/officeDocument/2006/relationships/image" Target="../media/image107.png"/><Relationship Id="rId11" Type="http://schemas.openxmlformats.org/officeDocument/2006/relationships/image" Target="../media/image112.png"/><Relationship Id="rId5" Type="http://schemas.openxmlformats.org/officeDocument/2006/relationships/image" Target="../media/image106.png"/><Relationship Id="rId15" Type="http://schemas.openxmlformats.org/officeDocument/2006/relationships/image" Target="../media/image116.png"/><Relationship Id="rId10" Type="http://schemas.openxmlformats.org/officeDocument/2006/relationships/image" Target="../media/image111.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s>
</file>

<file path=ppt/slides/_rels/slide8.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18" Type="http://schemas.openxmlformats.org/officeDocument/2006/relationships/image" Target="../media/image133.png"/><Relationship Id="rId26" Type="http://schemas.openxmlformats.org/officeDocument/2006/relationships/image" Target="../media/image140.png"/><Relationship Id="rId3" Type="http://schemas.openxmlformats.org/officeDocument/2006/relationships/image" Target="../media/image118.png"/><Relationship Id="rId21" Type="http://schemas.openxmlformats.org/officeDocument/2006/relationships/image" Target="../media/image135.png"/><Relationship Id="rId7" Type="http://schemas.openxmlformats.org/officeDocument/2006/relationships/image" Target="../media/image122.png"/><Relationship Id="rId12" Type="http://schemas.openxmlformats.org/officeDocument/2006/relationships/image" Target="../media/image127.png"/><Relationship Id="rId17" Type="http://schemas.openxmlformats.org/officeDocument/2006/relationships/image" Target="../media/image132.png"/><Relationship Id="rId25" Type="http://schemas.openxmlformats.org/officeDocument/2006/relationships/image" Target="../media/image139.png"/><Relationship Id="rId2" Type="http://schemas.openxmlformats.org/officeDocument/2006/relationships/notesSlide" Target="../notesSlides/notesSlide8.xml"/><Relationship Id="rId16" Type="http://schemas.openxmlformats.org/officeDocument/2006/relationships/image" Target="../media/image131.png"/><Relationship Id="rId20" Type="http://schemas.openxmlformats.org/officeDocument/2006/relationships/image" Target="../media/image11.png"/><Relationship Id="rId29" Type="http://schemas.openxmlformats.org/officeDocument/2006/relationships/image" Target="../media/image143.png"/><Relationship Id="rId1" Type="http://schemas.openxmlformats.org/officeDocument/2006/relationships/slideLayout" Target="../slideLayouts/slideLayout3.xml"/><Relationship Id="rId6" Type="http://schemas.openxmlformats.org/officeDocument/2006/relationships/image" Target="../media/image121.png"/><Relationship Id="rId11" Type="http://schemas.openxmlformats.org/officeDocument/2006/relationships/image" Target="../media/image126.png"/><Relationship Id="rId24" Type="http://schemas.openxmlformats.org/officeDocument/2006/relationships/image" Target="../media/image138.png"/><Relationship Id="rId5" Type="http://schemas.openxmlformats.org/officeDocument/2006/relationships/image" Target="../media/image120.png"/><Relationship Id="rId15" Type="http://schemas.openxmlformats.org/officeDocument/2006/relationships/image" Target="../media/image130.png"/><Relationship Id="rId23" Type="http://schemas.openxmlformats.org/officeDocument/2006/relationships/image" Target="../media/image137.png"/><Relationship Id="rId28" Type="http://schemas.openxmlformats.org/officeDocument/2006/relationships/image" Target="../media/image142.png"/><Relationship Id="rId10" Type="http://schemas.openxmlformats.org/officeDocument/2006/relationships/image" Target="../media/image125.png"/><Relationship Id="rId19" Type="http://schemas.openxmlformats.org/officeDocument/2006/relationships/image" Target="../media/image134.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 Id="rId22" Type="http://schemas.openxmlformats.org/officeDocument/2006/relationships/image" Target="../media/image136.png"/><Relationship Id="rId27" Type="http://schemas.openxmlformats.org/officeDocument/2006/relationships/image" Target="../media/image141.png"/><Relationship Id="rId30" Type="http://schemas.openxmlformats.org/officeDocument/2006/relationships/image" Target="../media/image144.png"/></Relationships>
</file>

<file path=ppt/slides/_rels/slide9.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3" Type="http://schemas.openxmlformats.org/officeDocument/2006/relationships/image" Target="../media/image145.png"/><Relationship Id="rId7" Type="http://schemas.openxmlformats.org/officeDocument/2006/relationships/image" Target="../media/image149.png"/><Relationship Id="rId12" Type="http://schemas.openxmlformats.org/officeDocument/2006/relationships/image" Target="../media/image15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8.png"/><Relationship Id="rId11" Type="http://schemas.openxmlformats.org/officeDocument/2006/relationships/image" Target="../media/image153.png"/><Relationship Id="rId5" Type="http://schemas.openxmlformats.org/officeDocument/2006/relationships/image" Target="../media/image147.png"/><Relationship Id="rId15" Type="http://schemas.openxmlformats.org/officeDocument/2006/relationships/image" Target="../media/image157.png"/><Relationship Id="rId10" Type="http://schemas.openxmlformats.org/officeDocument/2006/relationships/image" Target="../media/image152.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s>
</file>

<file path=ppt/slides/_rels/slide10.xml.rels><?xml version="1.0" encoding="UTF-8" standalone="yes"?>
<Relationships xmlns="http://schemas.openxmlformats.org/package/2006/relationships"><Relationship Id="rId8" Type="http://schemas.openxmlformats.org/officeDocument/2006/relationships/image" Target="../media/image163.png"/><Relationship Id="rId13" Type="http://schemas.openxmlformats.org/officeDocument/2006/relationships/image" Target="../media/image168.png"/><Relationship Id="rId3" Type="http://schemas.openxmlformats.org/officeDocument/2006/relationships/image" Target="../media/image158.png"/><Relationship Id="rId7" Type="http://schemas.openxmlformats.org/officeDocument/2006/relationships/image" Target="../media/image162.png"/><Relationship Id="rId12" Type="http://schemas.openxmlformats.org/officeDocument/2006/relationships/image" Target="../media/image167.png"/><Relationship Id="rId2" Type="http://schemas.openxmlformats.org/officeDocument/2006/relationships/notesSlide" Target="../notesSlides/notesSlide10.xml"/><Relationship Id="rId16" Type="http://schemas.openxmlformats.org/officeDocument/2006/relationships/image" Target="../media/image171.png"/><Relationship Id="rId1" Type="http://schemas.openxmlformats.org/officeDocument/2006/relationships/slideLayout" Target="../slideLayouts/slideLayout3.xml"/><Relationship Id="rId6" Type="http://schemas.openxmlformats.org/officeDocument/2006/relationships/image" Target="../media/image161.png"/><Relationship Id="rId11" Type="http://schemas.openxmlformats.org/officeDocument/2006/relationships/image" Target="../media/image166.png"/><Relationship Id="rId5" Type="http://schemas.openxmlformats.org/officeDocument/2006/relationships/image" Target="../media/image160.png"/><Relationship Id="rId15" Type="http://schemas.openxmlformats.org/officeDocument/2006/relationships/image" Target="../media/image170.png"/><Relationship Id="rId10" Type="http://schemas.openxmlformats.org/officeDocument/2006/relationships/image" Target="../media/image165.png"/><Relationship Id="rId4" Type="http://schemas.openxmlformats.org/officeDocument/2006/relationships/image" Target="../media/image159.png"/><Relationship Id="rId9" Type="http://schemas.openxmlformats.org/officeDocument/2006/relationships/image" Target="../media/image164.png"/><Relationship Id="rId14" Type="http://schemas.openxmlformats.org/officeDocument/2006/relationships/image" Target="../media/image169.png"/></Relationships>
</file>

<file path=ppt/slides/_rels/slide11.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13.png"/><Relationship Id="rId7" Type="http://schemas.openxmlformats.org/officeDocument/2006/relationships/image" Target="../media/image175.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74.png"/><Relationship Id="rId5" Type="http://schemas.openxmlformats.org/officeDocument/2006/relationships/image" Target="../media/image17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79.png"/><Relationship Id="rId7" Type="http://schemas.openxmlformats.org/officeDocument/2006/relationships/image" Target="../media/image183.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82.png"/><Relationship Id="rId5" Type="http://schemas.openxmlformats.org/officeDocument/2006/relationships/image" Target="../media/image181.png"/><Relationship Id="rId4" Type="http://schemas.openxmlformats.org/officeDocument/2006/relationships/image" Target="../media/image180.png"/></Relationships>
</file>

<file path=ppt/slides/_rels/slide1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17.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93.png"/><Relationship Id="rId4" Type="http://schemas.openxmlformats.org/officeDocument/2006/relationships/image" Target="../media/image192.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95.png"/><Relationship Id="rId4" Type="http://schemas.openxmlformats.org/officeDocument/2006/relationships/image" Target="../media/image194.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9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Review Sound Family /ai/</a:t>
            </a:r>
            <a:endParaRPr sz="3000"/>
          </a:p>
        </p:txBody>
      </p:sp>
      <p:sp>
        <p:nvSpPr>
          <p:cNvPr id="679" name="Google Shape;679;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1" name="Google Shape;681;p1"/>
          <p:cNvGrpSpPr/>
          <p:nvPr/>
        </p:nvGrpSpPr>
        <p:grpSpPr>
          <a:xfrm>
            <a:off x="4541108" y="4038855"/>
            <a:ext cx="4446303" cy="1792721"/>
            <a:chOff x="4541108" y="4038855"/>
            <a:chExt cx="4446303" cy="1792721"/>
          </a:xfrm>
        </p:grpSpPr>
        <p:sp>
          <p:nvSpPr>
            <p:cNvPr id="682" name="Google Shape;682;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6" name="Google Shape;686;p1"/>
            <p:cNvPicPr preferRelativeResize="0"/>
            <p:nvPr/>
          </p:nvPicPr>
          <p:blipFill rotWithShape="1">
            <a:blip r:embed="rId3">
              <a:alphaModFix/>
            </a:blip>
            <a:srcRect l="19" r="19"/>
            <a:stretch/>
          </p:blipFill>
          <p:spPr>
            <a:xfrm rot="682278">
              <a:off x="7793578" y="4238548"/>
              <a:ext cx="1056753" cy="1495711"/>
            </a:xfrm>
            <a:prstGeom prst="rect">
              <a:avLst/>
            </a:prstGeom>
            <a:noFill/>
            <a:ln>
              <a:noFill/>
            </a:ln>
            <a:effectLst>
              <a:outerShdw blurRad="71438" dist="38100" dir="5220000" algn="bl" rotWithShape="0">
                <a:srgbClr val="000000">
                  <a:alpha val="20000"/>
                </a:srgbClr>
              </a:outerShdw>
            </a:effectLst>
          </p:spPr>
        </p:pic>
        <p:pic>
          <p:nvPicPr>
            <p:cNvPr id="687" name="Google Shape;687;p1"/>
            <p:cNvPicPr preferRelativeResize="0"/>
            <p:nvPr/>
          </p:nvPicPr>
          <p:blipFill rotWithShape="1">
            <a:blip r:embed="rId4">
              <a:alphaModFix/>
            </a:blip>
            <a:srcRect l="79" r="79"/>
            <a:stretch/>
          </p:blipFill>
          <p:spPr>
            <a:xfrm rot="372225">
              <a:off x="7125398" y="4102789"/>
              <a:ext cx="1056754" cy="1495711"/>
            </a:xfrm>
            <a:prstGeom prst="rect">
              <a:avLst/>
            </a:prstGeom>
            <a:noFill/>
            <a:ln>
              <a:noFill/>
            </a:ln>
            <a:effectLst>
              <a:outerShdw blurRad="71438" dist="38100" dir="5220000" algn="bl" rotWithShape="0">
                <a:srgbClr val="000000">
                  <a:alpha val="20000"/>
                </a:srgbClr>
              </a:outerShdw>
            </a:effectLst>
          </p:spPr>
        </p:pic>
        <p:pic>
          <p:nvPicPr>
            <p:cNvPr id="688" name="Google Shape;688;p1"/>
            <p:cNvPicPr preferRelativeResize="0"/>
            <p:nvPr/>
          </p:nvPicPr>
          <p:blipFill rotWithShape="1">
            <a:blip r:embed="rId5">
              <a:alphaModFix/>
            </a:blip>
            <a:srcRect l="79" r="79"/>
            <a:stretch/>
          </p:blipFill>
          <p:spPr>
            <a:xfrm rot="-5">
              <a:off x="6254244" y="4038856"/>
              <a:ext cx="1056753" cy="1495713"/>
            </a:xfrm>
            <a:prstGeom prst="rect">
              <a:avLst/>
            </a:prstGeom>
            <a:noFill/>
            <a:ln>
              <a:noFill/>
            </a:ln>
            <a:effectLst>
              <a:outerShdw blurRad="71438" dist="38100" dir="5220000" algn="bl" rotWithShape="0">
                <a:srgbClr val="000000">
                  <a:alpha val="20000"/>
                </a:srgbClr>
              </a:outerShdw>
            </a:effectLst>
          </p:spPr>
        </p:pic>
        <p:pic>
          <p:nvPicPr>
            <p:cNvPr id="689" name="Google Shape;689;p1"/>
            <p:cNvPicPr preferRelativeResize="0"/>
            <p:nvPr/>
          </p:nvPicPr>
          <p:blipFill rotWithShape="1">
            <a:blip r:embed="rId6">
              <a:alphaModFix/>
            </a:blip>
            <a:srcRect l="79" r="79"/>
            <a:stretch/>
          </p:blipFill>
          <p:spPr>
            <a:xfrm rot="-158091">
              <a:off x="5374539" y="4093626"/>
              <a:ext cx="1056754" cy="1495714"/>
            </a:xfrm>
            <a:prstGeom prst="rect">
              <a:avLst/>
            </a:prstGeom>
            <a:noFill/>
            <a:ln>
              <a:noFill/>
            </a:ln>
            <a:effectLst>
              <a:outerShdw blurRad="71438" dist="38100" dir="5220000" algn="bl" rotWithShape="0">
                <a:srgbClr val="000000">
                  <a:alpha val="20000"/>
                </a:srgbClr>
              </a:outerShdw>
            </a:effectLst>
          </p:spPr>
        </p:pic>
        <p:pic>
          <p:nvPicPr>
            <p:cNvPr id="690" name="Google Shape;690;p1"/>
            <p:cNvPicPr preferRelativeResize="0"/>
            <p:nvPr/>
          </p:nvPicPr>
          <p:blipFill rotWithShape="1">
            <a:blip r:embed="rId7">
              <a:alphaModFix/>
            </a:blip>
            <a:srcRect l="19" r="19"/>
            <a:stretch/>
          </p:blipFill>
          <p:spPr>
            <a:xfrm rot="-622221">
              <a:off x="4667099" y="4252966"/>
              <a:ext cx="1056753" cy="1495713"/>
            </a:xfrm>
            <a:prstGeom prst="rect">
              <a:avLst/>
            </a:prstGeom>
            <a:noFill/>
            <a:ln>
              <a:noFill/>
            </a:ln>
            <a:effectLst>
              <a:outerShdw blurRad="71438" dist="38100" dir="5220000" algn="bl" rotWithShape="0">
                <a:srgbClr val="000000">
                  <a:alpha val="20000"/>
                </a:srgbClr>
              </a:outerShdw>
            </a:effectLst>
          </p:spPr>
        </p:pic>
      </p:grpSp>
      <p:graphicFrame>
        <p:nvGraphicFramePr>
          <p:cNvPr id="691" name="Google Shape;691;p1"/>
          <p:cNvGraphicFramePr/>
          <p:nvPr/>
        </p:nvGraphicFramePr>
        <p:xfrm>
          <a:off x="4844200" y="1646527"/>
          <a:ext cx="3784875" cy="2032200"/>
        </p:xfrm>
        <a:graphic>
          <a:graphicData uri="http://schemas.openxmlformats.org/drawingml/2006/table">
            <a:tbl>
              <a:tblPr firstRow="1" bandRow="1">
                <a:noFill/>
                <a:tableStyleId>{7AEAE4AA-5EED-4F84-8A5F-893D3939BCE2}</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i/</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/ee/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/ai/</a:t>
            </a:r>
            <a:r>
              <a:rPr lang="en-US"/>
              <a:t> sound family spelling patterns, including homophones and Common Exception Words.</a:t>
            </a:r>
            <a:endParaRPr/>
          </a:p>
        </p:txBody>
      </p:sp>
      <p:sp>
        <p:nvSpPr>
          <p:cNvPr id="698" name="Google Shape;698;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99" name="Google Shape;699;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0" name="Google Shape;700;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1" name="Google Shape;701;g2bee4f4af4b_0_204"/>
          <p:cNvPicPr preferRelativeResize="0"/>
          <p:nvPr/>
        </p:nvPicPr>
        <p:blipFill rotWithShape="1">
          <a:blip r:embed="rId3">
            <a:alphaModFix/>
          </a:blip>
          <a:srcRect l="19" r="19"/>
          <a:stretch/>
        </p:blipFill>
        <p:spPr>
          <a:xfrm>
            <a:off x="2319758" y="4101860"/>
            <a:ext cx="786850" cy="1113688"/>
          </a:xfrm>
          <a:prstGeom prst="rect">
            <a:avLst/>
          </a:prstGeom>
          <a:noFill/>
          <a:ln>
            <a:noFill/>
          </a:ln>
          <a:effectLst>
            <a:outerShdw blurRad="71438" dist="19050" dir="5220000" algn="bl" rotWithShape="0">
              <a:srgbClr val="D8D8D8"/>
            </a:outerShdw>
          </a:effectLst>
        </p:spPr>
      </p:pic>
      <p:sp>
        <p:nvSpPr>
          <p:cNvPr id="702" name="Google Shape;702;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3" name="Google Shape;703;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4" name="Google Shape;704;g2bee4f4af4b_0_204"/>
          <p:cNvPicPr preferRelativeResize="0"/>
          <p:nvPr/>
        </p:nvPicPr>
        <p:blipFill rotWithShape="1">
          <a:blip r:embed="rId4">
            <a:alphaModFix/>
          </a:blip>
          <a:srcRect l="89" r="79"/>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5" name="Google Shape;705;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5511351" y="5256525"/>
            <a:ext cx="14673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5">
            <a:alphaModFix/>
          </a:blip>
          <a:srcRect t="89" b="79"/>
          <a:stretch/>
        </p:blipFill>
        <p:spPr>
          <a:xfrm>
            <a:off x="5778959" y="4326104"/>
            <a:ext cx="931974" cy="665199"/>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7">
            <a:alphaModFix/>
          </a:blip>
          <a:srcRect r="10"/>
          <a:stretch/>
        </p:blipFill>
        <p:spPr>
          <a:xfrm>
            <a:off x="798551" y="4340700"/>
            <a:ext cx="1271949" cy="636001"/>
          </a:xfrm>
          <a:prstGeom prst="rect">
            <a:avLst/>
          </a:prstGeom>
          <a:noFill/>
          <a:ln>
            <a:noFill/>
          </a:ln>
          <a:effectLst>
            <a:outerShdw blurRad="57150" dist="19050" dir="5400000" algn="bl" rotWithShape="0">
              <a:srgbClr val="BFBFBF"/>
            </a:outerShdw>
          </a:effectLst>
        </p:spPr>
      </p:pic>
      <p:sp>
        <p:nvSpPr>
          <p:cNvPr id="714" name="Google Shape;714;g2bee4f4af4b_0_204">
            <a:hlinkClick r:id="rId8" action="ppaction://hlinksldjump"/>
          </p:cNvPr>
          <p:cNvSpPr/>
          <p:nvPr/>
        </p:nvSpPr>
        <p:spPr>
          <a:xfrm>
            <a:off x="2304796" y="3779291"/>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9" action="ppaction://hlinksldjump"/>
          </p:cNvPr>
          <p:cNvSpPr/>
          <p:nvPr/>
        </p:nvSpPr>
        <p:spPr>
          <a:xfrm>
            <a:off x="4521271" y="380830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0" action="ppaction://hlinksldjump"/>
          </p:cNvPr>
          <p:cNvSpPr/>
          <p:nvPr/>
        </p:nvSpPr>
        <p:spPr>
          <a:xfrm>
            <a:off x="5657261"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1" action="ppaction://hlinksldjump"/>
          </p:cNvPr>
          <p:cNvSpPr/>
          <p:nvPr/>
        </p:nvSpPr>
        <p:spPr>
          <a:xfrm>
            <a:off x="915432" y="375450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2" action="ppaction://hlinksldjump"/>
          </p:cNvPr>
          <p:cNvSpPr/>
          <p:nvPr/>
        </p:nvSpPr>
        <p:spPr>
          <a:xfrm>
            <a:off x="3365965" y="378155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5" name="Google Shape;725;g26b641b03cd_0_165"/>
          <p:cNvGrpSpPr/>
          <p:nvPr/>
        </p:nvGrpSpPr>
        <p:grpSpPr>
          <a:xfrm>
            <a:off x="930400" y="2053244"/>
            <a:ext cx="7283200" cy="3724851"/>
            <a:chOff x="930400" y="2129444"/>
            <a:chExt cx="7283200" cy="3724851"/>
          </a:xfrm>
        </p:grpSpPr>
        <p:pic>
          <p:nvPicPr>
            <p:cNvPr id="726" name="Google Shape;72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5" name="Google Shape;755;g26b7edf6e71_0_26"/>
          <p:cNvGrpSpPr/>
          <p:nvPr/>
        </p:nvGrpSpPr>
        <p:grpSpPr>
          <a:xfrm>
            <a:off x="930400" y="2053250"/>
            <a:ext cx="7283201" cy="2971674"/>
            <a:chOff x="930400" y="2129450"/>
            <a:chExt cx="7283201" cy="2971674"/>
          </a:xfrm>
        </p:grpSpPr>
        <p:pic>
          <p:nvPicPr>
            <p:cNvPr id="756" name="Google Shape;75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0" name="Google Shape;76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1" name="Google Shape;76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2" name="Google Shape;76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4" name="Google Shape;76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6" name="Google Shape;76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9" name="Google Shape;76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0" name="Google Shape;77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4" name="Google Shape;78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1" name="Google Shape;791;g2c298da1f27_0_417"/>
          <p:cNvGrpSpPr/>
          <p:nvPr/>
        </p:nvGrpSpPr>
        <p:grpSpPr>
          <a:xfrm>
            <a:off x="930400" y="2053250"/>
            <a:ext cx="7283201" cy="2971674"/>
            <a:chOff x="930400" y="2053250"/>
            <a:chExt cx="7283201" cy="2971674"/>
          </a:xfrm>
        </p:grpSpPr>
        <p:pic>
          <p:nvPicPr>
            <p:cNvPr id="792" name="Google Shape;79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3" name="Google Shape;79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4" name="Google Shape;79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7" name="Google Shape;79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8" name="Google Shape;79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9" name="Google Shape;79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3" name="Google Shape;80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4" name="Google Shape;80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5" name="Google Shape;80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7" name="Google Shape;80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0" name="Google Shape;81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1" name="Google Shape;81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2" name="Google Shape;81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3" name="Google Shape;81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4" name="Google Shape;81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5" name="Google Shape;81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7" name="Google Shape;81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8" name="Google Shape;81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9" name="Google Shape;81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0" name="Google Shape;82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1" name="Google Shape;82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2" name="Google Shape;82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3" name="Google Shape;82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4" name="Google Shape;82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6" name="Google Shape;82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0" name="Google Shape;83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2" name="Google Shape;83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9" name="Google Shape;839;g2cdbdd49f8e_0_0"/>
          <p:cNvPicPr preferRelativeResize="0"/>
          <p:nvPr/>
        </p:nvPicPr>
        <p:blipFill rotWithShape="1">
          <a:blip r:embed="rId3">
            <a:alphaModFix/>
          </a:blip>
          <a:srcRect l="79" r="79"/>
          <a:stretch/>
        </p:blipFill>
        <p:spPr>
          <a:xfrm>
            <a:off x="2623396" y="2053250"/>
            <a:ext cx="1747066" cy="2472849"/>
          </a:xfrm>
          <a:prstGeom prst="rect">
            <a:avLst/>
          </a:prstGeom>
          <a:noFill/>
          <a:ln>
            <a:noFill/>
          </a:ln>
          <a:effectLst>
            <a:outerShdw blurRad="71438" dist="28575" dir="5400000" algn="bl" rotWithShape="0">
              <a:srgbClr val="000000">
                <a:alpha val="16078"/>
              </a:srgbClr>
            </a:outerShdw>
          </a:effectLst>
        </p:spPr>
      </p:pic>
      <p:pic>
        <p:nvPicPr>
          <p:cNvPr id="840" name="Google Shape;840;g2cdbdd49f8e_0_0"/>
          <p:cNvPicPr preferRelativeResize="0"/>
          <p:nvPr/>
        </p:nvPicPr>
        <p:blipFill rotWithShape="1">
          <a:blip r:embed="rId4">
            <a:alphaModFix/>
          </a:blip>
          <a:srcRect l="19" r="29"/>
          <a:stretch/>
        </p:blipFill>
        <p:spPr>
          <a:xfrm>
            <a:off x="4773538" y="2053250"/>
            <a:ext cx="1747066"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7" name="Google Shape;847;g26b7edf6e71_0_109"/>
          <p:cNvGrpSpPr/>
          <p:nvPr/>
        </p:nvGrpSpPr>
        <p:grpSpPr>
          <a:xfrm>
            <a:off x="865957" y="2135925"/>
            <a:ext cx="7282807" cy="2686611"/>
            <a:chOff x="867357" y="2129450"/>
            <a:chExt cx="7282807" cy="2686611"/>
          </a:xfrm>
        </p:grpSpPr>
        <p:pic>
          <p:nvPicPr>
            <p:cNvPr id="848" name="Google Shape;84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1" name="Google Shape;86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68" name="Google Shape;868;g2c298d33e0c_0_6"/>
          <p:cNvGrpSpPr/>
          <p:nvPr/>
        </p:nvGrpSpPr>
        <p:grpSpPr>
          <a:xfrm>
            <a:off x="866900" y="2128288"/>
            <a:ext cx="7281864" cy="2684601"/>
            <a:chOff x="868300" y="2129450"/>
            <a:chExt cx="7281864" cy="2684601"/>
          </a:xfrm>
        </p:grpSpPr>
        <p:pic>
          <p:nvPicPr>
            <p:cNvPr id="869" name="Google Shape;86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3" name="Google Shape;87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6" name="Google Shape;89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3" name="Google Shape;903;g2c298da1f27_0_455"/>
          <p:cNvGrpSpPr/>
          <p:nvPr/>
        </p:nvGrpSpPr>
        <p:grpSpPr>
          <a:xfrm>
            <a:off x="868300" y="2129450"/>
            <a:ext cx="7281864" cy="2684601"/>
            <a:chOff x="868300" y="2053250"/>
            <a:chExt cx="7281864" cy="2684601"/>
          </a:xfrm>
        </p:grpSpPr>
        <p:pic>
          <p:nvPicPr>
            <p:cNvPr id="904" name="Google Shape;90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05" name="Google Shape;90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06" name="Google Shape;90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07" name="Google Shape;90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08" name="Google Shape;90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12" name="Google Shape;91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13" name="Google Shape;91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14" name="Google Shape;91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15" name="Google Shape;91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23" name="Google Shape;923;g2c298da1f27_1_0"/>
          <p:cNvGrpSpPr/>
          <p:nvPr/>
        </p:nvGrpSpPr>
        <p:grpSpPr>
          <a:xfrm>
            <a:off x="868300" y="2129450"/>
            <a:ext cx="7281864" cy="2688001"/>
            <a:chOff x="868300" y="2129450"/>
            <a:chExt cx="7281864" cy="2688001"/>
          </a:xfrm>
        </p:grpSpPr>
        <p:pic>
          <p:nvPicPr>
            <p:cNvPr id="924" name="Google Shape;924;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25" name="Google Shape;925;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26" name="Google Shape;926;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27" name="Google Shape;927;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28" name="Google Shape;928;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29" name="Google Shape;929;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30" name="Google Shape;930;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31" name="Google Shape;931;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2" name="Google Shape;932;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3" name="Google Shape;933;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4" name="Google Shape;934;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5" name="Google Shape;935;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36" name="Google Shape;936;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37" name="Google Shape;937;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within </a:t>
            </a:r>
            <a:r>
              <a:rPr lang="en-US" sz="2000">
                <a:solidFill>
                  <a:srgbClr val="8DC63F"/>
                </a:solidFill>
              </a:rPr>
              <a:t>/ai/</a:t>
            </a:r>
            <a:r>
              <a:rPr lang="en-US" sz="2000"/>
              <a:t> family: </a:t>
            </a:r>
            <a:br>
              <a:rPr lang="en-US" sz="2000"/>
            </a:br>
            <a:r>
              <a:rPr lang="en-US" sz="2000">
                <a:solidFill>
                  <a:srgbClr val="2356AF"/>
                </a:solidFill>
              </a:rPr>
              <a:t>ate / eight, brake / break, grate / great, mail / male, plain / plane, sale / sail, tale / tail, pail / pale</a:t>
            </a:r>
            <a:r>
              <a:rPr lang="en-US" sz="2000"/>
              <a:t>.</a:t>
            </a:r>
            <a:endParaRPr sz="2000"/>
          </a:p>
        </p:txBody>
      </p:sp>
      <p:pic>
        <p:nvPicPr>
          <p:cNvPr id="944" name="Google Shape;944;g26f40b1072c_1_28"/>
          <p:cNvPicPr preferRelativeResize="0"/>
          <p:nvPr/>
        </p:nvPicPr>
        <p:blipFill rotWithShape="1">
          <a:blip r:embed="rId3">
            <a:alphaModFix/>
          </a:blip>
          <a:srcRect/>
          <a:stretch/>
        </p:blipFill>
        <p:spPr>
          <a:xfrm>
            <a:off x="923100" y="2096825"/>
            <a:ext cx="2421275" cy="1210600"/>
          </a:xfrm>
          <a:prstGeom prst="rect">
            <a:avLst/>
          </a:prstGeom>
          <a:noFill/>
          <a:ln>
            <a:noFill/>
          </a:ln>
          <a:effectLst>
            <a:outerShdw blurRad="57150" dist="19050" dir="5400000" algn="bl" rotWithShape="0">
              <a:srgbClr val="BFBFBF"/>
            </a:outerShdw>
          </a:effectLst>
        </p:spPr>
      </p:pic>
      <p:pic>
        <p:nvPicPr>
          <p:cNvPr id="945" name="Google Shape;945;g26f40b1072c_1_28"/>
          <p:cNvPicPr preferRelativeResize="0"/>
          <p:nvPr/>
        </p:nvPicPr>
        <p:blipFill rotWithShape="1">
          <a:blip r:embed="rId4">
            <a:alphaModFix/>
          </a:blip>
          <a:srcRect l="-704"/>
          <a:stretch/>
        </p:blipFill>
        <p:spPr>
          <a:xfrm>
            <a:off x="3344375" y="2096825"/>
            <a:ext cx="2438374" cy="1210600"/>
          </a:xfrm>
          <a:prstGeom prst="rect">
            <a:avLst/>
          </a:prstGeom>
          <a:noFill/>
          <a:ln>
            <a:noFill/>
          </a:ln>
          <a:effectLst>
            <a:outerShdw blurRad="57150" dist="19050" dir="5400000" algn="bl" rotWithShape="0">
              <a:srgbClr val="BFBFBF"/>
            </a:outerShdw>
          </a:effectLst>
        </p:spPr>
      </p:pic>
      <p:pic>
        <p:nvPicPr>
          <p:cNvPr id="946" name="Google Shape;946;g26f40b1072c_1_28"/>
          <p:cNvPicPr preferRelativeResize="0"/>
          <p:nvPr/>
        </p:nvPicPr>
        <p:blipFill rotWithShape="1">
          <a:blip r:embed="rId5">
            <a:alphaModFix/>
          </a:blip>
          <a:srcRect l="-4333" r="-2412"/>
          <a:stretch/>
        </p:blipFill>
        <p:spPr>
          <a:xfrm>
            <a:off x="818400" y="3370225"/>
            <a:ext cx="2584675" cy="1210600"/>
          </a:xfrm>
          <a:prstGeom prst="rect">
            <a:avLst/>
          </a:prstGeom>
          <a:noFill/>
          <a:ln>
            <a:noFill/>
          </a:ln>
          <a:effectLst>
            <a:outerShdw blurRad="57150" dist="19050" dir="5400000" algn="bl" rotWithShape="0">
              <a:srgbClr val="BFBFBF"/>
            </a:outerShdw>
          </a:effectLst>
        </p:spPr>
      </p:pic>
      <p:pic>
        <p:nvPicPr>
          <p:cNvPr id="947" name="Google Shape;947;g26f40b1072c_1_28"/>
          <p:cNvPicPr preferRelativeResize="0"/>
          <p:nvPr/>
        </p:nvPicPr>
        <p:blipFill rotWithShape="1">
          <a:blip r:embed="rId6">
            <a:alphaModFix/>
          </a:blip>
          <a:srcRect l="-1728" r="-2426"/>
          <a:stretch/>
        </p:blipFill>
        <p:spPr>
          <a:xfrm>
            <a:off x="3319600" y="3370225"/>
            <a:ext cx="2521875" cy="1210600"/>
          </a:xfrm>
          <a:prstGeom prst="rect">
            <a:avLst/>
          </a:prstGeom>
          <a:noFill/>
          <a:ln>
            <a:noFill/>
          </a:ln>
          <a:effectLst>
            <a:outerShdw blurRad="57150" dist="19050" dir="5400000" algn="bl" rotWithShape="0">
              <a:srgbClr val="BFBFBF"/>
            </a:outerShdw>
          </a:effectLst>
        </p:spPr>
      </p:pic>
      <p:pic>
        <p:nvPicPr>
          <p:cNvPr id="948" name="Google Shape;948;g26f40b1072c_1_28"/>
          <p:cNvPicPr preferRelativeResize="0"/>
          <p:nvPr/>
        </p:nvPicPr>
        <p:blipFill rotWithShape="1">
          <a:blip r:embed="rId7">
            <a:alphaModFix/>
          </a:blip>
          <a:srcRect r="-704"/>
          <a:stretch/>
        </p:blipFill>
        <p:spPr>
          <a:xfrm>
            <a:off x="5799850" y="2096825"/>
            <a:ext cx="2438374" cy="1210600"/>
          </a:xfrm>
          <a:prstGeom prst="rect">
            <a:avLst/>
          </a:prstGeom>
          <a:noFill/>
          <a:ln>
            <a:noFill/>
          </a:ln>
          <a:effectLst>
            <a:outerShdw blurRad="57150" dist="19050" dir="5400000" algn="bl" rotWithShape="0">
              <a:srgbClr val="BFBFBF"/>
            </a:outerShdw>
          </a:effectLst>
        </p:spPr>
      </p:pic>
      <p:pic>
        <p:nvPicPr>
          <p:cNvPr id="949" name="Google Shape;949;g26f40b1072c_1_28"/>
          <p:cNvPicPr preferRelativeResize="0"/>
          <p:nvPr/>
        </p:nvPicPr>
        <p:blipFill rotWithShape="1">
          <a:blip r:embed="rId8">
            <a:alphaModFix/>
          </a:blip>
          <a:srcRect l="-464" r="-454"/>
          <a:stretch/>
        </p:blipFill>
        <p:spPr>
          <a:xfrm>
            <a:off x="5791188" y="3370225"/>
            <a:ext cx="2438374" cy="1210600"/>
          </a:xfrm>
          <a:prstGeom prst="rect">
            <a:avLst/>
          </a:prstGeom>
          <a:noFill/>
          <a:ln>
            <a:noFill/>
          </a:ln>
          <a:effectLst>
            <a:outerShdw blurRad="57150" dist="19050" dir="5400000" algn="bl" rotWithShape="0">
              <a:srgbClr val="BFBFBF"/>
            </a:outerShdw>
          </a:effectLst>
        </p:spPr>
      </p:pic>
      <p:pic>
        <p:nvPicPr>
          <p:cNvPr id="950" name="Google Shape;950;g26f40b1072c_1_28"/>
          <p:cNvPicPr preferRelativeResize="0"/>
          <p:nvPr/>
        </p:nvPicPr>
        <p:blipFill rotWithShape="1">
          <a:blip r:embed="rId9">
            <a:alphaModFix/>
          </a:blip>
          <a:srcRect l="-362" r="-342"/>
          <a:stretch/>
        </p:blipFill>
        <p:spPr>
          <a:xfrm>
            <a:off x="2133625" y="4643625"/>
            <a:ext cx="2438374" cy="1210600"/>
          </a:xfrm>
          <a:prstGeom prst="rect">
            <a:avLst/>
          </a:prstGeom>
          <a:noFill/>
          <a:ln>
            <a:noFill/>
          </a:ln>
          <a:effectLst>
            <a:outerShdw blurRad="57150" dist="19050" dir="5400000" algn="bl" rotWithShape="0">
              <a:srgbClr val="BFBFBF"/>
            </a:outerShdw>
          </a:effectLst>
        </p:spPr>
      </p:pic>
      <p:pic>
        <p:nvPicPr>
          <p:cNvPr id="951" name="Google Shape;951;g26f40b1072c_1_28"/>
          <p:cNvPicPr preferRelativeResize="0"/>
          <p:nvPr/>
        </p:nvPicPr>
        <p:blipFill rotWithShape="1">
          <a:blip r:embed="rId10">
            <a:alphaModFix/>
          </a:blip>
          <a:srcRect l="-1514" r="-1493"/>
          <a:stretch/>
        </p:blipFill>
        <p:spPr>
          <a:xfrm>
            <a:off x="4546725" y="4643625"/>
            <a:ext cx="2488900" cy="121060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Common Exception Word containing </a:t>
            </a:r>
            <a:r>
              <a:rPr lang="en-US" sz="2000">
                <a:solidFill>
                  <a:srgbClr val="8DC63F"/>
                </a:solidFill>
              </a:rPr>
              <a:t>/ai/</a:t>
            </a:r>
            <a:r>
              <a:rPr lang="en-US" sz="2000"/>
              <a:t> sound </a:t>
            </a:r>
            <a:r>
              <a:rPr lang="en-US" sz="2000">
                <a:solidFill>
                  <a:srgbClr val="2356AF"/>
                </a:solidFill>
              </a:rPr>
              <a:t>they</a:t>
            </a:r>
            <a:r>
              <a:rPr lang="en-US" sz="2000"/>
              <a:t>.</a:t>
            </a:r>
            <a:endParaRPr sz="2000"/>
          </a:p>
        </p:txBody>
      </p:sp>
      <p:pic>
        <p:nvPicPr>
          <p:cNvPr id="958" name="Google Shape;958;g26f40b1072c_1_0"/>
          <p:cNvPicPr preferRelativeResize="0"/>
          <p:nvPr/>
        </p:nvPicPr>
        <p:blipFill rotWithShape="1">
          <a:blip r:embed="rId3">
            <a:alphaModFix/>
          </a:blip>
          <a:srcRect t="19" b="29"/>
          <a:stretch/>
        </p:blipFill>
        <p:spPr>
          <a:xfrm>
            <a:off x="2792917" y="2129450"/>
            <a:ext cx="3558166"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5" name="Google Shape;965;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66" name="Google Shape;966;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7" name="Google Shape;967;g2ce718e20f2_0_845"/>
          <p:cNvPicPr preferRelativeResize="0"/>
          <p:nvPr/>
        </p:nvPicPr>
        <p:blipFill rotWithShape="1">
          <a:blip r:embed="rId3">
            <a:alphaModFix/>
          </a:blip>
          <a:srcRect l="19" r="29"/>
          <a:stretch/>
        </p:blipFill>
        <p:spPr>
          <a:xfrm>
            <a:off x="2154079" y="963136"/>
            <a:ext cx="1521025" cy="2152911"/>
          </a:xfrm>
          <a:prstGeom prst="rect">
            <a:avLst/>
          </a:prstGeom>
          <a:noFill/>
          <a:ln>
            <a:noFill/>
          </a:ln>
          <a:effectLst>
            <a:outerShdw blurRad="71438" dist="28575" dir="5400000" algn="bl" rotWithShape="0">
              <a:srgbClr val="000000">
                <a:alpha val="16078"/>
              </a:srgbClr>
            </a:outerShdw>
          </a:effectLst>
        </p:spPr>
      </p:pic>
      <p:pic>
        <p:nvPicPr>
          <p:cNvPr id="968" name="Google Shape;968;g2ce718e20f2_0_845"/>
          <p:cNvPicPr preferRelativeResize="0"/>
          <p:nvPr/>
        </p:nvPicPr>
        <p:blipFill rotWithShape="1">
          <a:blip r:embed="rId4">
            <a:alphaModFix/>
          </a:blip>
          <a:srcRect l="79" r="79"/>
          <a:stretch/>
        </p:blipFill>
        <p:spPr>
          <a:xfrm>
            <a:off x="3811488" y="963136"/>
            <a:ext cx="1521025" cy="2152911"/>
          </a:xfrm>
          <a:prstGeom prst="rect">
            <a:avLst/>
          </a:prstGeom>
          <a:noFill/>
          <a:ln>
            <a:noFill/>
          </a:ln>
          <a:effectLst>
            <a:outerShdw blurRad="71438" dist="28575" dir="5400000" algn="bl" rotWithShape="0">
              <a:srgbClr val="000000">
                <a:alpha val="16078"/>
              </a:srgbClr>
            </a:outerShdw>
          </a:effectLst>
        </p:spPr>
      </p:pic>
      <p:pic>
        <p:nvPicPr>
          <p:cNvPr id="969" name="Google Shape;969;g2ce718e20f2_0_845"/>
          <p:cNvPicPr preferRelativeResize="0"/>
          <p:nvPr/>
        </p:nvPicPr>
        <p:blipFill rotWithShape="1">
          <a:blip r:embed="rId5">
            <a:alphaModFix/>
          </a:blip>
          <a:srcRect l="79" r="79"/>
          <a:stretch/>
        </p:blipFill>
        <p:spPr>
          <a:xfrm>
            <a:off x="5468896" y="963136"/>
            <a:ext cx="1521025" cy="2152911"/>
          </a:xfrm>
          <a:prstGeom prst="rect">
            <a:avLst/>
          </a:prstGeom>
          <a:noFill/>
          <a:ln>
            <a:noFill/>
          </a:ln>
          <a:effectLst>
            <a:outerShdw blurRad="71438" dist="28575" dir="5400000" algn="bl" rotWithShape="0">
              <a:srgbClr val="000000">
                <a:alpha val="16078"/>
              </a:srgbClr>
            </a:outerShdw>
          </a:effectLst>
        </p:spPr>
      </p:pic>
      <p:pic>
        <p:nvPicPr>
          <p:cNvPr id="970" name="Google Shape;970;g2ce718e20f2_0_845"/>
          <p:cNvPicPr preferRelativeResize="0"/>
          <p:nvPr/>
        </p:nvPicPr>
        <p:blipFill rotWithShape="1">
          <a:blip r:embed="rId6">
            <a:alphaModFix/>
          </a:blip>
          <a:srcRect l="79" r="79"/>
          <a:stretch/>
        </p:blipFill>
        <p:spPr>
          <a:xfrm>
            <a:off x="2982784" y="3206974"/>
            <a:ext cx="1521025" cy="2152911"/>
          </a:xfrm>
          <a:prstGeom prst="rect">
            <a:avLst/>
          </a:prstGeom>
          <a:noFill/>
          <a:ln>
            <a:noFill/>
          </a:ln>
          <a:effectLst>
            <a:outerShdw blurRad="71438" dist="28575" dir="5400000" algn="bl" rotWithShape="0">
              <a:srgbClr val="000000">
                <a:alpha val="16078"/>
              </a:srgbClr>
            </a:outerShdw>
          </a:effectLst>
        </p:spPr>
      </p:pic>
      <p:pic>
        <p:nvPicPr>
          <p:cNvPr id="971" name="Google Shape;971;g2ce718e20f2_0_845"/>
          <p:cNvPicPr preferRelativeResize="0"/>
          <p:nvPr/>
        </p:nvPicPr>
        <p:blipFill rotWithShape="1">
          <a:blip r:embed="rId7">
            <a:alphaModFix/>
          </a:blip>
          <a:srcRect l="19" r="29"/>
          <a:stretch/>
        </p:blipFill>
        <p:spPr>
          <a:xfrm>
            <a:off x="4640192" y="3206974"/>
            <a:ext cx="1521025" cy="215291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8" name="Google Shape;978;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79" name="Google Shape;979;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80" name="Google Shape;980;g2701ceed56d_4_329"/>
          <p:cNvPicPr preferRelativeResize="0"/>
          <p:nvPr/>
        </p:nvPicPr>
        <p:blipFill rotWithShape="1">
          <a:blip r:embed="rId3">
            <a:alphaModFix/>
          </a:blip>
          <a:srcRect l="19" r="29"/>
          <a:stretch/>
        </p:blipFill>
        <p:spPr>
          <a:xfrm>
            <a:off x="2154079" y="963136"/>
            <a:ext cx="1521025" cy="2152911"/>
          </a:xfrm>
          <a:prstGeom prst="rect">
            <a:avLst/>
          </a:prstGeom>
          <a:noFill/>
          <a:ln>
            <a:noFill/>
          </a:ln>
          <a:effectLst>
            <a:outerShdw blurRad="71438" dist="28575" dir="5400000" algn="bl" rotWithShape="0">
              <a:srgbClr val="000000">
                <a:alpha val="16078"/>
              </a:srgbClr>
            </a:outerShdw>
          </a:effectLst>
        </p:spPr>
      </p:pic>
      <p:pic>
        <p:nvPicPr>
          <p:cNvPr id="981" name="Google Shape;981;g2701ceed56d_4_329"/>
          <p:cNvPicPr preferRelativeResize="0"/>
          <p:nvPr/>
        </p:nvPicPr>
        <p:blipFill rotWithShape="1">
          <a:blip r:embed="rId4">
            <a:alphaModFix/>
          </a:blip>
          <a:srcRect/>
          <a:stretch/>
        </p:blipFill>
        <p:spPr>
          <a:xfrm>
            <a:off x="3811488" y="963136"/>
            <a:ext cx="1521025" cy="2152911"/>
          </a:xfrm>
          <a:prstGeom prst="rect">
            <a:avLst/>
          </a:prstGeom>
          <a:noFill/>
          <a:ln>
            <a:noFill/>
          </a:ln>
          <a:effectLst>
            <a:outerShdw blurRad="71438" dist="28575" dir="5400000" algn="bl" rotWithShape="0">
              <a:srgbClr val="000000">
                <a:alpha val="16078"/>
              </a:srgbClr>
            </a:outerShdw>
          </a:effectLst>
        </p:spPr>
      </p:pic>
      <p:pic>
        <p:nvPicPr>
          <p:cNvPr id="982" name="Google Shape;982;g2701ceed56d_4_329"/>
          <p:cNvPicPr preferRelativeResize="0"/>
          <p:nvPr/>
        </p:nvPicPr>
        <p:blipFill rotWithShape="1">
          <a:blip r:embed="rId5">
            <a:alphaModFix/>
          </a:blip>
          <a:srcRect l="79" r="79"/>
          <a:stretch/>
        </p:blipFill>
        <p:spPr>
          <a:xfrm>
            <a:off x="5468896" y="963136"/>
            <a:ext cx="1521025" cy="2152911"/>
          </a:xfrm>
          <a:prstGeom prst="rect">
            <a:avLst/>
          </a:prstGeom>
          <a:noFill/>
          <a:ln>
            <a:noFill/>
          </a:ln>
          <a:effectLst>
            <a:outerShdw blurRad="71438" dist="28575" dir="5400000" algn="bl" rotWithShape="0">
              <a:srgbClr val="000000">
                <a:alpha val="16078"/>
              </a:srgbClr>
            </a:outerShdw>
          </a:effectLst>
        </p:spPr>
      </p:pic>
      <p:pic>
        <p:nvPicPr>
          <p:cNvPr id="983" name="Google Shape;983;g2701ceed56d_4_329"/>
          <p:cNvPicPr preferRelativeResize="0"/>
          <p:nvPr/>
        </p:nvPicPr>
        <p:blipFill rotWithShape="1">
          <a:blip r:embed="rId6">
            <a:alphaModFix/>
          </a:blip>
          <a:srcRect l="79" r="79"/>
          <a:stretch/>
        </p:blipFill>
        <p:spPr>
          <a:xfrm>
            <a:off x="2982784" y="3206974"/>
            <a:ext cx="1521025" cy="2152911"/>
          </a:xfrm>
          <a:prstGeom prst="rect">
            <a:avLst/>
          </a:prstGeom>
          <a:noFill/>
          <a:ln>
            <a:noFill/>
          </a:ln>
          <a:effectLst>
            <a:outerShdw blurRad="71438" dist="28575" dir="5400000" algn="bl" rotWithShape="0">
              <a:srgbClr val="000000">
                <a:alpha val="16078"/>
              </a:srgbClr>
            </a:outerShdw>
          </a:effectLst>
        </p:spPr>
      </p:pic>
      <p:pic>
        <p:nvPicPr>
          <p:cNvPr id="984" name="Google Shape;984;g2701ceed56d_4_329"/>
          <p:cNvPicPr preferRelativeResize="0"/>
          <p:nvPr/>
        </p:nvPicPr>
        <p:blipFill rotWithShape="1">
          <a:blip r:embed="rId7">
            <a:alphaModFix/>
          </a:blip>
          <a:srcRect l="19" r="29"/>
          <a:stretch/>
        </p:blipFill>
        <p:spPr>
          <a:xfrm>
            <a:off x="4640192" y="3206974"/>
            <a:ext cx="1521025" cy="215291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91" name="Google Shape;99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92" name="Google Shape;99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93" name="Google Shape;993;g26b641b03cd_0_204"/>
          <p:cNvPicPr preferRelativeResize="0"/>
          <p:nvPr/>
        </p:nvPicPr>
        <p:blipFill rotWithShape="1">
          <a:blip r:embed="rId3">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94" name="Google Shape;994;g26b641b03cd_0_204"/>
          <p:cNvPicPr preferRelativeResize="0"/>
          <p:nvPr/>
        </p:nvPicPr>
        <p:blipFill rotWithShape="1">
          <a:blip r:embed="rId4">
            <a:alphaModFix/>
          </a:blip>
          <a:srcRect/>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95" name="Google Shape;995;g26b641b03cd_0_204"/>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96" name="Google Shape;996;g26b641b03cd_0_204"/>
          <p:cNvPicPr preferRelativeResize="0"/>
          <p:nvPr/>
        </p:nvPicPr>
        <p:blipFill rotWithShape="1">
          <a:blip r:embed="rId6">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3" name="Google Shape;100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04" name="Google Shape;100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5" name="Google Shape;1005;g2c186218c5a_0_48"/>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06" name="Google Shape;1006;g2c186218c5a_0_48"/>
          <p:cNvPicPr preferRelativeResize="0"/>
          <p:nvPr/>
        </p:nvPicPr>
        <p:blipFill rotWithShape="1">
          <a:blip r:embed="rId4">
            <a:alphaModFix/>
          </a:blip>
          <a:srcRect l="79" r="8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07" name="Google Shape;1007;g2c186218c5a_0_48"/>
          <p:cNvPicPr preferRelativeResize="0"/>
          <p:nvPr/>
        </p:nvPicPr>
        <p:blipFill rotWithShape="1">
          <a:blip r:embed="rId5">
            <a:alphaModFix/>
          </a:blip>
          <a:srcRect l="79" r="8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08" name="Google Shape;1008;g2c186218c5a_0_48"/>
          <p:cNvPicPr preferRelativeResize="0"/>
          <p:nvPr/>
        </p:nvPicPr>
        <p:blipFill rotWithShape="1">
          <a:blip r:embed="rId6">
            <a:alphaModFix/>
          </a:blip>
          <a:srcRect l="79" r="8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15" name="Google Shape;101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16" name="Google Shape;101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7" name="Google Shape;1017;g26b641b03cd_0_213"/>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18" name="Google Shape;1018;g26b641b03cd_0_213"/>
          <p:cNvPicPr preferRelativeResize="0"/>
          <p:nvPr/>
        </p:nvPicPr>
        <p:blipFill rotWithShape="1">
          <a:blip r:embed="rId4">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19" name="Google Shape;1019;g26b641b03cd_0_213"/>
          <p:cNvPicPr preferRelativeResize="0"/>
          <p:nvPr/>
        </p:nvPicPr>
        <p:blipFill rotWithShape="1">
          <a:blip r:embed="rId5">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6" name="Google Shape;102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27" name="Google Shape;102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28" name="Google Shape;1028;g2c186218c5a_0_149"/>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29" name="Google Shape;1029;g2c186218c5a_0_149"/>
          <p:cNvPicPr preferRelativeResize="0"/>
          <p:nvPr/>
        </p:nvPicPr>
        <p:blipFill rotWithShape="1">
          <a:blip r:embed="rId4">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30" name="Google Shape;1030;g2c186218c5a_0_149"/>
          <p:cNvPicPr preferRelativeResize="0"/>
          <p:nvPr/>
        </p:nvPicPr>
        <p:blipFill rotWithShape="1">
          <a:blip r:embed="rId5">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6b641b03cd_0_301"/>
          <p:cNvSpPr txBox="1">
            <a:spLocks noGrp="1"/>
          </p:cNvSpPr>
          <p:nvPr>
            <p:ph type="title"/>
          </p:nvPr>
        </p:nvSpPr>
        <p:spPr>
          <a:xfrm>
            <a:off x="833125" y="5568500"/>
            <a:ext cx="7477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37" name="Google Shape;1037;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38" name="Google Shape;103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9" name="Google Shape;1039;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46" name="Google Shape;104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47" name="Google Shape;1047;g26b641b03cd_0_308"/>
          <p:cNvSpPr txBox="1">
            <a:spLocks noGrp="1"/>
          </p:cNvSpPr>
          <p:nvPr>
            <p:ph type="title"/>
          </p:nvPr>
        </p:nvSpPr>
        <p:spPr>
          <a:xfrm>
            <a:off x="820425" y="5568500"/>
            <a:ext cx="750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48" name="Google Shape;1048;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pic>
        <p:nvPicPr>
          <p:cNvPr id="1054" name="Google Shape;1054;g2d1f158ea7c_0_35"/>
          <p:cNvPicPr preferRelativeResize="0"/>
          <p:nvPr/>
        </p:nvPicPr>
        <p:blipFill rotWithShape="1">
          <a:blip r:embed="rId3">
            <a:alphaModFix/>
          </a:blip>
          <a:srcRect/>
          <a:stretch/>
        </p:blipFill>
        <p:spPr>
          <a:xfrm>
            <a:off x="5095626" y="2715666"/>
            <a:ext cx="3304477" cy="1435145"/>
          </a:xfrm>
          <a:prstGeom prst="rect">
            <a:avLst/>
          </a:prstGeom>
          <a:noFill/>
          <a:ln>
            <a:noFill/>
          </a:ln>
        </p:spPr>
      </p:pic>
      <p:pic>
        <p:nvPicPr>
          <p:cNvPr id="1055" name="Google Shape;1055;g2d1f158ea7c_0_35"/>
          <p:cNvPicPr preferRelativeResize="0"/>
          <p:nvPr/>
        </p:nvPicPr>
        <p:blipFill rotWithShape="1">
          <a:blip r:embed="rId4">
            <a:alphaModFix/>
          </a:blip>
          <a:srcRect/>
          <a:stretch/>
        </p:blipFill>
        <p:spPr>
          <a:xfrm>
            <a:off x="661750" y="2729650"/>
            <a:ext cx="4363975" cy="115426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380</Words>
  <Application>Microsoft Office PowerPoint</Application>
  <PresentationFormat>On-screen Show (4:3)</PresentationFormat>
  <Paragraphs>93</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Arial</vt:lpstr>
      <vt:lpstr>Nunito Black</vt:lpstr>
      <vt:lpstr>Jost</vt:lpstr>
      <vt:lpstr>Poppins Medium</vt:lpstr>
      <vt:lpstr>Poppins SemiBold</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Teach Homophones within /ai/ family:  ate / eight, brake / break, grate / great, mail / male, plain / plane, sale / sail, tale / tail, pail / pale.</vt:lpstr>
      <vt:lpstr>Review Common Exception Word containing /ai/ sound they.</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2026-05-22T04:23:20Z</dcterms:modified>
</cp:coreProperties>
</file>